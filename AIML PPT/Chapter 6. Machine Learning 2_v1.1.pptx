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186" y="-8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12469" y="1619250"/>
            <a:ext cx="8629015" cy="1600200"/>
          </a:xfrm>
          <a:custGeom>
            <a:avLst/>
            <a:gdLst/>
            <a:ahLst/>
            <a:cxnLst/>
            <a:rect l="l" t="t" r="r" b="b"/>
            <a:pathLst>
              <a:path w="8629015" h="1600200">
                <a:moveTo>
                  <a:pt x="0" y="1600200"/>
                </a:moveTo>
                <a:lnTo>
                  <a:pt x="8628888" y="1600200"/>
                </a:lnTo>
                <a:lnTo>
                  <a:pt x="8628888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ln w="1981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62584" y="1796796"/>
            <a:ext cx="8306561" cy="12580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4755" y="1335024"/>
            <a:ext cx="1448562" cy="1805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41959" y="1287780"/>
            <a:ext cx="214884" cy="234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41959" y="1287780"/>
            <a:ext cx="215265" cy="234950"/>
          </a:xfrm>
          <a:custGeom>
            <a:avLst/>
            <a:gdLst/>
            <a:ahLst/>
            <a:cxnLst/>
            <a:rect l="l" t="t" r="r" b="b"/>
            <a:pathLst>
              <a:path w="215265" h="234950">
                <a:moveTo>
                  <a:pt x="0" y="82550"/>
                </a:moveTo>
                <a:lnTo>
                  <a:pt x="23990" y="40512"/>
                </a:lnTo>
                <a:lnTo>
                  <a:pt x="83451" y="5715"/>
                </a:lnTo>
                <a:lnTo>
                  <a:pt x="107442" y="0"/>
                </a:lnTo>
                <a:lnTo>
                  <a:pt x="120224" y="1428"/>
                </a:lnTo>
                <a:lnTo>
                  <a:pt x="190893" y="40512"/>
                </a:lnTo>
                <a:lnTo>
                  <a:pt x="214884" y="82550"/>
                </a:lnTo>
                <a:lnTo>
                  <a:pt x="214884" y="152146"/>
                </a:lnTo>
                <a:lnTo>
                  <a:pt x="190893" y="194183"/>
                </a:lnTo>
                <a:lnTo>
                  <a:pt x="131432" y="228854"/>
                </a:lnTo>
                <a:lnTo>
                  <a:pt x="107442" y="234664"/>
                </a:lnTo>
                <a:lnTo>
                  <a:pt x="94659" y="233211"/>
                </a:lnTo>
                <a:lnTo>
                  <a:pt x="23990" y="194183"/>
                </a:lnTo>
                <a:lnTo>
                  <a:pt x="0" y="152146"/>
                </a:lnTo>
                <a:lnTo>
                  <a:pt x="0" y="8255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723900" y="3547871"/>
            <a:ext cx="1340358" cy="1805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449580" y="3500628"/>
            <a:ext cx="216408" cy="2346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49580" y="3500628"/>
            <a:ext cx="216535" cy="234950"/>
          </a:xfrm>
          <a:custGeom>
            <a:avLst/>
            <a:gdLst/>
            <a:ahLst/>
            <a:cxnLst/>
            <a:rect l="l" t="t" r="r" b="b"/>
            <a:pathLst>
              <a:path w="216534" h="234950">
                <a:moveTo>
                  <a:pt x="0" y="82550"/>
                </a:moveTo>
                <a:lnTo>
                  <a:pt x="24168" y="40512"/>
                </a:lnTo>
                <a:lnTo>
                  <a:pt x="84048" y="5714"/>
                </a:lnTo>
                <a:lnTo>
                  <a:pt x="108204" y="0"/>
                </a:lnTo>
                <a:lnTo>
                  <a:pt x="121074" y="1428"/>
                </a:lnTo>
                <a:lnTo>
                  <a:pt x="192239" y="40512"/>
                </a:lnTo>
                <a:lnTo>
                  <a:pt x="216408" y="82550"/>
                </a:lnTo>
                <a:lnTo>
                  <a:pt x="216408" y="152146"/>
                </a:lnTo>
                <a:lnTo>
                  <a:pt x="192239" y="194183"/>
                </a:lnTo>
                <a:lnTo>
                  <a:pt x="132359" y="228854"/>
                </a:lnTo>
                <a:lnTo>
                  <a:pt x="108204" y="234664"/>
                </a:lnTo>
                <a:lnTo>
                  <a:pt x="95333" y="233211"/>
                </a:lnTo>
                <a:lnTo>
                  <a:pt x="24168" y="194183"/>
                </a:lnTo>
                <a:lnTo>
                  <a:pt x="0" y="152146"/>
                </a:lnTo>
                <a:lnTo>
                  <a:pt x="0" y="8255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12470" y="3806190"/>
            <a:ext cx="8629015" cy="1399540"/>
          </a:xfrm>
          <a:custGeom>
            <a:avLst/>
            <a:gdLst/>
            <a:ahLst/>
            <a:cxnLst/>
            <a:rect l="l" t="t" r="r" b="b"/>
            <a:pathLst>
              <a:path w="8629015" h="1399539">
                <a:moveTo>
                  <a:pt x="0" y="1399031"/>
                </a:moveTo>
                <a:lnTo>
                  <a:pt x="8628888" y="1399031"/>
                </a:lnTo>
                <a:lnTo>
                  <a:pt x="8628888" y="0"/>
                </a:lnTo>
                <a:lnTo>
                  <a:pt x="0" y="0"/>
                </a:lnTo>
                <a:lnTo>
                  <a:pt x="0" y="1399031"/>
                </a:lnTo>
                <a:close/>
              </a:path>
            </a:pathLst>
          </a:custGeom>
          <a:ln w="1981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67148" y="3982212"/>
            <a:ext cx="3172213" cy="10614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2951" cy="1425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300" y="1577340"/>
            <a:ext cx="89154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22-Jul-24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4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5.png"/><Relationship Id="rId7" Type="http://schemas.openxmlformats.org/officeDocument/2006/relationships/image" Target="../media/image22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.png"/><Relationship Id="rId7" Type="http://schemas.openxmlformats.org/officeDocument/2006/relationships/image" Target="../media/image7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4.png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.png"/><Relationship Id="rId7" Type="http://schemas.openxmlformats.org/officeDocument/2006/relationships/image" Target="../media/image86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3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94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3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95.png"/><Relationship Id="rId10" Type="http://schemas.openxmlformats.org/officeDocument/2006/relationships/image" Target="../media/image118.png"/><Relationship Id="rId4" Type="http://schemas.openxmlformats.org/officeDocument/2006/relationships/image" Target="../media/image4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6.jp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jpg"/><Relationship Id="rId5" Type="http://schemas.openxmlformats.org/officeDocument/2006/relationships/image" Target="../media/image128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jpg"/><Relationship Id="rId5" Type="http://schemas.openxmlformats.org/officeDocument/2006/relationships/image" Target="../media/image131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.jpg"/><Relationship Id="rId5" Type="http://schemas.openxmlformats.org/officeDocument/2006/relationships/image" Target="../media/image134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jpg"/><Relationship Id="rId5" Type="http://schemas.openxmlformats.org/officeDocument/2006/relationships/image" Target="../media/image137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2.jp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png"/><Relationship Id="rId5" Type="http://schemas.openxmlformats.org/officeDocument/2006/relationships/image" Target="../media/image140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8.jp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7.png"/><Relationship Id="rId5" Type="http://schemas.openxmlformats.org/officeDocument/2006/relationships/image" Target="../media/image140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1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4.jp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5" Type="http://schemas.openxmlformats.org/officeDocument/2006/relationships/image" Target="../media/image140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8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3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6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8.jp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jpg"/><Relationship Id="rId3" Type="http://schemas.openxmlformats.org/officeDocument/2006/relationships/image" Target="../media/image3.png"/><Relationship Id="rId7" Type="http://schemas.openxmlformats.org/officeDocument/2006/relationships/image" Target="../media/image170.jp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3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5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7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9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1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3.png"/><Relationship Id="rId5" Type="http://schemas.openxmlformats.org/officeDocument/2006/relationships/image" Target="../media/image160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4.png"/><Relationship Id="rId7" Type="http://schemas.openxmlformats.org/officeDocument/2006/relationships/image" Target="../media/image18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8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3.png"/><Relationship Id="rId7" Type="http://schemas.openxmlformats.org/officeDocument/2006/relationships/image" Target="../media/image192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4.png"/><Relationship Id="rId9" Type="http://schemas.openxmlformats.org/officeDocument/2006/relationships/image" Target="../media/image19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3.png"/><Relationship Id="rId7" Type="http://schemas.openxmlformats.org/officeDocument/2006/relationships/image" Target="../media/image197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6.png"/><Relationship Id="rId5" Type="http://schemas.openxmlformats.org/officeDocument/2006/relationships/image" Target="../media/image90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3.png"/><Relationship Id="rId7" Type="http://schemas.openxmlformats.org/officeDocument/2006/relationships/image" Target="../media/image202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3.png"/><Relationship Id="rId7" Type="http://schemas.openxmlformats.org/officeDocument/2006/relationships/image" Target="../media/image206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5.png"/><Relationship Id="rId5" Type="http://schemas.openxmlformats.org/officeDocument/2006/relationships/image" Target="../media/image200.png"/><Relationship Id="rId10" Type="http://schemas.openxmlformats.org/officeDocument/2006/relationships/image" Target="../media/image209.png"/><Relationship Id="rId4" Type="http://schemas.openxmlformats.org/officeDocument/2006/relationships/image" Target="../media/image4.png"/><Relationship Id="rId9" Type="http://schemas.openxmlformats.org/officeDocument/2006/relationships/image" Target="../media/image20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6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5.png"/><Relationship Id="rId5" Type="http://schemas.openxmlformats.org/officeDocument/2006/relationships/image" Target="../media/image211.png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18" Type="http://schemas.openxmlformats.org/officeDocument/2006/relationships/image" Target="../media/image229.png"/><Relationship Id="rId3" Type="http://schemas.openxmlformats.org/officeDocument/2006/relationships/image" Target="../media/image3.png"/><Relationship Id="rId21" Type="http://schemas.openxmlformats.org/officeDocument/2006/relationships/image" Target="../media/image232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" Type="http://schemas.openxmlformats.org/officeDocument/2006/relationships/image" Target="../media/image217.png"/><Relationship Id="rId16" Type="http://schemas.openxmlformats.org/officeDocument/2006/relationships/image" Target="../media/image227.png"/><Relationship Id="rId20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3.png"/><Relationship Id="rId11" Type="http://schemas.openxmlformats.org/officeDocument/2006/relationships/image" Target="../media/image222.png"/><Relationship Id="rId5" Type="http://schemas.openxmlformats.org/officeDocument/2006/relationships/image" Target="../media/image211.png"/><Relationship Id="rId15" Type="http://schemas.openxmlformats.org/officeDocument/2006/relationships/image" Target="../media/image226.png"/><Relationship Id="rId10" Type="http://schemas.openxmlformats.org/officeDocument/2006/relationships/image" Target="../media/image221.png"/><Relationship Id="rId19" Type="http://schemas.openxmlformats.org/officeDocument/2006/relationships/image" Target="../media/image230.png"/><Relationship Id="rId4" Type="http://schemas.openxmlformats.org/officeDocument/2006/relationships/image" Target="../media/image4.png"/><Relationship Id="rId9" Type="http://schemas.openxmlformats.org/officeDocument/2006/relationships/image" Target="../media/image220.png"/><Relationship Id="rId14" Type="http://schemas.openxmlformats.org/officeDocument/2006/relationships/image" Target="../media/image22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3.png"/><Relationship Id="rId7" Type="http://schemas.openxmlformats.org/officeDocument/2006/relationships/image" Target="../media/image235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5" Type="http://schemas.openxmlformats.org/officeDocument/2006/relationships/image" Target="../media/image211.png"/><Relationship Id="rId10" Type="http://schemas.openxmlformats.org/officeDocument/2006/relationships/image" Target="../media/image238.png"/><Relationship Id="rId4" Type="http://schemas.openxmlformats.org/officeDocument/2006/relationships/image" Target="../media/image4.png"/><Relationship Id="rId9" Type="http://schemas.openxmlformats.org/officeDocument/2006/relationships/image" Target="../media/image2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3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3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6.png"/><Relationship Id="rId5" Type="http://schemas.openxmlformats.org/officeDocument/2006/relationships/image" Target="../media/image245.png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47.png"/><Relationship Id="rId7" Type="http://schemas.openxmlformats.org/officeDocument/2006/relationships/image" Target="../media/image18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4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image" Target="../media/image3.png"/><Relationship Id="rId7" Type="http://schemas.openxmlformats.org/officeDocument/2006/relationships/image" Target="../media/image253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2.png"/><Relationship Id="rId11" Type="http://schemas.openxmlformats.org/officeDocument/2006/relationships/image" Target="../media/image257.png"/><Relationship Id="rId5" Type="http://schemas.openxmlformats.org/officeDocument/2006/relationships/image" Target="../media/image251.png"/><Relationship Id="rId10" Type="http://schemas.openxmlformats.org/officeDocument/2006/relationships/image" Target="../media/image256.png"/><Relationship Id="rId4" Type="http://schemas.openxmlformats.org/officeDocument/2006/relationships/image" Target="../media/image4.png"/><Relationship Id="rId9" Type="http://schemas.openxmlformats.org/officeDocument/2006/relationships/image" Target="../media/image25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1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0.png"/><Relationship Id="rId5" Type="http://schemas.openxmlformats.org/officeDocument/2006/relationships/image" Target="../media/image259.png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3" Type="http://schemas.openxmlformats.org/officeDocument/2006/relationships/image" Target="../media/image3.png"/><Relationship Id="rId7" Type="http://schemas.openxmlformats.org/officeDocument/2006/relationships/image" Target="../media/image264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3.png"/><Relationship Id="rId5" Type="http://schemas.openxmlformats.org/officeDocument/2006/relationships/image" Target="../media/image260.png"/><Relationship Id="rId10" Type="http://schemas.openxmlformats.org/officeDocument/2006/relationships/image" Target="../media/image266.png"/><Relationship Id="rId4" Type="http://schemas.openxmlformats.org/officeDocument/2006/relationships/image" Target="../media/image4.png"/><Relationship Id="rId9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jpg"/><Relationship Id="rId13" Type="http://schemas.openxmlformats.org/officeDocument/2006/relationships/image" Target="../media/image104.png"/><Relationship Id="rId18" Type="http://schemas.openxmlformats.org/officeDocument/2006/relationships/image" Target="../media/image277.png"/><Relationship Id="rId3" Type="http://schemas.openxmlformats.org/officeDocument/2006/relationships/image" Target="../media/image3.png"/><Relationship Id="rId7" Type="http://schemas.openxmlformats.org/officeDocument/2006/relationships/image" Target="../media/image270.jpg"/><Relationship Id="rId12" Type="http://schemas.openxmlformats.org/officeDocument/2006/relationships/image" Target="../media/image103.png"/><Relationship Id="rId17" Type="http://schemas.openxmlformats.org/officeDocument/2006/relationships/image" Target="../media/image276.png"/><Relationship Id="rId2" Type="http://schemas.openxmlformats.org/officeDocument/2006/relationships/image" Target="../media/image267.png"/><Relationship Id="rId16" Type="http://schemas.openxmlformats.org/officeDocument/2006/relationships/image" Target="../media/image2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9.png"/><Relationship Id="rId11" Type="http://schemas.openxmlformats.org/officeDocument/2006/relationships/image" Target="../media/image274.jpg"/><Relationship Id="rId5" Type="http://schemas.openxmlformats.org/officeDocument/2006/relationships/image" Target="../media/image268.png"/><Relationship Id="rId15" Type="http://schemas.openxmlformats.org/officeDocument/2006/relationships/image" Target="../media/image106.png"/><Relationship Id="rId10" Type="http://schemas.openxmlformats.org/officeDocument/2006/relationships/image" Target="../media/image273.jpg"/><Relationship Id="rId4" Type="http://schemas.openxmlformats.org/officeDocument/2006/relationships/image" Target="../media/image4.png"/><Relationship Id="rId9" Type="http://schemas.openxmlformats.org/officeDocument/2006/relationships/image" Target="../media/image272.jpg"/><Relationship Id="rId14" Type="http://schemas.openxmlformats.org/officeDocument/2006/relationships/image" Target="../media/image10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3" Type="http://schemas.openxmlformats.org/officeDocument/2006/relationships/image" Target="../media/image3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5" Type="http://schemas.openxmlformats.org/officeDocument/2006/relationships/image" Target="../media/image279.png"/><Relationship Id="rId15" Type="http://schemas.openxmlformats.org/officeDocument/2006/relationships/image" Target="../media/image289.png"/><Relationship Id="rId10" Type="http://schemas.openxmlformats.org/officeDocument/2006/relationships/image" Target="../media/image284.png"/><Relationship Id="rId4" Type="http://schemas.openxmlformats.org/officeDocument/2006/relationships/image" Target="../media/image4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1.png"/><Relationship Id="rId5" Type="http://schemas.openxmlformats.org/officeDocument/2006/relationships/image" Target="../media/image279.png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13" Type="http://schemas.openxmlformats.org/officeDocument/2006/relationships/image" Target="../media/image287.png"/><Relationship Id="rId3" Type="http://schemas.openxmlformats.org/officeDocument/2006/relationships/image" Target="../media/image3.png"/><Relationship Id="rId7" Type="http://schemas.openxmlformats.org/officeDocument/2006/relationships/image" Target="../media/image282.png"/><Relationship Id="rId12" Type="http://schemas.openxmlformats.org/officeDocument/2006/relationships/image" Target="../media/image297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4.png"/><Relationship Id="rId11" Type="http://schemas.openxmlformats.org/officeDocument/2006/relationships/image" Target="../media/image296.png"/><Relationship Id="rId5" Type="http://schemas.openxmlformats.org/officeDocument/2006/relationships/image" Target="../media/image293.png"/><Relationship Id="rId10" Type="http://schemas.openxmlformats.org/officeDocument/2006/relationships/image" Target="../media/image281.png"/><Relationship Id="rId4" Type="http://schemas.openxmlformats.org/officeDocument/2006/relationships/image" Target="../media/image4.png"/><Relationship Id="rId9" Type="http://schemas.openxmlformats.org/officeDocument/2006/relationships/image" Target="../media/image295.png"/><Relationship Id="rId14" Type="http://schemas.openxmlformats.org/officeDocument/2006/relationships/image" Target="../media/image28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13" Type="http://schemas.openxmlformats.org/officeDocument/2006/relationships/image" Target="../media/image286.png"/><Relationship Id="rId3" Type="http://schemas.openxmlformats.org/officeDocument/2006/relationships/image" Target="../media/image3.png"/><Relationship Id="rId7" Type="http://schemas.openxmlformats.org/officeDocument/2006/relationships/image" Target="../media/image300.png"/><Relationship Id="rId12" Type="http://schemas.openxmlformats.org/officeDocument/2006/relationships/image" Target="../media/image289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9.png"/><Relationship Id="rId11" Type="http://schemas.openxmlformats.org/officeDocument/2006/relationships/image" Target="../media/image281.png"/><Relationship Id="rId5" Type="http://schemas.openxmlformats.org/officeDocument/2006/relationships/image" Target="../media/image293.png"/><Relationship Id="rId10" Type="http://schemas.openxmlformats.org/officeDocument/2006/relationships/image" Target="../media/image301.png"/><Relationship Id="rId4" Type="http://schemas.openxmlformats.org/officeDocument/2006/relationships/image" Target="../media/image4.png"/><Relationship Id="rId9" Type="http://schemas.openxmlformats.org/officeDocument/2006/relationships/image" Target="../media/image288.png"/><Relationship Id="rId14" Type="http://schemas.openxmlformats.org/officeDocument/2006/relationships/image" Target="../media/image28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13" Type="http://schemas.openxmlformats.org/officeDocument/2006/relationships/image" Target="../media/image286.png"/><Relationship Id="rId3" Type="http://schemas.openxmlformats.org/officeDocument/2006/relationships/image" Target="../media/image3.png"/><Relationship Id="rId7" Type="http://schemas.openxmlformats.org/officeDocument/2006/relationships/image" Target="../media/image300.png"/><Relationship Id="rId12" Type="http://schemas.openxmlformats.org/officeDocument/2006/relationships/image" Target="../media/image289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3.png"/><Relationship Id="rId11" Type="http://schemas.openxmlformats.org/officeDocument/2006/relationships/image" Target="../media/image281.png"/><Relationship Id="rId5" Type="http://schemas.openxmlformats.org/officeDocument/2006/relationships/image" Target="../media/image293.png"/><Relationship Id="rId10" Type="http://schemas.openxmlformats.org/officeDocument/2006/relationships/image" Target="../media/image301.png"/><Relationship Id="rId4" Type="http://schemas.openxmlformats.org/officeDocument/2006/relationships/image" Target="../media/image4.png"/><Relationship Id="rId9" Type="http://schemas.openxmlformats.org/officeDocument/2006/relationships/image" Target="../media/image288.png"/><Relationship Id="rId14" Type="http://schemas.openxmlformats.org/officeDocument/2006/relationships/image" Target="../media/image28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6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5.png"/><Relationship Id="rId5" Type="http://schemas.openxmlformats.org/officeDocument/2006/relationships/image" Target="../media/image293.png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3.png"/><Relationship Id="rId7" Type="http://schemas.openxmlformats.org/officeDocument/2006/relationships/image" Target="../media/image310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10" Type="http://schemas.openxmlformats.org/officeDocument/2006/relationships/image" Target="../media/image313.png"/><Relationship Id="rId4" Type="http://schemas.openxmlformats.org/officeDocument/2006/relationships/image" Target="../media/image4.png"/><Relationship Id="rId9" Type="http://schemas.openxmlformats.org/officeDocument/2006/relationships/image" Target="../media/image3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3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6.png"/><Relationship Id="rId5" Type="http://schemas.openxmlformats.org/officeDocument/2006/relationships/image" Target="../media/image315.png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17.png"/><Relationship Id="rId7" Type="http://schemas.openxmlformats.org/officeDocument/2006/relationships/image" Target="../media/image319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2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3.png"/><Relationship Id="rId11" Type="http://schemas.openxmlformats.org/officeDocument/2006/relationships/image" Target="../media/image327.png"/><Relationship Id="rId5" Type="http://schemas.openxmlformats.org/officeDocument/2006/relationships/image" Target="../media/image90.png"/><Relationship Id="rId10" Type="http://schemas.openxmlformats.org/officeDocument/2006/relationships/image" Target="../media/image326.png"/><Relationship Id="rId4" Type="http://schemas.openxmlformats.org/officeDocument/2006/relationships/image" Target="../media/image4.png"/><Relationship Id="rId9" Type="http://schemas.openxmlformats.org/officeDocument/2006/relationships/image" Target="../media/image32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0.png"/><Relationship Id="rId5" Type="http://schemas.openxmlformats.org/officeDocument/2006/relationships/image" Target="../media/image329.png"/><Relationship Id="rId4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3" Type="http://schemas.openxmlformats.org/officeDocument/2006/relationships/image" Target="../media/image3.png"/><Relationship Id="rId7" Type="http://schemas.openxmlformats.org/officeDocument/2006/relationships/image" Target="../media/image337.png"/><Relationship Id="rId2" Type="http://schemas.openxmlformats.org/officeDocument/2006/relationships/image" Target="../media/image3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6.png"/><Relationship Id="rId5" Type="http://schemas.openxmlformats.org/officeDocument/2006/relationships/image" Target="../media/image335.png"/><Relationship Id="rId4" Type="http://schemas.openxmlformats.org/officeDocument/2006/relationships/image" Target="../media/image4.png"/><Relationship Id="rId9" Type="http://schemas.openxmlformats.org/officeDocument/2006/relationships/image" Target="../media/image33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3" Type="http://schemas.openxmlformats.org/officeDocument/2006/relationships/image" Target="../media/image3.png"/><Relationship Id="rId7" Type="http://schemas.openxmlformats.org/officeDocument/2006/relationships/image" Target="../media/image336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7.png"/><Relationship Id="rId5" Type="http://schemas.openxmlformats.org/officeDocument/2006/relationships/image" Target="../media/image341.png"/><Relationship Id="rId4" Type="http://schemas.openxmlformats.org/officeDocument/2006/relationships/image" Target="../media/image4.png"/><Relationship Id="rId9" Type="http://schemas.openxmlformats.org/officeDocument/2006/relationships/image" Target="../media/image34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13" Type="http://schemas.openxmlformats.org/officeDocument/2006/relationships/image" Target="../media/image348.png"/><Relationship Id="rId3" Type="http://schemas.openxmlformats.org/officeDocument/2006/relationships/image" Target="../media/image3.png"/><Relationship Id="rId7" Type="http://schemas.openxmlformats.org/officeDocument/2006/relationships/image" Target="../media/image336.png"/><Relationship Id="rId12" Type="http://schemas.openxmlformats.org/officeDocument/2006/relationships/image" Target="../media/image338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7.png"/><Relationship Id="rId11" Type="http://schemas.openxmlformats.org/officeDocument/2006/relationships/image" Target="../media/image347.png"/><Relationship Id="rId5" Type="http://schemas.openxmlformats.org/officeDocument/2006/relationships/image" Target="../media/image341.png"/><Relationship Id="rId10" Type="http://schemas.openxmlformats.org/officeDocument/2006/relationships/image" Target="../media/image346.png"/><Relationship Id="rId4" Type="http://schemas.openxmlformats.org/officeDocument/2006/relationships/image" Target="../media/image4.png"/><Relationship Id="rId9" Type="http://schemas.openxmlformats.org/officeDocument/2006/relationships/image" Target="../media/image345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png"/><Relationship Id="rId3" Type="http://schemas.openxmlformats.org/officeDocument/2006/relationships/image" Target="../media/image3.png"/><Relationship Id="rId7" Type="http://schemas.openxmlformats.org/officeDocument/2006/relationships/image" Target="../media/image352.pn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4.png"/><Relationship Id="rId9" Type="http://schemas.openxmlformats.org/officeDocument/2006/relationships/image" Target="../media/image35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png"/><Relationship Id="rId13" Type="http://schemas.openxmlformats.org/officeDocument/2006/relationships/image" Target="../media/image364.png"/><Relationship Id="rId18" Type="http://schemas.openxmlformats.org/officeDocument/2006/relationships/image" Target="../media/image369.png"/><Relationship Id="rId26" Type="http://schemas.openxmlformats.org/officeDocument/2006/relationships/image" Target="../media/image377.png"/><Relationship Id="rId3" Type="http://schemas.openxmlformats.org/officeDocument/2006/relationships/image" Target="../media/image3.png"/><Relationship Id="rId21" Type="http://schemas.openxmlformats.org/officeDocument/2006/relationships/image" Target="../media/image372.png"/><Relationship Id="rId7" Type="http://schemas.openxmlformats.org/officeDocument/2006/relationships/image" Target="../media/image358.png"/><Relationship Id="rId12" Type="http://schemas.openxmlformats.org/officeDocument/2006/relationships/image" Target="../media/image363.png"/><Relationship Id="rId17" Type="http://schemas.openxmlformats.org/officeDocument/2006/relationships/image" Target="../media/image368.png"/><Relationship Id="rId25" Type="http://schemas.openxmlformats.org/officeDocument/2006/relationships/image" Target="../media/image376.png"/><Relationship Id="rId2" Type="http://schemas.openxmlformats.org/officeDocument/2006/relationships/image" Target="../media/image355.png"/><Relationship Id="rId16" Type="http://schemas.openxmlformats.org/officeDocument/2006/relationships/image" Target="../media/image367.png"/><Relationship Id="rId20" Type="http://schemas.openxmlformats.org/officeDocument/2006/relationships/image" Target="../media/image371.png"/><Relationship Id="rId29" Type="http://schemas.openxmlformats.org/officeDocument/2006/relationships/image" Target="../media/image3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7.png"/><Relationship Id="rId11" Type="http://schemas.openxmlformats.org/officeDocument/2006/relationships/image" Target="../media/image362.png"/><Relationship Id="rId24" Type="http://schemas.openxmlformats.org/officeDocument/2006/relationships/image" Target="../media/image375.png"/><Relationship Id="rId5" Type="http://schemas.openxmlformats.org/officeDocument/2006/relationships/image" Target="../media/image356.png"/><Relationship Id="rId15" Type="http://schemas.openxmlformats.org/officeDocument/2006/relationships/image" Target="../media/image366.png"/><Relationship Id="rId23" Type="http://schemas.openxmlformats.org/officeDocument/2006/relationships/image" Target="../media/image374.png"/><Relationship Id="rId28" Type="http://schemas.openxmlformats.org/officeDocument/2006/relationships/image" Target="../media/image379.png"/><Relationship Id="rId10" Type="http://schemas.openxmlformats.org/officeDocument/2006/relationships/image" Target="../media/image361.png"/><Relationship Id="rId19" Type="http://schemas.openxmlformats.org/officeDocument/2006/relationships/image" Target="../media/image370.png"/><Relationship Id="rId4" Type="http://schemas.openxmlformats.org/officeDocument/2006/relationships/image" Target="../media/image4.png"/><Relationship Id="rId9" Type="http://schemas.openxmlformats.org/officeDocument/2006/relationships/image" Target="../media/image360.png"/><Relationship Id="rId14" Type="http://schemas.openxmlformats.org/officeDocument/2006/relationships/image" Target="../media/image365.png"/><Relationship Id="rId22" Type="http://schemas.openxmlformats.org/officeDocument/2006/relationships/image" Target="../media/image373.png"/><Relationship Id="rId27" Type="http://schemas.openxmlformats.org/officeDocument/2006/relationships/image" Target="../media/image378.png"/><Relationship Id="rId30" Type="http://schemas.openxmlformats.org/officeDocument/2006/relationships/image" Target="../media/image38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png"/><Relationship Id="rId3" Type="http://schemas.openxmlformats.org/officeDocument/2006/relationships/image" Target="../media/image3.png"/><Relationship Id="rId7" Type="http://schemas.openxmlformats.org/officeDocument/2006/relationships/image" Target="../media/image385.png"/><Relationship Id="rId2" Type="http://schemas.openxmlformats.org/officeDocument/2006/relationships/image" Target="../media/image3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4.png"/><Relationship Id="rId5" Type="http://schemas.openxmlformats.org/officeDocument/2006/relationships/image" Target="../media/image383.png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90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9.png"/><Relationship Id="rId5" Type="http://schemas.openxmlformats.org/officeDocument/2006/relationships/image" Target="../media/image388.png"/><Relationship Id="rId4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93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9.png"/><Relationship Id="rId5" Type="http://schemas.openxmlformats.org/officeDocument/2006/relationships/image" Target="../media/image392.png"/><Relationship Id="rId4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3" Type="http://schemas.openxmlformats.org/officeDocument/2006/relationships/image" Target="../media/image3.png"/><Relationship Id="rId7" Type="http://schemas.openxmlformats.org/officeDocument/2006/relationships/image" Target="../media/image397.png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6.png"/><Relationship Id="rId11" Type="http://schemas.openxmlformats.org/officeDocument/2006/relationships/image" Target="../media/image400.png"/><Relationship Id="rId5" Type="http://schemas.openxmlformats.org/officeDocument/2006/relationships/image" Target="../media/image395.png"/><Relationship Id="rId10" Type="http://schemas.openxmlformats.org/officeDocument/2006/relationships/image" Target="../media/image389.png"/><Relationship Id="rId4" Type="http://schemas.openxmlformats.org/officeDocument/2006/relationships/image" Target="../media/image4.png"/><Relationship Id="rId9" Type="http://schemas.openxmlformats.org/officeDocument/2006/relationships/image" Target="../media/image39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3.png"/><Relationship Id="rId5" Type="http://schemas.openxmlformats.org/officeDocument/2006/relationships/image" Target="../media/image402.png"/><Relationship Id="rId4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6.png"/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2.png"/><Relationship Id="rId5" Type="http://schemas.openxmlformats.org/officeDocument/2006/relationships/image" Target="../media/image405.png"/><Relationship Id="rId4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3" Type="http://schemas.openxmlformats.org/officeDocument/2006/relationships/image" Target="../media/image3.png"/><Relationship Id="rId7" Type="http://schemas.openxmlformats.org/officeDocument/2006/relationships/image" Target="../media/image410.png"/><Relationship Id="rId12" Type="http://schemas.openxmlformats.org/officeDocument/2006/relationships/image" Target="../media/image414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9.png"/><Relationship Id="rId11" Type="http://schemas.openxmlformats.org/officeDocument/2006/relationships/image" Target="../media/image402.png"/><Relationship Id="rId5" Type="http://schemas.openxmlformats.org/officeDocument/2006/relationships/image" Target="../media/image408.png"/><Relationship Id="rId10" Type="http://schemas.openxmlformats.org/officeDocument/2006/relationships/image" Target="../media/image413.png"/><Relationship Id="rId4" Type="http://schemas.openxmlformats.org/officeDocument/2006/relationships/image" Target="../media/image4.png"/><Relationship Id="rId9" Type="http://schemas.openxmlformats.org/officeDocument/2006/relationships/image" Target="../media/image41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png"/><Relationship Id="rId3" Type="http://schemas.openxmlformats.org/officeDocument/2006/relationships/image" Target="../media/image3.png"/><Relationship Id="rId7" Type="http://schemas.openxmlformats.org/officeDocument/2006/relationships/image" Target="../media/image418.png"/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7.png"/><Relationship Id="rId5" Type="http://schemas.openxmlformats.org/officeDocument/2006/relationships/image" Target="../media/image416.png"/><Relationship Id="rId10" Type="http://schemas.openxmlformats.org/officeDocument/2006/relationships/image" Target="../media/image421.png"/><Relationship Id="rId4" Type="http://schemas.openxmlformats.org/officeDocument/2006/relationships/image" Target="../media/image4.png"/><Relationship Id="rId9" Type="http://schemas.openxmlformats.org/officeDocument/2006/relationships/image" Target="../media/image42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png"/><Relationship Id="rId13" Type="http://schemas.openxmlformats.org/officeDocument/2006/relationships/image" Target="../media/image431.png"/><Relationship Id="rId18" Type="http://schemas.openxmlformats.org/officeDocument/2006/relationships/image" Target="../media/image436.png"/><Relationship Id="rId26" Type="http://schemas.openxmlformats.org/officeDocument/2006/relationships/image" Target="../media/image444.png"/><Relationship Id="rId3" Type="http://schemas.openxmlformats.org/officeDocument/2006/relationships/image" Target="../media/image3.png"/><Relationship Id="rId21" Type="http://schemas.openxmlformats.org/officeDocument/2006/relationships/image" Target="../media/image439.png"/><Relationship Id="rId7" Type="http://schemas.openxmlformats.org/officeDocument/2006/relationships/image" Target="../media/image425.png"/><Relationship Id="rId12" Type="http://schemas.openxmlformats.org/officeDocument/2006/relationships/image" Target="../media/image430.png"/><Relationship Id="rId17" Type="http://schemas.openxmlformats.org/officeDocument/2006/relationships/image" Target="../media/image435.png"/><Relationship Id="rId25" Type="http://schemas.openxmlformats.org/officeDocument/2006/relationships/image" Target="../media/image443.png"/><Relationship Id="rId2" Type="http://schemas.openxmlformats.org/officeDocument/2006/relationships/image" Target="../media/image422.png"/><Relationship Id="rId16" Type="http://schemas.openxmlformats.org/officeDocument/2006/relationships/image" Target="../media/image434.png"/><Relationship Id="rId20" Type="http://schemas.openxmlformats.org/officeDocument/2006/relationships/image" Target="../media/image438.png"/><Relationship Id="rId29" Type="http://schemas.openxmlformats.org/officeDocument/2006/relationships/image" Target="../media/image4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4.png"/><Relationship Id="rId11" Type="http://schemas.openxmlformats.org/officeDocument/2006/relationships/image" Target="../media/image429.png"/><Relationship Id="rId24" Type="http://schemas.openxmlformats.org/officeDocument/2006/relationships/image" Target="../media/image442.png"/><Relationship Id="rId5" Type="http://schemas.openxmlformats.org/officeDocument/2006/relationships/image" Target="../media/image423.png"/><Relationship Id="rId15" Type="http://schemas.openxmlformats.org/officeDocument/2006/relationships/image" Target="../media/image433.png"/><Relationship Id="rId23" Type="http://schemas.openxmlformats.org/officeDocument/2006/relationships/image" Target="../media/image441.png"/><Relationship Id="rId28" Type="http://schemas.openxmlformats.org/officeDocument/2006/relationships/image" Target="../media/image420.png"/><Relationship Id="rId10" Type="http://schemas.openxmlformats.org/officeDocument/2006/relationships/image" Target="../media/image428.png"/><Relationship Id="rId19" Type="http://schemas.openxmlformats.org/officeDocument/2006/relationships/image" Target="../media/image437.png"/><Relationship Id="rId4" Type="http://schemas.openxmlformats.org/officeDocument/2006/relationships/image" Target="../media/image4.png"/><Relationship Id="rId9" Type="http://schemas.openxmlformats.org/officeDocument/2006/relationships/image" Target="../media/image427.png"/><Relationship Id="rId14" Type="http://schemas.openxmlformats.org/officeDocument/2006/relationships/image" Target="../media/image432.png"/><Relationship Id="rId22" Type="http://schemas.openxmlformats.org/officeDocument/2006/relationships/image" Target="../media/image440.png"/><Relationship Id="rId27" Type="http://schemas.openxmlformats.org/officeDocument/2006/relationships/image" Target="../media/image445.png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6.png"/><Relationship Id="rId18" Type="http://schemas.openxmlformats.org/officeDocument/2006/relationships/image" Target="../media/image461.png"/><Relationship Id="rId26" Type="http://schemas.openxmlformats.org/officeDocument/2006/relationships/image" Target="../media/image469.png"/><Relationship Id="rId3" Type="http://schemas.openxmlformats.org/officeDocument/2006/relationships/image" Target="../media/image3.png"/><Relationship Id="rId21" Type="http://schemas.openxmlformats.org/officeDocument/2006/relationships/image" Target="../media/image464.png"/><Relationship Id="rId34" Type="http://schemas.openxmlformats.org/officeDocument/2006/relationships/image" Target="../media/image475.png"/><Relationship Id="rId7" Type="http://schemas.openxmlformats.org/officeDocument/2006/relationships/image" Target="../media/image450.png"/><Relationship Id="rId12" Type="http://schemas.openxmlformats.org/officeDocument/2006/relationships/image" Target="../media/image455.png"/><Relationship Id="rId17" Type="http://schemas.openxmlformats.org/officeDocument/2006/relationships/image" Target="../media/image460.png"/><Relationship Id="rId25" Type="http://schemas.openxmlformats.org/officeDocument/2006/relationships/image" Target="../media/image468.png"/><Relationship Id="rId33" Type="http://schemas.openxmlformats.org/officeDocument/2006/relationships/image" Target="../media/image385.png"/><Relationship Id="rId2" Type="http://schemas.openxmlformats.org/officeDocument/2006/relationships/image" Target="../media/image447.png"/><Relationship Id="rId16" Type="http://schemas.openxmlformats.org/officeDocument/2006/relationships/image" Target="../media/image459.png"/><Relationship Id="rId20" Type="http://schemas.openxmlformats.org/officeDocument/2006/relationships/image" Target="../media/image463.png"/><Relationship Id="rId29" Type="http://schemas.openxmlformats.org/officeDocument/2006/relationships/image" Target="../media/image4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9.png"/><Relationship Id="rId11" Type="http://schemas.openxmlformats.org/officeDocument/2006/relationships/image" Target="../media/image454.png"/><Relationship Id="rId24" Type="http://schemas.openxmlformats.org/officeDocument/2006/relationships/image" Target="../media/image467.png"/><Relationship Id="rId32" Type="http://schemas.openxmlformats.org/officeDocument/2006/relationships/image" Target="../media/image325.png"/><Relationship Id="rId5" Type="http://schemas.openxmlformats.org/officeDocument/2006/relationships/image" Target="../media/image448.png"/><Relationship Id="rId15" Type="http://schemas.openxmlformats.org/officeDocument/2006/relationships/image" Target="../media/image458.png"/><Relationship Id="rId23" Type="http://schemas.openxmlformats.org/officeDocument/2006/relationships/image" Target="../media/image466.png"/><Relationship Id="rId28" Type="http://schemas.openxmlformats.org/officeDocument/2006/relationships/image" Target="../media/image471.png"/><Relationship Id="rId10" Type="http://schemas.openxmlformats.org/officeDocument/2006/relationships/image" Target="../media/image453.png"/><Relationship Id="rId19" Type="http://schemas.openxmlformats.org/officeDocument/2006/relationships/image" Target="../media/image462.png"/><Relationship Id="rId31" Type="http://schemas.openxmlformats.org/officeDocument/2006/relationships/image" Target="../media/image474.png"/><Relationship Id="rId4" Type="http://schemas.openxmlformats.org/officeDocument/2006/relationships/image" Target="../media/image4.png"/><Relationship Id="rId9" Type="http://schemas.openxmlformats.org/officeDocument/2006/relationships/image" Target="../media/image452.png"/><Relationship Id="rId14" Type="http://schemas.openxmlformats.org/officeDocument/2006/relationships/image" Target="../media/image457.png"/><Relationship Id="rId22" Type="http://schemas.openxmlformats.org/officeDocument/2006/relationships/image" Target="../media/image465.png"/><Relationship Id="rId27" Type="http://schemas.openxmlformats.org/officeDocument/2006/relationships/image" Target="../media/image470.png"/><Relationship Id="rId30" Type="http://schemas.openxmlformats.org/officeDocument/2006/relationships/image" Target="../media/image473.png"/><Relationship Id="rId8" Type="http://schemas.openxmlformats.org/officeDocument/2006/relationships/image" Target="../media/image45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3" Type="http://schemas.openxmlformats.org/officeDocument/2006/relationships/image" Target="../media/image476.png"/><Relationship Id="rId7" Type="http://schemas.openxmlformats.org/officeDocument/2006/relationships/image" Target="../media/image319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78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png"/><Relationship Id="rId3" Type="http://schemas.openxmlformats.org/officeDocument/2006/relationships/image" Target="../media/image3.png"/><Relationship Id="rId7" Type="http://schemas.openxmlformats.org/officeDocument/2006/relationships/image" Target="../media/image482.png"/><Relationship Id="rId12" Type="http://schemas.openxmlformats.org/officeDocument/2006/relationships/image" Target="../media/image487.png"/><Relationship Id="rId2" Type="http://schemas.openxmlformats.org/officeDocument/2006/relationships/image" Target="../media/image4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1.png"/><Relationship Id="rId11" Type="http://schemas.openxmlformats.org/officeDocument/2006/relationships/image" Target="../media/image486.png"/><Relationship Id="rId5" Type="http://schemas.openxmlformats.org/officeDocument/2006/relationships/image" Target="../media/image480.png"/><Relationship Id="rId10" Type="http://schemas.openxmlformats.org/officeDocument/2006/relationships/image" Target="../media/image485.png"/><Relationship Id="rId4" Type="http://schemas.openxmlformats.org/officeDocument/2006/relationships/image" Target="../media/image4.png"/><Relationship Id="rId9" Type="http://schemas.openxmlformats.org/officeDocument/2006/relationships/image" Target="../media/image484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3" Type="http://schemas.openxmlformats.org/officeDocument/2006/relationships/image" Target="../media/image3.png"/><Relationship Id="rId7" Type="http://schemas.openxmlformats.org/officeDocument/2006/relationships/image" Target="../media/image491.png"/><Relationship Id="rId2" Type="http://schemas.openxmlformats.org/officeDocument/2006/relationships/image" Target="../media/image4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0.png"/><Relationship Id="rId5" Type="http://schemas.openxmlformats.org/officeDocument/2006/relationships/image" Target="../media/image489.png"/><Relationship Id="rId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png"/><Relationship Id="rId3" Type="http://schemas.openxmlformats.org/officeDocument/2006/relationships/image" Target="../media/image3.png"/><Relationship Id="rId7" Type="http://schemas.openxmlformats.org/officeDocument/2006/relationships/image" Target="../media/image336.png"/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6.png"/><Relationship Id="rId5" Type="http://schemas.openxmlformats.org/officeDocument/2006/relationships/image" Target="../media/image335.png"/><Relationship Id="rId4" Type="http://schemas.openxmlformats.org/officeDocument/2006/relationships/image" Target="../media/image4.png"/><Relationship Id="rId9" Type="http://schemas.openxmlformats.org/officeDocument/2006/relationships/image" Target="../media/image339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png"/><Relationship Id="rId3" Type="http://schemas.openxmlformats.org/officeDocument/2006/relationships/image" Target="../media/image3.png"/><Relationship Id="rId7" Type="http://schemas.openxmlformats.org/officeDocument/2006/relationships/image" Target="../media/image352.png"/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6.png"/><Relationship Id="rId5" Type="http://schemas.openxmlformats.org/officeDocument/2006/relationships/image" Target="../media/image350.png"/><Relationship Id="rId10" Type="http://schemas.openxmlformats.org/officeDocument/2006/relationships/image" Target="../media/image498.png"/><Relationship Id="rId4" Type="http://schemas.openxmlformats.org/officeDocument/2006/relationships/image" Target="../media/image4.png"/><Relationship Id="rId9" Type="http://schemas.openxmlformats.org/officeDocument/2006/relationships/image" Target="../media/image494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3" Type="http://schemas.openxmlformats.org/officeDocument/2006/relationships/image" Target="../media/image3.png"/><Relationship Id="rId7" Type="http://schemas.openxmlformats.org/officeDocument/2006/relationships/image" Target="../media/image496.png"/><Relationship Id="rId2" Type="http://schemas.openxmlformats.org/officeDocument/2006/relationships/image" Target="../media/image4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0.png"/><Relationship Id="rId5" Type="http://schemas.openxmlformats.org/officeDocument/2006/relationships/image" Target="../media/image350.png"/><Relationship Id="rId10" Type="http://schemas.openxmlformats.org/officeDocument/2006/relationships/image" Target="../media/image498.png"/><Relationship Id="rId4" Type="http://schemas.openxmlformats.org/officeDocument/2006/relationships/image" Target="../media/image4.png"/><Relationship Id="rId9" Type="http://schemas.openxmlformats.org/officeDocument/2006/relationships/image" Target="../media/image494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png"/><Relationship Id="rId3" Type="http://schemas.openxmlformats.org/officeDocument/2006/relationships/image" Target="../media/image3.png"/><Relationship Id="rId7" Type="http://schemas.openxmlformats.org/officeDocument/2006/relationships/image" Target="../media/image496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2.png"/><Relationship Id="rId5" Type="http://schemas.openxmlformats.org/officeDocument/2006/relationships/image" Target="../media/image502.png"/><Relationship Id="rId10" Type="http://schemas.openxmlformats.org/officeDocument/2006/relationships/image" Target="../media/image504.png"/><Relationship Id="rId4" Type="http://schemas.openxmlformats.org/officeDocument/2006/relationships/image" Target="../media/image4.png"/><Relationship Id="rId9" Type="http://schemas.openxmlformats.org/officeDocument/2006/relationships/image" Target="../media/image494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png"/><Relationship Id="rId3" Type="http://schemas.openxmlformats.org/officeDocument/2006/relationships/image" Target="../media/image3.png"/><Relationship Id="rId7" Type="http://schemas.openxmlformats.org/officeDocument/2006/relationships/image" Target="../media/image336.png"/><Relationship Id="rId2" Type="http://schemas.openxmlformats.org/officeDocument/2006/relationships/image" Target="../media/image5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7.png"/><Relationship Id="rId5" Type="http://schemas.openxmlformats.org/officeDocument/2006/relationships/image" Target="../media/image506.png"/><Relationship Id="rId4" Type="http://schemas.openxmlformats.org/officeDocument/2006/relationships/image" Target="../media/image4.png"/><Relationship Id="rId9" Type="http://schemas.openxmlformats.org/officeDocument/2006/relationships/image" Target="../media/image508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3" Type="http://schemas.openxmlformats.org/officeDocument/2006/relationships/image" Target="../media/image3.png"/><Relationship Id="rId7" Type="http://schemas.openxmlformats.org/officeDocument/2006/relationships/image" Target="../media/image511.png"/><Relationship Id="rId12" Type="http://schemas.openxmlformats.org/officeDocument/2006/relationships/image" Target="../media/image508.png"/><Relationship Id="rId2" Type="http://schemas.openxmlformats.org/officeDocument/2006/relationships/image" Target="../media/image5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6.png"/><Relationship Id="rId11" Type="http://schemas.openxmlformats.org/officeDocument/2006/relationships/image" Target="../media/image494.png"/><Relationship Id="rId5" Type="http://schemas.openxmlformats.org/officeDocument/2006/relationships/image" Target="../media/image510.png"/><Relationship Id="rId10" Type="http://schemas.openxmlformats.org/officeDocument/2006/relationships/image" Target="../media/image513.png"/><Relationship Id="rId4" Type="http://schemas.openxmlformats.org/officeDocument/2006/relationships/image" Target="../media/image4.png"/><Relationship Id="rId9" Type="http://schemas.openxmlformats.org/officeDocument/2006/relationships/image" Target="../media/image336.png"/></Relationships>
</file>

<file path=ppt/slides/_rels/slide9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2.png"/><Relationship Id="rId18" Type="http://schemas.openxmlformats.org/officeDocument/2006/relationships/image" Target="../media/image527.png"/><Relationship Id="rId26" Type="http://schemas.openxmlformats.org/officeDocument/2006/relationships/image" Target="../media/image535.png"/><Relationship Id="rId3" Type="http://schemas.openxmlformats.org/officeDocument/2006/relationships/image" Target="../media/image3.png"/><Relationship Id="rId21" Type="http://schemas.openxmlformats.org/officeDocument/2006/relationships/image" Target="../media/image530.png"/><Relationship Id="rId34" Type="http://schemas.openxmlformats.org/officeDocument/2006/relationships/image" Target="../media/image494.png"/><Relationship Id="rId7" Type="http://schemas.openxmlformats.org/officeDocument/2006/relationships/image" Target="../media/image517.png"/><Relationship Id="rId12" Type="http://schemas.openxmlformats.org/officeDocument/2006/relationships/image" Target="../media/image521.png"/><Relationship Id="rId17" Type="http://schemas.openxmlformats.org/officeDocument/2006/relationships/image" Target="../media/image526.png"/><Relationship Id="rId25" Type="http://schemas.openxmlformats.org/officeDocument/2006/relationships/image" Target="../media/image534.png"/><Relationship Id="rId33" Type="http://schemas.openxmlformats.org/officeDocument/2006/relationships/image" Target="../media/image542.png"/><Relationship Id="rId2" Type="http://schemas.openxmlformats.org/officeDocument/2006/relationships/image" Target="../media/image514.png"/><Relationship Id="rId16" Type="http://schemas.openxmlformats.org/officeDocument/2006/relationships/image" Target="../media/image525.png"/><Relationship Id="rId20" Type="http://schemas.openxmlformats.org/officeDocument/2006/relationships/image" Target="../media/image529.png"/><Relationship Id="rId29" Type="http://schemas.openxmlformats.org/officeDocument/2006/relationships/image" Target="../media/image5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6.png"/><Relationship Id="rId11" Type="http://schemas.openxmlformats.org/officeDocument/2006/relationships/image" Target="../media/image520.png"/><Relationship Id="rId24" Type="http://schemas.openxmlformats.org/officeDocument/2006/relationships/image" Target="../media/image533.png"/><Relationship Id="rId32" Type="http://schemas.openxmlformats.org/officeDocument/2006/relationships/image" Target="../media/image541.png"/><Relationship Id="rId5" Type="http://schemas.openxmlformats.org/officeDocument/2006/relationships/image" Target="../media/image515.png"/><Relationship Id="rId15" Type="http://schemas.openxmlformats.org/officeDocument/2006/relationships/image" Target="../media/image524.png"/><Relationship Id="rId23" Type="http://schemas.openxmlformats.org/officeDocument/2006/relationships/image" Target="../media/image532.png"/><Relationship Id="rId28" Type="http://schemas.openxmlformats.org/officeDocument/2006/relationships/image" Target="../media/image537.png"/><Relationship Id="rId10" Type="http://schemas.openxmlformats.org/officeDocument/2006/relationships/image" Target="../media/image360.png"/><Relationship Id="rId19" Type="http://schemas.openxmlformats.org/officeDocument/2006/relationships/image" Target="../media/image528.png"/><Relationship Id="rId31" Type="http://schemas.openxmlformats.org/officeDocument/2006/relationships/image" Target="../media/image540.png"/><Relationship Id="rId4" Type="http://schemas.openxmlformats.org/officeDocument/2006/relationships/image" Target="../media/image4.png"/><Relationship Id="rId9" Type="http://schemas.openxmlformats.org/officeDocument/2006/relationships/image" Target="../media/image519.png"/><Relationship Id="rId14" Type="http://schemas.openxmlformats.org/officeDocument/2006/relationships/image" Target="../media/image523.png"/><Relationship Id="rId22" Type="http://schemas.openxmlformats.org/officeDocument/2006/relationships/image" Target="../media/image531.png"/><Relationship Id="rId27" Type="http://schemas.openxmlformats.org/officeDocument/2006/relationships/image" Target="../media/image536.png"/><Relationship Id="rId30" Type="http://schemas.openxmlformats.org/officeDocument/2006/relationships/image" Target="../media/image539.png"/><Relationship Id="rId8" Type="http://schemas.openxmlformats.org/officeDocument/2006/relationships/image" Target="../media/image518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7.png"/><Relationship Id="rId3" Type="http://schemas.openxmlformats.org/officeDocument/2006/relationships/image" Target="../media/image3.png"/><Relationship Id="rId7" Type="http://schemas.openxmlformats.org/officeDocument/2006/relationships/image" Target="../media/image546.png"/><Relationship Id="rId2" Type="http://schemas.openxmlformats.org/officeDocument/2006/relationships/image" Target="../media/image5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5.png"/><Relationship Id="rId11" Type="http://schemas.openxmlformats.org/officeDocument/2006/relationships/image" Target="../media/image550.png"/><Relationship Id="rId5" Type="http://schemas.openxmlformats.org/officeDocument/2006/relationships/image" Target="../media/image544.png"/><Relationship Id="rId10" Type="http://schemas.openxmlformats.org/officeDocument/2006/relationships/image" Target="../media/image549.png"/><Relationship Id="rId4" Type="http://schemas.openxmlformats.org/officeDocument/2006/relationships/image" Target="../media/image4.png"/><Relationship Id="rId9" Type="http://schemas.openxmlformats.org/officeDocument/2006/relationships/image" Target="../media/image548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5.png"/><Relationship Id="rId3" Type="http://schemas.openxmlformats.org/officeDocument/2006/relationships/image" Target="../media/image3.png"/><Relationship Id="rId7" Type="http://schemas.openxmlformats.org/officeDocument/2006/relationships/image" Target="../media/image554.jpg"/><Relationship Id="rId12" Type="http://schemas.openxmlformats.org/officeDocument/2006/relationships/image" Target="../media/image550.png"/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3.jpg"/><Relationship Id="rId11" Type="http://schemas.openxmlformats.org/officeDocument/2006/relationships/image" Target="../media/image558.png"/><Relationship Id="rId5" Type="http://schemas.openxmlformats.org/officeDocument/2006/relationships/image" Target="../media/image552.jpg"/><Relationship Id="rId10" Type="http://schemas.openxmlformats.org/officeDocument/2006/relationships/image" Target="../media/image557.png"/><Relationship Id="rId4" Type="http://schemas.openxmlformats.org/officeDocument/2006/relationships/image" Target="../media/image4.png"/><Relationship Id="rId9" Type="http://schemas.openxmlformats.org/officeDocument/2006/relationships/image" Target="../media/image55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3.png"/><Relationship Id="rId2" Type="http://schemas.openxmlformats.org/officeDocument/2006/relationships/image" Target="../media/image5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1.png"/><Relationship Id="rId5" Type="http://schemas.openxmlformats.org/officeDocument/2006/relationships/image" Target="../media/image560.png"/><Relationship Id="rId4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3.png"/><Relationship Id="rId2" Type="http://schemas.openxmlformats.org/officeDocument/2006/relationships/image" Target="../media/image5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6.png"/><Relationship Id="rId5" Type="http://schemas.openxmlformats.org/officeDocument/2006/relationships/image" Target="../media/image565.png"/><Relationship Id="rId4" Type="http://schemas.openxmlformats.org/officeDocument/2006/relationships/image" Target="../media/image564.jp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7.png"/><Relationship Id="rId2" Type="http://schemas.openxmlformats.org/officeDocument/2006/relationships/image" Target="../media/image56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902952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65676" y="6141720"/>
              <a:ext cx="1371600" cy="4495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9995" y="1865376"/>
              <a:ext cx="2815590" cy="20429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9075" y="4386046"/>
              <a:ext cx="3729990" cy="305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4983" y="2674607"/>
            <a:ext cx="4306062" cy="8907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9075" y="4213834"/>
            <a:ext cx="3271266" cy="2690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8219" y="2125967"/>
            <a:ext cx="1128521" cy="2522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9327" y="2095500"/>
            <a:ext cx="60960" cy="1577340"/>
          </a:xfrm>
          <a:custGeom>
            <a:avLst/>
            <a:gdLst/>
            <a:ahLst/>
            <a:cxnLst/>
            <a:rect l="l" t="t" r="r" b="b"/>
            <a:pathLst>
              <a:path w="60959" h="1577339">
                <a:moveTo>
                  <a:pt x="60959" y="0"/>
                </a:moveTo>
                <a:lnTo>
                  <a:pt x="0" y="0"/>
                </a:lnTo>
                <a:lnTo>
                  <a:pt x="0" y="1577339"/>
                </a:lnTo>
                <a:lnTo>
                  <a:pt x="60959" y="157733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9327" y="4157471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184" y="430784"/>
            <a:ext cx="270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2E8E"/>
                </a:solidFill>
              </a:rPr>
              <a:t>Chapter</a:t>
            </a:r>
            <a:r>
              <a:rPr sz="2400" spc="-60" dirty="0">
                <a:solidFill>
                  <a:srgbClr val="002E8E"/>
                </a:solidFill>
              </a:rPr>
              <a:t> </a:t>
            </a:r>
            <a:r>
              <a:rPr sz="2400" spc="-5" dirty="0">
                <a:solidFill>
                  <a:srgbClr val="002E8E"/>
                </a:solidFill>
              </a:rPr>
              <a:t>Description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192">
            <a:solidFill>
              <a:srgbClr val="1328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07728" y="6524434"/>
            <a:ext cx="41833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80" y="3230841"/>
            <a:ext cx="8049006" cy="4259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4252" y="4572000"/>
            <a:ext cx="3652266" cy="2065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4509515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39011" y="4988052"/>
            <a:ext cx="1622298" cy="2232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939284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6604" y="6524434"/>
            <a:ext cx="3533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7489" y="431419"/>
            <a:ext cx="432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1.1.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Concept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Unsupervised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3963" y="1443177"/>
            <a:ext cx="3222498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90955" y="2241804"/>
            <a:ext cx="8336280" cy="3822700"/>
            <a:chOff x="790955" y="2241804"/>
            <a:chExt cx="8336280" cy="3822700"/>
          </a:xfrm>
        </p:grpSpPr>
        <p:sp>
          <p:nvSpPr>
            <p:cNvPr id="9" name="object 9"/>
            <p:cNvSpPr/>
            <p:nvPr/>
          </p:nvSpPr>
          <p:spPr>
            <a:xfrm>
              <a:off x="3372611" y="2241804"/>
              <a:ext cx="3175000" cy="358140"/>
            </a:xfrm>
            <a:custGeom>
              <a:avLst/>
              <a:gdLst/>
              <a:ahLst/>
              <a:cxnLst/>
              <a:rect l="l" t="t" r="r" b="b"/>
              <a:pathLst>
                <a:path w="3175000" h="358139">
                  <a:moveTo>
                    <a:pt x="3174491" y="0"/>
                  </a:moveTo>
                  <a:lnTo>
                    <a:pt x="0" y="0"/>
                  </a:lnTo>
                  <a:lnTo>
                    <a:pt x="0" y="358139"/>
                  </a:lnTo>
                  <a:lnTo>
                    <a:pt x="3174491" y="358139"/>
                  </a:lnTo>
                  <a:lnTo>
                    <a:pt x="3174491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67784" y="2360676"/>
              <a:ext cx="1180338" cy="16230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0955" y="3531108"/>
              <a:ext cx="2178050" cy="332740"/>
            </a:xfrm>
            <a:custGeom>
              <a:avLst/>
              <a:gdLst/>
              <a:ahLst/>
              <a:cxnLst/>
              <a:rect l="l" t="t" r="r" b="b"/>
              <a:pathLst>
                <a:path w="2178050" h="332739">
                  <a:moveTo>
                    <a:pt x="2011680" y="0"/>
                  </a:moveTo>
                  <a:lnTo>
                    <a:pt x="166115" y="0"/>
                  </a:lnTo>
                  <a:lnTo>
                    <a:pt x="121955" y="5937"/>
                  </a:lnTo>
                  <a:lnTo>
                    <a:pt x="82273" y="22690"/>
                  </a:lnTo>
                  <a:lnTo>
                    <a:pt x="48653" y="48672"/>
                  </a:lnTo>
                  <a:lnTo>
                    <a:pt x="22679" y="82295"/>
                  </a:lnTo>
                  <a:lnTo>
                    <a:pt x="5933" y="121972"/>
                  </a:lnTo>
                  <a:lnTo>
                    <a:pt x="0" y="166115"/>
                  </a:lnTo>
                  <a:lnTo>
                    <a:pt x="5933" y="210259"/>
                  </a:lnTo>
                  <a:lnTo>
                    <a:pt x="22679" y="249935"/>
                  </a:lnTo>
                  <a:lnTo>
                    <a:pt x="48653" y="283559"/>
                  </a:lnTo>
                  <a:lnTo>
                    <a:pt x="82273" y="309541"/>
                  </a:lnTo>
                  <a:lnTo>
                    <a:pt x="121955" y="326294"/>
                  </a:lnTo>
                  <a:lnTo>
                    <a:pt x="166115" y="332231"/>
                  </a:lnTo>
                  <a:lnTo>
                    <a:pt x="2011680" y="332231"/>
                  </a:lnTo>
                  <a:lnTo>
                    <a:pt x="2055823" y="326294"/>
                  </a:lnTo>
                  <a:lnTo>
                    <a:pt x="2095500" y="309541"/>
                  </a:lnTo>
                  <a:lnTo>
                    <a:pt x="2129123" y="283559"/>
                  </a:lnTo>
                  <a:lnTo>
                    <a:pt x="2155105" y="249935"/>
                  </a:lnTo>
                  <a:lnTo>
                    <a:pt x="2171858" y="210259"/>
                  </a:lnTo>
                  <a:lnTo>
                    <a:pt x="2177796" y="166115"/>
                  </a:lnTo>
                  <a:lnTo>
                    <a:pt x="2171858" y="121972"/>
                  </a:lnTo>
                  <a:lnTo>
                    <a:pt x="2155105" y="82295"/>
                  </a:lnTo>
                  <a:lnTo>
                    <a:pt x="2129123" y="48672"/>
                  </a:lnTo>
                  <a:lnTo>
                    <a:pt x="2095500" y="22690"/>
                  </a:lnTo>
                  <a:lnTo>
                    <a:pt x="2055823" y="5937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16379" y="3636264"/>
              <a:ext cx="726186" cy="16230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42516" y="2599944"/>
              <a:ext cx="3124835" cy="930910"/>
            </a:xfrm>
            <a:custGeom>
              <a:avLst/>
              <a:gdLst/>
              <a:ahLst/>
              <a:cxnLst/>
              <a:rect l="l" t="t" r="r" b="b"/>
              <a:pathLst>
                <a:path w="3124835" h="930910">
                  <a:moveTo>
                    <a:pt x="31750" y="854328"/>
                  </a:moveTo>
                  <a:lnTo>
                    <a:pt x="0" y="854328"/>
                  </a:lnTo>
                  <a:lnTo>
                    <a:pt x="38100" y="930528"/>
                  </a:lnTo>
                  <a:lnTo>
                    <a:pt x="69850" y="867028"/>
                  </a:lnTo>
                  <a:lnTo>
                    <a:pt x="31750" y="867028"/>
                  </a:lnTo>
                  <a:lnTo>
                    <a:pt x="31750" y="854328"/>
                  </a:lnTo>
                  <a:close/>
                </a:path>
                <a:path w="3124835" h="930910">
                  <a:moveTo>
                    <a:pt x="3111881" y="458850"/>
                  </a:moveTo>
                  <a:lnTo>
                    <a:pt x="31750" y="458850"/>
                  </a:lnTo>
                  <a:lnTo>
                    <a:pt x="31750" y="867028"/>
                  </a:lnTo>
                  <a:lnTo>
                    <a:pt x="44450" y="867028"/>
                  </a:lnTo>
                  <a:lnTo>
                    <a:pt x="44450" y="471550"/>
                  </a:lnTo>
                  <a:lnTo>
                    <a:pt x="38100" y="471550"/>
                  </a:lnTo>
                  <a:lnTo>
                    <a:pt x="44450" y="465200"/>
                  </a:lnTo>
                  <a:lnTo>
                    <a:pt x="3111881" y="465200"/>
                  </a:lnTo>
                  <a:lnTo>
                    <a:pt x="3111881" y="458850"/>
                  </a:lnTo>
                  <a:close/>
                </a:path>
                <a:path w="3124835" h="930910">
                  <a:moveTo>
                    <a:pt x="76200" y="854328"/>
                  </a:moveTo>
                  <a:lnTo>
                    <a:pt x="44450" y="854328"/>
                  </a:lnTo>
                  <a:lnTo>
                    <a:pt x="44450" y="867028"/>
                  </a:lnTo>
                  <a:lnTo>
                    <a:pt x="69850" y="867028"/>
                  </a:lnTo>
                  <a:lnTo>
                    <a:pt x="76200" y="854328"/>
                  </a:lnTo>
                  <a:close/>
                </a:path>
                <a:path w="3124835" h="930910">
                  <a:moveTo>
                    <a:pt x="44450" y="465200"/>
                  </a:moveTo>
                  <a:lnTo>
                    <a:pt x="38100" y="471550"/>
                  </a:lnTo>
                  <a:lnTo>
                    <a:pt x="44450" y="471550"/>
                  </a:lnTo>
                  <a:lnTo>
                    <a:pt x="44450" y="465200"/>
                  </a:lnTo>
                  <a:close/>
                </a:path>
                <a:path w="3124835" h="930910">
                  <a:moveTo>
                    <a:pt x="3124581" y="458850"/>
                  </a:moveTo>
                  <a:lnTo>
                    <a:pt x="3118231" y="458850"/>
                  </a:lnTo>
                  <a:lnTo>
                    <a:pt x="3111881" y="465200"/>
                  </a:lnTo>
                  <a:lnTo>
                    <a:pt x="44450" y="465200"/>
                  </a:lnTo>
                  <a:lnTo>
                    <a:pt x="44450" y="471550"/>
                  </a:lnTo>
                  <a:lnTo>
                    <a:pt x="3124581" y="471550"/>
                  </a:lnTo>
                  <a:lnTo>
                    <a:pt x="3124581" y="458850"/>
                  </a:lnTo>
                  <a:close/>
                </a:path>
                <a:path w="3124835" h="930910">
                  <a:moveTo>
                    <a:pt x="3124581" y="0"/>
                  </a:moveTo>
                  <a:lnTo>
                    <a:pt x="3111881" y="0"/>
                  </a:lnTo>
                  <a:lnTo>
                    <a:pt x="3111881" y="465200"/>
                  </a:lnTo>
                  <a:lnTo>
                    <a:pt x="3118231" y="458850"/>
                  </a:lnTo>
                  <a:lnTo>
                    <a:pt x="3124581" y="458850"/>
                  </a:lnTo>
                  <a:lnTo>
                    <a:pt x="312458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49440" y="3531108"/>
              <a:ext cx="2178050" cy="332740"/>
            </a:xfrm>
            <a:custGeom>
              <a:avLst/>
              <a:gdLst/>
              <a:ahLst/>
              <a:cxnLst/>
              <a:rect l="l" t="t" r="r" b="b"/>
              <a:pathLst>
                <a:path w="2178050" h="332739">
                  <a:moveTo>
                    <a:pt x="2011679" y="0"/>
                  </a:moveTo>
                  <a:lnTo>
                    <a:pt x="166115" y="0"/>
                  </a:lnTo>
                  <a:lnTo>
                    <a:pt x="121972" y="5937"/>
                  </a:lnTo>
                  <a:lnTo>
                    <a:pt x="82296" y="22690"/>
                  </a:lnTo>
                  <a:lnTo>
                    <a:pt x="48672" y="48672"/>
                  </a:lnTo>
                  <a:lnTo>
                    <a:pt x="22690" y="82295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5"/>
                  </a:lnTo>
                  <a:lnTo>
                    <a:pt x="48672" y="283559"/>
                  </a:lnTo>
                  <a:lnTo>
                    <a:pt x="82296" y="309541"/>
                  </a:lnTo>
                  <a:lnTo>
                    <a:pt x="121972" y="326294"/>
                  </a:lnTo>
                  <a:lnTo>
                    <a:pt x="166115" y="332231"/>
                  </a:lnTo>
                  <a:lnTo>
                    <a:pt x="2011679" y="332231"/>
                  </a:lnTo>
                  <a:lnTo>
                    <a:pt x="2055823" y="326294"/>
                  </a:lnTo>
                  <a:lnTo>
                    <a:pt x="2095499" y="309541"/>
                  </a:lnTo>
                  <a:lnTo>
                    <a:pt x="2129123" y="283559"/>
                  </a:lnTo>
                  <a:lnTo>
                    <a:pt x="2155105" y="249935"/>
                  </a:lnTo>
                  <a:lnTo>
                    <a:pt x="2171858" y="210259"/>
                  </a:lnTo>
                  <a:lnTo>
                    <a:pt x="2177795" y="166115"/>
                  </a:lnTo>
                  <a:lnTo>
                    <a:pt x="2171858" y="121972"/>
                  </a:lnTo>
                  <a:lnTo>
                    <a:pt x="2155105" y="82295"/>
                  </a:lnTo>
                  <a:lnTo>
                    <a:pt x="2129123" y="48672"/>
                  </a:lnTo>
                  <a:lnTo>
                    <a:pt x="2095499" y="22690"/>
                  </a:lnTo>
                  <a:lnTo>
                    <a:pt x="2055823" y="593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65136" y="3636264"/>
              <a:ext cx="954785" cy="1333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22520" y="2599943"/>
              <a:ext cx="3154045" cy="930910"/>
            </a:xfrm>
            <a:custGeom>
              <a:avLst/>
              <a:gdLst/>
              <a:ahLst/>
              <a:cxnLst/>
              <a:rect l="l" t="t" r="r" b="b"/>
              <a:pathLst>
                <a:path w="3154045" h="930910">
                  <a:moveTo>
                    <a:pt x="3154045" y="854329"/>
                  </a:moveTo>
                  <a:lnTo>
                    <a:pt x="3122295" y="854329"/>
                  </a:lnTo>
                  <a:lnTo>
                    <a:pt x="3122295" y="471551"/>
                  </a:lnTo>
                  <a:lnTo>
                    <a:pt x="3122295" y="458851"/>
                  </a:lnTo>
                  <a:lnTo>
                    <a:pt x="44450" y="45885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471551"/>
                  </a:lnTo>
                  <a:lnTo>
                    <a:pt x="31750" y="854329"/>
                  </a:lnTo>
                  <a:lnTo>
                    <a:pt x="0" y="854329"/>
                  </a:lnTo>
                  <a:lnTo>
                    <a:pt x="38100" y="930529"/>
                  </a:lnTo>
                  <a:lnTo>
                    <a:pt x="69850" y="867029"/>
                  </a:lnTo>
                  <a:lnTo>
                    <a:pt x="76200" y="854329"/>
                  </a:lnTo>
                  <a:lnTo>
                    <a:pt x="44450" y="854329"/>
                  </a:lnTo>
                  <a:lnTo>
                    <a:pt x="44450" y="471551"/>
                  </a:lnTo>
                  <a:lnTo>
                    <a:pt x="3109595" y="471551"/>
                  </a:lnTo>
                  <a:lnTo>
                    <a:pt x="3109595" y="854329"/>
                  </a:lnTo>
                  <a:lnTo>
                    <a:pt x="3077845" y="854329"/>
                  </a:lnTo>
                  <a:lnTo>
                    <a:pt x="3115945" y="930529"/>
                  </a:lnTo>
                  <a:lnTo>
                    <a:pt x="3147695" y="867029"/>
                  </a:lnTo>
                  <a:lnTo>
                    <a:pt x="3154045" y="85432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70960" y="3531108"/>
              <a:ext cx="2179320" cy="332740"/>
            </a:xfrm>
            <a:custGeom>
              <a:avLst/>
              <a:gdLst/>
              <a:ahLst/>
              <a:cxnLst/>
              <a:rect l="l" t="t" r="r" b="b"/>
              <a:pathLst>
                <a:path w="2179320" h="332739">
                  <a:moveTo>
                    <a:pt x="2013203" y="0"/>
                  </a:moveTo>
                  <a:lnTo>
                    <a:pt x="166115" y="0"/>
                  </a:lnTo>
                  <a:lnTo>
                    <a:pt x="121972" y="5937"/>
                  </a:lnTo>
                  <a:lnTo>
                    <a:pt x="82295" y="22690"/>
                  </a:lnTo>
                  <a:lnTo>
                    <a:pt x="48672" y="48672"/>
                  </a:lnTo>
                  <a:lnTo>
                    <a:pt x="22690" y="82295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5"/>
                  </a:lnTo>
                  <a:lnTo>
                    <a:pt x="48672" y="283559"/>
                  </a:lnTo>
                  <a:lnTo>
                    <a:pt x="82296" y="309541"/>
                  </a:lnTo>
                  <a:lnTo>
                    <a:pt x="121972" y="326294"/>
                  </a:lnTo>
                  <a:lnTo>
                    <a:pt x="166115" y="332231"/>
                  </a:lnTo>
                  <a:lnTo>
                    <a:pt x="2013203" y="332231"/>
                  </a:lnTo>
                  <a:lnTo>
                    <a:pt x="2057347" y="326294"/>
                  </a:lnTo>
                  <a:lnTo>
                    <a:pt x="2097024" y="309541"/>
                  </a:lnTo>
                  <a:lnTo>
                    <a:pt x="2130647" y="283559"/>
                  </a:lnTo>
                  <a:lnTo>
                    <a:pt x="2156629" y="249935"/>
                  </a:lnTo>
                  <a:lnTo>
                    <a:pt x="2173382" y="210259"/>
                  </a:lnTo>
                  <a:lnTo>
                    <a:pt x="2179319" y="166115"/>
                  </a:lnTo>
                  <a:lnTo>
                    <a:pt x="2173382" y="121972"/>
                  </a:lnTo>
                  <a:lnTo>
                    <a:pt x="2156629" y="82295"/>
                  </a:lnTo>
                  <a:lnTo>
                    <a:pt x="2130647" y="48672"/>
                  </a:lnTo>
                  <a:lnTo>
                    <a:pt x="2097024" y="22690"/>
                  </a:lnTo>
                  <a:lnTo>
                    <a:pt x="2057347" y="5937"/>
                  </a:lnTo>
                  <a:lnTo>
                    <a:pt x="2013203" y="0"/>
                  </a:lnTo>
                  <a:close/>
                </a:path>
              </a:pathLst>
            </a:custGeom>
            <a:solidFill>
              <a:srgbClr val="1D4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12564" y="3636264"/>
              <a:ext cx="896874" cy="1623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32950" y="4188655"/>
              <a:ext cx="1521346" cy="12531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34611" y="5650992"/>
              <a:ext cx="1616202" cy="1501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7788" y="3448812"/>
              <a:ext cx="2644140" cy="2609215"/>
            </a:xfrm>
            <a:custGeom>
              <a:avLst/>
              <a:gdLst/>
              <a:ahLst/>
              <a:cxnLst/>
              <a:rect l="l" t="t" r="r" b="b"/>
              <a:pathLst>
                <a:path w="2644140" h="2609215">
                  <a:moveTo>
                    <a:pt x="0" y="137667"/>
                  </a:moveTo>
                  <a:lnTo>
                    <a:pt x="7014" y="94138"/>
                  </a:lnTo>
                  <a:lnTo>
                    <a:pt x="26550" y="56345"/>
                  </a:lnTo>
                  <a:lnTo>
                    <a:pt x="56345" y="26550"/>
                  </a:lnTo>
                  <a:lnTo>
                    <a:pt x="94138" y="7014"/>
                  </a:lnTo>
                  <a:lnTo>
                    <a:pt x="137667" y="0"/>
                  </a:lnTo>
                  <a:lnTo>
                    <a:pt x="2506472" y="0"/>
                  </a:lnTo>
                  <a:lnTo>
                    <a:pt x="2550001" y="7014"/>
                  </a:lnTo>
                  <a:lnTo>
                    <a:pt x="2587794" y="26550"/>
                  </a:lnTo>
                  <a:lnTo>
                    <a:pt x="2617589" y="56345"/>
                  </a:lnTo>
                  <a:lnTo>
                    <a:pt x="2637125" y="94138"/>
                  </a:lnTo>
                  <a:lnTo>
                    <a:pt x="2644140" y="137667"/>
                  </a:lnTo>
                  <a:lnTo>
                    <a:pt x="2644140" y="2471381"/>
                  </a:lnTo>
                  <a:lnTo>
                    <a:pt x="2637125" y="2514905"/>
                  </a:lnTo>
                  <a:lnTo>
                    <a:pt x="2617589" y="2552707"/>
                  </a:lnTo>
                  <a:lnTo>
                    <a:pt x="2587794" y="2582517"/>
                  </a:lnTo>
                  <a:lnTo>
                    <a:pt x="2550001" y="2602067"/>
                  </a:lnTo>
                  <a:lnTo>
                    <a:pt x="2506472" y="2609088"/>
                  </a:lnTo>
                  <a:lnTo>
                    <a:pt x="137667" y="2609088"/>
                  </a:lnTo>
                  <a:lnTo>
                    <a:pt x="94138" y="2602067"/>
                  </a:lnTo>
                  <a:lnTo>
                    <a:pt x="56345" y="2582517"/>
                  </a:lnTo>
                  <a:lnTo>
                    <a:pt x="26550" y="2552707"/>
                  </a:lnTo>
                  <a:lnTo>
                    <a:pt x="7014" y="2514905"/>
                  </a:lnTo>
                  <a:lnTo>
                    <a:pt x="0" y="2471381"/>
                  </a:lnTo>
                  <a:lnTo>
                    <a:pt x="0" y="137667"/>
                  </a:lnTo>
                  <a:close/>
                </a:path>
              </a:pathLst>
            </a:custGeom>
            <a:ln w="12192">
              <a:solidFill>
                <a:srgbClr val="1D47D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249327" y="4183566"/>
            <a:ext cx="1268813" cy="123005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19783" y="5650991"/>
            <a:ext cx="1114805" cy="1501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79401" y="4190704"/>
            <a:ext cx="1650979" cy="116964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87995" y="5650991"/>
            <a:ext cx="886205" cy="15011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891283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708" y="1915667"/>
            <a:ext cx="208559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2253983"/>
            <a:ext cx="8384285" cy="8770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432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1.1.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Concept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Unsupervised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580" y="1443177"/>
            <a:ext cx="4167378" cy="302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13832" y="6524434"/>
            <a:ext cx="3725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87909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901951"/>
            <a:ext cx="2408682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2244851"/>
            <a:ext cx="7517130" cy="7597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432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1.1.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Concept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Unsupervised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580" y="1443177"/>
            <a:ext cx="4167378" cy="302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1080" y="3230841"/>
            <a:ext cx="8049006" cy="4259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39011" y="4558284"/>
            <a:ext cx="2952750" cy="2232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4509515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4252" y="5001767"/>
            <a:ext cx="2039874" cy="2065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939284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1443177"/>
            <a:ext cx="3644646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4944" y="1926335"/>
            <a:ext cx="7099554" cy="1744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04003" y="4444110"/>
            <a:ext cx="37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90" dirty="0">
                <a:latin typeface="Verdana"/>
                <a:cs typeface="Verdana"/>
              </a:rPr>
              <a:t>Cluster</a:t>
            </a:r>
            <a:r>
              <a:rPr sz="1000" spc="-175" dirty="0">
                <a:latin typeface="Verdana"/>
                <a:cs typeface="Verdana"/>
              </a:rPr>
              <a:t> </a:t>
            </a:r>
            <a:r>
              <a:rPr sz="1000" spc="-250" dirty="0">
                <a:latin typeface="Verdana"/>
                <a:cs typeface="Verdana"/>
              </a:rPr>
              <a:t>2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8629" y="2514345"/>
            <a:ext cx="6350000" cy="713740"/>
            <a:chOff x="1738629" y="2514345"/>
            <a:chExt cx="6350000" cy="713740"/>
          </a:xfrm>
        </p:grpSpPr>
        <p:sp>
          <p:nvSpPr>
            <p:cNvPr id="10" name="object 10"/>
            <p:cNvSpPr/>
            <p:nvPr/>
          </p:nvSpPr>
          <p:spPr>
            <a:xfrm>
              <a:off x="1744979" y="2520695"/>
              <a:ext cx="6337300" cy="350520"/>
            </a:xfrm>
            <a:custGeom>
              <a:avLst/>
              <a:gdLst/>
              <a:ahLst/>
              <a:cxnLst/>
              <a:rect l="l" t="t" r="r" b="b"/>
              <a:pathLst>
                <a:path w="6337300" h="350519">
                  <a:moveTo>
                    <a:pt x="6336792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6336792" y="350520"/>
                  </a:lnTo>
                  <a:lnTo>
                    <a:pt x="6336792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44979" y="2520695"/>
              <a:ext cx="6337300" cy="701040"/>
            </a:xfrm>
            <a:custGeom>
              <a:avLst/>
              <a:gdLst/>
              <a:ahLst/>
              <a:cxnLst/>
              <a:rect l="l" t="t" r="r" b="b"/>
              <a:pathLst>
                <a:path w="6337300" h="701039">
                  <a:moveTo>
                    <a:pt x="0" y="350520"/>
                  </a:moveTo>
                  <a:lnTo>
                    <a:pt x="6336792" y="350520"/>
                  </a:lnTo>
                  <a:lnTo>
                    <a:pt x="6336792" y="0"/>
                  </a:lnTo>
                  <a:lnTo>
                    <a:pt x="0" y="0"/>
                  </a:lnTo>
                  <a:lnTo>
                    <a:pt x="0" y="350520"/>
                  </a:lnTo>
                  <a:close/>
                </a:path>
                <a:path w="6337300" h="701039">
                  <a:moveTo>
                    <a:pt x="0" y="701040"/>
                  </a:moveTo>
                  <a:lnTo>
                    <a:pt x="6336792" y="701040"/>
                  </a:lnTo>
                  <a:lnTo>
                    <a:pt x="6336792" y="350520"/>
                  </a:lnTo>
                  <a:lnTo>
                    <a:pt x="0" y="350520"/>
                  </a:lnTo>
                  <a:lnTo>
                    <a:pt x="0" y="701040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51660" y="2599944"/>
            <a:ext cx="777240" cy="220979"/>
          </a:xfrm>
          <a:prstGeom prst="rect">
            <a:avLst/>
          </a:prstGeom>
          <a:solidFill>
            <a:srgbClr val="DFDFDF"/>
          </a:solidFill>
        </p:spPr>
        <p:txBody>
          <a:bodyPr vert="horz" wrap="square" lIns="0" tIns="2667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210"/>
              </a:spcBef>
            </a:pPr>
            <a:r>
              <a:rPr sz="1100" b="1" spc="-285" dirty="0">
                <a:latin typeface="Verdana"/>
                <a:cs typeface="Verdana"/>
              </a:rPr>
              <a:t>Problem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4979" y="2520695"/>
            <a:ext cx="6337300" cy="474488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819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How to classify customers with similar characteristics into the same cluster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38629" y="2906267"/>
            <a:ext cx="6350000" cy="1722755"/>
            <a:chOff x="1738629" y="2906267"/>
            <a:chExt cx="6350000" cy="1722755"/>
          </a:xfrm>
        </p:grpSpPr>
        <p:sp>
          <p:nvSpPr>
            <p:cNvPr id="15" name="object 15"/>
            <p:cNvSpPr/>
            <p:nvPr/>
          </p:nvSpPr>
          <p:spPr>
            <a:xfrm>
              <a:off x="2255519" y="2906267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4555" y="2916935"/>
              <a:ext cx="285115" cy="245745"/>
            </a:xfrm>
            <a:custGeom>
              <a:avLst/>
              <a:gdLst/>
              <a:ahLst/>
              <a:cxnLst/>
              <a:rect l="l" t="t" r="r" b="b"/>
              <a:pathLst>
                <a:path w="285114" h="245744">
                  <a:moveTo>
                    <a:pt x="142494" y="0"/>
                  </a:moveTo>
                  <a:lnTo>
                    <a:pt x="0" y="245363"/>
                  </a:lnTo>
                  <a:lnTo>
                    <a:pt x="284988" y="24536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0355" y="2932175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216408" y="216408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21479" y="2915411"/>
              <a:ext cx="285115" cy="245745"/>
            </a:xfrm>
            <a:custGeom>
              <a:avLst/>
              <a:gdLst/>
              <a:ahLst/>
              <a:cxnLst/>
              <a:rect l="l" t="t" r="r" b="b"/>
              <a:pathLst>
                <a:path w="285114" h="245744">
                  <a:moveTo>
                    <a:pt x="142494" y="0"/>
                  </a:moveTo>
                  <a:lnTo>
                    <a:pt x="0" y="245363"/>
                  </a:lnTo>
                  <a:lnTo>
                    <a:pt x="284988" y="24536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05755" y="291541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8" y="0"/>
                  </a:moveTo>
                  <a:lnTo>
                    <a:pt x="90659" y="6754"/>
                  </a:lnTo>
                  <a:lnTo>
                    <a:pt x="54260" y="25566"/>
                  </a:lnTo>
                  <a:lnTo>
                    <a:pt x="25566" y="54260"/>
                  </a:lnTo>
                  <a:lnTo>
                    <a:pt x="6754" y="90659"/>
                  </a:lnTo>
                  <a:lnTo>
                    <a:pt x="0" y="132587"/>
                  </a:lnTo>
                  <a:lnTo>
                    <a:pt x="6754" y="174516"/>
                  </a:lnTo>
                  <a:lnTo>
                    <a:pt x="25566" y="210915"/>
                  </a:lnTo>
                  <a:lnTo>
                    <a:pt x="54260" y="239609"/>
                  </a:lnTo>
                  <a:lnTo>
                    <a:pt x="90659" y="258421"/>
                  </a:lnTo>
                  <a:lnTo>
                    <a:pt x="132588" y="265175"/>
                  </a:lnTo>
                  <a:lnTo>
                    <a:pt x="174516" y="258421"/>
                  </a:lnTo>
                  <a:lnTo>
                    <a:pt x="210915" y="239609"/>
                  </a:lnTo>
                  <a:lnTo>
                    <a:pt x="239609" y="210915"/>
                  </a:lnTo>
                  <a:lnTo>
                    <a:pt x="258421" y="174516"/>
                  </a:lnTo>
                  <a:lnTo>
                    <a:pt x="265176" y="132587"/>
                  </a:lnTo>
                  <a:lnTo>
                    <a:pt x="258421" y="90659"/>
                  </a:lnTo>
                  <a:lnTo>
                    <a:pt x="239609" y="54260"/>
                  </a:lnTo>
                  <a:lnTo>
                    <a:pt x="210915" y="25566"/>
                  </a:lnTo>
                  <a:lnTo>
                    <a:pt x="174516" y="6754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65648" y="2935223"/>
              <a:ext cx="830580" cy="219710"/>
            </a:xfrm>
            <a:custGeom>
              <a:avLst/>
              <a:gdLst/>
              <a:ahLst/>
              <a:cxnLst/>
              <a:rect l="l" t="t" r="r" b="b"/>
              <a:pathLst>
                <a:path w="830579" h="219710">
                  <a:moveTo>
                    <a:pt x="21488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214884" y="216408"/>
                  </a:lnTo>
                  <a:lnTo>
                    <a:pt x="214884" y="0"/>
                  </a:lnTo>
                  <a:close/>
                </a:path>
                <a:path w="830579" h="219710">
                  <a:moveTo>
                    <a:pt x="830580" y="3048"/>
                  </a:moveTo>
                  <a:lnTo>
                    <a:pt x="614172" y="3048"/>
                  </a:lnTo>
                  <a:lnTo>
                    <a:pt x="614172" y="219456"/>
                  </a:lnTo>
                  <a:lnTo>
                    <a:pt x="830580" y="219456"/>
                  </a:lnTo>
                  <a:lnTo>
                    <a:pt x="830580" y="3048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5515" y="2909315"/>
              <a:ext cx="285115" cy="245745"/>
            </a:xfrm>
            <a:custGeom>
              <a:avLst/>
              <a:gdLst/>
              <a:ahLst/>
              <a:cxnLst/>
              <a:rect l="l" t="t" r="r" b="b"/>
              <a:pathLst>
                <a:path w="285115" h="245744">
                  <a:moveTo>
                    <a:pt x="142493" y="0"/>
                  </a:moveTo>
                  <a:lnTo>
                    <a:pt x="0" y="245363"/>
                  </a:lnTo>
                  <a:lnTo>
                    <a:pt x="284987" y="245363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9791" y="2907791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44979" y="3787139"/>
              <a:ext cx="6337300" cy="350520"/>
            </a:xfrm>
            <a:custGeom>
              <a:avLst/>
              <a:gdLst/>
              <a:ahLst/>
              <a:cxnLst/>
              <a:rect l="l" t="t" r="r" b="b"/>
              <a:pathLst>
                <a:path w="6337300" h="350520">
                  <a:moveTo>
                    <a:pt x="6336792" y="0"/>
                  </a:moveTo>
                  <a:lnTo>
                    <a:pt x="0" y="0"/>
                  </a:lnTo>
                  <a:lnTo>
                    <a:pt x="0" y="350519"/>
                  </a:lnTo>
                  <a:lnTo>
                    <a:pt x="6336792" y="350519"/>
                  </a:lnTo>
                  <a:lnTo>
                    <a:pt x="6336792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4979" y="3787139"/>
              <a:ext cx="6337300" cy="835660"/>
            </a:xfrm>
            <a:custGeom>
              <a:avLst/>
              <a:gdLst/>
              <a:ahLst/>
              <a:cxnLst/>
              <a:rect l="l" t="t" r="r" b="b"/>
              <a:pathLst>
                <a:path w="6337300" h="835660">
                  <a:moveTo>
                    <a:pt x="0" y="350519"/>
                  </a:moveTo>
                  <a:lnTo>
                    <a:pt x="6336792" y="350519"/>
                  </a:lnTo>
                  <a:lnTo>
                    <a:pt x="6336792" y="0"/>
                  </a:lnTo>
                  <a:lnTo>
                    <a:pt x="0" y="0"/>
                  </a:lnTo>
                  <a:lnTo>
                    <a:pt x="0" y="350519"/>
                  </a:lnTo>
                  <a:close/>
                </a:path>
                <a:path w="6337300" h="835660">
                  <a:moveTo>
                    <a:pt x="0" y="835151"/>
                  </a:moveTo>
                  <a:lnTo>
                    <a:pt x="6336792" y="835151"/>
                  </a:lnTo>
                  <a:lnTo>
                    <a:pt x="6336792" y="350519"/>
                  </a:lnTo>
                  <a:lnTo>
                    <a:pt x="0" y="350519"/>
                  </a:lnTo>
                  <a:lnTo>
                    <a:pt x="0" y="835151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850135" y="3851147"/>
            <a:ext cx="1122045" cy="227329"/>
          </a:xfrm>
          <a:prstGeom prst="rect">
            <a:avLst/>
          </a:prstGeom>
          <a:solidFill>
            <a:srgbClr val="DFDFDF"/>
          </a:solidFill>
        </p:spPr>
        <p:txBody>
          <a:bodyPr vert="horz" wrap="square" lIns="0" tIns="29845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235"/>
              </a:spcBef>
            </a:pPr>
            <a:r>
              <a:rPr sz="1100" b="1" spc="-260" dirty="0">
                <a:latin typeface="Verdana"/>
                <a:cs typeface="Verdana"/>
              </a:rPr>
              <a:t>Analysis</a:t>
            </a:r>
            <a:r>
              <a:rPr sz="1100" b="1" spc="-160" dirty="0">
                <a:latin typeface="Verdana"/>
                <a:cs typeface="Verdana"/>
              </a:rPr>
              <a:t> </a:t>
            </a:r>
            <a:r>
              <a:rPr sz="1100" b="1" spc="-225" dirty="0">
                <a:latin typeface="Verdana"/>
                <a:cs typeface="Verdana"/>
              </a:rPr>
              <a:t>result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4979" y="3787140"/>
            <a:ext cx="6337300" cy="273152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Inducing groups of customers with similar characteristics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55520" y="3221735"/>
            <a:ext cx="4869180" cy="1217930"/>
            <a:chOff x="2255520" y="3221735"/>
            <a:chExt cx="4869180" cy="1217930"/>
          </a:xfrm>
        </p:grpSpPr>
        <p:sp>
          <p:nvSpPr>
            <p:cNvPr id="28" name="object 28"/>
            <p:cNvSpPr/>
            <p:nvPr/>
          </p:nvSpPr>
          <p:spPr>
            <a:xfrm>
              <a:off x="2255520" y="4172711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21480" y="4178807"/>
              <a:ext cx="285115" cy="245745"/>
            </a:xfrm>
            <a:custGeom>
              <a:avLst/>
              <a:gdLst/>
              <a:ahLst/>
              <a:cxnLst/>
              <a:rect l="l" t="t" r="r" b="b"/>
              <a:pathLst>
                <a:path w="285114" h="245745">
                  <a:moveTo>
                    <a:pt x="142494" y="0"/>
                  </a:moveTo>
                  <a:lnTo>
                    <a:pt x="0" y="245364"/>
                  </a:lnTo>
                  <a:lnTo>
                    <a:pt x="284988" y="245364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51448" y="4189475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216408" y="216407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75276" y="3221735"/>
              <a:ext cx="76200" cy="565785"/>
            </a:xfrm>
            <a:custGeom>
              <a:avLst/>
              <a:gdLst/>
              <a:ahLst/>
              <a:cxnLst/>
              <a:rect l="l" t="t" r="r" b="b"/>
              <a:pathLst>
                <a:path w="76200" h="565785">
                  <a:moveTo>
                    <a:pt x="31750" y="489203"/>
                  </a:moveTo>
                  <a:lnTo>
                    <a:pt x="0" y="489203"/>
                  </a:lnTo>
                  <a:lnTo>
                    <a:pt x="38100" y="565403"/>
                  </a:lnTo>
                  <a:lnTo>
                    <a:pt x="69850" y="501903"/>
                  </a:lnTo>
                  <a:lnTo>
                    <a:pt x="31750" y="501903"/>
                  </a:lnTo>
                  <a:lnTo>
                    <a:pt x="31750" y="489203"/>
                  </a:lnTo>
                  <a:close/>
                </a:path>
                <a:path w="76200" h="565785">
                  <a:moveTo>
                    <a:pt x="44450" y="0"/>
                  </a:moveTo>
                  <a:lnTo>
                    <a:pt x="31750" y="0"/>
                  </a:lnTo>
                  <a:lnTo>
                    <a:pt x="31750" y="501903"/>
                  </a:lnTo>
                  <a:lnTo>
                    <a:pt x="44450" y="501903"/>
                  </a:lnTo>
                  <a:lnTo>
                    <a:pt x="44450" y="0"/>
                  </a:lnTo>
                  <a:close/>
                </a:path>
                <a:path w="76200" h="565785">
                  <a:moveTo>
                    <a:pt x="76200" y="489203"/>
                  </a:moveTo>
                  <a:lnTo>
                    <a:pt x="44450" y="489203"/>
                  </a:lnTo>
                  <a:lnTo>
                    <a:pt x="44450" y="501903"/>
                  </a:lnTo>
                  <a:lnTo>
                    <a:pt x="69850" y="501903"/>
                  </a:lnTo>
                  <a:lnTo>
                    <a:pt x="76200" y="489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27376" y="4166615"/>
              <a:ext cx="637540" cy="269875"/>
            </a:xfrm>
            <a:custGeom>
              <a:avLst/>
              <a:gdLst/>
              <a:ahLst/>
              <a:cxnLst/>
              <a:rect l="l" t="t" r="r" b="b"/>
              <a:pathLst>
                <a:path w="637539" h="269875">
                  <a:moveTo>
                    <a:pt x="265176" y="133350"/>
                  </a:moveTo>
                  <a:lnTo>
                    <a:pt x="258419" y="91198"/>
                  </a:lnTo>
                  <a:lnTo>
                    <a:pt x="239598" y="54597"/>
                  </a:lnTo>
                  <a:lnTo>
                    <a:pt x="210908" y="25730"/>
                  </a:lnTo>
                  <a:lnTo>
                    <a:pt x="174510" y="6807"/>
                  </a:lnTo>
                  <a:lnTo>
                    <a:pt x="132588" y="0"/>
                  </a:lnTo>
                  <a:lnTo>
                    <a:pt x="90652" y="6807"/>
                  </a:lnTo>
                  <a:lnTo>
                    <a:pt x="54254" y="25730"/>
                  </a:lnTo>
                  <a:lnTo>
                    <a:pt x="25565" y="54597"/>
                  </a:lnTo>
                  <a:lnTo>
                    <a:pt x="6743" y="91198"/>
                  </a:lnTo>
                  <a:lnTo>
                    <a:pt x="0" y="133350"/>
                  </a:lnTo>
                  <a:lnTo>
                    <a:pt x="6743" y="175514"/>
                  </a:lnTo>
                  <a:lnTo>
                    <a:pt x="25565" y="212115"/>
                  </a:lnTo>
                  <a:lnTo>
                    <a:pt x="54254" y="240982"/>
                  </a:lnTo>
                  <a:lnTo>
                    <a:pt x="90652" y="259905"/>
                  </a:lnTo>
                  <a:lnTo>
                    <a:pt x="132588" y="266700"/>
                  </a:lnTo>
                  <a:lnTo>
                    <a:pt x="174510" y="259905"/>
                  </a:lnTo>
                  <a:lnTo>
                    <a:pt x="210908" y="240982"/>
                  </a:lnTo>
                  <a:lnTo>
                    <a:pt x="239598" y="212115"/>
                  </a:lnTo>
                  <a:lnTo>
                    <a:pt x="258419" y="175514"/>
                  </a:lnTo>
                  <a:lnTo>
                    <a:pt x="265176" y="133350"/>
                  </a:lnTo>
                  <a:close/>
                </a:path>
                <a:path w="637539" h="269875">
                  <a:moveTo>
                    <a:pt x="637032" y="137160"/>
                  </a:moveTo>
                  <a:lnTo>
                    <a:pt x="630224" y="95237"/>
                  </a:lnTo>
                  <a:lnTo>
                    <a:pt x="611301" y="58839"/>
                  </a:lnTo>
                  <a:lnTo>
                    <a:pt x="582434" y="30149"/>
                  </a:lnTo>
                  <a:lnTo>
                    <a:pt x="545833" y="11328"/>
                  </a:lnTo>
                  <a:lnTo>
                    <a:pt x="503682" y="4572"/>
                  </a:lnTo>
                  <a:lnTo>
                    <a:pt x="461518" y="11328"/>
                  </a:lnTo>
                  <a:lnTo>
                    <a:pt x="424916" y="30149"/>
                  </a:lnTo>
                  <a:lnTo>
                    <a:pt x="396049" y="58839"/>
                  </a:lnTo>
                  <a:lnTo>
                    <a:pt x="377126" y="95237"/>
                  </a:lnTo>
                  <a:lnTo>
                    <a:pt x="370332" y="137160"/>
                  </a:lnTo>
                  <a:lnTo>
                    <a:pt x="377126" y="179095"/>
                  </a:lnTo>
                  <a:lnTo>
                    <a:pt x="396049" y="215493"/>
                  </a:lnTo>
                  <a:lnTo>
                    <a:pt x="424916" y="244182"/>
                  </a:lnTo>
                  <a:lnTo>
                    <a:pt x="461518" y="263004"/>
                  </a:lnTo>
                  <a:lnTo>
                    <a:pt x="503682" y="269748"/>
                  </a:lnTo>
                  <a:lnTo>
                    <a:pt x="545833" y="263004"/>
                  </a:lnTo>
                  <a:lnTo>
                    <a:pt x="582434" y="244182"/>
                  </a:lnTo>
                  <a:lnTo>
                    <a:pt x="611301" y="215493"/>
                  </a:lnTo>
                  <a:lnTo>
                    <a:pt x="630224" y="179095"/>
                  </a:lnTo>
                  <a:lnTo>
                    <a:pt x="637032" y="13716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14672" y="4174235"/>
              <a:ext cx="678180" cy="247015"/>
            </a:xfrm>
            <a:custGeom>
              <a:avLst/>
              <a:gdLst/>
              <a:ahLst/>
              <a:cxnLst/>
              <a:rect l="l" t="t" r="r" b="b"/>
              <a:pathLst>
                <a:path w="678179" h="247014">
                  <a:moveTo>
                    <a:pt x="284988" y="245364"/>
                  </a:moveTo>
                  <a:lnTo>
                    <a:pt x="142494" y="0"/>
                  </a:lnTo>
                  <a:lnTo>
                    <a:pt x="0" y="245364"/>
                  </a:lnTo>
                  <a:lnTo>
                    <a:pt x="284988" y="245364"/>
                  </a:lnTo>
                  <a:close/>
                </a:path>
                <a:path w="678179" h="247014">
                  <a:moveTo>
                    <a:pt x="678180" y="246888"/>
                  </a:moveTo>
                  <a:lnTo>
                    <a:pt x="535686" y="1524"/>
                  </a:lnTo>
                  <a:lnTo>
                    <a:pt x="393192" y="246888"/>
                  </a:lnTo>
                  <a:lnTo>
                    <a:pt x="678180" y="246888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80619" y="4186440"/>
              <a:ext cx="544195" cy="216535"/>
            </a:xfrm>
            <a:custGeom>
              <a:avLst/>
              <a:gdLst/>
              <a:ahLst/>
              <a:cxnLst/>
              <a:rect l="l" t="t" r="r" b="b"/>
              <a:pathLst>
                <a:path w="544195" h="216535">
                  <a:moveTo>
                    <a:pt x="214884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214884" y="216395"/>
                  </a:lnTo>
                  <a:lnTo>
                    <a:pt x="214884" y="0"/>
                  </a:lnTo>
                  <a:close/>
                </a:path>
                <a:path w="544195" h="216535">
                  <a:moveTo>
                    <a:pt x="544080" y="0"/>
                  </a:moveTo>
                  <a:lnTo>
                    <a:pt x="327672" y="0"/>
                  </a:lnTo>
                  <a:lnTo>
                    <a:pt x="327672" y="216395"/>
                  </a:lnTo>
                  <a:lnTo>
                    <a:pt x="544080" y="216395"/>
                  </a:lnTo>
                  <a:lnTo>
                    <a:pt x="54408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601467" y="4444110"/>
            <a:ext cx="353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90" dirty="0">
                <a:latin typeface="Verdana"/>
                <a:cs typeface="Verdana"/>
              </a:rPr>
              <a:t>Cluster</a:t>
            </a:r>
            <a:r>
              <a:rPr sz="1000" spc="-175" dirty="0">
                <a:latin typeface="Verdana"/>
                <a:cs typeface="Verdana"/>
              </a:rPr>
              <a:t> </a:t>
            </a:r>
            <a:r>
              <a:rPr sz="1000" spc="-434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26656" y="4440682"/>
            <a:ext cx="381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90" dirty="0">
                <a:latin typeface="Verdana"/>
                <a:cs typeface="Verdana"/>
              </a:rPr>
              <a:t>Cluster</a:t>
            </a:r>
            <a:r>
              <a:rPr sz="1000" spc="-170" dirty="0">
                <a:latin typeface="Verdana"/>
                <a:cs typeface="Verdana"/>
              </a:rPr>
              <a:t> </a:t>
            </a:r>
            <a:r>
              <a:rPr sz="1000" spc="-220" dirty="0">
                <a:latin typeface="Verdana"/>
                <a:cs typeface="Verdana"/>
              </a:rPr>
              <a:t>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56944" y="3339084"/>
            <a:ext cx="2246630" cy="430246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475"/>
              </a:spcBef>
            </a:pPr>
            <a:r>
              <a:rPr sz="1200" b="1" dirty="0">
                <a:solidFill>
                  <a:srgbClr val="183DAF"/>
                </a:solidFill>
                <a:latin typeface="Verdana"/>
                <a:cs typeface="Verdana"/>
              </a:rPr>
              <a:t>Select clustering analysis type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65520" y="3339084"/>
            <a:ext cx="2246630" cy="430246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475"/>
              </a:spcBef>
            </a:pPr>
            <a:r>
              <a:rPr sz="1200" b="1" dirty="0">
                <a:solidFill>
                  <a:srgbClr val="183DAF"/>
                </a:solidFill>
                <a:latin typeface="Verdana"/>
                <a:cs typeface="Verdana"/>
              </a:rPr>
              <a:t>Select clustering variables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703320" y="3453384"/>
            <a:ext cx="2362835" cy="76200"/>
          </a:xfrm>
          <a:custGeom>
            <a:avLst/>
            <a:gdLst/>
            <a:ahLst/>
            <a:cxnLst/>
            <a:rect l="l" t="t" r="r" b="b"/>
            <a:pathLst>
              <a:path w="236283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362835" h="76200">
                <a:moveTo>
                  <a:pt x="2286127" y="0"/>
                </a:moveTo>
                <a:lnTo>
                  <a:pt x="2286127" y="76200"/>
                </a:lnTo>
                <a:lnTo>
                  <a:pt x="2349627" y="44450"/>
                </a:lnTo>
                <a:lnTo>
                  <a:pt x="2298827" y="44450"/>
                </a:lnTo>
                <a:lnTo>
                  <a:pt x="2298827" y="31750"/>
                </a:lnTo>
                <a:lnTo>
                  <a:pt x="2349627" y="31750"/>
                </a:lnTo>
                <a:lnTo>
                  <a:pt x="2286127" y="0"/>
                </a:lnTo>
                <a:close/>
              </a:path>
              <a:path w="236283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362835" h="76200">
                <a:moveTo>
                  <a:pt x="2286127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286127" y="44450"/>
                </a:lnTo>
                <a:lnTo>
                  <a:pt x="2286127" y="31750"/>
                </a:lnTo>
                <a:close/>
              </a:path>
              <a:path w="2362835" h="76200">
                <a:moveTo>
                  <a:pt x="2349627" y="31750"/>
                </a:moveTo>
                <a:lnTo>
                  <a:pt x="2298827" y="31750"/>
                </a:lnTo>
                <a:lnTo>
                  <a:pt x="2298827" y="44450"/>
                </a:lnTo>
                <a:lnTo>
                  <a:pt x="2349627" y="44450"/>
                </a:lnTo>
                <a:lnTo>
                  <a:pt x="2362327" y="38100"/>
                </a:lnTo>
                <a:lnTo>
                  <a:pt x="234962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1812" y="5059679"/>
            <a:ext cx="1018540" cy="216535"/>
          </a:xfrm>
          <a:prstGeom prst="rect">
            <a:avLst/>
          </a:prstGeom>
          <a:solidFill>
            <a:srgbClr val="DFDFDF"/>
          </a:solidFill>
        </p:spPr>
        <p:txBody>
          <a:bodyPr vert="horz" wrap="square" lIns="0" tIns="24130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90"/>
              </a:spcBef>
            </a:pPr>
            <a:r>
              <a:rPr sz="1100" b="1" spc="-260" dirty="0">
                <a:latin typeface="Verdana"/>
                <a:cs typeface="Verdana"/>
              </a:rPr>
              <a:t>Application</a:t>
            </a:r>
            <a:r>
              <a:rPr sz="1100" b="1" spc="-195" dirty="0">
                <a:latin typeface="Verdana"/>
                <a:cs typeface="Verdana"/>
              </a:rPr>
              <a:t> </a:t>
            </a:r>
            <a:r>
              <a:rPr sz="1100" b="1" spc="-525" dirty="0">
                <a:latin typeface="Verdana"/>
                <a:cs typeface="Verdana"/>
              </a:rPr>
              <a:t>1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8848" y="4981955"/>
            <a:ext cx="3510279" cy="459741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186180">
              <a:lnSpc>
                <a:spcPct val="100000"/>
              </a:lnSpc>
              <a:spcBef>
                <a:spcPts val="70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Fragmentation of customers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8848" y="5333238"/>
            <a:ext cx="3510279" cy="1012457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10820" marR="219710" indent="-9144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11454" algn="l"/>
              </a:tabLst>
            </a:pPr>
            <a:r>
              <a:rPr sz="1200" dirty="0">
                <a:latin typeface="Verdana"/>
                <a:cs typeface="Verdana"/>
              </a:rPr>
              <a:t>Understand demographic, social, and physical characteristics of  each customer group.</a:t>
            </a:r>
          </a:p>
          <a:p>
            <a:pPr marL="210820" indent="-92075">
              <a:lnSpc>
                <a:spcPct val="100000"/>
              </a:lnSpc>
              <a:buFont typeface="Arial"/>
              <a:buChar char="•"/>
              <a:tabLst>
                <a:tab pos="211454" algn="l"/>
              </a:tabLst>
            </a:pPr>
            <a:r>
              <a:rPr sz="1200" dirty="0">
                <a:latin typeface="Verdana"/>
                <a:cs typeface="Verdana"/>
              </a:rPr>
              <a:t>Make the group profile and understand their characteristics.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657088" y="5055108"/>
            <a:ext cx="988060" cy="215265"/>
          </a:xfrm>
          <a:prstGeom prst="rect">
            <a:avLst/>
          </a:prstGeom>
          <a:solidFill>
            <a:srgbClr val="DFDFDF"/>
          </a:solidFill>
        </p:spPr>
        <p:txBody>
          <a:bodyPr vert="horz" wrap="square" lIns="0" tIns="2349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85"/>
              </a:spcBef>
            </a:pPr>
            <a:r>
              <a:rPr sz="1100" b="1" spc="-260" dirty="0">
                <a:latin typeface="Verdana"/>
                <a:cs typeface="Verdana"/>
              </a:rPr>
              <a:t>Application</a:t>
            </a:r>
            <a:r>
              <a:rPr sz="1100" b="1" spc="-200" dirty="0">
                <a:latin typeface="Verdana"/>
                <a:cs typeface="Verdana"/>
              </a:rPr>
              <a:t> </a:t>
            </a:r>
            <a:r>
              <a:rPr sz="1100" b="1" spc="-525" dirty="0">
                <a:latin typeface="Verdana"/>
                <a:cs typeface="Verdana"/>
              </a:rPr>
              <a:t>1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65647" y="4981955"/>
            <a:ext cx="3648710" cy="458459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181100">
              <a:lnSpc>
                <a:spcPct val="100000"/>
              </a:lnSpc>
              <a:spcBef>
                <a:spcPts val="69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Additional analysis on each cluster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65647" y="5333238"/>
            <a:ext cx="3648710" cy="446276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15265" indent="-9207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15900" algn="l"/>
              </a:tabLst>
            </a:pPr>
            <a:r>
              <a:rPr sz="1200" dirty="0">
                <a:latin typeface="Verdana"/>
                <a:cs typeface="Verdana"/>
              </a:rPr>
              <a:t>Understand the overall data distribution.</a:t>
            </a:r>
          </a:p>
          <a:p>
            <a:pPr marL="215265" indent="-92075">
              <a:lnSpc>
                <a:spcPct val="100000"/>
              </a:lnSpc>
              <a:buFont typeface="Arial"/>
              <a:buChar char="•"/>
              <a:tabLst>
                <a:tab pos="215900" algn="l"/>
              </a:tabLst>
            </a:pPr>
            <a:r>
              <a:rPr sz="1200" dirty="0">
                <a:latin typeface="Verdana"/>
                <a:cs typeface="Verdana"/>
              </a:rPr>
              <a:t>Additional analysis on each cluster</a:t>
            </a:r>
          </a:p>
        </p:txBody>
      </p:sp>
      <p:sp>
        <p:nvSpPr>
          <p:cNvPr id="46" name="object 46"/>
          <p:cNvSpPr/>
          <p:nvPr/>
        </p:nvSpPr>
        <p:spPr>
          <a:xfrm>
            <a:off x="2404872" y="4622291"/>
            <a:ext cx="5023485" cy="360045"/>
          </a:xfrm>
          <a:custGeom>
            <a:avLst/>
            <a:gdLst/>
            <a:ahLst/>
            <a:cxnLst/>
            <a:rect l="l" t="t" r="r" b="b"/>
            <a:pathLst>
              <a:path w="5023484" h="360045">
                <a:moveTo>
                  <a:pt x="5022977" y="283591"/>
                </a:moveTo>
                <a:lnTo>
                  <a:pt x="4991227" y="283591"/>
                </a:lnTo>
                <a:lnTo>
                  <a:pt x="4991227" y="186309"/>
                </a:lnTo>
                <a:lnTo>
                  <a:pt x="4991227" y="173609"/>
                </a:lnTo>
                <a:lnTo>
                  <a:pt x="2514854" y="173609"/>
                </a:lnTo>
                <a:lnTo>
                  <a:pt x="2514854" y="0"/>
                </a:lnTo>
                <a:lnTo>
                  <a:pt x="2514346" y="0"/>
                </a:lnTo>
                <a:lnTo>
                  <a:pt x="2502154" y="0"/>
                </a:lnTo>
                <a:lnTo>
                  <a:pt x="2501646" y="0"/>
                </a:lnTo>
                <a:lnTo>
                  <a:pt x="2501646" y="173609"/>
                </a:lnTo>
                <a:lnTo>
                  <a:pt x="31750" y="173609"/>
                </a:lnTo>
                <a:lnTo>
                  <a:pt x="31750" y="283591"/>
                </a:lnTo>
                <a:lnTo>
                  <a:pt x="0" y="283591"/>
                </a:lnTo>
                <a:lnTo>
                  <a:pt x="38100" y="359791"/>
                </a:lnTo>
                <a:lnTo>
                  <a:pt x="69850" y="296291"/>
                </a:lnTo>
                <a:lnTo>
                  <a:pt x="76200" y="283591"/>
                </a:lnTo>
                <a:lnTo>
                  <a:pt x="44450" y="283591"/>
                </a:lnTo>
                <a:lnTo>
                  <a:pt x="44450" y="186309"/>
                </a:lnTo>
                <a:lnTo>
                  <a:pt x="2502154" y="186309"/>
                </a:lnTo>
                <a:lnTo>
                  <a:pt x="2514346" y="186309"/>
                </a:lnTo>
                <a:lnTo>
                  <a:pt x="4978527" y="186309"/>
                </a:lnTo>
                <a:lnTo>
                  <a:pt x="4978527" y="283591"/>
                </a:lnTo>
                <a:lnTo>
                  <a:pt x="4946777" y="283591"/>
                </a:lnTo>
                <a:lnTo>
                  <a:pt x="4984877" y="359791"/>
                </a:lnTo>
                <a:lnTo>
                  <a:pt x="5016627" y="296291"/>
                </a:lnTo>
                <a:lnTo>
                  <a:pt x="5022977" y="2835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1.2. </a:t>
            </a:r>
            <a:r>
              <a:rPr spc="-15" dirty="0"/>
              <a:t>Clustering</a:t>
            </a:r>
            <a:r>
              <a:rPr spc="15" dirty="0"/>
              <a:t> </a:t>
            </a:r>
            <a:r>
              <a:rPr spc="-55" dirty="0"/>
              <a:t>analysis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2016" y="6524434"/>
            <a:ext cx="6297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049273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8471154" cy="9578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1.2.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9652" y="6524434"/>
            <a:ext cx="3533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708" y="1464563"/>
            <a:ext cx="154457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4327398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1.2. </a:t>
            </a:r>
            <a:r>
              <a:rPr spc="-15" dirty="0"/>
              <a:t>Clustering</a:t>
            </a:r>
            <a:r>
              <a:rPr spc="15" dirty="0"/>
              <a:t> </a:t>
            </a:r>
            <a:r>
              <a:rPr spc="-55" dirty="0"/>
              <a:t>analysis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9332" y="2924555"/>
            <a:ext cx="2086610" cy="429895"/>
          </a:xfrm>
          <a:prstGeom prst="rect">
            <a:avLst/>
          </a:prstGeom>
          <a:solidFill>
            <a:srgbClr val="DFDFDF"/>
          </a:solidFill>
        </p:spPr>
        <p:txBody>
          <a:bodyPr vert="horz" wrap="square" lIns="0" tIns="10858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855"/>
              </a:spcBef>
            </a:pPr>
            <a:r>
              <a:rPr sz="1400" b="1" spc="-310" dirty="0">
                <a:latin typeface="Verdana"/>
                <a:cs typeface="Verdana"/>
              </a:rPr>
              <a:t>Clustering</a:t>
            </a:r>
            <a:r>
              <a:rPr sz="1400" b="1" spc="-240" dirty="0">
                <a:latin typeface="Verdana"/>
                <a:cs typeface="Verdana"/>
              </a:rPr>
              <a:t> </a:t>
            </a:r>
            <a:r>
              <a:rPr sz="1400" b="1" spc="-315" dirty="0">
                <a:latin typeface="Verdana"/>
                <a:cs typeface="Verdana"/>
              </a:rPr>
              <a:t>analysis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5044" y="3867150"/>
            <a:ext cx="2688590" cy="350520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30"/>
              </a:spcBef>
            </a:pPr>
            <a:r>
              <a:rPr sz="1300" b="1" spc="-285" dirty="0">
                <a:solidFill>
                  <a:srgbClr val="FFFFFF"/>
                </a:solidFill>
                <a:latin typeface="Verdana"/>
                <a:cs typeface="Verdana"/>
              </a:rPr>
              <a:t>Hierarchical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5044" y="4217670"/>
            <a:ext cx="2688590" cy="918210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240665" marR="232410" algn="ctr">
              <a:lnSpc>
                <a:spcPct val="100000"/>
              </a:lnSpc>
              <a:spcBef>
                <a:spcPts val="1280"/>
              </a:spcBef>
            </a:pPr>
            <a:r>
              <a:rPr sz="1300" spc="-260" dirty="0">
                <a:latin typeface="Verdana"/>
                <a:cs typeface="Verdana"/>
              </a:rPr>
              <a:t>Single-linkage, </a:t>
            </a:r>
            <a:r>
              <a:rPr sz="1300" spc="-265" dirty="0">
                <a:latin typeface="Verdana"/>
                <a:cs typeface="Verdana"/>
              </a:rPr>
              <a:t>complete-linkage, </a:t>
            </a:r>
            <a:r>
              <a:rPr sz="1300" spc="-270" dirty="0">
                <a:latin typeface="Verdana"/>
                <a:cs typeface="Verdana"/>
              </a:rPr>
              <a:t>average-  </a:t>
            </a:r>
            <a:r>
              <a:rPr sz="1300" spc="-265" dirty="0">
                <a:latin typeface="Verdana"/>
                <a:cs typeface="Verdana"/>
              </a:rPr>
              <a:t>linkage,</a:t>
            </a:r>
            <a:endParaRPr sz="13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300" spc="-260" dirty="0">
                <a:latin typeface="Verdana"/>
                <a:cs typeface="Verdana"/>
              </a:rPr>
              <a:t>center-based, </a:t>
            </a:r>
            <a:r>
              <a:rPr sz="1300" spc="-280" dirty="0">
                <a:latin typeface="Verdana"/>
                <a:cs typeface="Verdana"/>
              </a:rPr>
              <a:t>Ward’s</a:t>
            </a:r>
            <a:r>
              <a:rPr sz="1300" spc="-225" dirty="0">
                <a:latin typeface="Verdana"/>
                <a:cs typeface="Verdana"/>
              </a:rPr>
              <a:t> </a:t>
            </a:r>
            <a:r>
              <a:rPr sz="1300" spc="-325" dirty="0">
                <a:latin typeface="Verdana"/>
                <a:cs typeface="Verdana"/>
              </a:rPr>
              <a:t>method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7547" y="3867150"/>
            <a:ext cx="2688590" cy="350520"/>
          </a:xfrm>
          <a:prstGeom prst="rect">
            <a:avLst/>
          </a:prstGeom>
          <a:solidFill>
            <a:srgbClr val="13299F"/>
          </a:solidFill>
          <a:ln w="12192">
            <a:solidFill>
              <a:srgbClr val="183DA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873760">
              <a:lnSpc>
                <a:spcPct val="100000"/>
              </a:lnSpc>
              <a:spcBef>
                <a:spcPts val="575"/>
              </a:spcBef>
            </a:pPr>
            <a:r>
              <a:rPr sz="1300" b="1" spc="-300" dirty="0">
                <a:solidFill>
                  <a:srgbClr val="FFFFFF"/>
                </a:solidFill>
                <a:latin typeface="Verdana"/>
                <a:cs typeface="Verdana"/>
              </a:rPr>
              <a:t>Non-hierarchical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7547" y="4217670"/>
            <a:ext cx="2688590" cy="918210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  <a:spcBef>
                <a:spcPts val="1090"/>
              </a:spcBef>
            </a:pPr>
            <a:r>
              <a:rPr sz="1300" spc="-310" dirty="0">
                <a:latin typeface="Verdana"/>
                <a:cs typeface="Verdana"/>
              </a:rPr>
              <a:t>K-means, </a:t>
            </a:r>
            <a:r>
              <a:rPr sz="1300" spc="-330" dirty="0">
                <a:latin typeface="Verdana"/>
                <a:cs typeface="Verdana"/>
              </a:rPr>
              <a:t>Kohonen</a:t>
            </a:r>
            <a:r>
              <a:rPr sz="1300" spc="-315" dirty="0">
                <a:latin typeface="Verdana"/>
                <a:cs typeface="Verdana"/>
              </a:rPr>
              <a:t> </a:t>
            </a:r>
            <a:r>
              <a:rPr sz="1300" spc="-285" dirty="0">
                <a:latin typeface="Verdana"/>
                <a:cs typeface="Verdana"/>
              </a:rPr>
              <a:t>network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39211" y="3354323"/>
            <a:ext cx="4033520" cy="516255"/>
          </a:xfrm>
          <a:custGeom>
            <a:avLst/>
            <a:gdLst/>
            <a:ahLst/>
            <a:cxnLst/>
            <a:rect l="l" t="t" r="r" b="b"/>
            <a:pathLst>
              <a:path w="4033520" h="516254">
                <a:moveTo>
                  <a:pt x="2003425" y="0"/>
                </a:moveTo>
                <a:lnTo>
                  <a:pt x="2003425" y="257809"/>
                </a:lnTo>
                <a:lnTo>
                  <a:pt x="0" y="257809"/>
                </a:lnTo>
                <a:lnTo>
                  <a:pt x="0" y="515746"/>
                </a:lnTo>
              </a:path>
              <a:path w="4033520" h="516254">
                <a:moveTo>
                  <a:pt x="2004060" y="0"/>
                </a:moveTo>
                <a:lnTo>
                  <a:pt x="2004060" y="254507"/>
                </a:lnTo>
                <a:lnTo>
                  <a:pt x="4033139" y="254507"/>
                </a:lnTo>
                <a:lnTo>
                  <a:pt x="4033139" y="508888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798" y="6524434"/>
            <a:ext cx="6014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708" y="1464563"/>
            <a:ext cx="154457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6983730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1.2.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1200" y="2342514"/>
          <a:ext cx="8717915" cy="2962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553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225" dirty="0">
                          <a:latin typeface="Verdana"/>
                          <a:cs typeface="Verdana"/>
                        </a:rPr>
                        <a:t>Non-Hierarchical</a:t>
                      </a:r>
                      <a:r>
                        <a:rPr sz="1200" spc="-2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25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652145">
                        <a:lnSpc>
                          <a:spcPct val="100000"/>
                        </a:lnSpc>
                      </a:pPr>
                      <a:r>
                        <a:rPr sz="1200" spc="-225" dirty="0">
                          <a:latin typeface="Verdana"/>
                          <a:cs typeface="Verdana"/>
                        </a:rPr>
                        <a:t>(Partition-based</a:t>
                      </a:r>
                      <a:r>
                        <a:rPr sz="1200" spc="-2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25" dirty="0">
                          <a:latin typeface="Verdana"/>
                          <a:cs typeface="Verdana"/>
                        </a:rPr>
                        <a:t>Clustering)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300" dirty="0">
                          <a:latin typeface="Verdana"/>
                          <a:cs typeface="Verdana"/>
                        </a:rPr>
                        <a:t>K-means</a:t>
                      </a:r>
                      <a:r>
                        <a:rPr sz="1200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9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280" dirty="0">
                          <a:latin typeface="Verdana"/>
                          <a:cs typeface="Verdana"/>
                        </a:rPr>
                        <a:t>K-medoids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clustering </a:t>
                      </a:r>
                      <a:r>
                        <a:rPr sz="1200" spc="-195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200" spc="-325" dirty="0">
                          <a:latin typeface="Verdana"/>
                          <a:cs typeface="Verdana"/>
                        </a:rPr>
                        <a:t>PAM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(Partitioning </a:t>
                      </a:r>
                      <a:r>
                        <a:rPr sz="1200" spc="-275" dirty="0">
                          <a:latin typeface="Verdana"/>
                          <a:cs typeface="Verdana"/>
                        </a:rPr>
                        <a:t>Around</a:t>
                      </a:r>
                      <a:r>
                        <a:rPr sz="1200" spc="-2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80" dirty="0">
                          <a:latin typeface="Verdana"/>
                          <a:cs typeface="Verdana"/>
                        </a:rPr>
                        <a:t>Method)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5367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345" dirty="0">
                          <a:latin typeface="Verdana"/>
                          <a:cs typeface="Verdana"/>
                        </a:rPr>
                        <a:t>DBSCAN </a:t>
                      </a:r>
                      <a:r>
                        <a:rPr sz="1200" spc="-250" dirty="0">
                          <a:latin typeface="Verdana"/>
                          <a:cs typeface="Verdana"/>
                        </a:rPr>
                        <a:t>(Density </a:t>
                      </a:r>
                      <a:r>
                        <a:rPr sz="1200" spc="-265" dirty="0">
                          <a:latin typeface="Verdana"/>
                          <a:cs typeface="Verdana"/>
                        </a:rPr>
                        <a:t>Based </a:t>
                      </a:r>
                      <a:r>
                        <a:rPr sz="1200" spc="-225" dirty="0">
                          <a:latin typeface="Verdana"/>
                          <a:cs typeface="Verdana"/>
                        </a:rPr>
                        <a:t>Spatial Clustering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200" spc="-229" dirty="0">
                          <a:latin typeface="Verdana"/>
                          <a:cs typeface="Verdana"/>
                        </a:rPr>
                        <a:t>Application </a:t>
                      </a:r>
                      <a:r>
                        <a:rPr sz="1200" spc="-240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200" spc="-1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45" dirty="0">
                          <a:latin typeface="Verdana"/>
                          <a:cs typeface="Verdana"/>
                        </a:rPr>
                        <a:t>Noise)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5367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210" dirty="0">
                          <a:latin typeface="Verdana"/>
                          <a:cs typeface="Verdana"/>
                        </a:rPr>
                        <a:t>Self </a:t>
                      </a:r>
                      <a:r>
                        <a:rPr sz="1200" spc="-250" dirty="0">
                          <a:latin typeface="Verdana"/>
                          <a:cs typeface="Verdana"/>
                        </a:rPr>
                        <a:t>Organizing</a:t>
                      </a:r>
                      <a:r>
                        <a:rPr sz="1200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25" dirty="0">
                          <a:latin typeface="Verdana"/>
                          <a:cs typeface="Verdana"/>
                        </a:rPr>
                        <a:t>Map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329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200" spc="-275" dirty="0">
                          <a:latin typeface="Verdana"/>
                          <a:cs typeface="Verdana"/>
                        </a:rPr>
                        <a:t>Fuzzy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 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879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99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768350">
                        <a:lnSpc>
                          <a:spcPct val="100000"/>
                        </a:lnSpc>
                      </a:pPr>
                      <a:r>
                        <a:rPr sz="1200" spc="-204" dirty="0">
                          <a:latin typeface="Verdana"/>
                          <a:cs typeface="Verdana"/>
                        </a:rPr>
                        <a:t>Hierarchical</a:t>
                      </a:r>
                      <a:r>
                        <a:rPr sz="1200" spc="-2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25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200" spc="-254" dirty="0">
                          <a:latin typeface="Verdana"/>
                          <a:cs typeface="Verdana"/>
                        </a:rPr>
                        <a:t>Agglomerative </a:t>
                      </a:r>
                      <a:r>
                        <a:rPr sz="1200" spc="-195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200" spc="-275" dirty="0">
                          <a:latin typeface="Verdana"/>
                          <a:cs typeface="Verdana"/>
                        </a:rPr>
                        <a:t>bottom-up</a:t>
                      </a:r>
                      <a:r>
                        <a:rPr sz="1200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5430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200" spc="-229" dirty="0">
                          <a:latin typeface="Verdana"/>
                          <a:cs typeface="Verdana"/>
                        </a:rPr>
                        <a:t>Divisive </a:t>
                      </a:r>
                      <a:r>
                        <a:rPr sz="1200" spc="-195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200" spc="-275" dirty="0">
                          <a:latin typeface="Verdana"/>
                          <a:cs typeface="Verdana"/>
                        </a:rPr>
                        <a:t>top-down</a:t>
                      </a:r>
                      <a:r>
                        <a:rPr sz="1200" spc="-1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10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5899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200" spc="-245" dirty="0">
                          <a:latin typeface="Verdana"/>
                          <a:cs typeface="Verdana"/>
                        </a:rPr>
                        <a:t>Mixture </a:t>
                      </a:r>
                      <a:r>
                        <a:rPr sz="1200" spc="-220" dirty="0">
                          <a:latin typeface="Verdana"/>
                          <a:cs typeface="Verdana"/>
                        </a:rPr>
                        <a:t>Distribution</a:t>
                      </a:r>
                      <a:r>
                        <a:rPr sz="1200" spc="-1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25" dirty="0">
                          <a:latin typeface="Verdana"/>
                          <a:cs typeface="Verdana"/>
                        </a:rPr>
                        <a:t>Clustering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200" spc="-260" dirty="0">
                          <a:latin typeface="Verdana"/>
                          <a:cs typeface="Verdana"/>
                        </a:rPr>
                        <a:t>Gaussian </a:t>
                      </a:r>
                      <a:r>
                        <a:rPr sz="1200" spc="-245" dirty="0">
                          <a:latin typeface="Verdana"/>
                          <a:cs typeface="Verdana"/>
                        </a:rPr>
                        <a:t>Mixture</a:t>
                      </a:r>
                      <a:r>
                        <a:rPr sz="1200" spc="-1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70" dirty="0">
                          <a:latin typeface="Verdana"/>
                          <a:cs typeface="Verdana"/>
                        </a:rPr>
                        <a:t>Model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1834133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5043678" cy="11559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1.2.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88002" y="6524434"/>
            <a:ext cx="61558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603" y="3224771"/>
            <a:ext cx="3957066" cy="4031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39011" y="3985259"/>
            <a:ext cx="2123693" cy="1684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798" y="6524434"/>
            <a:ext cx="6014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963" y="1443164"/>
            <a:ext cx="2670810" cy="2339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7804" y="1909559"/>
            <a:ext cx="7972806" cy="3878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0183" y="2540507"/>
            <a:ext cx="8317230" cy="14043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24635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5804153" cy="4594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308" y="250393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3231" y="2528316"/>
            <a:ext cx="2650997" cy="1744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0183" y="2869679"/>
            <a:ext cx="7506461" cy="7597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2704" y="6524434"/>
            <a:ext cx="5838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108454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2913126" cy="7597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2.1. </a:t>
            </a:r>
            <a:r>
              <a:rPr spc="-25" dirty="0"/>
              <a:t>Hierarchical</a:t>
            </a:r>
            <a:r>
              <a:rPr spc="25" dirty="0"/>
              <a:t> </a:t>
            </a:r>
            <a:r>
              <a:rPr spc="35" dirty="0"/>
              <a:t>method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57755" y="3032760"/>
            <a:ext cx="1442085" cy="1139825"/>
          </a:xfrm>
          <a:custGeom>
            <a:avLst/>
            <a:gdLst/>
            <a:ahLst/>
            <a:cxnLst/>
            <a:rect l="l" t="t" r="r" b="b"/>
            <a:pathLst>
              <a:path w="1442085" h="1139825">
                <a:moveTo>
                  <a:pt x="53339" y="0"/>
                </a:moveTo>
                <a:lnTo>
                  <a:pt x="53339" y="1093342"/>
                </a:lnTo>
              </a:path>
              <a:path w="1442085" h="1139825">
                <a:moveTo>
                  <a:pt x="48768" y="1089659"/>
                </a:moveTo>
                <a:lnTo>
                  <a:pt x="1440433" y="1089659"/>
                </a:lnTo>
              </a:path>
              <a:path w="1442085" h="1139825">
                <a:moveTo>
                  <a:pt x="0" y="7619"/>
                </a:moveTo>
                <a:lnTo>
                  <a:pt x="49911" y="7619"/>
                </a:lnTo>
              </a:path>
              <a:path w="1442085" h="1139825">
                <a:moveTo>
                  <a:pt x="0" y="182879"/>
                </a:moveTo>
                <a:lnTo>
                  <a:pt x="49911" y="182879"/>
                </a:lnTo>
              </a:path>
              <a:path w="1442085" h="1139825">
                <a:moveTo>
                  <a:pt x="0" y="353567"/>
                </a:moveTo>
                <a:lnTo>
                  <a:pt x="49911" y="353567"/>
                </a:lnTo>
              </a:path>
              <a:path w="1442085" h="1139825">
                <a:moveTo>
                  <a:pt x="0" y="544067"/>
                </a:moveTo>
                <a:lnTo>
                  <a:pt x="49911" y="544067"/>
                </a:lnTo>
              </a:path>
              <a:path w="1442085" h="1139825">
                <a:moveTo>
                  <a:pt x="0" y="719327"/>
                </a:moveTo>
                <a:lnTo>
                  <a:pt x="49911" y="719327"/>
                </a:lnTo>
              </a:path>
              <a:path w="1442085" h="1139825">
                <a:moveTo>
                  <a:pt x="0" y="906779"/>
                </a:moveTo>
                <a:lnTo>
                  <a:pt x="49911" y="906779"/>
                </a:lnTo>
              </a:path>
              <a:path w="1442085" h="1139825">
                <a:moveTo>
                  <a:pt x="522731" y="1082039"/>
                </a:moveTo>
                <a:lnTo>
                  <a:pt x="522731" y="1139825"/>
                </a:lnTo>
              </a:path>
              <a:path w="1442085" h="1139825">
                <a:moveTo>
                  <a:pt x="979932" y="1082039"/>
                </a:moveTo>
                <a:lnTo>
                  <a:pt x="979932" y="1139825"/>
                </a:lnTo>
              </a:path>
              <a:path w="1442085" h="1139825">
                <a:moveTo>
                  <a:pt x="1441704" y="1082039"/>
                </a:moveTo>
                <a:lnTo>
                  <a:pt x="1441704" y="11398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44472" y="2925978"/>
            <a:ext cx="89535" cy="3886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4472" y="3238459"/>
            <a:ext cx="90170" cy="817244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9433" y="415823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6633" y="415823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7135" y="4024629"/>
            <a:ext cx="297815" cy="31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>
              <a:lnSpc>
                <a:spcPts val="118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  <a:p>
            <a:pPr marL="12700">
              <a:lnSpc>
                <a:spcPts val="1060"/>
              </a:lnSpc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2798" y="2805430"/>
            <a:ext cx="1701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05914" y="3181476"/>
            <a:ext cx="995044" cy="795020"/>
            <a:chOff x="2105914" y="3181476"/>
            <a:chExt cx="995044" cy="795020"/>
          </a:xfrm>
        </p:grpSpPr>
        <p:sp>
          <p:nvSpPr>
            <p:cNvPr id="18" name="object 18"/>
            <p:cNvSpPr/>
            <p:nvPr/>
          </p:nvSpPr>
          <p:spPr>
            <a:xfrm>
              <a:off x="2105914" y="3820413"/>
              <a:ext cx="184785" cy="156210"/>
            </a:xfrm>
            <a:custGeom>
              <a:avLst/>
              <a:gdLst/>
              <a:ahLst/>
              <a:cxnLst/>
              <a:rect l="l" t="t" r="r" b="b"/>
              <a:pathLst>
                <a:path w="184785" h="156210">
                  <a:moveTo>
                    <a:pt x="67056" y="119507"/>
                  </a:moveTo>
                  <a:lnTo>
                    <a:pt x="30734" y="88646"/>
                  </a:lnTo>
                  <a:lnTo>
                    <a:pt x="0" y="124841"/>
                  </a:lnTo>
                  <a:lnTo>
                    <a:pt x="36195" y="155702"/>
                  </a:lnTo>
                  <a:lnTo>
                    <a:pt x="67056" y="119507"/>
                  </a:lnTo>
                  <a:close/>
                </a:path>
                <a:path w="184785" h="156210">
                  <a:moveTo>
                    <a:pt x="184277" y="30861"/>
                  </a:moveTo>
                  <a:lnTo>
                    <a:pt x="148082" y="0"/>
                  </a:lnTo>
                  <a:lnTo>
                    <a:pt x="117348" y="36195"/>
                  </a:lnTo>
                  <a:lnTo>
                    <a:pt x="153543" y="67056"/>
                  </a:lnTo>
                  <a:lnTo>
                    <a:pt x="184277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69464" y="3367023"/>
              <a:ext cx="67056" cy="14960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01620" y="3181476"/>
              <a:ext cx="299085" cy="257810"/>
            </a:xfrm>
            <a:custGeom>
              <a:avLst/>
              <a:gdLst/>
              <a:ahLst/>
              <a:cxnLst/>
              <a:rect l="l" t="t" r="r" b="b"/>
              <a:pathLst>
                <a:path w="299085" h="257810">
                  <a:moveTo>
                    <a:pt x="67056" y="221234"/>
                  </a:moveTo>
                  <a:lnTo>
                    <a:pt x="30861" y="190373"/>
                  </a:lnTo>
                  <a:lnTo>
                    <a:pt x="0" y="226568"/>
                  </a:lnTo>
                  <a:lnTo>
                    <a:pt x="36195" y="257429"/>
                  </a:lnTo>
                  <a:lnTo>
                    <a:pt x="67056" y="221234"/>
                  </a:lnTo>
                  <a:close/>
                </a:path>
                <a:path w="299085" h="257810">
                  <a:moveTo>
                    <a:pt x="298831" y="30861"/>
                  </a:moveTo>
                  <a:lnTo>
                    <a:pt x="262636" y="0"/>
                  </a:lnTo>
                  <a:lnTo>
                    <a:pt x="231775" y="36322"/>
                  </a:lnTo>
                  <a:lnTo>
                    <a:pt x="268097" y="67056"/>
                  </a:lnTo>
                  <a:lnTo>
                    <a:pt x="298831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191892" y="3871721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7082" y="3769233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48457" y="3312032"/>
            <a:ext cx="88265" cy="24637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7251" y="3321176"/>
            <a:ext cx="755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5216" y="3147187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76044" y="4663440"/>
            <a:ext cx="1442085" cy="1141730"/>
          </a:xfrm>
          <a:custGeom>
            <a:avLst/>
            <a:gdLst/>
            <a:ahLst/>
            <a:cxnLst/>
            <a:rect l="l" t="t" r="r" b="b"/>
            <a:pathLst>
              <a:path w="1442085" h="1141729">
                <a:moveTo>
                  <a:pt x="54863" y="0"/>
                </a:moveTo>
                <a:lnTo>
                  <a:pt x="54863" y="1093304"/>
                </a:lnTo>
              </a:path>
              <a:path w="1442085" h="1141729">
                <a:moveTo>
                  <a:pt x="50292" y="1089660"/>
                </a:moveTo>
                <a:lnTo>
                  <a:pt x="1441958" y="1089660"/>
                </a:lnTo>
              </a:path>
              <a:path w="1442085" h="1141729">
                <a:moveTo>
                  <a:pt x="0" y="9143"/>
                </a:moveTo>
                <a:lnTo>
                  <a:pt x="49911" y="9143"/>
                </a:lnTo>
              </a:path>
              <a:path w="1442085" h="1141729">
                <a:moveTo>
                  <a:pt x="0" y="182880"/>
                </a:moveTo>
                <a:lnTo>
                  <a:pt x="49911" y="182880"/>
                </a:lnTo>
              </a:path>
              <a:path w="1442085" h="1141729">
                <a:moveTo>
                  <a:pt x="0" y="355092"/>
                </a:moveTo>
                <a:lnTo>
                  <a:pt x="49911" y="355092"/>
                </a:lnTo>
              </a:path>
              <a:path w="1442085" h="1141729">
                <a:moveTo>
                  <a:pt x="0" y="545592"/>
                </a:moveTo>
                <a:lnTo>
                  <a:pt x="49911" y="545592"/>
                </a:lnTo>
              </a:path>
              <a:path w="1442085" h="1141729">
                <a:moveTo>
                  <a:pt x="0" y="720852"/>
                </a:moveTo>
                <a:lnTo>
                  <a:pt x="49911" y="720852"/>
                </a:lnTo>
              </a:path>
              <a:path w="1442085" h="1141729">
                <a:moveTo>
                  <a:pt x="0" y="906780"/>
                </a:moveTo>
                <a:lnTo>
                  <a:pt x="49911" y="906780"/>
                </a:lnTo>
              </a:path>
              <a:path w="1442085" h="1141729">
                <a:moveTo>
                  <a:pt x="524256" y="1083564"/>
                </a:moveTo>
                <a:lnTo>
                  <a:pt x="524256" y="1141285"/>
                </a:lnTo>
              </a:path>
              <a:path w="1442085" h="1141729">
                <a:moveTo>
                  <a:pt x="981456" y="1083564"/>
                </a:moveTo>
                <a:lnTo>
                  <a:pt x="981456" y="1141285"/>
                </a:lnTo>
              </a:path>
              <a:path w="1442085" h="1141729">
                <a:moveTo>
                  <a:pt x="1441704" y="1083564"/>
                </a:moveTo>
                <a:lnTo>
                  <a:pt x="1441704" y="114128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63648" y="4557674"/>
            <a:ext cx="89535" cy="13112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4472" y="4059428"/>
            <a:ext cx="257810" cy="572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  <a:p>
            <a:pPr marL="132715">
              <a:lnSpc>
                <a:spcPts val="990"/>
              </a:lnSpc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Carlito"/>
              <a:cs typeface="Carlito"/>
            </a:endParaRPr>
          </a:p>
          <a:p>
            <a:pPr marL="99695">
              <a:lnSpc>
                <a:spcPct val="100000"/>
              </a:lnSpc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83791" y="579008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48610" y="579008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05810" y="579008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66059" y="579008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93694" y="5656579"/>
            <a:ext cx="170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47697" y="4788789"/>
            <a:ext cx="1051560" cy="821690"/>
            <a:chOff x="2147697" y="4788789"/>
            <a:chExt cx="1051560" cy="821690"/>
          </a:xfrm>
        </p:grpSpPr>
        <p:sp>
          <p:nvSpPr>
            <p:cNvPr id="35" name="object 35"/>
            <p:cNvSpPr/>
            <p:nvPr/>
          </p:nvSpPr>
          <p:spPr>
            <a:xfrm>
              <a:off x="2147697" y="5448427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5" h="162560">
                  <a:moveTo>
                    <a:pt x="67056" y="125730"/>
                  </a:moveTo>
                  <a:lnTo>
                    <a:pt x="30734" y="94996"/>
                  </a:lnTo>
                  <a:lnTo>
                    <a:pt x="0" y="131191"/>
                  </a:lnTo>
                  <a:lnTo>
                    <a:pt x="36195" y="161975"/>
                  </a:lnTo>
                  <a:lnTo>
                    <a:pt x="67056" y="125730"/>
                  </a:lnTo>
                  <a:close/>
                </a:path>
                <a:path w="184785" h="162560">
                  <a:moveTo>
                    <a:pt x="184277" y="30734"/>
                  </a:moveTo>
                  <a:lnTo>
                    <a:pt x="148082" y="0"/>
                  </a:lnTo>
                  <a:lnTo>
                    <a:pt x="117348" y="36195"/>
                  </a:lnTo>
                  <a:lnTo>
                    <a:pt x="153543" y="66929"/>
                  </a:lnTo>
                  <a:lnTo>
                    <a:pt x="184277" y="3073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23947" y="4982337"/>
              <a:ext cx="67055" cy="1494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68041" y="4788788"/>
              <a:ext cx="331470" cy="257810"/>
            </a:xfrm>
            <a:custGeom>
              <a:avLst/>
              <a:gdLst/>
              <a:ahLst/>
              <a:cxnLst/>
              <a:rect l="l" t="t" r="r" b="b"/>
              <a:pathLst>
                <a:path w="331469" h="257810">
                  <a:moveTo>
                    <a:pt x="67056" y="221107"/>
                  </a:moveTo>
                  <a:lnTo>
                    <a:pt x="30734" y="190373"/>
                  </a:lnTo>
                  <a:lnTo>
                    <a:pt x="0" y="226568"/>
                  </a:lnTo>
                  <a:lnTo>
                    <a:pt x="36195" y="257429"/>
                  </a:lnTo>
                  <a:lnTo>
                    <a:pt x="67056" y="221107"/>
                  </a:lnTo>
                  <a:close/>
                </a:path>
                <a:path w="331469" h="257810">
                  <a:moveTo>
                    <a:pt x="330962" y="30861"/>
                  </a:moveTo>
                  <a:lnTo>
                    <a:pt x="294767" y="0"/>
                  </a:lnTo>
                  <a:lnTo>
                    <a:pt x="264033" y="36195"/>
                  </a:lnTo>
                  <a:lnTo>
                    <a:pt x="300228" y="67056"/>
                  </a:lnTo>
                  <a:lnTo>
                    <a:pt x="330962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348864" y="5397500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03067" y="4927853"/>
            <a:ext cx="88265" cy="2457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63672" y="4928996"/>
            <a:ext cx="755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24910" y="4741290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26691" y="5510276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84832" y="4872228"/>
            <a:ext cx="1010919" cy="868680"/>
          </a:xfrm>
          <a:custGeom>
            <a:avLst/>
            <a:gdLst/>
            <a:ahLst/>
            <a:cxnLst/>
            <a:rect l="l" t="t" r="r" b="b"/>
            <a:pathLst>
              <a:path w="1010919" h="868679">
                <a:moveTo>
                  <a:pt x="0" y="680466"/>
                </a:moveTo>
                <a:lnTo>
                  <a:pt x="5393" y="637329"/>
                </a:lnTo>
                <a:lnTo>
                  <a:pt x="20758" y="597721"/>
                </a:lnTo>
                <a:lnTo>
                  <a:pt x="44866" y="562773"/>
                </a:lnTo>
                <a:lnTo>
                  <a:pt x="76493" y="533619"/>
                </a:lnTo>
                <a:lnTo>
                  <a:pt x="114411" y="511393"/>
                </a:lnTo>
                <a:lnTo>
                  <a:pt x="157394" y="497226"/>
                </a:lnTo>
                <a:lnTo>
                  <a:pt x="204216" y="492252"/>
                </a:lnTo>
                <a:lnTo>
                  <a:pt x="251037" y="497226"/>
                </a:lnTo>
                <a:lnTo>
                  <a:pt x="294020" y="511393"/>
                </a:lnTo>
                <a:lnTo>
                  <a:pt x="331938" y="533619"/>
                </a:lnTo>
                <a:lnTo>
                  <a:pt x="363565" y="562773"/>
                </a:lnTo>
                <a:lnTo>
                  <a:pt x="387673" y="597721"/>
                </a:lnTo>
                <a:lnTo>
                  <a:pt x="403038" y="637329"/>
                </a:lnTo>
                <a:lnTo>
                  <a:pt x="408431" y="680466"/>
                </a:lnTo>
                <a:lnTo>
                  <a:pt x="403038" y="723622"/>
                </a:lnTo>
                <a:lnTo>
                  <a:pt x="387673" y="763238"/>
                </a:lnTo>
                <a:lnTo>
                  <a:pt x="363565" y="798185"/>
                </a:lnTo>
                <a:lnTo>
                  <a:pt x="331938" y="827332"/>
                </a:lnTo>
                <a:lnTo>
                  <a:pt x="294020" y="849550"/>
                </a:lnTo>
                <a:lnTo>
                  <a:pt x="251037" y="863709"/>
                </a:lnTo>
                <a:lnTo>
                  <a:pt x="204216" y="868680"/>
                </a:lnTo>
                <a:lnTo>
                  <a:pt x="157394" y="863709"/>
                </a:lnTo>
                <a:lnTo>
                  <a:pt x="114411" y="849550"/>
                </a:lnTo>
                <a:lnTo>
                  <a:pt x="76493" y="827332"/>
                </a:lnTo>
                <a:lnTo>
                  <a:pt x="44866" y="798185"/>
                </a:lnTo>
                <a:lnTo>
                  <a:pt x="20758" y="763238"/>
                </a:lnTo>
                <a:lnTo>
                  <a:pt x="5393" y="723622"/>
                </a:lnTo>
                <a:lnTo>
                  <a:pt x="0" y="680466"/>
                </a:lnTo>
                <a:close/>
              </a:path>
              <a:path w="1010919" h="868679">
                <a:moveTo>
                  <a:pt x="368807" y="188214"/>
                </a:moveTo>
                <a:lnTo>
                  <a:pt x="388879" y="122564"/>
                </a:lnTo>
                <a:lnTo>
                  <a:pt x="444259" y="66975"/>
                </a:lnTo>
                <a:lnTo>
                  <a:pt x="482925" y="44285"/>
                </a:lnTo>
                <a:lnTo>
                  <a:pt x="527699" y="25710"/>
                </a:lnTo>
                <a:lnTo>
                  <a:pt x="577675" y="11782"/>
                </a:lnTo>
                <a:lnTo>
                  <a:pt x="631947" y="3034"/>
                </a:lnTo>
                <a:lnTo>
                  <a:pt x="689610" y="0"/>
                </a:lnTo>
                <a:lnTo>
                  <a:pt x="747272" y="3034"/>
                </a:lnTo>
                <a:lnTo>
                  <a:pt x="801544" y="11782"/>
                </a:lnTo>
                <a:lnTo>
                  <a:pt x="851520" y="25710"/>
                </a:lnTo>
                <a:lnTo>
                  <a:pt x="896294" y="44285"/>
                </a:lnTo>
                <a:lnTo>
                  <a:pt x="934960" y="66975"/>
                </a:lnTo>
                <a:lnTo>
                  <a:pt x="966611" y="93246"/>
                </a:lnTo>
                <a:lnTo>
                  <a:pt x="1005243" y="154398"/>
                </a:lnTo>
                <a:lnTo>
                  <a:pt x="1010412" y="188214"/>
                </a:lnTo>
                <a:lnTo>
                  <a:pt x="1005243" y="222029"/>
                </a:lnTo>
                <a:lnTo>
                  <a:pt x="966611" y="283181"/>
                </a:lnTo>
                <a:lnTo>
                  <a:pt x="934960" y="309452"/>
                </a:lnTo>
                <a:lnTo>
                  <a:pt x="896294" y="332142"/>
                </a:lnTo>
                <a:lnTo>
                  <a:pt x="851520" y="350717"/>
                </a:lnTo>
                <a:lnTo>
                  <a:pt x="801544" y="364645"/>
                </a:lnTo>
                <a:lnTo>
                  <a:pt x="747272" y="373393"/>
                </a:lnTo>
                <a:lnTo>
                  <a:pt x="689610" y="376428"/>
                </a:lnTo>
                <a:lnTo>
                  <a:pt x="631947" y="373393"/>
                </a:lnTo>
                <a:lnTo>
                  <a:pt x="577675" y="364645"/>
                </a:lnTo>
                <a:lnTo>
                  <a:pt x="527699" y="350717"/>
                </a:lnTo>
                <a:lnTo>
                  <a:pt x="482925" y="332142"/>
                </a:lnTo>
                <a:lnTo>
                  <a:pt x="444259" y="309452"/>
                </a:lnTo>
                <a:lnTo>
                  <a:pt x="412608" y="283181"/>
                </a:lnTo>
                <a:lnTo>
                  <a:pt x="373976" y="222029"/>
                </a:lnTo>
                <a:lnTo>
                  <a:pt x="368807" y="188214"/>
                </a:lnTo>
                <a:close/>
              </a:path>
              <a:path w="1010919" h="868679">
                <a:moveTo>
                  <a:pt x="530351" y="190500"/>
                </a:moveTo>
                <a:lnTo>
                  <a:pt x="535789" y="131710"/>
                </a:lnTo>
                <a:lnTo>
                  <a:pt x="550932" y="80668"/>
                </a:lnTo>
                <a:lnTo>
                  <a:pt x="574023" y="40428"/>
                </a:lnTo>
                <a:lnTo>
                  <a:pt x="603308" y="14045"/>
                </a:lnTo>
                <a:lnTo>
                  <a:pt x="637032" y="4572"/>
                </a:lnTo>
                <a:lnTo>
                  <a:pt x="670755" y="14045"/>
                </a:lnTo>
                <a:lnTo>
                  <a:pt x="700040" y="40428"/>
                </a:lnTo>
                <a:lnTo>
                  <a:pt x="723131" y="80668"/>
                </a:lnTo>
                <a:lnTo>
                  <a:pt x="738274" y="131710"/>
                </a:lnTo>
                <a:lnTo>
                  <a:pt x="743712" y="190500"/>
                </a:lnTo>
                <a:lnTo>
                  <a:pt x="738274" y="249289"/>
                </a:lnTo>
                <a:lnTo>
                  <a:pt x="723131" y="300331"/>
                </a:lnTo>
                <a:lnTo>
                  <a:pt x="700040" y="340571"/>
                </a:lnTo>
                <a:lnTo>
                  <a:pt x="670755" y="366954"/>
                </a:lnTo>
                <a:lnTo>
                  <a:pt x="637032" y="376428"/>
                </a:lnTo>
                <a:lnTo>
                  <a:pt x="603308" y="366954"/>
                </a:lnTo>
                <a:lnTo>
                  <a:pt x="574023" y="340571"/>
                </a:lnTo>
                <a:lnTo>
                  <a:pt x="550932" y="300331"/>
                </a:lnTo>
                <a:lnTo>
                  <a:pt x="535789" y="249289"/>
                </a:lnTo>
                <a:lnTo>
                  <a:pt x="530351" y="190500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95928" y="4696967"/>
            <a:ext cx="1442085" cy="1139825"/>
          </a:xfrm>
          <a:custGeom>
            <a:avLst/>
            <a:gdLst/>
            <a:ahLst/>
            <a:cxnLst/>
            <a:rect l="l" t="t" r="r" b="b"/>
            <a:pathLst>
              <a:path w="1442085" h="1139825">
                <a:moveTo>
                  <a:pt x="54863" y="0"/>
                </a:moveTo>
                <a:lnTo>
                  <a:pt x="54863" y="1093304"/>
                </a:lnTo>
              </a:path>
              <a:path w="1442085" h="1139825">
                <a:moveTo>
                  <a:pt x="50292" y="1089659"/>
                </a:moveTo>
                <a:lnTo>
                  <a:pt x="1441958" y="1089659"/>
                </a:lnTo>
              </a:path>
              <a:path w="1442085" h="1139825">
                <a:moveTo>
                  <a:pt x="0" y="7619"/>
                </a:moveTo>
                <a:lnTo>
                  <a:pt x="49911" y="7619"/>
                </a:lnTo>
              </a:path>
              <a:path w="1442085" h="1139825">
                <a:moveTo>
                  <a:pt x="0" y="182879"/>
                </a:moveTo>
                <a:lnTo>
                  <a:pt x="49911" y="182879"/>
                </a:lnTo>
              </a:path>
              <a:path w="1442085" h="1139825">
                <a:moveTo>
                  <a:pt x="0" y="353567"/>
                </a:moveTo>
                <a:lnTo>
                  <a:pt x="49911" y="353567"/>
                </a:lnTo>
              </a:path>
              <a:path w="1442085" h="1139825">
                <a:moveTo>
                  <a:pt x="0" y="545591"/>
                </a:moveTo>
                <a:lnTo>
                  <a:pt x="49911" y="545591"/>
                </a:lnTo>
              </a:path>
              <a:path w="1442085" h="1139825">
                <a:moveTo>
                  <a:pt x="0" y="719327"/>
                </a:moveTo>
                <a:lnTo>
                  <a:pt x="49911" y="719327"/>
                </a:lnTo>
              </a:path>
              <a:path w="1442085" h="1139825">
                <a:moveTo>
                  <a:pt x="0" y="906779"/>
                </a:moveTo>
                <a:lnTo>
                  <a:pt x="49911" y="906779"/>
                </a:lnTo>
              </a:path>
              <a:path w="1442085" h="1139825">
                <a:moveTo>
                  <a:pt x="524256" y="1082039"/>
                </a:moveTo>
                <a:lnTo>
                  <a:pt x="524256" y="1139761"/>
                </a:lnTo>
              </a:path>
              <a:path w="1442085" h="1139825">
                <a:moveTo>
                  <a:pt x="981456" y="1082039"/>
                </a:moveTo>
                <a:lnTo>
                  <a:pt x="981456" y="1139761"/>
                </a:lnTo>
              </a:path>
              <a:path w="1442085" h="1139825">
                <a:moveTo>
                  <a:pt x="1441704" y="1082039"/>
                </a:moveTo>
                <a:lnTo>
                  <a:pt x="1441704" y="113976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883533" y="4590567"/>
            <a:ext cx="89535" cy="13112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03675" y="582300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68495" y="582300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25695" y="582300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86196" y="582300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51859" y="4470272"/>
            <a:ext cx="170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513959" y="5689498"/>
            <a:ext cx="170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269613" y="4802885"/>
            <a:ext cx="1051560" cy="821690"/>
            <a:chOff x="4269613" y="4802885"/>
            <a:chExt cx="1051560" cy="821690"/>
          </a:xfrm>
        </p:grpSpPr>
        <p:sp>
          <p:nvSpPr>
            <p:cNvPr id="53" name="object 53"/>
            <p:cNvSpPr/>
            <p:nvPr/>
          </p:nvSpPr>
          <p:spPr>
            <a:xfrm>
              <a:off x="4269613" y="5462396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5" h="162560">
                  <a:moveTo>
                    <a:pt x="67056" y="125869"/>
                  </a:moveTo>
                  <a:lnTo>
                    <a:pt x="30861" y="95123"/>
                  </a:lnTo>
                  <a:lnTo>
                    <a:pt x="0" y="131292"/>
                  </a:lnTo>
                  <a:lnTo>
                    <a:pt x="36195" y="162090"/>
                  </a:lnTo>
                  <a:lnTo>
                    <a:pt x="67056" y="125869"/>
                  </a:lnTo>
                  <a:close/>
                </a:path>
                <a:path w="184785" h="162560">
                  <a:moveTo>
                    <a:pt x="184404" y="30861"/>
                  </a:moveTo>
                  <a:lnTo>
                    <a:pt x="148082" y="0"/>
                  </a:lnTo>
                  <a:lnTo>
                    <a:pt x="117348" y="36322"/>
                  </a:lnTo>
                  <a:lnTo>
                    <a:pt x="153543" y="67056"/>
                  </a:lnTo>
                  <a:lnTo>
                    <a:pt x="184404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45863" y="4996433"/>
              <a:ext cx="67056" cy="1494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89957" y="4802885"/>
              <a:ext cx="331470" cy="257810"/>
            </a:xfrm>
            <a:custGeom>
              <a:avLst/>
              <a:gdLst/>
              <a:ahLst/>
              <a:cxnLst/>
              <a:rect l="l" t="t" r="r" b="b"/>
              <a:pathLst>
                <a:path w="331470" h="257810">
                  <a:moveTo>
                    <a:pt x="67056" y="221107"/>
                  </a:moveTo>
                  <a:lnTo>
                    <a:pt x="30861" y="190373"/>
                  </a:lnTo>
                  <a:lnTo>
                    <a:pt x="0" y="226568"/>
                  </a:lnTo>
                  <a:lnTo>
                    <a:pt x="36195" y="257429"/>
                  </a:lnTo>
                  <a:lnTo>
                    <a:pt x="67056" y="221107"/>
                  </a:lnTo>
                  <a:close/>
                </a:path>
                <a:path w="331470" h="257810">
                  <a:moveTo>
                    <a:pt x="330962" y="30861"/>
                  </a:moveTo>
                  <a:lnTo>
                    <a:pt x="294767" y="0"/>
                  </a:lnTo>
                  <a:lnTo>
                    <a:pt x="264033" y="36195"/>
                  </a:lnTo>
                  <a:lnTo>
                    <a:pt x="300228" y="67056"/>
                  </a:lnTo>
                  <a:lnTo>
                    <a:pt x="330962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470908" y="5411470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825365" y="4941823"/>
            <a:ext cx="88265" cy="2457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85715" y="4943094"/>
            <a:ext cx="755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47208" y="4755260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48988" y="5524296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207764" y="4642103"/>
            <a:ext cx="1377950" cy="1125220"/>
          </a:xfrm>
          <a:custGeom>
            <a:avLst/>
            <a:gdLst/>
            <a:ahLst/>
            <a:cxnLst/>
            <a:rect l="l" t="t" r="r" b="b"/>
            <a:pathLst>
              <a:path w="1377950" h="1125220">
                <a:moveTo>
                  <a:pt x="0" y="936498"/>
                </a:moveTo>
                <a:lnTo>
                  <a:pt x="5393" y="893361"/>
                </a:lnTo>
                <a:lnTo>
                  <a:pt x="20758" y="853753"/>
                </a:lnTo>
                <a:lnTo>
                  <a:pt x="44866" y="818805"/>
                </a:lnTo>
                <a:lnTo>
                  <a:pt x="76493" y="789651"/>
                </a:lnTo>
                <a:lnTo>
                  <a:pt x="114411" y="767425"/>
                </a:lnTo>
                <a:lnTo>
                  <a:pt x="157394" y="753258"/>
                </a:lnTo>
                <a:lnTo>
                  <a:pt x="204215" y="748284"/>
                </a:lnTo>
                <a:lnTo>
                  <a:pt x="251037" y="753258"/>
                </a:lnTo>
                <a:lnTo>
                  <a:pt x="294020" y="767425"/>
                </a:lnTo>
                <a:lnTo>
                  <a:pt x="331938" y="789651"/>
                </a:lnTo>
                <a:lnTo>
                  <a:pt x="363565" y="818805"/>
                </a:lnTo>
                <a:lnTo>
                  <a:pt x="387673" y="853753"/>
                </a:lnTo>
                <a:lnTo>
                  <a:pt x="403038" y="893361"/>
                </a:lnTo>
                <a:lnTo>
                  <a:pt x="408432" y="936498"/>
                </a:lnTo>
                <a:lnTo>
                  <a:pt x="403038" y="979654"/>
                </a:lnTo>
                <a:lnTo>
                  <a:pt x="387673" y="1019270"/>
                </a:lnTo>
                <a:lnTo>
                  <a:pt x="363565" y="1054217"/>
                </a:lnTo>
                <a:lnTo>
                  <a:pt x="331938" y="1083364"/>
                </a:lnTo>
                <a:lnTo>
                  <a:pt x="294020" y="1105582"/>
                </a:lnTo>
                <a:lnTo>
                  <a:pt x="251037" y="1119741"/>
                </a:lnTo>
                <a:lnTo>
                  <a:pt x="204215" y="1124712"/>
                </a:lnTo>
                <a:lnTo>
                  <a:pt x="157394" y="1119741"/>
                </a:lnTo>
                <a:lnTo>
                  <a:pt x="114411" y="1105582"/>
                </a:lnTo>
                <a:lnTo>
                  <a:pt x="76493" y="1083364"/>
                </a:lnTo>
                <a:lnTo>
                  <a:pt x="44866" y="1054217"/>
                </a:lnTo>
                <a:lnTo>
                  <a:pt x="20758" y="1019270"/>
                </a:lnTo>
                <a:lnTo>
                  <a:pt x="5393" y="979654"/>
                </a:lnTo>
                <a:lnTo>
                  <a:pt x="0" y="936498"/>
                </a:lnTo>
                <a:close/>
              </a:path>
              <a:path w="1377950" h="1125220">
                <a:moveTo>
                  <a:pt x="353568" y="425196"/>
                </a:moveTo>
                <a:lnTo>
                  <a:pt x="373639" y="359796"/>
                </a:lnTo>
                <a:lnTo>
                  <a:pt x="429019" y="304432"/>
                </a:lnTo>
                <a:lnTo>
                  <a:pt x="467685" y="281837"/>
                </a:lnTo>
                <a:lnTo>
                  <a:pt x="512459" y="263341"/>
                </a:lnTo>
                <a:lnTo>
                  <a:pt x="562435" y="249473"/>
                </a:lnTo>
                <a:lnTo>
                  <a:pt x="616707" y="240764"/>
                </a:lnTo>
                <a:lnTo>
                  <a:pt x="674370" y="237744"/>
                </a:lnTo>
                <a:lnTo>
                  <a:pt x="732032" y="240764"/>
                </a:lnTo>
                <a:lnTo>
                  <a:pt x="786304" y="249473"/>
                </a:lnTo>
                <a:lnTo>
                  <a:pt x="836280" y="263341"/>
                </a:lnTo>
                <a:lnTo>
                  <a:pt x="881054" y="281837"/>
                </a:lnTo>
                <a:lnTo>
                  <a:pt x="919720" y="304432"/>
                </a:lnTo>
                <a:lnTo>
                  <a:pt x="951371" y="330595"/>
                </a:lnTo>
                <a:lnTo>
                  <a:pt x="990003" y="391507"/>
                </a:lnTo>
                <a:lnTo>
                  <a:pt x="995172" y="425196"/>
                </a:lnTo>
                <a:lnTo>
                  <a:pt x="990003" y="458884"/>
                </a:lnTo>
                <a:lnTo>
                  <a:pt x="951371" y="519796"/>
                </a:lnTo>
                <a:lnTo>
                  <a:pt x="919720" y="545959"/>
                </a:lnTo>
                <a:lnTo>
                  <a:pt x="881054" y="568554"/>
                </a:lnTo>
                <a:lnTo>
                  <a:pt x="836280" y="587050"/>
                </a:lnTo>
                <a:lnTo>
                  <a:pt x="786304" y="600918"/>
                </a:lnTo>
                <a:lnTo>
                  <a:pt x="732032" y="609627"/>
                </a:lnTo>
                <a:lnTo>
                  <a:pt x="674370" y="612648"/>
                </a:lnTo>
                <a:lnTo>
                  <a:pt x="616707" y="609627"/>
                </a:lnTo>
                <a:lnTo>
                  <a:pt x="562435" y="600918"/>
                </a:lnTo>
                <a:lnTo>
                  <a:pt x="512459" y="587050"/>
                </a:lnTo>
                <a:lnTo>
                  <a:pt x="467685" y="568554"/>
                </a:lnTo>
                <a:lnTo>
                  <a:pt x="429019" y="545959"/>
                </a:lnTo>
                <a:lnTo>
                  <a:pt x="397368" y="519796"/>
                </a:lnTo>
                <a:lnTo>
                  <a:pt x="358736" y="458884"/>
                </a:lnTo>
                <a:lnTo>
                  <a:pt x="353568" y="425196"/>
                </a:lnTo>
                <a:close/>
              </a:path>
              <a:path w="1377950" h="1125220">
                <a:moveTo>
                  <a:pt x="527303" y="429006"/>
                </a:moveTo>
                <a:lnTo>
                  <a:pt x="532741" y="369990"/>
                </a:lnTo>
                <a:lnTo>
                  <a:pt x="547884" y="318741"/>
                </a:lnTo>
                <a:lnTo>
                  <a:pt x="570975" y="278331"/>
                </a:lnTo>
                <a:lnTo>
                  <a:pt x="600260" y="251831"/>
                </a:lnTo>
                <a:lnTo>
                  <a:pt x="633984" y="242316"/>
                </a:lnTo>
                <a:lnTo>
                  <a:pt x="667707" y="251831"/>
                </a:lnTo>
                <a:lnTo>
                  <a:pt x="696992" y="278331"/>
                </a:lnTo>
                <a:lnTo>
                  <a:pt x="720083" y="318741"/>
                </a:lnTo>
                <a:lnTo>
                  <a:pt x="735226" y="369990"/>
                </a:lnTo>
                <a:lnTo>
                  <a:pt x="740663" y="429006"/>
                </a:lnTo>
                <a:lnTo>
                  <a:pt x="735226" y="488021"/>
                </a:lnTo>
                <a:lnTo>
                  <a:pt x="720083" y="539270"/>
                </a:lnTo>
                <a:lnTo>
                  <a:pt x="696992" y="579680"/>
                </a:lnTo>
                <a:lnTo>
                  <a:pt x="667707" y="606180"/>
                </a:lnTo>
                <a:lnTo>
                  <a:pt x="633984" y="615696"/>
                </a:lnTo>
                <a:lnTo>
                  <a:pt x="600260" y="606180"/>
                </a:lnTo>
                <a:lnTo>
                  <a:pt x="570975" y="579680"/>
                </a:lnTo>
                <a:lnTo>
                  <a:pt x="547884" y="539270"/>
                </a:lnTo>
                <a:lnTo>
                  <a:pt x="532741" y="488021"/>
                </a:lnTo>
                <a:lnTo>
                  <a:pt x="527303" y="429006"/>
                </a:lnTo>
                <a:close/>
              </a:path>
              <a:path w="1377950" h="1125220">
                <a:moveTo>
                  <a:pt x="204215" y="313182"/>
                </a:moveTo>
                <a:lnTo>
                  <a:pt x="216134" y="250062"/>
                </a:lnTo>
                <a:lnTo>
                  <a:pt x="250316" y="191273"/>
                </a:lnTo>
                <a:lnTo>
                  <a:pt x="304407" y="138075"/>
                </a:lnTo>
                <a:lnTo>
                  <a:pt x="338180" y="113965"/>
                </a:lnTo>
                <a:lnTo>
                  <a:pt x="376046" y="91725"/>
                </a:lnTo>
                <a:lnTo>
                  <a:pt x="417711" y="71512"/>
                </a:lnTo>
                <a:lnTo>
                  <a:pt x="462879" y="53484"/>
                </a:lnTo>
                <a:lnTo>
                  <a:pt x="511255" y="37797"/>
                </a:lnTo>
                <a:lnTo>
                  <a:pt x="562546" y="24610"/>
                </a:lnTo>
                <a:lnTo>
                  <a:pt x="616456" y="14079"/>
                </a:lnTo>
                <a:lnTo>
                  <a:pt x="672691" y="6362"/>
                </a:lnTo>
                <a:lnTo>
                  <a:pt x="730955" y="1616"/>
                </a:lnTo>
                <a:lnTo>
                  <a:pt x="790956" y="0"/>
                </a:lnTo>
                <a:lnTo>
                  <a:pt x="850956" y="1616"/>
                </a:lnTo>
                <a:lnTo>
                  <a:pt x="909220" y="6362"/>
                </a:lnTo>
                <a:lnTo>
                  <a:pt x="965455" y="14079"/>
                </a:lnTo>
                <a:lnTo>
                  <a:pt x="1019365" y="24610"/>
                </a:lnTo>
                <a:lnTo>
                  <a:pt x="1070656" y="37797"/>
                </a:lnTo>
                <a:lnTo>
                  <a:pt x="1119032" y="53484"/>
                </a:lnTo>
                <a:lnTo>
                  <a:pt x="1164200" y="71512"/>
                </a:lnTo>
                <a:lnTo>
                  <a:pt x="1205865" y="91725"/>
                </a:lnTo>
                <a:lnTo>
                  <a:pt x="1243731" y="113965"/>
                </a:lnTo>
                <a:lnTo>
                  <a:pt x="1277504" y="138075"/>
                </a:lnTo>
                <a:lnTo>
                  <a:pt x="1306891" y="163897"/>
                </a:lnTo>
                <a:lnTo>
                  <a:pt x="1351322" y="220048"/>
                </a:lnTo>
                <a:lnTo>
                  <a:pt x="1374667" y="281159"/>
                </a:lnTo>
                <a:lnTo>
                  <a:pt x="1377696" y="313182"/>
                </a:lnTo>
                <a:lnTo>
                  <a:pt x="1374667" y="345204"/>
                </a:lnTo>
                <a:lnTo>
                  <a:pt x="1351322" y="406315"/>
                </a:lnTo>
                <a:lnTo>
                  <a:pt x="1306891" y="462466"/>
                </a:lnTo>
                <a:lnTo>
                  <a:pt x="1277504" y="488288"/>
                </a:lnTo>
                <a:lnTo>
                  <a:pt x="1243731" y="512398"/>
                </a:lnTo>
                <a:lnTo>
                  <a:pt x="1205865" y="534638"/>
                </a:lnTo>
                <a:lnTo>
                  <a:pt x="1164200" y="554851"/>
                </a:lnTo>
                <a:lnTo>
                  <a:pt x="1119032" y="572879"/>
                </a:lnTo>
                <a:lnTo>
                  <a:pt x="1070656" y="588566"/>
                </a:lnTo>
                <a:lnTo>
                  <a:pt x="1019365" y="601753"/>
                </a:lnTo>
                <a:lnTo>
                  <a:pt x="965455" y="612284"/>
                </a:lnTo>
                <a:lnTo>
                  <a:pt x="909220" y="620001"/>
                </a:lnTo>
                <a:lnTo>
                  <a:pt x="850956" y="624747"/>
                </a:lnTo>
                <a:lnTo>
                  <a:pt x="790956" y="626364"/>
                </a:lnTo>
                <a:lnTo>
                  <a:pt x="730955" y="624747"/>
                </a:lnTo>
                <a:lnTo>
                  <a:pt x="672691" y="620001"/>
                </a:lnTo>
                <a:lnTo>
                  <a:pt x="616456" y="612284"/>
                </a:lnTo>
                <a:lnTo>
                  <a:pt x="562546" y="601753"/>
                </a:lnTo>
                <a:lnTo>
                  <a:pt x="511255" y="588566"/>
                </a:lnTo>
                <a:lnTo>
                  <a:pt x="462879" y="572879"/>
                </a:lnTo>
                <a:lnTo>
                  <a:pt x="417711" y="554851"/>
                </a:lnTo>
                <a:lnTo>
                  <a:pt x="376047" y="534638"/>
                </a:lnTo>
                <a:lnTo>
                  <a:pt x="338180" y="512398"/>
                </a:lnTo>
                <a:lnTo>
                  <a:pt x="304407" y="488288"/>
                </a:lnTo>
                <a:lnTo>
                  <a:pt x="275020" y="462466"/>
                </a:lnTo>
                <a:lnTo>
                  <a:pt x="230589" y="406315"/>
                </a:lnTo>
                <a:lnTo>
                  <a:pt x="207244" y="345204"/>
                </a:lnTo>
                <a:lnTo>
                  <a:pt x="204215" y="313182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60977" y="3928998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30734" y="0"/>
                </a:moveTo>
                <a:lnTo>
                  <a:pt x="0" y="36194"/>
                </a:lnTo>
                <a:lnTo>
                  <a:pt x="36195" y="66928"/>
                </a:lnTo>
                <a:lnTo>
                  <a:pt x="66928" y="30733"/>
                </a:lnTo>
                <a:lnTo>
                  <a:pt x="3073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78197" y="3840226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30861" y="0"/>
                </a:moveTo>
                <a:lnTo>
                  <a:pt x="0" y="36322"/>
                </a:lnTo>
                <a:lnTo>
                  <a:pt x="36322" y="67056"/>
                </a:lnTo>
                <a:lnTo>
                  <a:pt x="67055" y="30861"/>
                </a:lnTo>
                <a:lnTo>
                  <a:pt x="308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4740402" y="3372739"/>
            <a:ext cx="306070" cy="154305"/>
            <a:chOff x="4740402" y="3372739"/>
            <a:chExt cx="306070" cy="154305"/>
          </a:xfrm>
        </p:grpSpPr>
        <p:sp>
          <p:nvSpPr>
            <p:cNvPr id="65" name="object 65"/>
            <p:cNvSpPr/>
            <p:nvPr/>
          </p:nvSpPr>
          <p:spPr>
            <a:xfrm>
              <a:off x="4740402" y="3377438"/>
              <a:ext cx="66928" cy="14947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978908" y="3372739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0861" y="0"/>
                  </a:moveTo>
                  <a:lnTo>
                    <a:pt x="0" y="36195"/>
                  </a:lnTo>
                  <a:lnTo>
                    <a:pt x="36194" y="66928"/>
                  </a:lnTo>
                  <a:lnTo>
                    <a:pt x="67055" y="30734"/>
                  </a:lnTo>
                  <a:lnTo>
                    <a:pt x="3086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/>
          <p:nvPr/>
        </p:nvSpPr>
        <p:spPr>
          <a:xfrm>
            <a:off x="5223383" y="3182366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30861" y="0"/>
                </a:moveTo>
                <a:lnTo>
                  <a:pt x="0" y="36195"/>
                </a:lnTo>
                <a:lnTo>
                  <a:pt x="36194" y="67056"/>
                </a:lnTo>
                <a:lnTo>
                  <a:pt x="67055" y="30734"/>
                </a:lnTo>
                <a:lnTo>
                  <a:pt x="308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347209" y="3891534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62398" y="3789045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19903" y="3322446"/>
            <a:ext cx="88265" cy="2457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074665" y="3322065"/>
            <a:ext cx="755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15458" y="3148076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002023" y="3067811"/>
            <a:ext cx="1442085" cy="1139825"/>
          </a:xfrm>
          <a:custGeom>
            <a:avLst/>
            <a:gdLst/>
            <a:ahLst/>
            <a:cxnLst/>
            <a:rect l="l" t="t" r="r" b="b"/>
            <a:pathLst>
              <a:path w="1442085" h="1139825">
                <a:moveTo>
                  <a:pt x="53339" y="0"/>
                </a:moveTo>
                <a:lnTo>
                  <a:pt x="53339" y="1093343"/>
                </a:lnTo>
              </a:path>
              <a:path w="1442085" h="1139825">
                <a:moveTo>
                  <a:pt x="48767" y="1089660"/>
                </a:moveTo>
                <a:lnTo>
                  <a:pt x="1440434" y="1089660"/>
                </a:lnTo>
              </a:path>
              <a:path w="1442085" h="1139825">
                <a:moveTo>
                  <a:pt x="0" y="7620"/>
                </a:moveTo>
                <a:lnTo>
                  <a:pt x="49911" y="7620"/>
                </a:lnTo>
              </a:path>
              <a:path w="1442085" h="1139825">
                <a:moveTo>
                  <a:pt x="0" y="182879"/>
                </a:moveTo>
                <a:lnTo>
                  <a:pt x="49911" y="182879"/>
                </a:lnTo>
              </a:path>
              <a:path w="1442085" h="1139825">
                <a:moveTo>
                  <a:pt x="0" y="353567"/>
                </a:moveTo>
                <a:lnTo>
                  <a:pt x="49911" y="353567"/>
                </a:lnTo>
              </a:path>
              <a:path w="1442085" h="1139825">
                <a:moveTo>
                  <a:pt x="0" y="545592"/>
                </a:moveTo>
                <a:lnTo>
                  <a:pt x="49911" y="545592"/>
                </a:lnTo>
              </a:path>
              <a:path w="1442085" h="1139825">
                <a:moveTo>
                  <a:pt x="0" y="719327"/>
                </a:moveTo>
                <a:lnTo>
                  <a:pt x="49911" y="719327"/>
                </a:lnTo>
              </a:path>
              <a:path w="1442085" h="1139825">
                <a:moveTo>
                  <a:pt x="0" y="906780"/>
                </a:moveTo>
                <a:lnTo>
                  <a:pt x="49911" y="906780"/>
                </a:lnTo>
              </a:path>
              <a:path w="1442085" h="1139825">
                <a:moveTo>
                  <a:pt x="522731" y="1082039"/>
                </a:moveTo>
                <a:lnTo>
                  <a:pt x="522731" y="1139825"/>
                </a:lnTo>
              </a:path>
              <a:path w="1442085" h="1139825">
                <a:moveTo>
                  <a:pt x="979931" y="1082039"/>
                </a:moveTo>
                <a:lnTo>
                  <a:pt x="979931" y="1139825"/>
                </a:lnTo>
              </a:path>
              <a:path w="1442085" h="1139825">
                <a:moveTo>
                  <a:pt x="1441703" y="1082039"/>
                </a:moveTo>
                <a:lnTo>
                  <a:pt x="1441703" y="11398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888994" y="2961030"/>
            <a:ext cx="89535" cy="13106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009135" y="4192981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473955" y="4192981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931155" y="4192981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391658" y="4192981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57320" y="2840177"/>
            <a:ext cx="1701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9420" y="4060063"/>
            <a:ext cx="170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725923" y="3259835"/>
            <a:ext cx="215265" cy="372110"/>
          </a:xfrm>
          <a:custGeom>
            <a:avLst/>
            <a:gdLst/>
            <a:ahLst/>
            <a:cxnLst/>
            <a:rect l="l" t="t" r="r" b="b"/>
            <a:pathLst>
              <a:path w="215264" h="372110">
                <a:moveTo>
                  <a:pt x="0" y="185927"/>
                </a:moveTo>
                <a:lnTo>
                  <a:pt x="5480" y="127138"/>
                </a:lnTo>
                <a:lnTo>
                  <a:pt x="20738" y="76096"/>
                </a:lnTo>
                <a:lnTo>
                  <a:pt x="44000" y="35856"/>
                </a:lnTo>
                <a:lnTo>
                  <a:pt x="73493" y="9473"/>
                </a:lnTo>
                <a:lnTo>
                  <a:pt x="107441" y="0"/>
                </a:lnTo>
                <a:lnTo>
                  <a:pt x="141390" y="9473"/>
                </a:lnTo>
                <a:lnTo>
                  <a:pt x="170883" y="35856"/>
                </a:lnTo>
                <a:lnTo>
                  <a:pt x="194145" y="76096"/>
                </a:lnTo>
                <a:lnTo>
                  <a:pt x="209403" y="127138"/>
                </a:lnTo>
                <a:lnTo>
                  <a:pt x="214884" y="185927"/>
                </a:lnTo>
                <a:lnTo>
                  <a:pt x="209403" y="244717"/>
                </a:lnTo>
                <a:lnTo>
                  <a:pt x="194145" y="295759"/>
                </a:lnTo>
                <a:lnTo>
                  <a:pt x="170883" y="335999"/>
                </a:lnTo>
                <a:lnTo>
                  <a:pt x="141390" y="362382"/>
                </a:lnTo>
                <a:lnTo>
                  <a:pt x="107441" y="371856"/>
                </a:lnTo>
                <a:lnTo>
                  <a:pt x="73493" y="362382"/>
                </a:lnTo>
                <a:lnTo>
                  <a:pt x="44000" y="335999"/>
                </a:lnTo>
                <a:lnTo>
                  <a:pt x="20738" y="295759"/>
                </a:lnTo>
                <a:lnTo>
                  <a:pt x="5480" y="244717"/>
                </a:lnTo>
                <a:lnTo>
                  <a:pt x="0" y="185927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233159" y="3092195"/>
            <a:ext cx="1440815" cy="1139825"/>
          </a:xfrm>
          <a:custGeom>
            <a:avLst/>
            <a:gdLst/>
            <a:ahLst/>
            <a:cxnLst/>
            <a:rect l="l" t="t" r="r" b="b"/>
            <a:pathLst>
              <a:path w="1440815" h="1139825">
                <a:moveTo>
                  <a:pt x="53339" y="0"/>
                </a:moveTo>
                <a:lnTo>
                  <a:pt x="53339" y="1093342"/>
                </a:lnTo>
              </a:path>
              <a:path w="1440815" h="1139825">
                <a:moveTo>
                  <a:pt x="48767" y="1088135"/>
                </a:moveTo>
                <a:lnTo>
                  <a:pt x="1440434" y="1088135"/>
                </a:lnTo>
              </a:path>
              <a:path w="1440815" h="1139825">
                <a:moveTo>
                  <a:pt x="0" y="7619"/>
                </a:moveTo>
                <a:lnTo>
                  <a:pt x="49911" y="7619"/>
                </a:lnTo>
              </a:path>
              <a:path w="1440815" h="1139825">
                <a:moveTo>
                  <a:pt x="0" y="181355"/>
                </a:moveTo>
                <a:lnTo>
                  <a:pt x="49911" y="181355"/>
                </a:lnTo>
              </a:path>
              <a:path w="1440815" h="1139825">
                <a:moveTo>
                  <a:pt x="0" y="353567"/>
                </a:moveTo>
                <a:lnTo>
                  <a:pt x="49911" y="353567"/>
                </a:lnTo>
              </a:path>
              <a:path w="1440815" h="1139825">
                <a:moveTo>
                  <a:pt x="0" y="544067"/>
                </a:moveTo>
                <a:lnTo>
                  <a:pt x="49911" y="544067"/>
                </a:lnTo>
              </a:path>
              <a:path w="1440815" h="1139825">
                <a:moveTo>
                  <a:pt x="0" y="719327"/>
                </a:moveTo>
                <a:lnTo>
                  <a:pt x="49911" y="719327"/>
                </a:lnTo>
              </a:path>
              <a:path w="1440815" h="1139825">
                <a:moveTo>
                  <a:pt x="0" y="906779"/>
                </a:moveTo>
                <a:lnTo>
                  <a:pt x="49911" y="906779"/>
                </a:lnTo>
              </a:path>
              <a:path w="1440815" h="1139825">
                <a:moveTo>
                  <a:pt x="522732" y="1082039"/>
                </a:moveTo>
                <a:lnTo>
                  <a:pt x="522732" y="1139824"/>
                </a:lnTo>
              </a:path>
              <a:path w="1440815" h="1139825">
                <a:moveTo>
                  <a:pt x="979932" y="1082039"/>
                </a:moveTo>
                <a:lnTo>
                  <a:pt x="979932" y="1139824"/>
                </a:lnTo>
              </a:path>
              <a:path w="1440815" h="1139825">
                <a:moveTo>
                  <a:pt x="1440180" y="1082039"/>
                </a:moveTo>
                <a:lnTo>
                  <a:pt x="1440180" y="1139824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120510" y="2984906"/>
            <a:ext cx="89535" cy="3892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120510" y="3296687"/>
            <a:ext cx="90170" cy="99949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240526" y="421728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705092" y="421728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162545" y="421728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22793" y="421728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188709" y="2864612"/>
            <a:ext cx="1701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750556" y="4083507"/>
            <a:ext cx="1701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6522084" y="3191764"/>
            <a:ext cx="1036319" cy="829944"/>
            <a:chOff x="6522084" y="3191764"/>
            <a:chExt cx="1036319" cy="829944"/>
          </a:xfrm>
        </p:grpSpPr>
        <p:sp>
          <p:nvSpPr>
            <p:cNvPr id="92" name="object 92"/>
            <p:cNvSpPr/>
            <p:nvPr/>
          </p:nvSpPr>
          <p:spPr>
            <a:xfrm>
              <a:off x="6522072" y="3865625"/>
              <a:ext cx="184785" cy="156210"/>
            </a:xfrm>
            <a:custGeom>
              <a:avLst/>
              <a:gdLst/>
              <a:ahLst/>
              <a:cxnLst/>
              <a:rect l="l" t="t" r="r" b="b"/>
              <a:pathLst>
                <a:path w="184784" h="156210">
                  <a:moveTo>
                    <a:pt x="67068" y="119380"/>
                  </a:moveTo>
                  <a:lnTo>
                    <a:pt x="30873" y="88646"/>
                  </a:lnTo>
                  <a:lnTo>
                    <a:pt x="0" y="124841"/>
                  </a:lnTo>
                  <a:lnTo>
                    <a:pt x="36322" y="155702"/>
                  </a:lnTo>
                  <a:lnTo>
                    <a:pt x="67068" y="119380"/>
                  </a:lnTo>
                  <a:close/>
                </a:path>
                <a:path w="184784" h="156210">
                  <a:moveTo>
                    <a:pt x="184416" y="30734"/>
                  </a:moveTo>
                  <a:lnTo>
                    <a:pt x="148221" y="0"/>
                  </a:lnTo>
                  <a:lnTo>
                    <a:pt x="117348" y="36195"/>
                  </a:lnTo>
                  <a:lnTo>
                    <a:pt x="153555" y="66929"/>
                  </a:lnTo>
                  <a:lnTo>
                    <a:pt x="184416" y="3073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07859" y="3386836"/>
              <a:ext cx="67056" cy="14947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46493" y="3191763"/>
              <a:ext cx="311785" cy="257810"/>
            </a:xfrm>
            <a:custGeom>
              <a:avLst/>
              <a:gdLst/>
              <a:ahLst/>
              <a:cxnLst/>
              <a:rect l="l" t="t" r="r" b="b"/>
              <a:pathLst>
                <a:path w="311784" h="257810">
                  <a:moveTo>
                    <a:pt x="67056" y="221107"/>
                  </a:moveTo>
                  <a:lnTo>
                    <a:pt x="30734" y="190373"/>
                  </a:lnTo>
                  <a:lnTo>
                    <a:pt x="0" y="226568"/>
                  </a:lnTo>
                  <a:lnTo>
                    <a:pt x="36195" y="257429"/>
                  </a:lnTo>
                  <a:lnTo>
                    <a:pt x="67056" y="221107"/>
                  </a:lnTo>
                  <a:close/>
                </a:path>
                <a:path w="311784" h="257810">
                  <a:moveTo>
                    <a:pt x="311531" y="30861"/>
                  </a:moveTo>
                  <a:lnTo>
                    <a:pt x="275209" y="0"/>
                  </a:lnTo>
                  <a:lnTo>
                    <a:pt x="244475" y="36195"/>
                  </a:lnTo>
                  <a:lnTo>
                    <a:pt x="280670" y="67056"/>
                  </a:lnTo>
                  <a:lnTo>
                    <a:pt x="311531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608826" y="3916807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724015" y="3814317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087616" y="3331845"/>
            <a:ext cx="88265" cy="24637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42758" y="3331590"/>
            <a:ext cx="755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583551" y="3157474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6455664" y="3287267"/>
            <a:ext cx="749935" cy="875030"/>
          </a:xfrm>
          <a:custGeom>
            <a:avLst/>
            <a:gdLst/>
            <a:ahLst/>
            <a:cxnLst/>
            <a:rect l="l" t="t" r="r" b="b"/>
            <a:pathLst>
              <a:path w="749934" h="875029">
                <a:moveTo>
                  <a:pt x="0" y="686562"/>
                </a:moveTo>
                <a:lnTo>
                  <a:pt x="5393" y="643425"/>
                </a:lnTo>
                <a:lnTo>
                  <a:pt x="20758" y="603817"/>
                </a:lnTo>
                <a:lnTo>
                  <a:pt x="44866" y="568869"/>
                </a:lnTo>
                <a:lnTo>
                  <a:pt x="76493" y="539715"/>
                </a:lnTo>
                <a:lnTo>
                  <a:pt x="114411" y="517489"/>
                </a:lnTo>
                <a:lnTo>
                  <a:pt x="157394" y="503322"/>
                </a:lnTo>
                <a:lnTo>
                  <a:pt x="204215" y="498348"/>
                </a:lnTo>
                <a:lnTo>
                  <a:pt x="251037" y="503322"/>
                </a:lnTo>
                <a:lnTo>
                  <a:pt x="294020" y="517489"/>
                </a:lnTo>
                <a:lnTo>
                  <a:pt x="331938" y="539715"/>
                </a:lnTo>
                <a:lnTo>
                  <a:pt x="363565" y="568869"/>
                </a:lnTo>
                <a:lnTo>
                  <a:pt x="387673" y="603817"/>
                </a:lnTo>
                <a:lnTo>
                  <a:pt x="403038" y="643425"/>
                </a:lnTo>
                <a:lnTo>
                  <a:pt x="408432" y="686562"/>
                </a:lnTo>
                <a:lnTo>
                  <a:pt x="403038" y="729698"/>
                </a:lnTo>
                <a:lnTo>
                  <a:pt x="387673" y="769306"/>
                </a:lnTo>
                <a:lnTo>
                  <a:pt x="363565" y="804254"/>
                </a:lnTo>
                <a:lnTo>
                  <a:pt x="331938" y="833408"/>
                </a:lnTo>
                <a:lnTo>
                  <a:pt x="294020" y="855634"/>
                </a:lnTo>
                <a:lnTo>
                  <a:pt x="251037" y="869801"/>
                </a:lnTo>
                <a:lnTo>
                  <a:pt x="204215" y="874776"/>
                </a:lnTo>
                <a:lnTo>
                  <a:pt x="157394" y="869801"/>
                </a:lnTo>
                <a:lnTo>
                  <a:pt x="114411" y="855634"/>
                </a:lnTo>
                <a:lnTo>
                  <a:pt x="76493" y="833408"/>
                </a:lnTo>
                <a:lnTo>
                  <a:pt x="44866" y="804254"/>
                </a:lnTo>
                <a:lnTo>
                  <a:pt x="20758" y="769306"/>
                </a:lnTo>
                <a:lnTo>
                  <a:pt x="5393" y="729698"/>
                </a:lnTo>
                <a:lnTo>
                  <a:pt x="0" y="686562"/>
                </a:lnTo>
                <a:close/>
              </a:path>
              <a:path w="749934" h="875029">
                <a:moveTo>
                  <a:pt x="536447" y="186690"/>
                </a:moveTo>
                <a:lnTo>
                  <a:pt x="541885" y="127674"/>
                </a:lnTo>
                <a:lnTo>
                  <a:pt x="557028" y="76425"/>
                </a:lnTo>
                <a:lnTo>
                  <a:pt x="580119" y="36015"/>
                </a:lnTo>
                <a:lnTo>
                  <a:pt x="609404" y="9515"/>
                </a:lnTo>
                <a:lnTo>
                  <a:pt x="643128" y="0"/>
                </a:lnTo>
                <a:lnTo>
                  <a:pt x="676851" y="9515"/>
                </a:lnTo>
                <a:lnTo>
                  <a:pt x="706136" y="36015"/>
                </a:lnTo>
                <a:lnTo>
                  <a:pt x="729227" y="76425"/>
                </a:lnTo>
                <a:lnTo>
                  <a:pt x="744370" y="127674"/>
                </a:lnTo>
                <a:lnTo>
                  <a:pt x="749808" y="186690"/>
                </a:lnTo>
                <a:lnTo>
                  <a:pt x="744370" y="245705"/>
                </a:lnTo>
                <a:lnTo>
                  <a:pt x="729227" y="296954"/>
                </a:lnTo>
                <a:lnTo>
                  <a:pt x="706136" y="337364"/>
                </a:lnTo>
                <a:lnTo>
                  <a:pt x="676851" y="363864"/>
                </a:lnTo>
                <a:lnTo>
                  <a:pt x="643128" y="373380"/>
                </a:lnTo>
                <a:lnTo>
                  <a:pt x="609404" y="363864"/>
                </a:lnTo>
                <a:lnTo>
                  <a:pt x="580119" y="337364"/>
                </a:lnTo>
                <a:lnTo>
                  <a:pt x="557028" y="296954"/>
                </a:lnTo>
                <a:lnTo>
                  <a:pt x="541885" y="245705"/>
                </a:lnTo>
                <a:lnTo>
                  <a:pt x="536447" y="186690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1" name="object 101"/>
          <p:cNvGrpSpPr/>
          <p:nvPr/>
        </p:nvGrpSpPr>
        <p:grpSpPr>
          <a:xfrm>
            <a:off x="6228334" y="4517297"/>
            <a:ext cx="1646555" cy="1263650"/>
            <a:chOff x="6228334" y="4517297"/>
            <a:chExt cx="1646555" cy="1263650"/>
          </a:xfrm>
        </p:grpSpPr>
        <p:sp>
          <p:nvSpPr>
            <p:cNvPr id="102" name="object 102"/>
            <p:cNvSpPr/>
            <p:nvPr/>
          </p:nvSpPr>
          <p:spPr>
            <a:xfrm>
              <a:off x="6298463" y="4523647"/>
              <a:ext cx="1570355" cy="1154430"/>
            </a:xfrm>
            <a:custGeom>
              <a:avLst/>
              <a:gdLst/>
              <a:ahLst/>
              <a:cxnLst/>
              <a:rect l="l" t="t" r="r" b="b"/>
              <a:pathLst>
                <a:path w="1570354" h="1154429">
                  <a:moveTo>
                    <a:pt x="29819" y="930493"/>
                  </a:moveTo>
                  <a:lnTo>
                    <a:pt x="16459" y="897007"/>
                  </a:lnTo>
                  <a:lnTo>
                    <a:pt x="7097" y="862403"/>
                  </a:lnTo>
                  <a:lnTo>
                    <a:pt x="1641" y="826819"/>
                  </a:lnTo>
                  <a:lnTo>
                    <a:pt x="0" y="790392"/>
                  </a:lnTo>
                  <a:lnTo>
                    <a:pt x="2080" y="753259"/>
                  </a:lnTo>
                  <a:lnTo>
                    <a:pt x="7791" y="715558"/>
                  </a:lnTo>
                  <a:lnTo>
                    <a:pt x="17042" y="677426"/>
                  </a:lnTo>
                  <a:lnTo>
                    <a:pt x="29739" y="638999"/>
                  </a:lnTo>
                  <a:lnTo>
                    <a:pt x="45792" y="600415"/>
                  </a:lnTo>
                  <a:lnTo>
                    <a:pt x="65109" y="561812"/>
                  </a:lnTo>
                  <a:lnTo>
                    <a:pt x="87597" y="523326"/>
                  </a:lnTo>
                  <a:lnTo>
                    <a:pt x="113166" y="485095"/>
                  </a:lnTo>
                  <a:lnTo>
                    <a:pt x="141723" y="447256"/>
                  </a:lnTo>
                  <a:lnTo>
                    <a:pt x="173177" y="409947"/>
                  </a:lnTo>
                  <a:lnTo>
                    <a:pt x="207436" y="373303"/>
                  </a:lnTo>
                  <a:lnTo>
                    <a:pt x="244408" y="337464"/>
                  </a:lnTo>
                  <a:lnTo>
                    <a:pt x="284001" y="302565"/>
                  </a:lnTo>
                  <a:lnTo>
                    <a:pt x="326124" y="268744"/>
                  </a:lnTo>
                  <a:lnTo>
                    <a:pt x="370685" y="236139"/>
                  </a:lnTo>
                  <a:lnTo>
                    <a:pt x="417593" y="204886"/>
                  </a:lnTo>
                  <a:lnTo>
                    <a:pt x="466754" y="175123"/>
                  </a:lnTo>
                  <a:lnTo>
                    <a:pt x="518079" y="146986"/>
                  </a:lnTo>
                  <a:lnTo>
                    <a:pt x="571474" y="120614"/>
                  </a:lnTo>
                  <a:lnTo>
                    <a:pt x="625941" y="96520"/>
                  </a:lnTo>
                  <a:lnTo>
                    <a:pt x="680433" y="75146"/>
                  </a:lnTo>
                  <a:lnTo>
                    <a:pt x="734786" y="56476"/>
                  </a:lnTo>
                  <a:lnTo>
                    <a:pt x="788836" y="40491"/>
                  </a:lnTo>
                  <a:lnTo>
                    <a:pt x="842419" y="27174"/>
                  </a:lnTo>
                  <a:lnTo>
                    <a:pt x="895371" y="16508"/>
                  </a:lnTo>
                  <a:lnTo>
                    <a:pt x="947529" y="8475"/>
                  </a:lnTo>
                  <a:lnTo>
                    <a:pt x="998728" y="3058"/>
                  </a:lnTo>
                  <a:lnTo>
                    <a:pt x="1048804" y="238"/>
                  </a:lnTo>
                  <a:lnTo>
                    <a:pt x="1097594" y="0"/>
                  </a:lnTo>
                  <a:lnTo>
                    <a:pt x="1144934" y="2324"/>
                  </a:lnTo>
                  <a:lnTo>
                    <a:pt x="1190660" y="7193"/>
                  </a:lnTo>
                  <a:lnTo>
                    <a:pt x="1234607" y="14590"/>
                  </a:lnTo>
                  <a:lnTo>
                    <a:pt x="1276613" y="24498"/>
                  </a:lnTo>
                  <a:lnTo>
                    <a:pt x="1316512" y="36898"/>
                  </a:lnTo>
                  <a:lnTo>
                    <a:pt x="1354142" y="51774"/>
                  </a:lnTo>
                  <a:lnTo>
                    <a:pt x="1389338" y="69108"/>
                  </a:lnTo>
                  <a:lnTo>
                    <a:pt x="1421937" y="88881"/>
                  </a:lnTo>
                  <a:lnTo>
                    <a:pt x="1478686" y="135679"/>
                  </a:lnTo>
                  <a:lnTo>
                    <a:pt x="1523078" y="192027"/>
                  </a:lnTo>
                  <a:lnTo>
                    <a:pt x="1553590" y="257240"/>
                  </a:lnTo>
                  <a:lnTo>
                    <a:pt x="1568413" y="327450"/>
                  </a:lnTo>
                  <a:lnTo>
                    <a:pt x="1570060" y="363885"/>
                  </a:lnTo>
                  <a:lnTo>
                    <a:pt x="1567984" y="401023"/>
                  </a:lnTo>
                  <a:lnTo>
                    <a:pt x="1562279" y="438728"/>
                  </a:lnTo>
                  <a:lnTo>
                    <a:pt x="1553035" y="476862"/>
                  </a:lnTo>
                  <a:lnTo>
                    <a:pt x="1540345" y="515289"/>
                  </a:lnTo>
                  <a:lnTo>
                    <a:pt x="1524300" y="553872"/>
                  </a:lnTo>
                  <a:lnTo>
                    <a:pt x="1504991" y="592473"/>
                  </a:lnTo>
                  <a:lnTo>
                    <a:pt x="1482511" y="630955"/>
                  </a:lnTo>
                  <a:lnTo>
                    <a:pt x="1456951" y="669182"/>
                  </a:lnTo>
                  <a:lnTo>
                    <a:pt x="1428402" y="707016"/>
                  </a:lnTo>
                  <a:lnTo>
                    <a:pt x="1396956" y="744321"/>
                  </a:lnTo>
                  <a:lnTo>
                    <a:pt x="1362705" y="780959"/>
                  </a:lnTo>
                  <a:lnTo>
                    <a:pt x="1325740" y="816793"/>
                  </a:lnTo>
                  <a:lnTo>
                    <a:pt x="1286153" y="851686"/>
                  </a:lnTo>
                  <a:lnTo>
                    <a:pt x="1244036" y="885502"/>
                  </a:lnTo>
                  <a:lnTo>
                    <a:pt x="1199480" y="918103"/>
                  </a:lnTo>
                  <a:lnTo>
                    <a:pt x="1152577" y="949352"/>
                  </a:lnTo>
                  <a:lnTo>
                    <a:pt x="1103419" y="979112"/>
                  </a:lnTo>
                  <a:lnTo>
                    <a:pt x="1052097" y="1007246"/>
                  </a:lnTo>
                  <a:lnTo>
                    <a:pt x="998702" y="1033617"/>
                  </a:lnTo>
                  <a:lnTo>
                    <a:pt x="944234" y="1057715"/>
                  </a:lnTo>
                  <a:lnTo>
                    <a:pt x="889740" y="1079092"/>
                  </a:lnTo>
                  <a:lnTo>
                    <a:pt x="835384" y="1097766"/>
                  </a:lnTo>
                  <a:lnTo>
                    <a:pt x="781330" y="1113754"/>
                  </a:lnTo>
                  <a:lnTo>
                    <a:pt x="727741" y="1127073"/>
                  </a:lnTo>
                  <a:lnTo>
                    <a:pt x="674783" y="1137742"/>
                  </a:lnTo>
                  <a:lnTo>
                    <a:pt x="622619" y="1145778"/>
                  </a:lnTo>
                  <a:lnTo>
                    <a:pt x="571413" y="1151197"/>
                  </a:lnTo>
                  <a:lnTo>
                    <a:pt x="521329" y="1154019"/>
                  </a:lnTo>
                  <a:lnTo>
                    <a:pt x="472531" y="1154259"/>
                  </a:lnTo>
                  <a:lnTo>
                    <a:pt x="425183" y="1151936"/>
                  </a:lnTo>
                  <a:lnTo>
                    <a:pt x="379449" y="1147068"/>
                  </a:lnTo>
                  <a:lnTo>
                    <a:pt x="335493" y="1139671"/>
                  </a:lnTo>
                  <a:lnTo>
                    <a:pt x="293479" y="1129763"/>
                  </a:lnTo>
                  <a:lnTo>
                    <a:pt x="253572" y="1117362"/>
                  </a:lnTo>
                  <a:lnTo>
                    <a:pt x="215935" y="1102485"/>
                  </a:lnTo>
                  <a:lnTo>
                    <a:pt x="180732" y="1085150"/>
                  </a:lnTo>
                  <a:lnTo>
                    <a:pt x="148127" y="1065374"/>
                  </a:lnTo>
                  <a:lnTo>
                    <a:pt x="91369" y="1018569"/>
                  </a:lnTo>
                  <a:lnTo>
                    <a:pt x="46972" y="962211"/>
                  </a:lnTo>
                  <a:lnTo>
                    <a:pt x="29819" y="930493"/>
                  </a:lnTo>
                  <a:close/>
                </a:path>
              </a:pathLst>
            </a:custGeom>
            <a:ln w="12700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234684" y="4634483"/>
              <a:ext cx="1442085" cy="1139825"/>
            </a:xfrm>
            <a:custGeom>
              <a:avLst/>
              <a:gdLst/>
              <a:ahLst/>
              <a:cxnLst/>
              <a:rect l="l" t="t" r="r" b="b"/>
              <a:pathLst>
                <a:path w="1442084" h="1139825">
                  <a:moveTo>
                    <a:pt x="54863" y="0"/>
                  </a:moveTo>
                  <a:lnTo>
                    <a:pt x="54863" y="1093304"/>
                  </a:lnTo>
                </a:path>
                <a:path w="1442084" h="1139825">
                  <a:moveTo>
                    <a:pt x="50291" y="1089660"/>
                  </a:moveTo>
                  <a:lnTo>
                    <a:pt x="1441958" y="1089660"/>
                  </a:lnTo>
                </a:path>
                <a:path w="1442084" h="1139825">
                  <a:moveTo>
                    <a:pt x="0" y="7620"/>
                  </a:moveTo>
                  <a:lnTo>
                    <a:pt x="49911" y="7620"/>
                  </a:lnTo>
                </a:path>
                <a:path w="1442084" h="1139825">
                  <a:moveTo>
                    <a:pt x="0" y="182880"/>
                  </a:moveTo>
                  <a:lnTo>
                    <a:pt x="49911" y="182880"/>
                  </a:lnTo>
                </a:path>
                <a:path w="1442084" h="1139825">
                  <a:moveTo>
                    <a:pt x="0" y="353568"/>
                  </a:moveTo>
                  <a:lnTo>
                    <a:pt x="49911" y="353568"/>
                  </a:lnTo>
                </a:path>
                <a:path w="1442084" h="1139825">
                  <a:moveTo>
                    <a:pt x="0" y="545592"/>
                  </a:moveTo>
                  <a:lnTo>
                    <a:pt x="49911" y="545592"/>
                  </a:lnTo>
                </a:path>
                <a:path w="1442084" h="1139825">
                  <a:moveTo>
                    <a:pt x="0" y="719328"/>
                  </a:moveTo>
                  <a:lnTo>
                    <a:pt x="49911" y="719328"/>
                  </a:lnTo>
                </a:path>
                <a:path w="1442084" h="1139825">
                  <a:moveTo>
                    <a:pt x="0" y="906780"/>
                  </a:moveTo>
                  <a:lnTo>
                    <a:pt x="49911" y="906780"/>
                  </a:lnTo>
                </a:path>
                <a:path w="1442084" h="1139825">
                  <a:moveTo>
                    <a:pt x="524256" y="1082040"/>
                  </a:moveTo>
                  <a:lnTo>
                    <a:pt x="524256" y="1139761"/>
                  </a:lnTo>
                </a:path>
                <a:path w="1442084" h="1139825">
                  <a:moveTo>
                    <a:pt x="981456" y="1082040"/>
                  </a:moveTo>
                  <a:lnTo>
                    <a:pt x="981456" y="1139761"/>
                  </a:lnTo>
                </a:path>
                <a:path w="1442084" h="1139825">
                  <a:moveTo>
                    <a:pt x="1441704" y="1082040"/>
                  </a:moveTo>
                  <a:lnTo>
                    <a:pt x="1441704" y="113976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6122670" y="455802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122670" y="4731402"/>
            <a:ext cx="90170" cy="9271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spc="-5" dirty="0">
                <a:latin typeface="Carlito"/>
                <a:cs typeface="Carlito"/>
              </a:rPr>
              <a:t>5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spc="-5" dirty="0">
                <a:latin typeface="Carlito"/>
                <a:cs typeface="Carlito"/>
              </a:rPr>
              <a:t>3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00" spc="-5" dirty="0">
                <a:latin typeface="Carlito"/>
                <a:cs typeface="Carlito"/>
              </a:rPr>
              <a:t>1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122670" y="5661761"/>
            <a:ext cx="209550" cy="27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  <a:p>
            <a:pPr marL="132080">
              <a:lnSpc>
                <a:spcPts val="990"/>
              </a:lnSpc>
            </a:pPr>
            <a:r>
              <a:rPr sz="1000" spc="-5" dirty="0">
                <a:latin typeface="Carlito"/>
                <a:cs typeface="Carlito"/>
              </a:rPr>
              <a:t>0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707505" y="5760516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2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164705" y="5760516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rlito"/>
                <a:cs typeface="Carlito"/>
              </a:rPr>
              <a:t>4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190869" y="4407789"/>
            <a:ext cx="170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X2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625333" y="5627014"/>
            <a:ext cx="297815" cy="31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>
              <a:lnSpc>
                <a:spcPts val="118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X1</a:t>
            </a:r>
            <a:endParaRPr sz="1100">
              <a:latin typeface="Carlito"/>
              <a:cs typeface="Carlito"/>
            </a:endParaRPr>
          </a:p>
          <a:p>
            <a:pPr marL="12700">
              <a:lnSpc>
                <a:spcPts val="1060"/>
              </a:lnSpc>
            </a:pPr>
            <a:r>
              <a:rPr sz="1000" spc="-5" dirty="0">
                <a:latin typeface="Carlito"/>
                <a:cs typeface="Carlito"/>
              </a:rPr>
              <a:t>6</a:t>
            </a:r>
            <a:endParaRPr sz="1000">
              <a:latin typeface="Carlito"/>
              <a:cs typeface="Carlito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6516623" y="4736338"/>
            <a:ext cx="1051560" cy="821690"/>
            <a:chOff x="6516623" y="4736338"/>
            <a:chExt cx="1051560" cy="821690"/>
          </a:xfrm>
        </p:grpSpPr>
        <p:sp>
          <p:nvSpPr>
            <p:cNvPr id="112" name="object 112"/>
            <p:cNvSpPr/>
            <p:nvPr/>
          </p:nvSpPr>
          <p:spPr>
            <a:xfrm>
              <a:off x="6516624" y="5395848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4" h="162560">
                  <a:moveTo>
                    <a:pt x="67056" y="125857"/>
                  </a:moveTo>
                  <a:lnTo>
                    <a:pt x="30721" y="94996"/>
                  </a:lnTo>
                  <a:lnTo>
                    <a:pt x="0" y="131191"/>
                  </a:lnTo>
                  <a:lnTo>
                    <a:pt x="36195" y="162052"/>
                  </a:lnTo>
                  <a:lnTo>
                    <a:pt x="67056" y="125857"/>
                  </a:lnTo>
                  <a:close/>
                </a:path>
                <a:path w="184784" h="162560">
                  <a:moveTo>
                    <a:pt x="184277" y="30861"/>
                  </a:moveTo>
                  <a:lnTo>
                    <a:pt x="148082" y="0"/>
                  </a:lnTo>
                  <a:lnTo>
                    <a:pt x="117348" y="36195"/>
                  </a:lnTo>
                  <a:lnTo>
                    <a:pt x="153543" y="67056"/>
                  </a:lnTo>
                  <a:lnTo>
                    <a:pt x="184277" y="3086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992873" y="4929759"/>
              <a:ext cx="67055" cy="14960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236968" y="4736337"/>
              <a:ext cx="331470" cy="257810"/>
            </a:xfrm>
            <a:custGeom>
              <a:avLst/>
              <a:gdLst/>
              <a:ahLst/>
              <a:cxnLst/>
              <a:rect l="l" t="t" r="r" b="b"/>
              <a:pathLst>
                <a:path w="331470" h="257810">
                  <a:moveTo>
                    <a:pt x="67056" y="221107"/>
                  </a:moveTo>
                  <a:lnTo>
                    <a:pt x="30861" y="190246"/>
                  </a:lnTo>
                  <a:lnTo>
                    <a:pt x="0" y="226568"/>
                  </a:lnTo>
                  <a:lnTo>
                    <a:pt x="36195" y="257302"/>
                  </a:lnTo>
                  <a:lnTo>
                    <a:pt x="67056" y="221107"/>
                  </a:lnTo>
                  <a:close/>
                </a:path>
                <a:path w="331470" h="257810">
                  <a:moveTo>
                    <a:pt x="330962" y="30734"/>
                  </a:moveTo>
                  <a:lnTo>
                    <a:pt x="294767" y="0"/>
                  </a:lnTo>
                  <a:lnTo>
                    <a:pt x="264033" y="36195"/>
                  </a:lnTo>
                  <a:lnTo>
                    <a:pt x="300228" y="66929"/>
                  </a:lnTo>
                  <a:lnTo>
                    <a:pt x="330962" y="3073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6718554" y="5345048"/>
            <a:ext cx="81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B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072630" y="4875021"/>
            <a:ext cx="88265" cy="24637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770"/>
              </a:lnSpc>
              <a:spcBef>
                <a:spcPts val="285"/>
              </a:spcBef>
            </a:pPr>
            <a:r>
              <a:rPr sz="800" dirty="0">
                <a:latin typeface="Carlito"/>
                <a:cs typeface="Carlito"/>
              </a:rPr>
              <a:t>D  F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332980" y="4876546"/>
            <a:ext cx="755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E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594472" y="4688281"/>
            <a:ext cx="8001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rlito"/>
                <a:cs typeface="Carlito"/>
              </a:rPr>
              <a:t>C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596253" y="5457825"/>
            <a:ext cx="850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rlito"/>
                <a:cs typeface="Carlito"/>
              </a:rPr>
              <a:t>A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6417564" y="4564379"/>
            <a:ext cx="1381125" cy="1065530"/>
          </a:xfrm>
          <a:custGeom>
            <a:avLst/>
            <a:gdLst/>
            <a:ahLst/>
            <a:cxnLst/>
            <a:rect l="l" t="t" r="r" b="b"/>
            <a:pathLst>
              <a:path w="1381125" h="1065529">
                <a:moveTo>
                  <a:pt x="0" y="934974"/>
                </a:moveTo>
                <a:lnTo>
                  <a:pt x="25801" y="877650"/>
                </a:lnTo>
                <a:lnTo>
                  <a:pt x="55763" y="853457"/>
                </a:lnTo>
                <a:lnTo>
                  <a:pt x="95065" y="833283"/>
                </a:lnTo>
                <a:lnTo>
                  <a:pt x="142180" y="817908"/>
                </a:lnTo>
                <a:lnTo>
                  <a:pt x="195582" y="808110"/>
                </a:lnTo>
                <a:lnTo>
                  <a:pt x="253745" y="804672"/>
                </a:lnTo>
                <a:lnTo>
                  <a:pt x="311909" y="808110"/>
                </a:lnTo>
                <a:lnTo>
                  <a:pt x="365311" y="817908"/>
                </a:lnTo>
                <a:lnTo>
                  <a:pt x="412426" y="833283"/>
                </a:lnTo>
                <a:lnTo>
                  <a:pt x="451728" y="853457"/>
                </a:lnTo>
                <a:lnTo>
                  <a:pt x="481690" y="877650"/>
                </a:lnTo>
                <a:lnTo>
                  <a:pt x="507491" y="934974"/>
                </a:lnTo>
                <a:lnTo>
                  <a:pt x="500787" y="964865"/>
                </a:lnTo>
                <a:lnTo>
                  <a:pt x="451728" y="1016490"/>
                </a:lnTo>
                <a:lnTo>
                  <a:pt x="412426" y="1036664"/>
                </a:lnTo>
                <a:lnTo>
                  <a:pt x="365311" y="1052039"/>
                </a:lnTo>
                <a:lnTo>
                  <a:pt x="311909" y="1061837"/>
                </a:lnTo>
                <a:lnTo>
                  <a:pt x="253745" y="1065276"/>
                </a:lnTo>
                <a:lnTo>
                  <a:pt x="195582" y="1061837"/>
                </a:lnTo>
                <a:lnTo>
                  <a:pt x="142180" y="1052039"/>
                </a:lnTo>
                <a:lnTo>
                  <a:pt x="95065" y="1036664"/>
                </a:lnTo>
                <a:lnTo>
                  <a:pt x="55763" y="1016490"/>
                </a:lnTo>
                <a:lnTo>
                  <a:pt x="25801" y="992297"/>
                </a:lnTo>
                <a:lnTo>
                  <a:pt x="0" y="934974"/>
                </a:lnTo>
                <a:close/>
              </a:path>
              <a:path w="1381125" h="1065529">
                <a:moveTo>
                  <a:pt x="414528" y="430530"/>
                </a:moveTo>
                <a:lnTo>
                  <a:pt x="435115" y="366431"/>
                </a:lnTo>
                <a:lnTo>
                  <a:pt x="491927" y="312191"/>
                </a:lnTo>
                <a:lnTo>
                  <a:pt x="531597" y="290061"/>
                </a:lnTo>
                <a:lnTo>
                  <a:pt x="577539" y="271949"/>
                </a:lnTo>
                <a:lnTo>
                  <a:pt x="628824" y="258371"/>
                </a:lnTo>
                <a:lnTo>
                  <a:pt x="684524" y="249845"/>
                </a:lnTo>
                <a:lnTo>
                  <a:pt x="743712" y="246888"/>
                </a:lnTo>
                <a:lnTo>
                  <a:pt x="802899" y="249845"/>
                </a:lnTo>
                <a:lnTo>
                  <a:pt x="858599" y="258371"/>
                </a:lnTo>
                <a:lnTo>
                  <a:pt x="909884" y="271949"/>
                </a:lnTo>
                <a:lnTo>
                  <a:pt x="955826" y="290061"/>
                </a:lnTo>
                <a:lnTo>
                  <a:pt x="995496" y="312191"/>
                </a:lnTo>
                <a:lnTo>
                  <a:pt x="1027966" y="337820"/>
                </a:lnTo>
                <a:lnTo>
                  <a:pt x="1067594" y="397506"/>
                </a:lnTo>
                <a:lnTo>
                  <a:pt x="1072895" y="430530"/>
                </a:lnTo>
                <a:lnTo>
                  <a:pt x="1067594" y="463553"/>
                </a:lnTo>
                <a:lnTo>
                  <a:pt x="1027966" y="523240"/>
                </a:lnTo>
                <a:lnTo>
                  <a:pt x="995496" y="548868"/>
                </a:lnTo>
                <a:lnTo>
                  <a:pt x="955826" y="570998"/>
                </a:lnTo>
                <a:lnTo>
                  <a:pt x="909884" y="589110"/>
                </a:lnTo>
                <a:lnTo>
                  <a:pt x="858599" y="602688"/>
                </a:lnTo>
                <a:lnTo>
                  <a:pt x="802899" y="611214"/>
                </a:lnTo>
                <a:lnTo>
                  <a:pt x="743712" y="614172"/>
                </a:lnTo>
                <a:lnTo>
                  <a:pt x="684524" y="611214"/>
                </a:lnTo>
                <a:lnTo>
                  <a:pt x="628824" y="602688"/>
                </a:lnTo>
                <a:lnTo>
                  <a:pt x="577539" y="589110"/>
                </a:lnTo>
                <a:lnTo>
                  <a:pt x="531597" y="570998"/>
                </a:lnTo>
                <a:lnTo>
                  <a:pt x="491927" y="548868"/>
                </a:lnTo>
                <a:lnTo>
                  <a:pt x="459457" y="523240"/>
                </a:lnTo>
                <a:lnTo>
                  <a:pt x="419829" y="463553"/>
                </a:lnTo>
                <a:lnTo>
                  <a:pt x="414528" y="430530"/>
                </a:lnTo>
                <a:close/>
              </a:path>
              <a:path w="1381125" h="1065529">
                <a:moveTo>
                  <a:pt x="338328" y="352044"/>
                </a:moveTo>
                <a:lnTo>
                  <a:pt x="341385" y="313683"/>
                </a:lnTo>
                <a:lnTo>
                  <a:pt x="350347" y="276519"/>
                </a:lnTo>
                <a:lnTo>
                  <a:pt x="364894" y="240767"/>
                </a:lnTo>
                <a:lnTo>
                  <a:pt x="384709" y="206641"/>
                </a:lnTo>
                <a:lnTo>
                  <a:pt x="409476" y="174356"/>
                </a:lnTo>
                <a:lnTo>
                  <a:pt x="438875" y="144127"/>
                </a:lnTo>
                <a:lnTo>
                  <a:pt x="472589" y="116168"/>
                </a:lnTo>
                <a:lnTo>
                  <a:pt x="510302" y="90695"/>
                </a:lnTo>
                <a:lnTo>
                  <a:pt x="551694" y="67921"/>
                </a:lnTo>
                <a:lnTo>
                  <a:pt x="596448" y="48062"/>
                </a:lnTo>
                <a:lnTo>
                  <a:pt x="644247" y="31332"/>
                </a:lnTo>
                <a:lnTo>
                  <a:pt x="694773" y="17946"/>
                </a:lnTo>
                <a:lnTo>
                  <a:pt x="747708" y="8119"/>
                </a:lnTo>
                <a:lnTo>
                  <a:pt x="802735" y="2065"/>
                </a:lnTo>
                <a:lnTo>
                  <a:pt x="859536" y="0"/>
                </a:lnTo>
                <a:lnTo>
                  <a:pt x="916336" y="2065"/>
                </a:lnTo>
                <a:lnTo>
                  <a:pt x="971363" y="8119"/>
                </a:lnTo>
                <a:lnTo>
                  <a:pt x="1024298" y="17946"/>
                </a:lnTo>
                <a:lnTo>
                  <a:pt x="1074824" y="31332"/>
                </a:lnTo>
                <a:lnTo>
                  <a:pt x="1122623" y="48062"/>
                </a:lnTo>
                <a:lnTo>
                  <a:pt x="1167377" y="67921"/>
                </a:lnTo>
                <a:lnTo>
                  <a:pt x="1208769" y="90695"/>
                </a:lnTo>
                <a:lnTo>
                  <a:pt x="1246482" y="116168"/>
                </a:lnTo>
                <a:lnTo>
                  <a:pt x="1280196" y="144127"/>
                </a:lnTo>
                <a:lnTo>
                  <a:pt x="1309595" y="174356"/>
                </a:lnTo>
                <a:lnTo>
                  <a:pt x="1334362" y="206641"/>
                </a:lnTo>
                <a:lnTo>
                  <a:pt x="1354177" y="240767"/>
                </a:lnTo>
                <a:lnTo>
                  <a:pt x="1368724" y="276519"/>
                </a:lnTo>
                <a:lnTo>
                  <a:pt x="1377686" y="313683"/>
                </a:lnTo>
                <a:lnTo>
                  <a:pt x="1380743" y="352044"/>
                </a:lnTo>
                <a:lnTo>
                  <a:pt x="1377686" y="390404"/>
                </a:lnTo>
                <a:lnTo>
                  <a:pt x="1368724" y="427568"/>
                </a:lnTo>
                <a:lnTo>
                  <a:pt x="1354177" y="463320"/>
                </a:lnTo>
                <a:lnTo>
                  <a:pt x="1334362" y="497446"/>
                </a:lnTo>
                <a:lnTo>
                  <a:pt x="1309595" y="529731"/>
                </a:lnTo>
                <a:lnTo>
                  <a:pt x="1280196" y="559960"/>
                </a:lnTo>
                <a:lnTo>
                  <a:pt x="1246482" y="587919"/>
                </a:lnTo>
                <a:lnTo>
                  <a:pt x="1208769" y="613392"/>
                </a:lnTo>
                <a:lnTo>
                  <a:pt x="1167377" y="636166"/>
                </a:lnTo>
                <a:lnTo>
                  <a:pt x="1122623" y="656025"/>
                </a:lnTo>
                <a:lnTo>
                  <a:pt x="1074824" y="672755"/>
                </a:lnTo>
                <a:lnTo>
                  <a:pt x="1024298" y="686141"/>
                </a:lnTo>
                <a:lnTo>
                  <a:pt x="971363" y="695968"/>
                </a:lnTo>
                <a:lnTo>
                  <a:pt x="916336" y="702022"/>
                </a:lnTo>
                <a:lnTo>
                  <a:pt x="859536" y="704088"/>
                </a:lnTo>
                <a:lnTo>
                  <a:pt x="802735" y="702022"/>
                </a:lnTo>
                <a:lnTo>
                  <a:pt x="747708" y="695968"/>
                </a:lnTo>
                <a:lnTo>
                  <a:pt x="694773" y="686141"/>
                </a:lnTo>
                <a:lnTo>
                  <a:pt x="644247" y="672755"/>
                </a:lnTo>
                <a:lnTo>
                  <a:pt x="596448" y="656025"/>
                </a:lnTo>
                <a:lnTo>
                  <a:pt x="551694" y="636166"/>
                </a:lnTo>
                <a:lnTo>
                  <a:pt x="510302" y="613392"/>
                </a:lnTo>
                <a:lnTo>
                  <a:pt x="472589" y="587919"/>
                </a:lnTo>
                <a:lnTo>
                  <a:pt x="438875" y="559960"/>
                </a:lnTo>
                <a:lnTo>
                  <a:pt x="409476" y="529731"/>
                </a:lnTo>
                <a:lnTo>
                  <a:pt x="384709" y="497446"/>
                </a:lnTo>
                <a:lnTo>
                  <a:pt x="364894" y="463320"/>
                </a:lnTo>
                <a:lnTo>
                  <a:pt x="350347" y="427568"/>
                </a:lnTo>
                <a:lnTo>
                  <a:pt x="341385" y="390404"/>
                </a:lnTo>
                <a:lnTo>
                  <a:pt x="338328" y="352044"/>
                </a:lnTo>
                <a:close/>
              </a:path>
              <a:path w="1381125" h="1065529">
                <a:moveTo>
                  <a:pt x="499871" y="428244"/>
                </a:moveTo>
                <a:lnTo>
                  <a:pt x="507955" y="388266"/>
                </a:lnTo>
                <a:lnTo>
                  <a:pt x="530461" y="353543"/>
                </a:lnTo>
                <a:lnTo>
                  <a:pt x="564776" y="326160"/>
                </a:lnTo>
                <a:lnTo>
                  <a:pt x="608283" y="308201"/>
                </a:lnTo>
                <a:lnTo>
                  <a:pt x="658367" y="301752"/>
                </a:lnTo>
                <a:lnTo>
                  <a:pt x="708452" y="308201"/>
                </a:lnTo>
                <a:lnTo>
                  <a:pt x="751959" y="326160"/>
                </a:lnTo>
                <a:lnTo>
                  <a:pt x="786274" y="353543"/>
                </a:lnTo>
                <a:lnTo>
                  <a:pt x="808780" y="388266"/>
                </a:lnTo>
                <a:lnTo>
                  <a:pt x="816863" y="428244"/>
                </a:lnTo>
                <a:lnTo>
                  <a:pt x="808780" y="468221"/>
                </a:lnTo>
                <a:lnTo>
                  <a:pt x="786274" y="502944"/>
                </a:lnTo>
                <a:lnTo>
                  <a:pt x="751959" y="530327"/>
                </a:lnTo>
                <a:lnTo>
                  <a:pt x="708452" y="548286"/>
                </a:lnTo>
                <a:lnTo>
                  <a:pt x="658367" y="554736"/>
                </a:lnTo>
                <a:lnTo>
                  <a:pt x="608283" y="548286"/>
                </a:lnTo>
                <a:lnTo>
                  <a:pt x="564776" y="530327"/>
                </a:lnTo>
                <a:lnTo>
                  <a:pt x="530461" y="502944"/>
                </a:lnTo>
                <a:lnTo>
                  <a:pt x="507955" y="468221"/>
                </a:lnTo>
                <a:lnTo>
                  <a:pt x="499871" y="428244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963" y="1443177"/>
            <a:ext cx="2974086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3231" y="1937004"/>
            <a:ext cx="1834133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0183" y="2308860"/>
            <a:ext cx="4435602" cy="10614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308" y="3584447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1"/>
                </a:lnTo>
                <a:lnTo>
                  <a:pt x="36576" y="179831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9327" y="3608832"/>
            <a:ext cx="2119122" cy="1744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3980688"/>
            <a:ext cx="3129533" cy="1623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3970" y="1469160"/>
            <a:ext cx="246055" cy="137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4539234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308" y="2432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2416" y="2461284"/>
            <a:ext cx="258277" cy="137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0183" y="2798064"/>
            <a:ext cx="2294381" cy="162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474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847850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2563" y="3514331"/>
            <a:ext cx="5197602" cy="9075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2563" y="1979676"/>
            <a:ext cx="1228344" cy="9448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85416" y="1979676"/>
            <a:ext cx="1226820" cy="9448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8267" y="1979676"/>
            <a:ext cx="1228343" cy="9448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51120" y="1979676"/>
            <a:ext cx="1226820" cy="9448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33971" y="1979676"/>
            <a:ext cx="1228344" cy="9448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16823" y="1979676"/>
            <a:ext cx="1226820" cy="9448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45227" y="3066407"/>
            <a:ext cx="145422" cy="1454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28079" y="3066407"/>
            <a:ext cx="145422" cy="1454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8516" y="3066407"/>
            <a:ext cx="121073" cy="14542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9210" y="3066407"/>
            <a:ext cx="145422" cy="14542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81215" y="3066407"/>
            <a:ext cx="136271" cy="14542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49375" y="3066407"/>
            <a:ext cx="111922" cy="14542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46148" y="2339339"/>
            <a:ext cx="237744" cy="1676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13759" y="2339339"/>
            <a:ext cx="237743" cy="1676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08803" y="2339339"/>
            <a:ext cx="237744" cy="1676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74891" y="2339339"/>
            <a:ext cx="239267" cy="1676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60792" y="2339339"/>
            <a:ext cx="239267" cy="1676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847850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2704338" cy="1333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27376" y="2493264"/>
            <a:ext cx="1169035" cy="654050"/>
          </a:xfrm>
          <a:custGeom>
            <a:avLst/>
            <a:gdLst/>
            <a:ahLst/>
            <a:cxnLst/>
            <a:rect l="l" t="t" r="r" b="b"/>
            <a:pathLst>
              <a:path w="1169035" h="654050">
                <a:moveTo>
                  <a:pt x="584454" y="0"/>
                </a:moveTo>
                <a:lnTo>
                  <a:pt x="524688" y="1687"/>
                </a:lnTo>
                <a:lnTo>
                  <a:pt x="466652" y="6639"/>
                </a:lnTo>
                <a:lnTo>
                  <a:pt x="410637" y="14692"/>
                </a:lnTo>
                <a:lnTo>
                  <a:pt x="356937" y="25681"/>
                </a:lnTo>
                <a:lnTo>
                  <a:pt x="305846" y="39444"/>
                </a:lnTo>
                <a:lnTo>
                  <a:pt x="257658" y="55815"/>
                </a:lnTo>
                <a:lnTo>
                  <a:pt x="212666" y="74630"/>
                </a:lnTo>
                <a:lnTo>
                  <a:pt x="171164" y="95726"/>
                </a:lnTo>
                <a:lnTo>
                  <a:pt x="133445" y="118938"/>
                </a:lnTo>
                <a:lnTo>
                  <a:pt x="99802" y="144102"/>
                </a:lnTo>
                <a:lnTo>
                  <a:pt x="70530" y="171055"/>
                </a:lnTo>
                <a:lnTo>
                  <a:pt x="26271" y="229668"/>
                </a:lnTo>
                <a:lnTo>
                  <a:pt x="3016" y="293465"/>
                </a:lnTo>
                <a:lnTo>
                  <a:pt x="0" y="326898"/>
                </a:lnTo>
                <a:lnTo>
                  <a:pt x="3016" y="360330"/>
                </a:lnTo>
                <a:lnTo>
                  <a:pt x="26271" y="424127"/>
                </a:lnTo>
                <a:lnTo>
                  <a:pt x="70530" y="482740"/>
                </a:lnTo>
                <a:lnTo>
                  <a:pt x="99802" y="509693"/>
                </a:lnTo>
                <a:lnTo>
                  <a:pt x="133445" y="534857"/>
                </a:lnTo>
                <a:lnTo>
                  <a:pt x="171164" y="558069"/>
                </a:lnTo>
                <a:lnTo>
                  <a:pt x="212666" y="579165"/>
                </a:lnTo>
                <a:lnTo>
                  <a:pt x="257658" y="597980"/>
                </a:lnTo>
                <a:lnTo>
                  <a:pt x="305846" y="614351"/>
                </a:lnTo>
                <a:lnTo>
                  <a:pt x="356937" y="628114"/>
                </a:lnTo>
                <a:lnTo>
                  <a:pt x="410637" y="639103"/>
                </a:lnTo>
                <a:lnTo>
                  <a:pt x="466652" y="647156"/>
                </a:lnTo>
                <a:lnTo>
                  <a:pt x="524688" y="652108"/>
                </a:lnTo>
                <a:lnTo>
                  <a:pt x="584454" y="653796"/>
                </a:lnTo>
                <a:lnTo>
                  <a:pt x="644219" y="652108"/>
                </a:lnTo>
                <a:lnTo>
                  <a:pt x="702255" y="647156"/>
                </a:lnTo>
                <a:lnTo>
                  <a:pt x="758270" y="639103"/>
                </a:lnTo>
                <a:lnTo>
                  <a:pt x="811970" y="628114"/>
                </a:lnTo>
                <a:lnTo>
                  <a:pt x="863061" y="614351"/>
                </a:lnTo>
                <a:lnTo>
                  <a:pt x="911249" y="597980"/>
                </a:lnTo>
                <a:lnTo>
                  <a:pt x="956241" y="579165"/>
                </a:lnTo>
                <a:lnTo>
                  <a:pt x="997743" y="558069"/>
                </a:lnTo>
                <a:lnTo>
                  <a:pt x="1035462" y="534857"/>
                </a:lnTo>
                <a:lnTo>
                  <a:pt x="1069105" y="509693"/>
                </a:lnTo>
                <a:lnTo>
                  <a:pt x="1098377" y="482740"/>
                </a:lnTo>
                <a:lnTo>
                  <a:pt x="1142636" y="424127"/>
                </a:lnTo>
                <a:lnTo>
                  <a:pt x="1165891" y="360330"/>
                </a:lnTo>
                <a:lnTo>
                  <a:pt x="1168908" y="326898"/>
                </a:lnTo>
                <a:lnTo>
                  <a:pt x="1165891" y="293465"/>
                </a:lnTo>
                <a:lnTo>
                  <a:pt x="1142636" y="229668"/>
                </a:lnTo>
                <a:lnTo>
                  <a:pt x="1098377" y="171055"/>
                </a:lnTo>
                <a:lnTo>
                  <a:pt x="1069105" y="144102"/>
                </a:lnTo>
                <a:lnTo>
                  <a:pt x="1035462" y="118938"/>
                </a:lnTo>
                <a:lnTo>
                  <a:pt x="997743" y="95726"/>
                </a:lnTo>
                <a:lnTo>
                  <a:pt x="956241" y="74630"/>
                </a:lnTo>
                <a:lnTo>
                  <a:pt x="911249" y="55815"/>
                </a:lnTo>
                <a:lnTo>
                  <a:pt x="863061" y="39444"/>
                </a:lnTo>
                <a:lnTo>
                  <a:pt x="811970" y="25681"/>
                </a:lnTo>
                <a:lnTo>
                  <a:pt x="758270" y="14692"/>
                </a:lnTo>
                <a:lnTo>
                  <a:pt x="702255" y="6639"/>
                </a:lnTo>
                <a:lnTo>
                  <a:pt x="644219" y="1687"/>
                </a:lnTo>
                <a:lnTo>
                  <a:pt x="584454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12208" y="2493264"/>
            <a:ext cx="634365" cy="654050"/>
          </a:xfrm>
          <a:custGeom>
            <a:avLst/>
            <a:gdLst/>
            <a:ahLst/>
            <a:cxnLst/>
            <a:rect l="l" t="t" r="r" b="b"/>
            <a:pathLst>
              <a:path w="634364" h="654050">
                <a:moveTo>
                  <a:pt x="316991" y="0"/>
                </a:moveTo>
                <a:lnTo>
                  <a:pt x="270135" y="3543"/>
                </a:lnTo>
                <a:lnTo>
                  <a:pt x="225417" y="13836"/>
                </a:lnTo>
                <a:lnTo>
                  <a:pt x="183328" y="30374"/>
                </a:lnTo>
                <a:lnTo>
                  <a:pt x="144358" y="52651"/>
                </a:lnTo>
                <a:lnTo>
                  <a:pt x="108996" y="80164"/>
                </a:lnTo>
                <a:lnTo>
                  <a:pt x="77731" y="112407"/>
                </a:lnTo>
                <a:lnTo>
                  <a:pt x="51053" y="148875"/>
                </a:lnTo>
                <a:lnTo>
                  <a:pt x="29451" y="189063"/>
                </a:lnTo>
                <a:lnTo>
                  <a:pt x="13416" y="232466"/>
                </a:lnTo>
                <a:lnTo>
                  <a:pt x="3435" y="278579"/>
                </a:lnTo>
                <a:lnTo>
                  <a:pt x="0" y="326898"/>
                </a:lnTo>
                <a:lnTo>
                  <a:pt x="3435" y="375216"/>
                </a:lnTo>
                <a:lnTo>
                  <a:pt x="13416" y="421329"/>
                </a:lnTo>
                <a:lnTo>
                  <a:pt x="29451" y="464732"/>
                </a:lnTo>
                <a:lnTo>
                  <a:pt x="51053" y="504920"/>
                </a:lnTo>
                <a:lnTo>
                  <a:pt x="77731" y="541388"/>
                </a:lnTo>
                <a:lnTo>
                  <a:pt x="108996" y="573631"/>
                </a:lnTo>
                <a:lnTo>
                  <a:pt x="144358" y="601144"/>
                </a:lnTo>
                <a:lnTo>
                  <a:pt x="183328" y="623421"/>
                </a:lnTo>
                <a:lnTo>
                  <a:pt x="225417" y="639959"/>
                </a:lnTo>
                <a:lnTo>
                  <a:pt x="270135" y="650252"/>
                </a:lnTo>
                <a:lnTo>
                  <a:pt x="316991" y="653796"/>
                </a:lnTo>
                <a:lnTo>
                  <a:pt x="363848" y="650252"/>
                </a:lnTo>
                <a:lnTo>
                  <a:pt x="408566" y="639959"/>
                </a:lnTo>
                <a:lnTo>
                  <a:pt x="450655" y="623421"/>
                </a:lnTo>
                <a:lnTo>
                  <a:pt x="489625" y="601144"/>
                </a:lnTo>
                <a:lnTo>
                  <a:pt x="524987" y="573631"/>
                </a:lnTo>
                <a:lnTo>
                  <a:pt x="556252" y="541388"/>
                </a:lnTo>
                <a:lnTo>
                  <a:pt x="582930" y="504920"/>
                </a:lnTo>
                <a:lnTo>
                  <a:pt x="604532" y="464732"/>
                </a:lnTo>
                <a:lnTo>
                  <a:pt x="620567" y="421329"/>
                </a:lnTo>
                <a:lnTo>
                  <a:pt x="630548" y="375216"/>
                </a:lnTo>
                <a:lnTo>
                  <a:pt x="633983" y="326898"/>
                </a:lnTo>
                <a:lnTo>
                  <a:pt x="630548" y="278579"/>
                </a:lnTo>
                <a:lnTo>
                  <a:pt x="620567" y="232466"/>
                </a:lnTo>
                <a:lnTo>
                  <a:pt x="604532" y="189063"/>
                </a:lnTo>
                <a:lnTo>
                  <a:pt x="582930" y="148875"/>
                </a:lnTo>
                <a:lnTo>
                  <a:pt x="556252" y="112407"/>
                </a:lnTo>
                <a:lnTo>
                  <a:pt x="524987" y="80164"/>
                </a:lnTo>
                <a:lnTo>
                  <a:pt x="489625" y="52651"/>
                </a:lnTo>
                <a:lnTo>
                  <a:pt x="450655" y="30374"/>
                </a:lnTo>
                <a:lnTo>
                  <a:pt x="408566" y="13836"/>
                </a:lnTo>
                <a:lnTo>
                  <a:pt x="363848" y="3543"/>
                </a:lnTo>
                <a:lnTo>
                  <a:pt x="316991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7376" y="3640835"/>
            <a:ext cx="1169035" cy="654050"/>
          </a:xfrm>
          <a:custGeom>
            <a:avLst/>
            <a:gdLst/>
            <a:ahLst/>
            <a:cxnLst/>
            <a:rect l="l" t="t" r="r" b="b"/>
            <a:pathLst>
              <a:path w="1169035" h="654050">
                <a:moveTo>
                  <a:pt x="584454" y="0"/>
                </a:moveTo>
                <a:lnTo>
                  <a:pt x="524688" y="1687"/>
                </a:lnTo>
                <a:lnTo>
                  <a:pt x="466652" y="6639"/>
                </a:lnTo>
                <a:lnTo>
                  <a:pt x="410637" y="14692"/>
                </a:lnTo>
                <a:lnTo>
                  <a:pt x="356937" y="25681"/>
                </a:lnTo>
                <a:lnTo>
                  <a:pt x="305846" y="39444"/>
                </a:lnTo>
                <a:lnTo>
                  <a:pt x="257658" y="55815"/>
                </a:lnTo>
                <a:lnTo>
                  <a:pt x="212666" y="74630"/>
                </a:lnTo>
                <a:lnTo>
                  <a:pt x="171164" y="95726"/>
                </a:lnTo>
                <a:lnTo>
                  <a:pt x="133445" y="118938"/>
                </a:lnTo>
                <a:lnTo>
                  <a:pt x="99802" y="144102"/>
                </a:lnTo>
                <a:lnTo>
                  <a:pt x="70530" y="171055"/>
                </a:lnTo>
                <a:lnTo>
                  <a:pt x="26271" y="229668"/>
                </a:lnTo>
                <a:lnTo>
                  <a:pt x="3016" y="293465"/>
                </a:lnTo>
                <a:lnTo>
                  <a:pt x="0" y="326897"/>
                </a:lnTo>
                <a:lnTo>
                  <a:pt x="3016" y="360330"/>
                </a:lnTo>
                <a:lnTo>
                  <a:pt x="26271" y="424127"/>
                </a:lnTo>
                <a:lnTo>
                  <a:pt x="70530" y="482740"/>
                </a:lnTo>
                <a:lnTo>
                  <a:pt x="99802" y="509693"/>
                </a:lnTo>
                <a:lnTo>
                  <a:pt x="133445" y="534857"/>
                </a:lnTo>
                <a:lnTo>
                  <a:pt x="171164" y="558069"/>
                </a:lnTo>
                <a:lnTo>
                  <a:pt x="212666" y="579165"/>
                </a:lnTo>
                <a:lnTo>
                  <a:pt x="257658" y="597980"/>
                </a:lnTo>
                <a:lnTo>
                  <a:pt x="305846" y="614351"/>
                </a:lnTo>
                <a:lnTo>
                  <a:pt x="356937" y="628114"/>
                </a:lnTo>
                <a:lnTo>
                  <a:pt x="410637" y="639103"/>
                </a:lnTo>
                <a:lnTo>
                  <a:pt x="466652" y="647156"/>
                </a:lnTo>
                <a:lnTo>
                  <a:pt x="524688" y="652108"/>
                </a:lnTo>
                <a:lnTo>
                  <a:pt x="584454" y="653795"/>
                </a:lnTo>
                <a:lnTo>
                  <a:pt x="644219" y="652108"/>
                </a:lnTo>
                <a:lnTo>
                  <a:pt x="702255" y="647156"/>
                </a:lnTo>
                <a:lnTo>
                  <a:pt x="758270" y="639103"/>
                </a:lnTo>
                <a:lnTo>
                  <a:pt x="811970" y="628114"/>
                </a:lnTo>
                <a:lnTo>
                  <a:pt x="863061" y="614351"/>
                </a:lnTo>
                <a:lnTo>
                  <a:pt x="911249" y="597980"/>
                </a:lnTo>
                <a:lnTo>
                  <a:pt x="956241" y="579165"/>
                </a:lnTo>
                <a:lnTo>
                  <a:pt x="997743" y="558069"/>
                </a:lnTo>
                <a:lnTo>
                  <a:pt x="1035462" y="534857"/>
                </a:lnTo>
                <a:lnTo>
                  <a:pt x="1069105" y="509693"/>
                </a:lnTo>
                <a:lnTo>
                  <a:pt x="1098377" y="482740"/>
                </a:lnTo>
                <a:lnTo>
                  <a:pt x="1142636" y="424127"/>
                </a:lnTo>
                <a:lnTo>
                  <a:pt x="1165891" y="360330"/>
                </a:lnTo>
                <a:lnTo>
                  <a:pt x="1168908" y="326897"/>
                </a:lnTo>
                <a:lnTo>
                  <a:pt x="1165891" y="293465"/>
                </a:lnTo>
                <a:lnTo>
                  <a:pt x="1142636" y="229668"/>
                </a:lnTo>
                <a:lnTo>
                  <a:pt x="1098377" y="171055"/>
                </a:lnTo>
                <a:lnTo>
                  <a:pt x="1069105" y="144102"/>
                </a:lnTo>
                <a:lnTo>
                  <a:pt x="1035462" y="118938"/>
                </a:lnTo>
                <a:lnTo>
                  <a:pt x="997743" y="95726"/>
                </a:lnTo>
                <a:lnTo>
                  <a:pt x="956241" y="74630"/>
                </a:lnTo>
                <a:lnTo>
                  <a:pt x="911249" y="55815"/>
                </a:lnTo>
                <a:lnTo>
                  <a:pt x="863061" y="39444"/>
                </a:lnTo>
                <a:lnTo>
                  <a:pt x="811970" y="25681"/>
                </a:lnTo>
                <a:lnTo>
                  <a:pt x="758270" y="14692"/>
                </a:lnTo>
                <a:lnTo>
                  <a:pt x="702255" y="6639"/>
                </a:lnTo>
                <a:lnTo>
                  <a:pt x="644219" y="1687"/>
                </a:lnTo>
                <a:lnTo>
                  <a:pt x="584454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12208" y="3640835"/>
            <a:ext cx="634365" cy="654050"/>
          </a:xfrm>
          <a:custGeom>
            <a:avLst/>
            <a:gdLst/>
            <a:ahLst/>
            <a:cxnLst/>
            <a:rect l="l" t="t" r="r" b="b"/>
            <a:pathLst>
              <a:path w="634364" h="654050">
                <a:moveTo>
                  <a:pt x="316991" y="0"/>
                </a:moveTo>
                <a:lnTo>
                  <a:pt x="270135" y="3543"/>
                </a:lnTo>
                <a:lnTo>
                  <a:pt x="225417" y="13836"/>
                </a:lnTo>
                <a:lnTo>
                  <a:pt x="183328" y="30374"/>
                </a:lnTo>
                <a:lnTo>
                  <a:pt x="144358" y="52651"/>
                </a:lnTo>
                <a:lnTo>
                  <a:pt x="108996" y="80164"/>
                </a:lnTo>
                <a:lnTo>
                  <a:pt x="77731" y="112407"/>
                </a:lnTo>
                <a:lnTo>
                  <a:pt x="51053" y="148875"/>
                </a:lnTo>
                <a:lnTo>
                  <a:pt x="29451" y="189063"/>
                </a:lnTo>
                <a:lnTo>
                  <a:pt x="13416" y="232466"/>
                </a:lnTo>
                <a:lnTo>
                  <a:pt x="3435" y="278579"/>
                </a:lnTo>
                <a:lnTo>
                  <a:pt x="0" y="326897"/>
                </a:lnTo>
                <a:lnTo>
                  <a:pt x="3435" y="375216"/>
                </a:lnTo>
                <a:lnTo>
                  <a:pt x="13416" y="421329"/>
                </a:lnTo>
                <a:lnTo>
                  <a:pt x="29451" y="464732"/>
                </a:lnTo>
                <a:lnTo>
                  <a:pt x="51053" y="504920"/>
                </a:lnTo>
                <a:lnTo>
                  <a:pt x="77731" y="541388"/>
                </a:lnTo>
                <a:lnTo>
                  <a:pt x="108996" y="573631"/>
                </a:lnTo>
                <a:lnTo>
                  <a:pt x="144358" y="601144"/>
                </a:lnTo>
                <a:lnTo>
                  <a:pt x="183328" y="623421"/>
                </a:lnTo>
                <a:lnTo>
                  <a:pt x="225417" y="639959"/>
                </a:lnTo>
                <a:lnTo>
                  <a:pt x="270135" y="650252"/>
                </a:lnTo>
                <a:lnTo>
                  <a:pt x="316991" y="653795"/>
                </a:lnTo>
                <a:lnTo>
                  <a:pt x="363848" y="650252"/>
                </a:lnTo>
                <a:lnTo>
                  <a:pt x="408566" y="639959"/>
                </a:lnTo>
                <a:lnTo>
                  <a:pt x="450655" y="623421"/>
                </a:lnTo>
                <a:lnTo>
                  <a:pt x="489625" y="601144"/>
                </a:lnTo>
                <a:lnTo>
                  <a:pt x="524987" y="573631"/>
                </a:lnTo>
                <a:lnTo>
                  <a:pt x="556252" y="541388"/>
                </a:lnTo>
                <a:lnTo>
                  <a:pt x="582930" y="504920"/>
                </a:lnTo>
                <a:lnTo>
                  <a:pt x="604532" y="464732"/>
                </a:lnTo>
                <a:lnTo>
                  <a:pt x="620567" y="421329"/>
                </a:lnTo>
                <a:lnTo>
                  <a:pt x="630548" y="375216"/>
                </a:lnTo>
                <a:lnTo>
                  <a:pt x="633983" y="326897"/>
                </a:lnTo>
                <a:lnTo>
                  <a:pt x="630548" y="278579"/>
                </a:lnTo>
                <a:lnTo>
                  <a:pt x="620567" y="232466"/>
                </a:lnTo>
                <a:lnTo>
                  <a:pt x="604532" y="189063"/>
                </a:lnTo>
                <a:lnTo>
                  <a:pt x="582930" y="148875"/>
                </a:lnTo>
                <a:lnTo>
                  <a:pt x="556252" y="112407"/>
                </a:lnTo>
                <a:lnTo>
                  <a:pt x="524987" y="80164"/>
                </a:lnTo>
                <a:lnTo>
                  <a:pt x="489625" y="52651"/>
                </a:lnTo>
                <a:lnTo>
                  <a:pt x="450655" y="30374"/>
                </a:lnTo>
                <a:lnTo>
                  <a:pt x="408566" y="13836"/>
                </a:lnTo>
                <a:lnTo>
                  <a:pt x="363848" y="3543"/>
                </a:lnTo>
                <a:lnTo>
                  <a:pt x="316991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27376" y="4803647"/>
            <a:ext cx="1169035" cy="654050"/>
          </a:xfrm>
          <a:custGeom>
            <a:avLst/>
            <a:gdLst/>
            <a:ahLst/>
            <a:cxnLst/>
            <a:rect l="l" t="t" r="r" b="b"/>
            <a:pathLst>
              <a:path w="1169035" h="654050">
                <a:moveTo>
                  <a:pt x="584454" y="0"/>
                </a:moveTo>
                <a:lnTo>
                  <a:pt x="524688" y="1687"/>
                </a:lnTo>
                <a:lnTo>
                  <a:pt x="466652" y="6639"/>
                </a:lnTo>
                <a:lnTo>
                  <a:pt x="410637" y="14692"/>
                </a:lnTo>
                <a:lnTo>
                  <a:pt x="356937" y="25681"/>
                </a:lnTo>
                <a:lnTo>
                  <a:pt x="305846" y="39444"/>
                </a:lnTo>
                <a:lnTo>
                  <a:pt x="257658" y="55815"/>
                </a:lnTo>
                <a:lnTo>
                  <a:pt x="212666" y="74630"/>
                </a:lnTo>
                <a:lnTo>
                  <a:pt x="171164" y="95726"/>
                </a:lnTo>
                <a:lnTo>
                  <a:pt x="133445" y="118938"/>
                </a:lnTo>
                <a:lnTo>
                  <a:pt x="99802" y="144102"/>
                </a:lnTo>
                <a:lnTo>
                  <a:pt x="70530" y="171055"/>
                </a:lnTo>
                <a:lnTo>
                  <a:pt x="26271" y="229668"/>
                </a:lnTo>
                <a:lnTo>
                  <a:pt x="3016" y="293465"/>
                </a:lnTo>
                <a:lnTo>
                  <a:pt x="0" y="326897"/>
                </a:lnTo>
                <a:lnTo>
                  <a:pt x="3016" y="360330"/>
                </a:lnTo>
                <a:lnTo>
                  <a:pt x="26271" y="424127"/>
                </a:lnTo>
                <a:lnTo>
                  <a:pt x="70530" y="482740"/>
                </a:lnTo>
                <a:lnTo>
                  <a:pt x="99802" y="509693"/>
                </a:lnTo>
                <a:lnTo>
                  <a:pt x="133445" y="534857"/>
                </a:lnTo>
                <a:lnTo>
                  <a:pt x="171164" y="558069"/>
                </a:lnTo>
                <a:lnTo>
                  <a:pt x="212666" y="579165"/>
                </a:lnTo>
                <a:lnTo>
                  <a:pt x="257658" y="597980"/>
                </a:lnTo>
                <a:lnTo>
                  <a:pt x="305846" y="614351"/>
                </a:lnTo>
                <a:lnTo>
                  <a:pt x="356937" y="628114"/>
                </a:lnTo>
                <a:lnTo>
                  <a:pt x="410637" y="639103"/>
                </a:lnTo>
                <a:lnTo>
                  <a:pt x="466652" y="647156"/>
                </a:lnTo>
                <a:lnTo>
                  <a:pt x="524688" y="652108"/>
                </a:lnTo>
                <a:lnTo>
                  <a:pt x="584454" y="653795"/>
                </a:lnTo>
                <a:lnTo>
                  <a:pt x="644219" y="652108"/>
                </a:lnTo>
                <a:lnTo>
                  <a:pt x="702255" y="647156"/>
                </a:lnTo>
                <a:lnTo>
                  <a:pt x="758270" y="639103"/>
                </a:lnTo>
                <a:lnTo>
                  <a:pt x="811970" y="628114"/>
                </a:lnTo>
                <a:lnTo>
                  <a:pt x="863061" y="614351"/>
                </a:lnTo>
                <a:lnTo>
                  <a:pt x="911249" y="597980"/>
                </a:lnTo>
                <a:lnTo>
                  <a:pt x="956241" y="579165"/>
                </a:lnTo>
                <a:lnTo>
                  <a:pt x="997743" y="558069"/>
                </a:lnTo>
                <a:lnTo>
                  <a:pt x="1035462" y="534857"/>
                </a:lnTo>
                <a:lnTo>
                  <a:pt x="1069105" y="509693"/>
                </a:lnTo>
                <a:lnTo>
                  <a:pt x="1098377" y="482740"/>
                </a:lnTo>
                <a:lnTo>
                  <a:pt x="1142636" y="424127"/>
                </a:lnTo>
                <a:lnTo>
                  <a:pt x="1165891" y="360330"/>
                </a:lnTo>
                <a:lnTo>
                  <a:pt x="1168908" y="326897"/>
                </a:lnTo>
                <a:lnTo>
                  <a:pt x="1165891" y="293465"/>
                </a:lnTo>
                <a:lnTo>
                  <a:pt x="1142636" y="229668"/>
                </a:lnTo>
                <a:lnTo>
                  <a:pt x="1098377" y="171055"/>
                </a:lnTo>
                <a:lnTo>
                  <a:pt x="1069105" y="144102"/>
                </a:lnTo>
                <a:lnTo>
                  <a:pt x="1035462" y="118938"/>
                </a:lnTo>
                <a:lnTo>
                  <a:pt x="997743" y="95726"/>
                </a:lnTo>
                <a:lnTo>
                  <a:pt x="956241" y="74630"/>
                </a:lnTo>
                <a:lnTo>
                  <a:pt x="911249" y="55815"/>
                </a:lnTo>
                <a:lnTo>
                  <a:pt x="863061" y="39444"/>
                </a:lnTo>
                <a:lnTo>
                  <a:pt x="811970" y="25681"/>
                </a:lnTo>
                <a:lnTo>
                  <a:pt x="758270" y="14692"/>
                </a:lnTo>
                <a:lnTo>
                  <a:pt x="702255" y="6639"/>
                </a:lnTo>
                <a:lnTo>
                  <a:pt x="644219" y="1687"/>
                </a:lnTo>
                <a:lnTo>
                  <a:pt x="584454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12208" y="4803647"/>
            <a:ext cx="634365" cy="654050"/>
          </a:xfrm>
          <a:custGeom>
            <a:avLst/>
            <a:gdLst/>
            <a:ahLst/>
            <a:cxnLst/>
            <a:rect l="l" t="t" r="r" b="b"/>
            <a:pathLst>
              <a:path w="634364" h="654050">
                <a:moveTo>
                  <a:pt x="316991" y="0"/>
                </a:moveTo>
                <a:lnTo>
                  <a:pt x="270135" y="3543"/>
                </a:lnTo>
                <a:lnTo>
                  <a:pt x="225417" y="13836"/>
                </a:lnTo>
                <a:lnTo>
                  <a:pt x="183328" y="30374"/>
                </a:lnTo>
                <a:lnTo>
                  <a:pt x="144358" y="52651"/>
                </a:lnTo>
                <a:lnTo>
                  <a:pt x="108996" y="80164"/>
                </a:lnTo>
                <a:lnTo>
                  <a:pt x="77731" y="112407"/>
                </a:lnTo>
                <a:lnTo>
                  <a:pt x="51053" y="148875"/>
                </a:lnTo>
                <a:lnTo>
                  <a:pt x="29451" y="189063"/>
                </a:lnTo>
                <a:lnTo>
                  <a:pt x="13416" y="232466"/>
                </a:lnTo>
                <a:lnTo>
                  <a:pt x="3435" y="278579"/>
                </a:lnTo>
                <a:lnTo>
                  <a:pt x="0" y="326897"/>
                </a:lnTo>
                <a:lnTo>
                  <a:pt x="3435" y="375216"/>
                </a:lnTo>
                <a:lnTo>
                  <a:pt x="13416" y="421329"/>
                </a:lnTo>
                <a:lnTo>
                  <a:pt x="29451" y="464732"/>
                </a:lnTo>
                <a:lnTo>
                  <a:pt x="51053" y="504920"/>
                </a:lnTo>
                <a:lnTo>
                  <a:pt x="77731" y="541388"/>
                </a:lnTo>
                <a:lnTo>
                  <a:pt x="108996" y="573631"/>
                </a:lnTo>
                <a:lnTo>
                  <a:pt x="144358" y="601144"/>
                </a:lnTo>
                <a:lnTo>
                  <a:pt x="183328" y="623421"/>
                </a:lnTo>
                <a:lnTo>
                  <a:pt x="225417" y="639959"/>
                </a:lnTo>
                <a:lnTo>
                  <a:pt x="270135" y="650252"/>
                </a:lnTo>
                <a:lnTo>
                  <a:pt x="316991" y="653795"/>
                </a:lnTo>
                <a:lnTo>
                  <a:pt x="363848" y="650252"/>
                </a:lnTo>
                <a:lnTo>
                  <a:pt x="408566" y="639959"/>
                </a:lnTo>
                <a:lnTo>
                  <a:pt x="450655" y="623421"/>
                </a:lnTo>
                <a:lnTo>
                  <a:pt x="489625" y="601144"/>
                </a:lnTo>
                <a:lnTo>
                  <a:pt x="524987" y="573631"/>
                </a:lnTo>
                <a:lnTo>
                  <a:pt x="556252" y="541388"/>
                </a:lnTo>
                <a:lnTo>
                  <a:pt x="582930" y="504920"/>
                </a:lnTo>
                <a:lnTo>
                  <a:pt x="604532" y="464732"/>
                </a:lnTo>
                <a:lnTo>
                  <a:pt x="620567" y="421329"/>
                </a:lnTo>
                <a:lnTo>
                  <a:pt x="630548" y="375216"/>
                </a:lnTo>
                <a:lnTo>
                  <a:pt x="633983" y="326897"/>
                </a:lnTo>
                <a:lnTo>
                  <a:pt x="630548" y="278579"/>
                </a:lnTo>
                <a:lnTo>
                  <a:pt x="620567" y="232466"/>
                </a:lnTo>
                <a:lnTo>
                  <a:pt x="604532" y="189063"/>
                </a:lnTo>
                <a:lnTo>
                  <a:pt x="582930" y="148875"/>
                </a:lnTo>
                <a:lnTo>
                  <a:pt x="556252" y="112407"/>
                </a:lnTo>
                <a:lnTo>
                  <a:pt x="524987" y="80164"/>
                </a:lnTo>
                <a:lnTo>
                  <a:pt x="489625" y="52651"/>
                </a:lnTo>
                <a:lnTo>
                  <a:pt x="450655" y="30374"/>
                </a:lnTo>
                <a:lnTo>
                  <a:pt x="408566" y="13836"/>
                </a:lnTo>
                <a:lnTo>
                  <a:pt x="363848" y="3543"/>
                </a:lnTo>
                <a:lnTo>
                  <a:pt x="316991" y="0"/>
                </a:lnTo>
                <a:close/>
              </a:path>
            </a:pathLst>
          </a:custGeom>
          <a:solidFill>
            <a:srgbClr val="D3D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37788" y="2685795"/>
            <a:ext cx="1156335" cy="142240"/>
          </a:xfrm>
          <a:custGeom>
            <a:avLst/>
            <a:gdLst/>
            <a:ahLst/>
            <a:cxnLst/>
            <a:rect l="l" t="t" r="r" b="b"/>
            <a:pathLst>
              <a:path w="1156335" h="142239">
                <a:moveTo>
                  <a:pt x="1082294" y="66166"/>
                </a:moveTo>
                <a:lnTo>
                  <a:pt x="1080231" y="97848"/>
                </a:lnTo>
                <a:lnTo>
                  <a:pt x="1092835" y="98678"/>
                </a:lnTo>
                <a:lnTo>
                  <a:pt x="1092073" y="111378"/>
                </a:lnTo>
                <a:lnTo>
                  <a:pt x="1079350" y="111378"/>
                </a:lnTo>
                <a:lnTo>
                  <a:pt x="1077340" y="142239"/>
                </a:lnTo>
                <a:lnTo>
                  <a:pt x="1150695" y="111378"/>
                </a:lnTo>
                <a:lnTo>
                  <a:pt x="1092073" y="111378"/>
                </a:lnTo>
                <a:lnTo>
                  <a:pt x="1079404" y="110544"/>
                </a:lnTo>
                <a:lnTo>
                  <a:pt x="1152679" y="110544"/>
                </a:lnTo>
                <a:lnTo>
                  <a:pt x="1155827" y="109219"/>
                </a:lnTo>
                <a:lnTo>
                  <a:pt x="1082294" y="66166"/>
                </a:lnTo>
                <a:close/>
              </a:path>
              <a:path w="1156335" h="142239">
                <a:moveTo>
                  <a:pt x="1080231" y="97848"/>
                </a:moveTo>
                <a:lnTo>
                  <a:pt x="1079404" y="110544"/>
                </a:lnTo>
                <a:lnTo>
                  <a:pt x="1092073" y="111378"/>
                </a:lnTo>
                <a:lnTo>
                  <a:pt x="1092835" y="98678"/>
                </a:lnTo>
                <a:lnTo>
                  <a:pt x="1080231" y="97848"/>
                </a:lnTo>
                <a:close/>
              </a:path>
              <a:path w="1156335" h="142239">
                <a:moveTo>
                  <a:pt x="76422" y="31695"/>
                </a:moveTo>
                <a:lnTo>
                  <a:pt x="75595" y="44391"/>
                </a:lnTo>
                <a:lnTo>
                  <a:pt x="1079404" y="110544"/>
                </a:lnTo>
                <a:lnTo>
                  <a:pt x="1080231" y="97848"/>
                </a:lnTo>
                <a:lnTo>
                  <a:pt x="76422" y="31695"/>
                </a:lnTo>
                <a:close/>
              </a:path>
              <a:path w="1156335" h="142239">
                <a:moveTo>
                  <a:pt x="78486" y="0"/>
                </a:moveTo>
                <a:lnTo>
                  <a:pt x="0" y="33019"/>
                </a:lnTo>
                <a:lnTo>
                  <a:pt x="73533" y="76073"/>
                </a:lnTo>
                <a:lnTo>
                  <a:pt x="75595" y="44391"/>
                </a:lnTo>
                <a:lnTo>
                  <a:pt x="62991" y="43561"/>
                </a:lnTo>
                <a:lnTo>
                  <a:pt x="63753" y="30861"/>
                </a:lnTo>
                <a:lnTo>
                  <a:pt x="76476" y="30861"/>
                </a:lnTo>
                <a:lnTo>
                  <a:pt x="78486" y="0"/>
                </a:lnTo>
                <a:close/>
              </a:path>
              <a:path w="1156335" h="142239">
                <a:moveTo>
                  <a:pt x="63753" y="30861"/>
                </a:moveTo>
                <a:lnTo>
                  <a:pt x="62991" y="43561"/>
                </a:lnTo>
                <a:lnTo>
                  <a:pt x="75595" y="44391"/>
                </a:lnTo>
                <a:lnTo>
                  <a:pt x="76422" y="31695"/>
                </a:lnTo>
                <a:lnTo>
                  <a:pt x="63753" y="30861"/>
                </a:lnTo>
                <a:close/>
              </a:path>
              <a:path w="1156335" h="142239">
                <a:moveTo>
                  <a:pt x="76476" y="30861"/>
                </a:moveTo>
                <a:lnTo>
                  <a:pt x="63753" y="30861"/>
                </a:lnTo>
                <a:lnTo>
                  <a:pt x="76422" y="31695"/>
                </a:lnTo>
                <a:lnTo>
                  <a:pt x="76476" y="30861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35223" y="2628900"/>
            <a:ext cx="94487" cy="96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22676" y="2891027"/>
            <a:ext cx="96011" cy="94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49396" y="2657855"/>
            <a:ext cx="94488" cy="96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74691" y="2776727"/>
            <a:ext cx="96012" cy="94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51476" y="2575560"/>
            <a:ext cx="94487" cy="944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69764" y="2956560"/>
            <a:ext cx="96012" cy="960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89220" y="2727960"/>
            <a:ext cx="96012" cy="94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68340" y="2747772"/>
            <a:ext cx="1090421" cy="1851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35223" y="3777996"/>
            <a:ext cx="94487" cy="944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22676" y="4038600"/>
            <a:ext cx="96011" cy="960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49396" y="3806952"/>
            <a:ext cx="94488" cy="944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74691" y="3924300"/>
            <a:ext cx="96012" cy="960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51476" y="3723132"/>
            <a:ext cx="94487" cy="96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69764" y="4104132"/>
            <a:ext cx="96012" cy="960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89220" y="3875532"/>
            <a:ext cx="96012" cy="960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66815" y="3896867"/>
            <a:ext cx="1323593" cy="1836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23616" y="3790696"/>
            <a:ext cx="2171700" cy="168275"/>
          </a:xfrm>
          <a:custGeom>
            <a:avLst/>
            <a:gdLst/>
            <a:ahLst/>
            <a:cxnLst/>
            <a:rect l="l" t="t" r="r" b="b"/>
            <a:pathLst>
              <a:path w="2171700" h="168275">
                <a:moveTo>
                  <a:pt x="2097150" y="91566"/>
                </a:moveTo>
                <a:lnTo>
                  <a:pt x="2095719" y="123373"/>
                </a:lnTo>
                <a:lnTo>
                  <a:pt x="2108454" y="123951"/>
                </a:lnTo>
                <a:lnTo>
                  <a:pt x="2107819" y="136524"/>
                </a:lnTo>
                <a:lnTo>
                  <a:pt x="2095127" y="136524"/>
                </a:lnTo>
                <a:lnTo>
                  <a:pt x="2093721" y="167766"/>
                </a:lnTo>
                <a:lnTo>
                  <a:pt x="2163873" y="136524"/>
                </a:lnTo>
                <a:lnTo>
                  <a:pt x="2107819" y="136524"/>
                </a:lnTo>
                <a:lnTo>
                  <a:pt x="2095153" y="135950"/>
                </a:lnTo>
                <a:lnTo>
                  <a:pt x="2165162" y="135950"/>
                </a:lnTo>
                <a:lnTo>
                  <a:pt x="2171572" y="133095"/>
                </a:lnTo>
                <a:lnTo>
                  <a:pt x="2097150" y="91566"/>
                </a:lnTo>
                <a:close/>
              </a:path>
              <a:path w="2171700" h="168275">
                <a:moveTo>
                  <a:pt x="2095719" y="123373"/>
                </a:moveTo>
                <a:lnTo>
                  <a:pt x="2095153" y="135950"/>
                </a:lnTo>
                <a:lnTo>
                  <a:pt x="2107819" y="136524"/>
                </a:lnTo>
                <a:lnTo>
                  <a:pt x="2108454" y="123951"/>
                </a:lnTo>
                <a:lnTo>
                  <a:pt x="2095719" y="123373"/>
                </a:lnTo>
                <a:close/>
              </a:path>
              <a:path w="2171700" h="168275">
                <a:moveTo>
                  <a:pt x="76422" y="31690"/>
                </a:moveTo>
                <a:lnTo>
                  <a:pt x="75850" y="44392"/>
                </a:lnTo>
                <a:lnTo>
                  <a:pt x="2095153" y="135950"/>
                </a:lnTo>
                <a:lnTo>
                  <a:pt x="2095719" y="123373"/>
                </a:lnTo>
                <a:lnTo>
                  <a:pt x="76422" y="31690"/>
                </a:lnTo>
                <a:close/>
              </a:path>
              <a:path w="2171700" h="168275">
                <a:moveTo>
                  <a:pt x="77850" y="0"/>
                </a:moveTo>
                <a:lnTo>
                  <a:pt x="0" y="34543"/>
                </a:lnTo>
                <a:lnTo>
                  <a:pt x="74421" y="76072"/>
                </a:lnTo>
                <a:lnTo>
                  <a:pt x="75850" y="44392"/>
                </a:lnTo>
                <a:lnTo>
                  <a:pt x="63118" y="43814"/>
                </a:lnTo>
                <a:lnTo>
                  <a:pt x="63753" y="31114"/>
                </a:lnTo>
                <a:lnTo>
                  <a:pt x="76448" y="31114"/>
                </a:lnTo>
                <a:lnTo>
                  <a:pt x="77850" y="0"/>
                </a:lnTo>
                <a:close/>
              </a:path>
              <a:path w="2171700" h="168275">
                <a:moveTo>
                  <a:pt x="63753" y="31114"/>
                </a:moveTo>
                <a:lnTo>
                  <a:pt x="63118" y="43814"/>
                </a:lnTo>
                <a:lnTo>
                  <a:pt x="75850" y="44392"/>
                </a:lnTo>
                <a:lnTo>
                  <a:pt x="76422" y="31690"/>
                </a:lnTo>
                <a:lnTo>
                  <a:pt x="63753" y="31114"/>
                </a:lnTo>
                <a:close/>
              </a:path>
              <a:path w="2171700" h="168275">
                <a:moveTo>
                  <a:pt x="76448" y="31114"/>
                </a:moveTo>
                <a:lnTo>
                  <a:pt x="63753" y="31114"/>
                </a:lnTo>
                <a:lnTo>
                  <a:pt x="76422" y="31690"/>
                </a:lnTo>
                <a:lnTo>
                  <a:pt x="76448" y="31114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35223" y="4951476"/>
            <a:ext cx="94487" cy="944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22676" y="5212079"/>
            <a:ext cx="96011" cy="960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49396" y="4980432"/>
            <a:ext cx="94488" cy="944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74691" y="5097779"/>
            <a:ext cx="96012" cy="9601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51476" y="4896611"/>
            <a:ext cx="94487" cy="960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69764" y="5279135"/>
            <a:ext cx="96012" cy="94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89220" y="5049011"/>
            <a:ext cx="96012" cy="960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62244" y="5052059"/>
            <a:ext cx="1245870" cy="18364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3259709" y="5061839"/>
            <a:ext cx="1811020" cy="90805"/>
            <a:chOff x="3259709" y="5061839"/>
            <a:chExt cx="1811020" cy="90805"/>
          </a:xfrm>
        </p:grpSpPr>
        <p:sp>
          <p:nvSpPr>
            <p:cNvPr id="41" name="object 41"/>
            <p:cNvSpPr/>
            <p:nvPr/>
          </p:nvSpPr>
          <p:spPr>
            <a:xfrm>
              <a:off x="3282696" y="5061839"/>
              <a:ext cx="1770380" cy="90805"/>
            </a:xfrm>
            <a:custGeom>
              <a:avLst/>
              <a:gdLst/>
              <a:ahLst/>
              <a:cxnLst/>
              <a:rect l="l" t="t" r="r" b="b"/>
              <a:pathLst>
                <a:path w="1770379" h="90804">
                  <a:moveTo>
                    <a:pt x="1694306" y="14350"/>
                  </a:moveTo>
                  <a:lnTo>
                    <a:pt x="1694042" y="46115"/>
                  </a:lnTo>
                  <a:lnTo>
                    <a:pt x="1706752" y="46228"/>
                  </a:lnTo>
                  <a:lnTo>
                    <a:pt x="1706626" y="58928"/>
                  </a:lnTo>
                  <a:lnTo>
                    <a:pt x="1693935" y="58928"/>
                  </a:lnTo>
                  <a:lnTo>
                    <a:pt x="1693671" y="90550"/>
                  </a:lnTo>
                  <a:lnTo>
                    <a:pt x="1758531" y="58928"/>
                  </a:lnTo>
                  <a:lnTo>
                    <a:pt x="1706626" y="58928"/>
                  </a:lnTo>
                  <a:lnTo>
                    <a:pt x="1758762" y="58815"/>
                  </a:lnTo>
                  <a:lnTo>
                    <a:pt x="1770252" y="53212"/>
                  </a:lnTo>
                  <a:lnTo>
                    <a:pt x="1694306" y="14350"/>
                  </a:lnTo>
                  <a:close/>
                </a:path>
                <a:path w="1770379" h="90804">
                  <a:moveTo>
                    <a:pt x="76580" y="0"/>
                  </a:moveTo>
                  <a:lnTo>
                    <a:pt x="0" y="37465"/>
                  </a:lnTo>
                  <a:lnTo>
                    <a:pt x="75818" y="76200"/>
                  </a:lnTo>
                  <a:lnTo>
                    <a:pt x="76136" y="44435"/>
                  </a:lnTo>
                  <a:lnTo>
                    <a:pt x="63500" y="44323"/>
                  </a:lnTo>
                  <a:lnTo>
                    <a:pt x="63500" y="31623"/>
                  </a:lnTo>
                  <a:lnTo>
                    <a:pt x="76264" y="31623"/>
                  </a:lnTo>
                  <a:lnTo>
                    <a:pt x="76580" y="0"/>
                  </a:lnTo>
                  <a:close/>
                </a:path>
                <a:path w="1770379" h="90804">
                  <a:moveTo>
                    <a:pt x="1694042" y="46115"/>
                  </a:moveTo>
                  <a:lnTo>
                    <a:pt x="1693936" y="58815"/>
                  </a:lnTo>
                  <a:lnTo>
                    <a:pt x="1706626" y="58928"/>
                  </a:lnTo>
                  <a:lnTo>
                    <a:pt x="1706752" y="46228"/>
                  </a:lnTo>
                  <a:lnTo>
                    <a:pt x="1694042" y="46115"/>
                  </a:lnTo>
                  <a:close/>
                </a:path>
                <a:path w="1770379" h="90804">
                  <a:moveTo>
                    <a:pt x="76263" y="31736"/>
                  </a:moveTo>
                  <a:lnTo>
                    <a:pt x="76136" y="44435"/>
                  </a:lnTo>
                  <a:lnTo>
                    <a:pt x="1693936" y="58815"/>
                  </a:lnTo>
                  <a:lnTo>
                    <a:pt x="1694042" y="46115"/>
                  </a:lnTo>
                  <a:lnTo>
                    <a:pt x="76263" y="31736"/>
                  </a:lnTo>
                  <a:close/>
                </a:path>
                <a:path w="1770379" h="90804">
                  <a:moveTo>
                    <a:pt x="63500" y="31623"/>
                  </a:moveTo>
                  <a:lnTo>
                    <a:pt x="63500" y="44323"/>
                  </a:lnTo>
                  <a:lnTo>
                    <a:pt x="76136" y="44435"/>
                  </a:lnTo>
                  <a:lnTo>
                    <a:pt x="76263" y="31736"/>
                  </a:lnTo>
                  <a:lnTo>
                    <a:pt x="63500" y="31623"/>
                  </a:lnTo>
                  <a:close/>
                </a:path>
                <a:path w="1770379" h="90804">
                  <a:moveTo>
                    <a:pt x="76264" y="31623"/>
                  </a:moveTo>
                  <a:lnTo>
                    <a:pt x="63500" y="31623"/>
                  </a:lnTo>
                  <a:lnTo>
                    <a:pt x="76263" y="31736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60598" y="5077206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16510" y="0"/>
                  </a:moveTo>
                  <a:lnTo>
                    <a:pt x="4825" y="0"/>
                  </a:lnTo>
                  <a:lnTo>
                    <a:pt x="0" y="4445"/>
                  </a:lnTo>
                  <a:lnTo>
                    <a:pt x="0" y="15367"/>
                  </a:lnTo>
                  <a:lnTo>
                    <a:pt x="4825" y="19812"/>
                  </a:lnTo>
                  <a:lnTo>
                    <a:pt x="16510" y="19812"/>
                  </a:lnTo>
                  <a:lnTo>
                    <a:pt x="21336" y="15367"/>
                  </a:lnTo>
                  <a:lnTo>
                    <a:pt x="21336" y="44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60598" y="5077206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0" y="9906"/>
                  </a:moveTo>
                  <a:lnTo>
                    <a:pt x="0" y="4445"/>
                  </a:lnTo>
                  <a:lnTo>
                    <a:pt x="4825" y="0"/>
                  </a:lnTo>
                  <a:lnTo>
                    <a:pt x="10667" y="0"/>
                  </a:lnTo>
                  <a:lnTo>
                    <a:pt x="16510" y="0"/>
                  </a:lnTo>
                  <a:lnTo>
                    <a:pt x="21336" y="4445"/>
                  </a:lnTo>
                  <a:lnTo>
                    <a:pt x="21336" y="9906"/>
                  </a:lnTo>
                  <a:lnTo>
                    <a:pt x="21336" y="15367"/>
                  </a:lnTo>
                  <a:lnTo>
                    <a:pt x="16510" y="19812"/>
                  </a:lnTo>
                  <a:lnTo>
                    <a:pt x="10667" y="19812"/>
                  </a:lnTo>
                  <a:lnTo>
                    <a:pt x="4825" y="19812"/>
                  </a:lnTo>
                  <a:lnTo>
                    <a:pt x="0" y="15367"/>
                  </a:lnTo>
                  <a:lnTo>
                    <a:pt x="0" y="9906"/>
                  </a:lnTo>
                  <a:close/>
                </a:path>
              </a:pathLst>
            </a:custGeom>
            <a:ln w="3175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48250" y="5100066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16510" y="0"/>
                  </a:moveTo>
                  <a:lnTo>
                    <a:pt x="4825" y="0"/>
                  </a:lnTo>
                  <a:lnTo>
                    <a:pt x="0" y="4825"/>
                  </a:lnTo>
                  <a:lnTo>
                    <a:pt x="0" y="16509"/>
                  </a:lnTo>
                  <a:lnTo>
                    <a:pt x="4825" y="21335"/>
                  </a:lnTo>
                  <a:lnTo>
                    <a:pt x="16510" y="21335"/>
                  </a:lnTo>
                  <a:lnTo>
                    <a:pt x="21336" y="16509"/>
                  </a:lnTo>
                  <a:lnTo>
                    <a:pt x="21336" y="48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48250" y="5100066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0" y="10667"/>
                  </a:moveTo>
                  <a:lnTo>
                    <a:pt x="0" y="4825"/>
                  </a:lnTo>
                  <a:lnTo>
                    <a:pt x="4825" y="0"/>
                  </a:lnTo>
                  <a:lnTo>
                    <a:pt x="10667" y="0"/>
                  </a:lnTo>
                  <a:lnTo>
                    <a:pt x="16510" y="0"/>
                  </a:lnTo>
                  <a:lnTo>
                    <a:pt x="21336" y="4825"/>
                  </a:lnTo>
                  <a:lnTo>
                    <a:pt x="21336" y="10667"/>
                  </a:lnTo>
                  <a:lnTo>
                    <a:pt x="21336" y="16509"/>
                  </a:lnTo>
                  <a:lnTo>
                    <a:pt x="16510" y="21335"/>
                  </a:lnTo>
                  <a:lnTo>
                    <a:pt x="10667" y="21335"/>
                  </a:lnTo>
                  <a:lnTo>
                    <a:pt x="4825" y="21335"/>
                  </a:lnTo>
                  <a:lnTo>
                    <a:pt x="0" y="16509"/>
                  </a:lnTo>
                  <a:lnTo>
                    <a:pt x="0" y="10667"/>
                  </a:lnTo>
                  <a:close/>
                </a:path>
              </a:pathLst>
            </a:custGeom>
            <a:ln w="3175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2052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1443177"/>
            <a:ext cx="5977890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3918" y="1941649"/>
            <a:ext cx="573767" cy="139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4736" y="2202179"/>
            <a:ext cx="8789035" cy="4038600"/>
            <a:chOff x="554736" y="2202179"/>
            <a:chExt cx="8789035" cy="4038600"/>
          </a:xfrm>
        </p:grpSpPr>
        <p:sp>
          <p:nvSpPr>
            <p:cNvPr id="11" name="object 11"/>
            <p:cNvSpPr/>
            <p:nvPr/>
          </p:nvSpPr>
          <p:spPr>
            <a:xfrm>
              <a:off x="557784" y="2205227"/>
              <a:ext cx="8783320" cy="4032885"/>
            </a:xfrm>
            <a:custGeom>
              <a:avLst/>
              <a:gdLst/>
              <a:ahLst/>
              <a:cxnLst/>
              <a:rect l="l" t="t" r="r" b="b"/>
              <a:pathLst>
                <a:path w="8783320" h="4032885">
                  <a:moveTo>
                    <a:pt x="0" y="4032504"/>
                  </a:moveTo>
                  <a:lnTo>
                    <a:pt x="8782812" y="403250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0325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" y="2343911"/>
              <a:ext cx="8700516" cy="37703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8921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3917" y="1469160"/>
            <a:ext cx="610344" cy="137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69364"/>
            <a:ext cx="8789035" cy="3534410"/>
            <a:chOff x="554736" y="1769364"/>
            <a:chExt cx="8789035" cy="3534410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3528060"/>
            </a:xfrm>
            <a:custGeom>
              <a:avLst/>
              <a:gdLst/>
              <a:ahLst/>
              <a:cxnLst/>
              <a:rect l="l" t="t" r="r" b="b"/>
              <a:pathLst>
                <a:path w="8783320" h="3528060">
                  <a:moveTo>
                    <a:pt x="0" y="3528060"/>
                  </a:moveTo>
                  <a:lnTo>
                    <a:pt x="8782812" y="352806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52806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0560" y="1869948"/>
              <a:ext cx="8673084" cy="32887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3938" y="1469160"/>
            <a:ext cx="456399" cy="137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35835"/>
            <a:ext cx="8789035" cy="4541520"/>
            <a:chOff x="554736" y="1735835"/>
            <a:chExt cx="8789035" cy="4541520"/>
          </a:xfrm>
        </p:grpSpPr>
        <p:sp>
          <p:nvSpPr>
            <p:cNvPr id="8" name="object 8"/>
            <p:cNvSpPr/>
            <p:nvPr/>
          </p:nvSpPr>
          <p:spPr>
            <a:xfrm>
              <a:off x="557784" y="1738883"/>
              <a:ext cx="8783320" cy="4535805"/>
            </a:xfrm>
            <a:custGeom>
              <a:avLst/>
              <a:gdLst/>
              <a:ahLst/>
              <a:cxnLst/>
              <a:rect l="l" t="t" r="r" b="b"/>
              <a:pathLst>
                <a:path w="8783320" h="4535805">
                  <a:moveTo>
                    <a:pt x="0" y="4535424"/>
                  </a:moveTo>
                  <a:lnTo>
                    <a:pt x="8782812" y="453542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5354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882139"/>
              <a:ext cx="8703564" cy="43083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550670" cy="1424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69364"/>
            <a:ext cx="8789035" cy="3750945"/>
            <a:chOff x="554736" y="1769364"/>
            <a:chExt cx="8789035" cy="3750945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3744595"/>
            </a:xfrm>
            <a:custGeom>
              <a:avLst/>
              <a:gdLst/>
              <a:ahLst/>
              <a:cxnLst/>
              <a:rect l="l" t="t" r="r" b="b"/>
              <a:pathLst>
                <a:path w="8783320" h="3744595">
                  <a:moveTo>
                    <a:pt x="0" y="3744467"/>
                  </a:moveTo>
                  <a:lnTo>
                    <a:pt x="8782812" y="374446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7444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420" y="1874520"/>
              <a:ext cx="8650223" cy="35372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584198" cy="1424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69364"/>
            <a:ext cx="8789035" cy="3750945"/>
            <a:chOff x="554736" y="1769364"/>
            <a:chExt cx="8789035" cy="3750945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3744595"/>
            </a:xfrm>
            <a:custGeom>
              <a:avLst/>
              <a:gdLst/>
              <a:ahLst/>
              <a:cxnLst/>
              <a:rect l="l" t="t" r="r" b="b"/>
              <a:pathLst>
                <a:path w="8783320" h="3744595">
                  <a:moveTo>
                    <a:pt x="0" y="3744467"/>
                  </a:moveTo>
                  <a:lnTo>
                    <a:pt x="8782812" y="374446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7444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8744" y="1862328"/>
              <a:ext cx="8724900" cy="35646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612897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2329433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345435"/>
            <a:ext cx="8789035" cy="3462654"/>
            <a:chOff x="554736" y="2345435"/>
            <a:chExt cx="8789035" cy="3462654"/>
          </a:xfrm>
        </p:grpSpPr>
        <p:sp>
          <p:nvSpPr>
            <p:cNvPr id="9" name="object 9"/>
            <p:cNvSpPr/>
            <p:nvPr/>
          </p:nvSpPr>
          <p:spPr>
            <a:xfrm>
              <a:off x="557784" y="2348483"/>
              <a:ext cx="8783320" cy="3456940"/>
            </a:xfrm>
            <a:custGeom>
              <a:avLst/>
              <a:gdLst/>
              <a:ahLst/>
              <a:cxnLst/>
              <a:rect l="l" t="t" r="r" b="b"/>
              <a:pathLst>
                <a:path w="8783320" h="3456940">
                  <a:moveTo>
                    <a:pt x="0" y="3456432"/>
                  </a:moveTo>
                  <a:lnTo>
                    <a:pt x="8782812" y="345643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45643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534" y="2522959"/>
              <a:ext cx="8450075" cy="31299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612897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3169157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345435"/>
            <a:ext cx="8789035" cy="1446530"/>
            <a:chOff x="554736" y="2345435"/>
            <a:chExt cx="8789035" cy="1446530"/>
          </a:xfrm>
        </p:grpSpPr>
        <p:sp>
          <p:nvSpPr>
            <p:cNvPr id="9" name="object 9"/>
            <p:cNvSpPr/>
            <p:nvPr/>
          </p:nvSpPr>
          <p:spPr>
            <a:xfrm>
              <a:off x="557784" y="2348483"/>
              <a:ext cx="8783320" cy="1440180"/>
            </a:xfrm>
            <a:custGeom>
              <a:avLst/>
              <a:gdLst/>
              <a:ahLst/>
              <a:cxnLst/>
              <a:rect l="l" t="t" r="r" b="b"/>
              <a:pathLst>
                <a:path w="8783320" h="1440179">
                  <a:moveTo>
                    <a:pt x="0" y="1440180"/>
                  </a:moveTo>
                  <a:lnTo>
                    <a:pt x="8782812" y="144018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44018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224" y="2427731"/>
              <a:ext cx="8694420" cy="12679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612897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2329433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345435"/>
            <a:ext cx="8789035" cy="3103245"/>
            <a:chOff x="554736" y="2345435"/>
            <a:chExt cx="8789035" cy="3103245"/>
          </a:xfrm>
        </p:grpSpPr>
        <p:sp>
          <p:nvSpPr>
            <p:cNvPr id="9" name="object 9"/>
            <p:cNvSpPr/>
            <p:nvPr/>
          </p:nvSpPr>
          <p:spPr>
            <a:xfrm>
              <a:off x="557784" y="2348483"/>
              <a:ext cx="8783320" cy="3096895"/>
            </a:xfrm>
            <a:custGeom>
              <a:avLst/>
              <a:gdLst/>
              <a:ahLst/>
              <a:cxnLst/>
              <a:rect l="l" t="t" r="r" b="b"/>
              <a:pathLst>
                <a:path w="8783320" h="3096895">
                  <a:moveTo>
                    <a:pt x="0" y="3096767"/>
                  </a:moveTo>
                  <a:lnTo>
                    <a:pt x="8782812" y="309676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0967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4840" y="2455163"/>
              <a:ext cx="8718804" cy="29397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612897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3335274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345435"/>
            <a:ext cx="8789035" cy="1209040"/>
            <a:chOff x="554736" y="2345435"/>
            <a:chExt cx="8789035" cy="1209040"/>
          </a:xfrm>
        </p:grpSpPr>
        <p:sp>
          <p:nvSpPr>
            <p:cNvPr id="9" name="object 9"/>
            <p:cNvSpPr/>
            <p:nvPr/>
          </p:nvSpPr>
          <p:spPr>
            <a:xfrm>
              <a:off x="557784" y="2348483"/>
              <a:ext cx="8783320" cy="1202690"/>
            </a:xfrm>
            <a:custGeom>
              <a:avLst/>
              <a:gdLst/>
              <a:ahLst/>
              <a:cxnLst/>
              <a:rect l="l" t="t" r="r" b="b"/>
              <a:pathLst>
                <a:path w="8783320" h="1202689">
                  <a:moveTo>
                    <a:pt x="0" y="1202436"/>
                  </a:moveTo>
                  <a:lnTo>
                    <a:pt x="8782812" y="1202436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20243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5696" y="2421635"/>
              <a:ext cx="8727948" cy="10271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2612897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1550669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130551"/>
            <a:ext cx="8789035" cy="3534410"/>
            <a:chOff x="554736" y="2130551"/>
            <a:chExt cx="8789035" cy="3534410"/>
          </a:xfrm>
        </p:grpSpPr>
        <p:sp>
          <p:nvSpPr>
            <p:cNvPr id="9" name="object 9"/>
            <p:cNvSpPr/>
            <p:nvPr/>
          </p:nvSpPr>
          <p:spPr>
            <a:xfrm>
              <a:off x="557784" y="2133599"/>
              <a:ext cx="8783320" cy="3528060"/>
            </a:xfrm>
            <a:custGeom>
              <a:avLst/>
              <a:gdLst/>
              <a:ahLst/>
              <a:cxnLst/>
              <a:rect l="l" t="t" r="r" b="b"/>
              <a:pathLst>
                <a:path w="8783320" h="3528060">
                  <a:moveTo>
                    <a:pt x="0" y="3528060"/>
                  </a:moveTo>
                  <a:lnTo>
                    <a:pt x="8782812" y="352806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52806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" y="2215895"/>
              <a:ext cx="8734043" cy="33573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0448" y="6524434"/>
            <a:ext cx="8301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3507486" cy="409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345435"/>
            <a:ext cx="8789035" cy="2094230"/>
            <a:chOff x="554736" y="2345435"/>
            <a:chExt cx="8789035" cy="2094230"/>
          </a:xfrm>
        </p:grpSpPr>
        <p:sp>
          <p:nvSpPr>
            <p:cNvPr id="9" name="object 9"/>
            <p:cNvSpPr/>
            <p:nvPr/>
          </p:nvSpPr>
          <p:spPr>
            <a:xfrm>
              <a:off x="557784" y="2348483"/>
              <a:ext cx="8783320" cy="2087880"/>
            </a:xfrm>
            <a:custGeom>
              <a:avLst/>
              <a:gdLst/>
              <a:ahLst/>
              <a:cxnLst/>
              <a:rect l="l" t="t" r="r" b="b"/>
              <a:pathLst>
                <a:path w="8783320" h="2087879">
                  <a:moveTo>
                    <a:pt x="0" y="2087880"/>
                  </a:moveTo>
                  <a:lnTo>
                    <a:pt x="8782812" y="208788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08788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107" y="2513673"/>
              <a:ext cx="8518916" cy="17626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697735"/>
            <a:ext cx="8789035" cy="4615180"/>
            <a:chOff x="554736" y="1697735"/>
            <a:chExt cx="8789035" cy="4615180"/>
          </a:xfrm>
        </p:grpSpPr>
        <p:sp>
          <p:nvSpPr>
            <p:cNvPr id="8" name="object 8"/>
            <p:cNvSpPr/>
            <p:nvPr/>
          </p:nvSpPr>
          <p:spPr>
            <a:xfrm>
              <a:off x="557784" y="1700783"/>
              <a:ext cx="8783320" cy="4608830"/>
            </a:xfrm>
            <a:custGeom>
              <a:avLst/>
              <a:gdLst/>
              <a:ahLst/>
              <a:cxnLst/>
              <a:rect l="l" t="t" r="r" b="b"/>
              <a:pathLst>
                <a:path w="8783320" h="4608830">
                  <a:moveTo>
                    <a:pt x="0" y="4608576"/>
                  </a:moveTo>
                  <a:lnTo>
                    <a:pt x="8782812" y="4608576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6085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5988" y="1816607"/>
              <a:ext cx="8677656" cy="43830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697735"/>
            <a:ext cx="8789035" cy="4686300"/>
            <a:chOff x="554736" y="1697735"/>
            <a:chExt cx="8789035" cy="4686300"/>
          </a:xfrm>
        </p:grpSpPr>
        <p:sp>
          <p:nvSpPr>
            <p:cNvPr id="8" name="object 8"/>
            <p:cNvSpPr/>
            <p:nvPr/>
          </p:nvSpPr>
          <p:spPr>
            <a:xfrm>
              <a:off x="557784" y="1700783"/>
              <a:ext cx="8783320" cy="4680585"/>
            </a:xfrm>
            <a:custGeom>
              <a:avLst/>
              <a:gdLst/>
              <a:ahLst/>
              <a:cxnLst/>
              <a:rect l="l" t="t" r="r" b="b"/>
              <a:pathLst>
                <a:path w="8783320" h="4680585">
                  <a:moveTo>
                    <a:pt x="0" y="4680204"/>
                  </a:moveTo>
                  <a:lnTo>
                    <a:pt x="8782812" y="468020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6802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8180" y="1783079"/>
              <a:ext cx="8665464" cy="45613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8436102" cy="5783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778251"/>
            <a:ext cx="8789035" cy="2228215"/>
            <a:chOff x="554736" y="2778251"/>
            <a:chExt cx="8789035" cy="2228215"/>
          </a:xfrm>
        </p:grpSpPr>
        <p:sp>
          <p:nvSpPr>
            <p:cNvPr id="9" name="object 9"/>
            <p:cNvSpPr/>
            <p:nvPr/>
          </p:nvSpPr>
          <p:spPr>
            <a:xfrm>
              <a:off x="557784" y="2781299"/>
              <a:ext cx="8783320" cy="2222500"/>
            </a:xfrm>
            <a:custGeom>
              <a:avLst/>
              <a:gdLst/>
              <a:ahLst/>
              <a:cxnLst/>
              <a:rect l="l" t="t" r="r" b="b"/>
              <a:pathLst>
                <a:path w="8783320" h="2222500">
                  <a:moveTo>
                    <a:pt x="0" y="2221992"/>
                  </a:moveTo>
                  <a:lnTo>
                    <a:pt x="8782812" y="222199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221992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984" y="2913013"/>
              <a:ext cx="8555039" cy="19433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7783" y="2862072"/>
            <a:ext cx="8783320" cy="2837815"/>
          </a:xfrm>
          <a:custGeom>
            <a:avLst/>
            <a:gdLst/>
            <a:ahLst/>
            <a:cxnLst/>
            <a:rect l="l" t="t" r="r" b="b"/>
            <a:pathLst>
              <a:path w="8783320" h="2837815">
                <a:moveTo>
                  <a:pt x="0" y="2837688"/>
                </a:moveTo>
                <a:lnTo>
                  <a:pt x="8782812" y="2837688"/>
                </a:lnTo>
                <a:lnTo>
                  <a:pt x="8782812" y="0"/>
                </a:lnTo>
                <a:lnTo>
                  <a:pt x="0" y="0"/>
                </a:lnTo>
                <a:lnTo>
                  <a:pt x="0" y="2837688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183" y="1805939"/>
            <a:ext cx="8436102" cy="5783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99664" y="3044328"/>
            <a:ext cx="3556677" cy="25341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8436102" cy="5783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54736" y="2778251"/>
            <a:ext cx="8789035" cy="2943225"/>
            <a:chOff x="554736" y="2778251"/>
            <a:chExt cx="8789035" cy="2943225"/>
          </a:xfrm>
        </p:grpSpPr>
        <p:sp>
          <p:nvSpPr>
            <p:cNvPr id="9" name="object 9"/>
            <p:cNvSpPr/>
            <p:nvPr/>
          </p:nvSpPr>
          <p:spPr>
            <a:xfrm>
              <a:off x="557784" y="2781299"/>
              <a:ext cx="8783320" cy="2936875"/>
            </a:xfrm>
            <a:custGeom>
              <a:avLst/>
              <a:gdLst/>
              <a:ahLst/>
              <a:cxnLst/>
              <a:rect l="l" t="t" r="r" b="b"/>
              <a:pathLst>
                <a:path w="8783320" h="2936875">
                  <a:moveTo>
                    <a:pt x="0" y="2936748"/>
                  </a:moveTo>
                  <a:lnTo>
                    <a:pt x="8782812" y="293674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936748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2322" y="3035311"/>
              <a:ext cx="3475643" cy="24754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03136" y="3035229"/>
              <a:ext cx="3532576" cy="247203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27"/>
            <a:ext cx="7651242" cy="6576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69364"/>
            <a:ext cx="8789035" cy="1297305"/>
            <a:chOff x="554736" y="1769364"/>
            <a:chExt cx="8789035" cy="1297305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1290955"/>
            </a:xfrm>
            <a:custGeom>
              <a:avLst/>
              <a:gdLst/>
              <a:ahLst/>
              <a:cxnLst/>
              <a:rect l="l" t="t" r="r" b="b"/>
              <a:pathLst>
                <a:path w="8783320" h="1290955">
                  <a:moveTo>
                    <a:pt x="0" y="1290827"/>
                  </a:moveTo>
                  <a:lnTo>
                    <a:pt x="8782812" y="129082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29082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7220" y="1845564"/>
              <a:ext cx="8723376" cy="11445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218" y="1879734"/>
            <a:ext cx="8556224" cy="42589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4846" y="6524434"/>
            <a:ext cx="6014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4736" y="1769364"/>
            <a:ext cx="8789035" cy="939165"/>
            <a:chOff x="554736" y="1769364"/>
            <a:chExt cx="8789035" cy="939165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932815"/>
            </a:xfrm>
            <a:custGeom>
              <a:avLst/>
              <a:gdLst/>
              <a:ahLst/>
              <a:cxnLst/>
              <a:rect l="l" t="t" r="r" b="b"/>
              <a:pathLst>
                <a:path w="8783320" h="932814">
                  <a:moveTo>
                    <a:pt x="0" y="932688"/>
                  </a:moveTo>
                  <a:lnTo>
                    <a:pt x="8782812" y="93268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9326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818132"/>
              <a:ext cx="8703564" cy="8031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8924" y="6524434"/>
            <a:ext cx="8301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7506" y="1920443"/>
            <a:ext cx="8549153" cy="42231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777746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27"/>
            <a:ext cx="8407146" cy="6073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2.1.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63656" y="6524434"/>
            <a:ext cx="85905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603" y="3224771"/>
            <a:ext cx="4833366" cy="4031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5108" y="3985259"/>
            <a:ext cx="2035302" cy="2065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3583" y="4402835"/>
            <a:ext cx="2132838" cy="2232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352544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479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963" y="1443177"/>
            <a:ext cx="2582418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3231" y="1937004"/>
            <a:ext cx="1637538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0183" y="2308847"/>
            <a:ext cx="4287774" cy="4107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308" y="2993135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9327" y="3017520"/>
            <a:ext cx="1985010" cy="1760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3389363"/>
            <a:ext cx="3579114" cy="4473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3970" y="1469160"/>
            <a:ext cx="246055" cy="137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2076450" cy="4594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9308" y="2520695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2416" y="2548201"/>
            <a:ext cx="258277" cy="1393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0183" y="2886430"/>
            <a:ext cx="2128266" cy="4595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8067" y="6524434"/>
            <a:ext cx="8301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877062" cy="1424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4522470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42533" y="2852666"/>
            <a:ext cx="3221796" cy="11416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72739" y="4418076"/>
            <a:ext cx="4303014" cy="2110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877062" cy="1424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05939"/>
            <a:ext cx="4620006" cy="10401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9572" y="2994609"/>
            <a:ext cx="4636770" cy="2682875"/>
            <a:chOff x="1909572" y="2994609"/>
            <a:chExt cx="4636770" cy="2682875"/>
          </a:xfrm>
        </p:grpSpPr>
        <p:sp>
          <p:nvSpPr>
            <p:cNvPr id="11" name="object 11"/>
            <p:cNvSpPr/>
            <p:nvPr/>
          </p:nvSpPr>
          <p:spPr>
            <a:xfrm>
              <a:off x="2045208" y="3128771"/>
              <a:ext cx="2405380" cy="2429510"/>
            </a:xfrm>
            <a:custGeom>
              <a:avLst/>
              <a:gdLst/>
              <a:ahLst/>
              <a:cxnLst/>
              <a:rect l="l" t="t" r="r" b="b"/>
              <a:pathLst>
                <a:path w="2405379" h="2429510">
                  <a:moveTo>
                    <a:pt x="385559" y="2043684"/>
                  </a:moveTo>
                  <a:lnTo>
                    <a:pt x="0" y="2043684"/>
                  </a:lnTo>
                  <a:lnTo>
                    <a:pt x="0" y="2429256"/>
                  </a:lnTo>
                  <a:lnTo>
                    <a:pt x="385559" y="2429256"/>
                  </a:lnTo>
                  <a:lnTo>
                    <a:pt x="385559" y="2043684"/>
                  </a:lnTo>
                  <a:close/>
                </a:path>
                <a:path w="2405379" h="2429510">
                  <a:moveTo>
                    <a:pt x="385559" y="1635252"/>
                  </a:moveTo>
                  <a:lnTo>
                    <a:pt x="0" y="1635252"/>
                  </a:lnTo>
                  <a:lnTo>
                    <a:pt x="0" y="2020824"/>
                  </a:lnTo>
                  <a:lnTo>
                    <a:pt x="385559" y="2020824"/>
                  </a:lnTo>
                  <a:lnTo>
                    <a:pt x="385559" y="1635252"/>
                  </a:lnTo>
                  <a:close/>
                </a:path>
                <a:path w="2405379" h="2429510">
                  <a:moveTo>
                    <a:pt x="385559" y="1226820"/>
                  </a:moveTo>
                  <a:lnTo>
                    <a:pt x="0" y="1226820"/>
                  </a:lnTo>
                  <a:lnTo>
                    <a:pt x="0" y="1612392"/>
                  </a:lnTo>
                  <a:lnTo>
                    <a:pt x="385559" y="1612392"/>
                  </a:lnTo>
                  <a:lnTo>
                    <a:pt x="385559" y="1226820"/>
                  </a:lnTo>
                  <a:close/>
                </a:path>
                <a:path w="2405379" h="2429510">
                  <a:moveTo>
                    <a:pt x="385559" y="816864"/>
                  </a:moveTo>
                  <a:lnTo>
                    <a:pt x="0" y="816864"/>
                  </a:lnTo>
                  <a:lnTo>
                    <a:pt x="0" y="1203960"/>
                  </a:lnTo>
                  <a:lnTo>
                    <a:pt x="385559" y="1203960"/>
                  </a:lnTo>
                  <a:lnTo>
                    <a:pt x="385559" y="816864"/>
                  </a:lnTo>
                  <a:close/>
                </a:path>
                <a:path w="2405379" h="2429510">
                  <a:moveTo>
                    <a:pt x="385559" y="408432"/>
                  </a:moveTo>
                  <a:lnTo>
                    <a:pt x="0" y="408432"/>
                  </a:lnTo>
                  <a:lnTo>
                    <a:pt x="0" y="794004"/>
                  </a:lnTo>
                  <a:lnTo>
                    <a:pt x="385559" y="794004"/>
                  </a:lnTo>
                  <a:lnTo>
                    <a:pt x="385559" y="408432"/>
                  </a:lnTo>
                  <a:close/>
                </a:path>
                <a:path w="2405379" h="2429510">
                  <a:moveTo>
                    <a:pt x="385559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385559" y="385572"/>
                  </a:lnTo>
                  <a:lnTo>
                    <a:pt x="385559" y="0"/>
                  </a:lnTo>
                  <a:close/>
                </a:path>
                <a:path w="2405379" h="2429510">
                  <a:moveTo>
                    <a:pt x="789432" y="2043684"/>
                  </a:moveTo>
                  <a:lnTo>
                    <a:pt x="403860" y="2043684"/>
                  </a:lnTo>
                  <a:lnTo>
                    <a:pt x="403860" y="2429256"/>
                  </a:lnTo>
                  <a:lnTo>
                    <a:pt x="789432" y="2429256"/>
                  </a:lnTo>
                  <a:lnTo>
                    <a:pt x="789432" y="2043684"/>
                  </a:lnTo>
                  <a:close/>
                </a:path>
                <a:path w="2405379" h="2429510">
                  <a:moveTo>
                    <a:pt x="789432" y="1635252"/>
                  </a:moveTo>
                  <a:lnTo>
                    <a:pt x="403860" y="1635252"/>
                  </a:lnTo>
                  <a:lnTo>
                    <a:pt x="403860" y="2020824"/>
                  </a:lnTo>
                  <a:lnTo>
                    <a:pt x="789432" y="2020824"/>
                  </a:lnTo>
                  <a:lnTo>
                    <a:pt x="789432" y="1635252"/>
                  </a:lnTo>
                  <a:close/>
                </a:path>
                <a:path w="2405379" h="2429510">
                  <a:moveTo>
                    <a:pt x="789432" y="1226820"/>
                  </a:moveTo>
                  <a:lnTo>
                    <a:pt x="403860" y="1226820"/>
                  </a:lnTo>
                  <a:lnTo>
                    <a:pt x="403860" y="1612392"/>
                  </a:lnTo>
                  <a:lnTo>
                    <a:pt x="789432" y="1612392"/>
                  </a:lnTo>
                  <a:lnTo>
                    <a:pt x="789432" y="1226820"/>
                  </a:lnTo>
                  <a:close/>
                </a:path>
                <a:path w="2405379" h="2429510">
                  <a:moveTo>
                    <a:pt x="789432" y="816864"/>
                  </a:moveTo>
                  <a:lnTo>
                    <a:pt x="403860" y="816864"/>
                  </a:lnTo>
                  <a:lnTo>
                    <a:pt x="403860" y="1203960"/>
                  </a:lnTo>
                  <a:lnTo>
                    <a:pt x="789432" y="1203960"/>
                  </a:lnTo>
                  <a:lnTo>
                    <a:pt x="789432" y="816864"/>
                  </a:lnTo>
                  <a:close/>
                </a:path>
                <a:path w="2405379" h="2429510">
                  <a:moveTo>
                    <a:pt x="789432" y="408432"/>
                  </a:moveTo>
                  <a:lnTo>
                    <a:pt x="403860" y="408432"/>
                  </a:lnTo>
                  <a:lnTo>
                    <a:pt x="403860" y="794004"/>
                  </a:lnTo>
                  <a:lnTo>
                    <a:pt x="789432" y="794004"/>
                  </a:lnTo>
                  <a:lnTo>
                    <a:pt x="789432" y="408432"/>
                  </a:lnTo>
                  <a:close/>
                </a:path>
                <a:path w="2405379" h="2429510">
                  <a:moveTo>
                    <a:pt x="789432" y="0"/>
                  </a:moveTo>
                  <a:lnTo>
                    <a:pt x="403860" y="0"/>
                  </a:lnTo>
                  <a:lnTo>
                    <a:pt x="403860" y="385572"/>
                  </a:lnTo>
                  <a:lnTo>
                    <a:pt x="789432" y="385572"/>
                  </a:lnTo>
                  <a:lnTo>
                    <a:pt x="789432" y="0"/>
                  </a:lnTo>
                  <a:close/>
                </a:path>
                <a:path w="2405379" h="2429510">
                  <a:moveTo>
                    <a:pt x="1193292" y="2043684"/>
                  </a:moveTo>
                  <a:lnTo>
                    <a:pt x="807720" y="2043684"/>
                  </a:lnTo>
                  <a:lnTo>
                    <a:pt x="807720" y="2429256"/>
                  </a:lnTo>
                  <a:lnTo>
                    <a:pt x="1193292" y="2429256"/>
                  </a:lnTo>
                  <a:lnTo>
                    <a:pt x="1193292" y="2043684"/>
                  </a:lnTo>
                  <a:close/>
                </a:path>
                <a:path w="2405379" h="2429510">
                  <a:moveTo>
                    <a:pt x="1193292" y="1635252"/>
                  </a:moveTo>
                  <a:lnTo>
                    <a:pt x="807720" y="1635252"/>
                  </a:lnTo>
                  <a:lnTo>
                    <a:pt x="807720" y="2020824"/>
                  </a:lnTo>
                  <a:lnTo>
                    <a:pt x="1193292" y="2020824"/>
                  </a:lnTo>
                  <a:lnTo>
                    <a:pt x="1193292" y="1635252"/>
                  </a:lnTo>
                  <a:close/>
                </a:path>
                <a:path w="2405379" h="2429510">
                  <a:moveTo>
                    <a:pt x="1193292" y="1226820"/>
                  </a:moveTo>
                  <a:lnTo>
                    <a:pt x="807720" y="1226820"/>
                  </a:lnTo>
                  <a:lnTo>
                    <a:pt x="807720" y="1612392"/>
                  </a:lnTo>
                  <a:lnTo>
                    <a:pt x="1193292" y="1612392"/>
                  </a:lnTo>
                  <a:lnTo>
                    <a:pt x="1193292" y="1226820"/>
                  </a:lnTo>
                  <a:close/>
                </a:path>
                <a:path w="2405379" h="2429510">
                  <a:moveTo>
                    <a:pt x="1193292" y="816864"/>
                  </a:moveTo>
                  <a:lnTo>
                    <a:pt x="807720" y="816864"/>
                  </a:lnTo>
                  <a:lnTo>
                    <a:pt x="807720" y="1203960"/>
                  </a:lnTo>
                  <a:lnTo>
                    <a:pt x="1193292" y="1203960"/>
                  </a:lnTo>
                  <a:lnTo>
                    <a:pt x="1193292" y="816864"/>
                  </a:lnTo>
                  <a:close/>
                </a:path>
                <a:path w="2405379" h="2429510">
                  <a:moveTo>
                    <a:pt x="1193292" y="408432"/>
                  </a:moveTo>
                  <a:lnTo>
                    <a:pt x="807720" y="408432"/>
                  </a:lnTo>
                  <a:lnTo>
                    <a:pt x="807720" y="794004"/>
                  </a:lnTo>
                  <a:lnTo>
                    <a:pt x="1193292" y="794004"/>
                  </a:lnTo>
                  <a:lnTo>
                    <a:pt x="1193292" y="408432"/>
                  </a:lnTo>
                  <a:close/>
                </a:path>
                <a:path w="2405379" h="2429510">
                  <a:moveTo>
                    <a:pt x="1193292" y="0"/>
                  </a:moveTo>
                  <a:lnTo>
                    <a:pt x="807720" y="0"/>
                  </a:lnTo>
                  <a:lnTo>
                    <a:pt x="807720" y="385572"/>
                  </a:lnTo>
                  <a:lnTo>
                    <a:pt x="1193292" y="385572"/>
                  </a:lnTo>
                  <a:lnTo>
                    <a:pt x="1193292" y="0"/>
                  </a:lnTo>
                  <a:close/>
                </a:path>
                <a:path w="2405379" h="2429510">
                  <a:moveTo>
                    <a:pt x="1597152" y="2043684"/>
                  </a:moveTo>
                  <a:lnTo>
                    <a:pt x="1211580" y="2043684"/>
                  </a:lnTo>
                  <a:lnTo>
                    <a:pt x="1211580" y="2429256"/>
                  </a:lnTo>
                  <a:lnTo>
                    <a:pt x="1597152" y="2429256"/>
                  </a:lnTo>
                  <a:lnTo>
                    <a:pt x="1597152" y="2043684"/>
                  </a:lnTo>
                  <a:close/>
                </a:path>
                <a:path w="2405379" h="2429510">
                  <a:moveTo>
                    <a:pt x="1597152" y="1635252"/>
                  </a:moveTo>
                  <a:lnTo>
                    <a:pt x="1211580" y="1635252"/>
                  </a:lnTo>
                  <a:lnTo>
                    <a:pt x="1211580" y="2020824"/>
                  </a:lnTo>
                  <a:lnTo>
                    <a:pt x="1597152" y="2020824"/>
                  </a:lnTo>
                  <a:lnTo>
                    <a:pt x="1597152" y="1635252"/>
                  </a:lnTo>
                  <a:close/>
                </a:path>
                <a:path w="2405379" h="2429510">
                  <a:moveTo>
                    <a:pt x="1597152" y="1226820"/>
                  </a:moveTo>
                  <a:lnTo>
                    <a:pt x="1211580" y="1226820"/>
                  </a:lnTo>
                  <a:lnTo>
                    <a:pt x="1211580" y="1612392"/>
                  </a:lnTo>
                  <a:lnTo>
                    <a:pt x="1597152" y="1612392"/>
                  </a:lnTo>
                  <a:lnTo>
                    <a:pt x="1597152" y="1226820"/>
                  </a:lnTo>
                  <a:close/>
                </a:path>
                <a:path w="2405379" h="2429510">
                  <a:moveTo>
                    <a:pt x="1597152" y="816864"/>
                  </a:moveTo>
                  <a:lnTo>
                    <a:pt x="1211580" y="816864"/>
                  </a:lnTo>
                  <a:lnTo>
                    <a:pt x="1211580" y="1203960"/>
                  </a:lnTo>
                  <a:lnTo>
                    <a:pt x="1597152" y="1203960"/>
                  </a:lnTo>
                  <a:lnTo>
                    <a:pt x="1597152" y="816864"/>
                  </a:lnTo>
                  <a:close/>
                </a:path>
                <a:path w="2405379" h="2429510">
                  <a:moveTo>
                    <a:pt x="1597152" y="408432"/>
                  </a:moveTo>
                  <a:lnTo>
                    <a:pt x="1211580" y="408432"/>
                  </a:lnTo>
                  <a:lnTo>
                    <a:pt x="1211580" y="794004"/>
                  </a:lnTo>
                  <a:lnTo>
                    <a:pt x="1597152" y="794004"/>
                  </a:lnTo>
                  <a:lnTo>
                    <a:pt x="1597152" y="408432"/>
                  </a:lnTo>
                  <a:close/>
                </a:path>
                <a:path w="2405379" h="2429510">
                  <a:moveTo>
                    <a:pt x="1597152" y="0"/>
                  </a:moveTo>
                  <a:lnTo>
                    <a:pt x="1211580" y="0"/>
                  </a:lnTo>
                  <a:lnTo>
                    <a:pt x="1211580" y="385572"/>
                  </a:lnTo>
                  <a:lnTo>
                    <a:pt x="1597152" y="385572"/>
                  </a:lnTo>
                  <a:lnTo>
                    <a:pt x="1597152" y="0"/>
                  </a:lnTo>
                  <a:close/>
                </a:path>
                <a:path w="2405379" h="2429510">
                  <a:moveTo>
                    <a:pt x="2001012" y="2043684"/>
                  </a:moveTo>
                  <a:lnTo>
                    <a:pt x="1615440" y="2043684"/>
                  </a:lnTo>
                  <a:lnTo>
                    <a:pt x="1615440" y="2429256"/>
                  </a:lnTo>
                  <a:lnTo>
                    <a:pt x="2001012" y="2429256"/>
                  </a:lnTo>
                  <a:lnTo>
                    <a:pt x="2001012" y="2043684"/>
                  </a:lnTo>
                  <a:close/>
                </a:path>
                <a:path w="2405379" h="2429510">
                  <a:moveTo>
                    <a:pt x="2001012" y="1635252"/>
                  </a:moveTo>
                  <a:lnTo>
                    <a:pt x="1615440" y="1635252"/>
                  </a:lnTo>
                  <a:lnTo>
                    <a:pt x="1615440" y="2020824"/>
                  </a:lnTo>
                  <a:lnTo>
                    <a:pt x="2001012" y="2020824"/>
                  </a:lnTo>
                  <a:lnTo>
                    <a:pt x="2001012" y="1635252"/>
                  </a:lnTo>
                  <a:close/>
                </a:path>
                <a:path w="2405379" h="2429510">
                  <a:moveTo>
                    <a:pt x="2001012" y="1226820"/>
                  </a:moveTo>
                  <a:lnTo>
                    <a:pt x="1615440" y="1226820"/>
                  </a:lnTo>
                  <a:lnTo>
                    <a:pt x="1615440" y="1612392"/>
                  </a:lnTo>
                  <a:lnTo>
                    <a:pt x="2001012" y="1612392"/>
                  </a:lnTo>
                  <a:lnTo>
                    <a:pt x="2001012" y="1226820"/>
                  </a:lnTo>
                  <a:close/>
                </a:path>
                <a:path w="2405379" h="2429510">
                  <a:moveTo>
                    <a:pt x="2001012" y="816864"/>
                  </a:moveTo>
                  <a:lnTo>
                    <a:pt x="1615440" y="816864"/>
                  </a:lnTo>
                  <a:lnTo>
                    <a:pt x="1615440" y="1203960"/>
                  </a:lnTo>
                  <a:lnTo>
                    <a:pt x="2001012" y="1203960"/>
                  </a:lnTo>
                  <a:lnTo>
                    <a:pt x="2001012" y="816864"/>
                  </a:lnTo>
                  <a:close/>
                </a:path>
                <a:path w="2405379" h="2429510">
                  <a:moveTo>
                    <a:pt x="2001012" y="408432"/>
                  </a:moveTo>
                  <a:lnTo>
                    <a:pt x="1615440" y="408432"/>
                  </a:lnTo>
                  <a:lnTo>
                    <a:pt x="1615440" y="794004"/>
                  </a:lnTo>
                  <a:lnTo>
                    <a:pt x="2001012" y="794004"/>
                  </a:lnTo>
                  <a:lnTo>
                    <a:pt x="2001012" y="408432"/>
                  </a:lnTo>
                  <a:close/>
                </a:path>
                <a:path w="2405379" h="2429510">
                  <a:moveTo>
                    <a:pt x="2001012" y="0"/>
                  </a:moveTo>
                  <a:lnTo>
                    <a:pt x="1615440" y="0"/>
                  </a:lnTo>
                  <a:lnTo>
                    <a:pt x="1615440" y="385572"/>
                  </a:lnTo>
                  <a:lnTo>
                    <a:pt x="2001012" y="385572"/>
                  </a:lnTo>
                  <a:lnTo>
                    <a:pt x="2001012" y="0"/>
                  </a:lnTo>
                  <a:close/>
                </a:path>
                <a:path w="2405379" h="2429510">
                  <a:moveTo>
                    <a:pt x="2404872" y="2043684"/>
                  </a:moveTo>
                  <a:lnTo>
                    <a:pt x="2017776" y="2043684"/>
                  </a:lnTo>
                  <a:lnTo>
                    <a:pt x="2017776" y="2429256"/>
                  </a:lnTo>
                  <a:lnTo>
                    <a:pt x="2404872" y="2429256"/>
                  </a:lnTo>
                  <a:lnTo>
                    <a:pt x="2404872" y="2043684"/>
                  </a:lnTo>
                  <a:close/>
                </a:path>
                <a:path w="2405379" h="2429510">
                  <a:moveTo>
                    <a:pt x="2404872" y="1635252"/>
                  </a:moveTo>
                  <a:lnTo>
                    <a:pt x="2017776" y="1635252"/>
                  </a:lnTo>
                  <a:lnTo>
                    <a:pt x="2017776" y="2020824"/>
                  </a:lnTo>
                  <a:lnTo>
                    <a:pt x="2404872" y="2020824"/>
                  </a:lnTo>
                  <a:lnTo>
                    <a:pt x="2404872" y="1635252"/>
                  </a:lnTo>
                  <a:close/>
                </a:path>
                <a:path w="2405379" h="2429510">
                  <a:moveTo>
                    <a:pt x="2404872" y="1226820"/>
                  </a:moveTo>
                  <a:lnTo>
                    <a:pt x="2017776" y="1226820"/>
                  </a:lnTo>
                  <a:lnTo>
                    <a:pt x="2017776" y="1612392"/>
                  </a:lnTo>
                  <a:lnTo>
                    <a:pt x="2404872" y="1612392"/>
                  </a:lnTo>
                  <a:lnTo>
                    <a:pt x="2404872" y="1226820"/>
                  </a:lnTo>
                  <a:close/>
                </a:path>
                <a:path w="2405379" h="2429510">
                  <a:moveTo>
                    <a:pt x="2404872" y="816864"/>
                  </a:moveTo>
                  <a:lnTo>
                    <a:pt x="2017776" y="816864"/>
                  </a:lnTo>
                  <a:lnTo>
                    <a:pt x="2017776" y="1203960"/>
                  </a:lnTo>
                  <a:lnTo>
                    <a:pt x="2404872" y="1203960"/>
                  </a:lnTo>
                  <a:lnTo>
                    <a:pt x="2404872" y="816864"/>
                  </a:lnTo>
                  <a:close/>
                </a:path>
                <a:path w="2405379" h="2429510">
                  <a:moveTo>
                    <a:pt x="2404872" y="408432"/>
                  </a:moveTo>
                  <a:lnTo>
                    <a:pt x="2017776" y="408432"/>
                  </a:lnTo>
                  <a:lnTo>
                    <a:pt x="2017776" y="794004"/>
                  </a:lnTo>
                  <a:lnTo>
                    <a:pt x="2404872" y="794004"/>
                  </a:lnTo>
                  <a:lnTo>
                    <a:pt x="2404872" y="408432"/>
                  </a:lnTo>
                  <a:close/>
                </a:path>
                <a:path w="2405379" h="2429510">
                  <a:moveTo>
                    <a:pt x="2404872" y="0"/>
                  </a:moveTo>
                  <a:lnTo>
                    <a:pt x="2017776" y="0"/>
                  </a:lnTo>
                  <a:lnTo>
                    <a:pt x="2017776" y="385572"/>
                  </a:lnTo>
                  <a:lnTo>
                    <a:pt x="2404872" y="385572"/>
                  </a:lnTo>
                  <a:lnTo>
                    <a:pt x="2404872" y="0"/>
                  </a:lnTo>
                  <a:close/>
                </a:path>
              </a:pathLst>
            </a:custGeom>
            <a:solidFill>
              <a:srgbClr val="B4BABC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9572" y="5410200"/>
              <a:ext cx="266750" cy="2667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75104" y="5475732"/>
              <a:ext cx="140207" cy="14020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12920" y="2994609"/>
              <a:ext cx="266750" cy="2667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78451" y="3060192"/>
              <a:ext cx="140207" cy="14020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45208" y="53660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87118" y="3172206"/>
              <a:ext cx="2318385" cy="2331085"/>
            </a:xfrm>
            <a:custGeom>
              <a:avLst/>
              <a:gdLst/>
              <a:ahLst/>
              <a:cxnLst/>
              <a:rect l="l" t="t" r="r" b="b"/>
              <a:pathLst>
                <a:path w="2318385" h="2331085">
                  <a:moveTo>
                    <a:pt x="0" y="2330704"/>
                  </a:moveTo>
                  <a:lnTo>
                    <a:pt x="2318385" y="0"/>
                  </a:lnTo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5970" y="3129534"/>
              <a:ext cx="2343785" cy="2356485"/>
            </a:xfrm>
            <a:custGeom>
              <a:avLst/>
              <a:gdLst/>
              <a:ahLst/>
              <a:cxnLst/>
              <a:rect l="l" t="t" r="r" b="b"/>
              <a:pathLst>
                <a:path w="2343785" h="2356485">
                  <a:moveTo>
                    <a:pt x="0" y="2356230"/>
                  </a:moveTo>
                  <a:lnTo>
                    <a:pt x="0" y="0"/>
                  </a:lnTo>
                </a:path>
                <a:path w="2343785" h="2356485">
                  <a:moveTo>
                    <a:pt x="2343404" y="635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5406" y="3217926"/>
              <a:ext cx="2353310" cy="2344420"/>
            </a:xfrm>
            <a:custGeom>
              <a:avLst/>
              <a:gdLst/>
              <a:ahLst/>
              <a:cxnLst/>
              <a:rect l="l" t="t" r="r" b="b"/>
              <a:pathLst>
                <a:path w="2353310" h="2344420">
                  <a:moveTo>
                    <a:pt x="1554353" y="2339975"/>
                  </a:moveTo>
                  <a:lnTo>
                    <a:pt x="0" y="2339340"/>
                  </a:lnTo>
                </a:path>
                <a:path w="2353310" h="2344420">
                  <a:moveTo>
                    <a:pt x="1554480" y="2344166"/>
                  </a:moveTo>
                  <a:lnTo>
                    <a:pt x="1554480" y="1530096"/>
                  </a:lnTo>
                </a:path>
                <a:path w="2353310" h="2344420">
                  <a:moveTo>
                    <a:pt x="2342388" y="1529334"/>
                  </a:moveTo>
                  <a:lnTo>
                    <a:pt x="2342388" y="0"/>
                  </a:lnTo>
                </a:path>
                <a:path w="2353310" h="2344420">
                  <a:moveTo>
                    <a:pt x="2353310" y="1533144"/>
                  </a:moveTo>
                  <a:lnTo>
                    <a:pt x="1548383" y="1533525"/>
                  </a:lnTo>
                </a:path>
              </a:pathLst>
            </a:custGeom>
            <a:ln w="1981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68830" y="3147822"/>
              <a:ext cx="2339975" cy="2341245"/>
            </a:xfrm>
            <a:custGeom>
              <a:avLst/>
              <a:gdLst/>
              <a:ahLst/>
              <a:cxnLst/>
              <a:rect l="l" t="t" r="r" b="b"/>
              <a:pathLst>
                <a:path w="2339975" h="2341245">
                  <a:moveTo>
                    <a:pt x="0" y="2340737"/>
                  </a:moveTo>
                  <a:lnTo>
                    <a:pt x="0" y="1592579"/>
                  </a:lnTo>
                </a:path>
                <a:path w="2339975" h="2341245">
                  <a:moveTo>
                    <a:pt x="361695" y="1592579"/>
                  </a:moveTo>
                  <a:lnTo>
                    <a:pt x="0" y="1592579"/>
                  </a:lnTo>
                </a:path>
                <a:path w="2339975" h="2341245">
                  <a:moveTo>
                    <a:pt x="362712" y="775715"/>
                  </a:moveTo>
                  <a:lnTo>
                    <a:pt x="362712" y="1592198"/>
                  </a:lnTo>
                </a:path>
                <a:path w="2339975" h="2341245">
                  <a:moveTo>
                    <a:pt x="1187449" y="781811"/>
                  </a:moveTo>
                  <a:lnTo>
                    <a:pt x="359663" y="781811"/>
                  </a:lnTo>
                </a:path>
                <a:path w="2339975" h="2341245">
                  <a:moveTo>
                    <a:pt x="1182623" y="373379"/>
                  </a:moveTo>
                  <a:lnTo>
                    <a:pt x="1182623" y="783463"/>
                  </a:lnTo>
                </a:path>
                <a:path w="2339975" h="2341245">
                  <a:moveTo>
                    <a:pt x="1975611" y="377951"/>
                  </a:moveTo>
                  <a:lnTo>
                    <a:pt x="1175003" y="377951"/>
                  </a:lnTo>
                </a:path>
                <a:path w="2339975" h="2341245">
                  <a:moveTo>
                    <a:pt x="1975104" y="0"/>
                  </a:moveTo>
                  <a:lnTo>
                    <a:pt x="1975484" y="378078"/>
                  </a:lnTo>
                </a:path>
                <a:path w="2339975" h="2341245">
                  <a:moveTo>
                    <a:pt x="2339847" y="9143"/>
                  </a:moveTo>
                  <a:lnTo>
                    <a:pt x="1978152" y="9143"/>
                  </a:lnTo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6383" y="5410200"/>
              <a:ext cx="1949958" cy="1333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073658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5612" y="1804416"/>
            <a:ext cx="4392930" cy="13693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13176" y="3500628"/>
            <a:ext cx="3060192" cy="18394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073658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02563" y="1805939"/>
            <a:ext cx="7150100" cy="1659255"/>
            <a:chOff x="702563" y="1805939"/>
            <a:chExt cx="7150100" cy="1659255"/>
          </a:xfrm>
        </p:grpSpPr>
        <p:sp>
          <p:nvSpPr>
            <p:cNvPr id="8" name="object 8"/>
            <p:cNvSpPr/>
            <p:nvPr/>
          </p:nvSpPr>
          <p:spPr>
            <a:xfrm>
              <a:off x="702563" y="1805939"/>
              <a:ext cx="7149846" cy="16588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3752" y="2593835"/>
              <a:ext cx="2366010" cy="69876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073658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2563" y="2124455"/>
            <a:ext cx="8648700" cy="1203960"/>
            <a:chOff x="702563" y="2124455"/>
            <a:chExt cx="8648700" cy="1203960"/>
          </a:xfrm>
        </p:grpSpPr>
        <p:sp>
          <p:nvSpPr>
            <p:cNvPr id="10" name="object 10"/>
            <p:cNvSpPr/>
            <p:nvPr/>
          </p:nvSpPr>
          <p:spPr>
            <a:xfrm>
              <a:off x="719327" y="2133599"/>
              <a:ext cx="1970532" cy="11841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4755" y="2129027"/>
              <a:ext cx="1979930" cy="1193800"/>
            </a:xfrm>
            <a:custGeom>
              <a:avLst/>
              <a:gdLst/>
              <a:ahLst/>
              <a:cxnLst/>
              <a:rect l="l" t="t" r="r" b="b"/>
              <a:pathLst>
                <a:path w="1979930" h="1193800">
                  <a:moveTo>
                    <a:pt x="0" y="1193291"/>
                  </a:moveTo>
                  <a:lnTo>
                    <a:pt x="1979676" y="1193291"/>
                  </a:lnTo>
                  <a:lnTo>
                    <a:pt x="1979676" y="0"/>
                  </a:lnTo>
                  <a:lnTo>
                    <a:pt x="0" y="0"/>
                  </a:lnTo>
                  <a:lnTo>
                    <a:pt x="0" y="1193291"/>
                  </a:lnTo>
                  <a:close/>
                </a:path>
              </a:pathLst>
            </a:custGeom>
            <a:ln w="9143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2469" y="2134361"/>
              <a:ext cx="1972310" cy="1184275"/>
            </a:xfrm>
            <a:custGeom>
              <a:avLst/>
              <a:gdLst/>
              <a:ahLst/>
              <a:cxnLst/>
              <a:rect l="l" t="t" r="r" b="b"/>
              <a:pathLst>
                <a:path w="1972310" h="1184275">
                  <a:moveTo>
                    <a:pt x="0" y="1184148"/>
                  </a:moveTo>
                  <a:lnTo>
                    <a:pt x="1972056" y="1184148"/>
                  </a:lnTo>
                  <a:lnTo>
                    <a:pt x="1972056" y="0"/>
                  </a:lnTo>
                  <a:lnTo>
                    <a:pt x="0" y="0"/>
                  </a:lnTo>
                  <a:lnTo>
                    <a:pt x="0" y="1184148"/>
                  </a:lnTo>
                  <a:close/>
                </a:path>
              </a:pathLst>
            </a:custGeom>
            <a:ln w="1981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9796" y="2133599"/>
              <a:ext cx="1970532" cy="11841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3763" y="2610611"/>
              <a:ext cx="237744" cy="228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60263" y="2133599"/>
              <a:ext cx="1970532" cy="11841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13375" y="2610611"/>
              <a:ext cx="237744" cy="2286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80732" y="2133599"/>
              <a:ext cx="1970531" cy="118414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23175" y="2610611"/>
              <a:ext cx="237744" cy="2286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02563" y="3889247"/>
            <a:ext cx="8648700" cy="1203960"/>
            <a:chOff x="702563" y="3889247"/>
            <a:chExt cx="8648700" cy="1203960"/>
          </a:xfrm>
        </p:grpSpPr>
        <p:sp>
          <p:nvSpPr>
            <p:cNvPr id="20" name="object 20"/>
            <p:cNvSpPr/>
            <p:nvPr/>
          </p:nvSpPr>
          <p:spPr>
            <a:xfrm>
              <a:off x="7380732" y="3898391"/>
              <a:ext cx="1970531" cy="118414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60263" y="3898391"/>
              <a:ext cx="1970532" cy="11841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39796" y="3898391"/>
              <a:ext cx="1970532" cy="118414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9327" y="3898391"/>
              <a:ext cx="1970532" cy="118414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4755" y="3893819"/>
              <a:ext cx="1979930" cy="1193800"/>
            </a:xfrm>
            <a:custGeom>
              <a:avLst/>
              <a:gdLst/>
              <a:ahLst/>
              <a:cxnLst/>
              <a:rect l="l" t="t" r="r" b="b"/>
              <a:pathLst>
                <a:path w="1979930" h="1193800">
                  <a:moveTo>
                    <a:pt x="0" y="1193291"/>
                  </a:moveTo>
                  <a:lnTo>
                    <a:pt x="1979676" y="1193291"/>
                  </a:lnTo>
                  <a:lnTo>
                    <a:pt x="1979676" y="0"/>
                  </a:lnTo>
                  <a:lnTo>
                    <a:pt x="0" y="0"/>
                  </a:lnTo>
                  <a:lnTo>
                    <a:pt x="0" y="1193291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2469" y="3899153"/>
              <a:ext cx="1972310" cy="1184275"/>
            </a:xfrm>
            <a:custGeom>
              <a:avLst/>
              <a:gdLst/>
              <a:ahLst/>
              <a:cxnLst/>
              <a:rect l="l" t="t" r="r" b="b"/>
              <a:pathLst>
                <a:path w="1972310" h="1184275">
                  <a:moveTo>
                    <a:pt x="0" y="1184148"/>
                  </a:moveTo>
                  <a:lnTo>
                    <a:pt x="1972056" y="1184148"/>
                  </a:lnTo>
                  <a:lnTo>
                    <a:pt x="1972056" y="0"/>
                  </a:lnTo>
                  <a:lnTo>
                    <a:pt x="0" y="0"/>
                  </a:lnTo>
                  <a:lnTo>
                    <a:pt x="0" y="118414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3575" y="4383023"/>
              <a:ext cx="237744" cy="2301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13375" y="4383023"/>
              <a:ext cx="237744" cy="2301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23175" y="4383023"/>
              <a:ext cx="237744" cy="23012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1525573" y="5242706"/>
            <a:ext cx="351232" cy="1179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52967" y="3427505"/>
            <a:ext cx="297930" cy="1150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0935" y="3488435"/>
            <a:ext cx="230124" cy="23926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0448" y="6524434"/>
            <a:ext cx="8301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4563"/>
            <a:ext cx="1073658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0183" y="1805939"/>
            <a:ext cx="5302885" cy="1657350"/>
            <a:chOff x="710183" y="1805939"/>
            <a:chExt cx="5302885" cy="1657350"/>
          </a:xfrm>
        </p:grpSpPr>
        <p:sp>
          <p:nvSpPr>
            <p:cNvPr id="10" name="object 10"/>
            <p:cNvSpPr/>
            <p:nvPr/>
          </p:nvSpPr>
          <p:spPr>
            <a:xfrm>
              <a:off x="710183" y="1805939"/>
              <a:ext cx="5302758" cy="16573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9347" y="2395715"/>
              <a:ext cx="4456938" cy="69876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89742" y="3852058"/>
            <a:ext cx="2117090" cy="1447800"/>
            <a:chOff x="4589742" y="3852058"/>
            <a:chExt cx="2117090" cy="1447800"/>
          </a:xfrm>
        </p:grpSpPr>
        <p:sp>
          <p:nvSpPr>
            <p:cNvPr id="13" name="object 13"/>
            <p:cNvSpPr/>
            <p:nvPr/>
          </p:nvSpPr>
          <p:spPr>
            <a:xfrm>
              <a:off x="4589742" y="3852058"/>
              <a:ext cx="2117057" cy="144750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05399" y="4732019"/>
              <a:ext cx="201168" cy="20116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277611" y="5436108"/>
            <a:ext cx="843534" cy="1150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89376" y="3899915"/>
            <a:ext cx="942594" cy="1135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783" y="1591043"/>
            <a:ext cx="2977133" cy="3025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4521708"/>
            <a:ext cx="8784590" cy="1499870"/>
          </a:xfrm>
          <a:custGeom>
            <a:avLst/>
            <a:gdLst/>
            <a:ahLst/>
            <a:cxnLst/>
            <a:rect l="l" t="t" r="r" b="b"/>
            <a:pathLst>
              <a:path w="8784590" h="149987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8" name="object 8"/>
            <p:cNvSpPr/>
            <p:nvPr/>
          </p:nvSpPr>
          <p:spPr>
            <a:xfrm>
              <a:off x="559308" y="2060447"/>
              <a:ext cx="8784590" cy="1885314"/>
            </a:xfrm>
            <a:custGeom>
              <a:avLst/>
              <a:gdLst/>
              <a:ahLst/>
              <a:cxnLst/>
              <a:rect l="l" t="t" r="r" b="b"/>
              <a:pathLst>
                <a:path w="8784590" h="1885314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1591" y="4197070"/>
              <a:ext cx="4260341" cy="2278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783" y="1591043"/>
            <a:ext cx="3016757" cy="3025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4521708"/>
            <a:ext cx="8784590" cy="1499870"/>
          </a:xfrm>
          <a:custGeom>
            <a:avLst/>
            <a:gdLst/>
            <a:ahLst/>
            <a:cxnLst/>
            <a:rect l="l" t="t" r="r" b="b"/>
            <a:pathLst>
              <a:path w="8784590" h="149987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8" name="object 8"/>
            <p:cNvSpPr/>
            <p:nvPr/>
          </p:nvSpPr>
          <p:spPr>
            <a:xfrm>
              <a:off x="559308" y="2060447"/>
              <a:ext cx="8784590" cy="1885314"/>
            </a:xfrm>
            <a:custGeom>
              <a:avLst/>
              <a:gdLst/>
              <a:ahLst/>
              <a:cxnLst/>
              <a:rect l="l" t="t" r="r" b="b"/>
              <a:pathLst>
                <a:path w="8784590" h="1885314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1591" y="4197070"/>
              <a:ext cx="4260341" cy="2278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7489" y="431419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3.1.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603" y="3224771"/>
            <a:ext cx="4833366" cy="4031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3583" y="3973067"/>
            <a:ext cx="1648205" cy="22326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5108" y="4415028"/>
            <a:ext cx="2554986" cy="2065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352544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0248" y="1443177"/>
            <a:ext cx="3416046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327" y="1937004"/>
            <a:ext cx="1174242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1123" y="2284450"/>
            <a:ext cx="8074914" cy="5280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308" y="3040379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9327" y="3063239"/>
            <a:ext cx="3784854" cy="1760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3504" y="3436594"/>
            <a:ext cx="8172450" cy="3589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9308" y="4248911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1"/>
                </a:lnTo>
                <a:lnTo>
                  <a:pt x="35051" y="179831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7804" y="4271771"/>
            <a:ext cx="1297686" cy="14401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0183" y="4614646"/>
            <a:ext cx="7917942" cy="3589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344" y="1440167"/>
            <a:ext cx="7764018" cy="6484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2316479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3231" y="2340864"/>
            <a:ext cx="1012697" cy="1440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0183" y="2712720"/>
            <a:ext cx="8396478" cy="11559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231" y="1463039"/>
            <a:ext cx="1012697" cy="1440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1834883"/>
            <a:ext cx="3774186" cy="761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9308" y="2822448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3970" y="2849953"/>
            <a:ext cx="246055" cy="1393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0183" y="3218688"/>
            <a:ext cx="4164329" cy="162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9308" y="3700271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1"/>
                </a:lnTo>
                <a:lnTo>
                  <a:pt x="35051" y="179831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2416" y="3729252"/>
            <a:ext cx="258277" cy="1378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0183" y="4096511"/>
            <a:ext cx="3579114" cy="45948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1017270" cy="176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2563" y="3462528"/>
            <a:ext cx="5171694" cy="13586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8659" y="1988820"/>
            <a:ext cx="1536192" cy="894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79548" y="1988820"/>
            <a:ext cx="1536191" cy="894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53484" y="1988820"/>
            <a:ext cx="1537715" cy="894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30467" y="1988820"/>
            <a:ext cx="1539239" cy="894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8976" y="1988820"/>
            <a:ext cx="1534668" cy="894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05247" y="3026783"/>
            <a:ext cx="145422" cy="1454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80707" y="3026783"/>
            <a:ext cx="145422" cy="1454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6800" y="3026783"/>
            <a:ext cx="121073" cy="1454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30103" y="3026783"/>
            <a:ext cx="145422" cy="14542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510040" y="3026783"/>
            <a:ext cx="137897" cy="14542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25039" y="2371344"/>
            <a:ext cx="237744" cy="1676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06596" y="2371344"/>
            <a:ext cx="237743" cy="1676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00344" y="2371344"/>
            <a:ext cx="237743" cy="1676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52943" y="2371344"/>
            <a:ext cx="237744" cy="1676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5612" y="1836407"/>
            <a:ext cx="7335774" cy="10599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297935" y="3781044"/>
            <a:ext cx="1964689" cy="1826260"/>
            <a:chOff x="3297935" y="3781044"/>
            <a:chExt cx="1964689" cy="1826260"/>
          </a:xfrm>
        </p:grpSpPr>
        <p:sp>
          <p:nvSpPr>
            <p:cNvPr id="11" name="object 11"/>
            <p:cNvSpPr/>
            <p:nvPr/>
          </p:nvSpPr>
          <p:spPr>
            <a:xfrm>
              <a:off x="3439667" y="3933444"/>
              <a:ext cx="1667510" cy="1667510"/>
            </a:xfrm>
            <a:custGeom>
              <a:avLst/>
              <a:gdLst/>
              <a:ahLst/>
              <a:cxnLst/>
              <a:rect l="l" t="t" r="r" b="b"/>
              <a:pathLst>
                <a:path w="1667510" h="1667510">
                  <a:moveTo>
                    <a:pt x="0" y="833627"/>
                  </a:moveTo>
                  <a:lnTo>
                    <a:pt x="1319" y="786325"/>
                  </a:lnTo>
                  <a:lnTo>
                    <a:pt x="5231" y="739714"/>
                  </a:lnTo>
                  <a:lnTo>
                    <a:pt x="11666" y="693866"/>
                  </a:lnTo>
                  <a:lnTo>
                    <a:pt x="20552" y="648851"/>
                  </a:lnTo>
                  <a:lnTo>
                    <a:pt x="31820" y="604738"/>
                  </a:lnTo>
                  <a:lnTo>
                    <a:pt x="45398" y="561600"/>
                  </a:lnTo>
                  <a:lnTo>
                    <a:pt x="61217" y="519505"/>
                  </a:lnTo>
                  <a:lnTo>
                    <a:pt x="79206" y="478524"/>
                  </a:lnTo>
                  <a:lnTo>
                    <a:pt x="99295" y="438728"/>
                  </a:lnTo>
                  <a:lnTo>
                    <a:pt x="121414" y="400187"/>
                  </a:lnTo>
                  <a:lnTo>
                    <a:pt x="145491" y="362972"/>
                  </a:lnTo>
                  <a:lnTo>
                    <a:pt x="171457" y="327153"/>
                  </a:lnTo>
                  <a:lnTo>
                    <a:pt x="199241" y="292799"/>
                  </a:lnTo>
                  <a:lnTo>
                    <a:pt x="228773" y="259983"/>
                  </a:lnTo>
                  <a:lnTo>
                    <a:pt x="259983" y="228773"/>
                  </a:lnTo>
                  <a:lnTo>
                    <a:pt x="292799" y="199241"/>
                  </a:lnTo>
                  <a:lnTo>
                    <a:pt x="327153" y="171457"/>
                  </a:lnTo>
                  <a:lnTo>
                    <a:pt x="362972" y="145491"/>
                  </a:lnTo>
                  <a:lnTo>
                    <a:pt x="400187" y="121414"/>
                  </a:lnTo>
                  <a:lnTo>
                    <a:pt x="438728" y="99295"/>
                  </a:lnTo>
                  <a:lnTo>
                    <a:pt x="478524" y="79206"/>
                  </a:lnTo>
                  <a:lnTo>
                    <a:pt x="519505" y="61217"/>
                  </a:lnTo>
                  <a:lnTo>
                    <a:pt x="561600" y="45398"/>
                  </a:lnTo>
                  <a:lnTo>
                    <a:pt x="604738" y="31820"/>
                  </a:lnTo>
                  <a:lnTo>
                    <a:pt x="648851" y="20552"/>
                  </a:lnTo>
                  <a:lnTo>
                    <a:pt x="693866" y="11666"/>
                  </a:lnTo>
                  <a:lnTo>
                    <a:pt x="739714" y="5231"/>
                  </a:lnTo>
                  <a:lnTo>
                    <a:pt x="786325" y="1319"/>
                  </a:lnTo>
                  <a:lnTo>
                    <a:pt x="833628" y="0"/>
                  </a:lnTo>
                  <a:lnTo>
                    <a:pt x="880930" y="1319"/>
                  </a:lnTo>
                  <a:lnTo>
                    <a:pt x="927541" y="5231"/>
                  </a:lnTo>
                  <a:lnTo>
                    <a:pt x="973389" y="11666"/>
                  </a:lnTo>
                  <a:lnTo>
                    <a:pt x="1018404" y="20552"/>
                  </a:lnTo>
                  <a:lnTo>
                    <a:pt x="1062517" y="31820"/>
                  </a:lnTo>
                  <a:lnTo>
                    <a:pt x="1105655" y="45398"/>
                  </a:lnTo>
                  <a:lnTo>
                    <a:pt x="1147750" y="61217"/>
                  </a:lnTo>
                  <a:lnTo>
                    <a:pt x="1188731" y="79206"/>
                  </a:lnTo>
                  <a:lnTo>
                    <a:pt x="1228527" y="99295"/>
                  </a:lnTo>
                  <a:lnTo>
                    <a:pt x="1267068" y="121414"/>
                  </a:lnTo>
                  <a:lnTo>
                    <a:pt x="1304283" y="145491"/>
                  </a:lnTo>
                  <a:lnTo>
                    <a:pt x="1340102" y="171457"/>
                  </a:lnTo>
                  <a:lnTo>
                    <a:pt x="1374456" y="199241"/>
                  </a:lnTo>
                  <a:lnTo>
                    <a:pt x="1407272" y="228773"/>
                  </a:lnTo>
                  <a:lnTo>
                    <a:pt x="1438482" y="259983"/>
                  </a:lnTo>
                  <a:lnTo>
                    <a:pt x="1468014" y="292799"/>
                  </a:lnTo>
                  <a:lnTo>
                    <a:pt x="1495798" y="327153"/>
                  </a:lnTo>
                  <a:lnTo>
                    <a:pt x="1521764" y="362972"/>
                  </a:lnTo>
                  <a:lnTo>
                    <a:pt x="1545841" y="400187"/>
                  </a:lnTo>
                  <a:lnTo>
                    <a:pt x="1567960" y="438728"/>
                  </a:lnTo>
                  <a:lnTo>
                    <a:pt x="1588049" y="478524"/>
                  </a:lnTo>
                  <a:lnTo>
                    <a:pt x="1606038" y="519505"/>
                  </a:lnTo>
                  <a:lnTo>
                    <a:pt x="1621857" y="561600"/>
                  </a:lnTo>
                  <a:lnTo>
                    <a:pt x="1635435" y="604738"/>
                  </a:lnTo>
                  <a:lnTo>
                    <a:pt x="1646703" y="648851"/>
                  </a:lnTo>
                  <a:lnTo>
                    <a:pt x="1655589" y="693866"/>
                  </a:lnTo>
                  <a:lnTo>
                    <a:pt x="1662024" y="739714"/>
                  </a:lnTo>
                  <a:lnTo>
                    <a:pt x="1665936" y="786325"/>
                  </a:lnTo>
                  <a:lnTo>
                    <a:pt x="1667256" y="833627"/>
                  </a:lnTo>
                  <a:lnTo>
                    <a:pt x="1665936" y="880930"/>
                  </a:lnTo>
                  <a:lnTo>
                    <a:pt x="1662024" y="927541"/>
                  </a:lnTo>
                  <a:lnTo>
                    <a:pt x="1655589" y="973389"/>
                  </a:lnTo>
                  <a:lnTo>
                    <a:pt x="1646703" y="1018404"/>
                  </a:lnTo>
                  <a:lnTo>
                    <a:pt x="1635435" y="1062517"/>
                  </a:lnTo>
                  <a:lnTo>
                    <a:pt x="1621857" y="1105655"/>
                  </a:lnTo>
                  <a:lnTo>
                    <a:pt x="1606038" y="1147750"/>
                  </a:lnTo>
                  <a:lnTo>
                    <a:pt x="1588049" y="1188731"/>
                  </a:lnTo>
                  <a:lnTo>
                    <a:pt x="1567960" y="1228527"/>
                  </a:lnTo>
                  <a:lnTo>
                    <a:pt x="1545841" y="1267068"/>
                  </a:lnTo>
                  <a:lnTo>
                    <a:pt x="1521764" y="1304283"/>
                  </a:lnTo>
                  <a:lnTo>
                    <a:pt x="1495798" y="1340102"/>
                  </a:lnTo>
                  <a:lnTo>
                    <a:pt x="1468014" y="1374456"/>
                  </a:lnTo>
                  <a:lnTo>
                    <a:pt x="1438482" y="1407272"/>
                  </a:lnTo>
                  <a:lnTo>
                    <a:pt x="1407272" y="1438482"/>
                  </a:lnTo>
                  <a:lnTo>
                    <a:pt x="1374456" y="1468014"/>
                  </a:lnTo>
                  <a:lnTo>
                    <a:pt x="1340102" y="1495798"/>
                  </a:lnTo>
                  <a:lnTo>
                    <a:pt x="1304283" y="1521764"/>
                  </a:lnTo>
                  <a:lnTo>
                    <a:pt x="1267068" y="1545841"/>
                  </a:lnTo>
                  <a:lnTo>
                    <a:pt x="1228527" y="1567960"/>
                  </a:lnTo>
                  <a:lnTo>
                    <a:pt x="1188731" y="1588049"/>
                  </a:lnTo>
                  <a:lnTo>
                    <a:pt x="1147750" y="1606038"/>
                  </a:lnTo>
                  <a:lnTo>
                    <a:pt x="1105655" y="1621857"/>
                  </a:lnTo>
                  <a:lnTo>
                    <a:pt x="1062517" y="1635435"/>
                  </a:lnTo>
                  <a:lnTo>
                    <a:pt x="1018404" y="1646703"/>
                  </a:lnTo>
                  <a:lnTo>
                    <a:pt x="973389" y="1655589"/>
                  </a:lnTo>
                  <a:lnTo>
                    <a:pt x="927541" y="1662024"/>
                  </a:lnTo>
                  <a:lnTo>
                    <a:pt x="880930" y="1665936"/>
                  </a:lnTo>
                  <a:lnTo>
                    <a:pt x="833628" y="1667255"/>
                  </a:lnTo>
                  <a:lnTo>
                    <a:pt x="786325" y="1665936"/>
                  </a:lnTo>
                  <a:lnTo>
                    <a:pt x="739714" y="1662024"/>
                  </a:lnTo>
                  <a:lnTo>
                    <a:pt x="693866" y="1655589"/>
                  </a:lnTo>
                  <a:lnTo>
                    <a:pt x="648851" y="1646703"/>
                  </a:lnTo>
                  <a:lnTo>
                    <a:pt x="604738" y="1635435"/>
                  </a:lnTo>
                  <a:lnTo>
                    <a:pt x="561600" y="1621857"/>
                  </a:lnTo>
                  <a:lnTo>
                    <a:pt x="519505" y="1606038"/>
                  </a:lnTo>
                  <a:lnTo>
                    <a:pt x="478524" y="1588049"/>
                  </a:lnTo>
                  <a:lnTo>
                    <a:pt x="438728" y="1567960"/>
                  </a:lnTo>
                  <a:lnTo>
                    <a:pt x="400187" y="1545841"/>
                  </a:lnTo>
                  <a:lnTo>
                    <a:pt x="362972" y="1521764"/>
                  </a:lnTo>
                  <a:lnTo>
                    <a:pt x="327153" y="1495798"/>
                  </a:lnTo>
                  <a:lnTo>
                    <a:pt x="292799" y="1468014"/>
                  </a:lnTo>
                  <a:lnTo>
                    <a:pt x="259983" y="1438482"/>
                  </a:lnTo>
                  <a:lnTo>
                    <a:pt x="228773" y="1407272"/>
                  </a:lnTo>
                  <a:lnTo>
                    <a:pt x="199241" y="1374456"/>
                  </a:lnTo>
                  <a:lnTo>
                    <a:pt x="171457" y="1340102"/>
                  </a:lnTo>
                  <a:lnTo>
                    <a:pt x="145491" y="1304283"/>
                  </a:lnTo>
                  <a:lnTo>
                    <a:pt x="121414" y="1267068"/>
                  </a:lnTo>
                  <a:lnTo>
                    <a:pt x="99295" y="1228527"/>
                  </a:lnTo>
                  <a:lnTo>
                    <a:pt x="79206" y="1188731"/>
                  </a:lnTo>
                  <a:lnTo>
                    <a:pt x="61217" y="1147750"/>
                  </a:lnTo>
                  <a:lnTo>
                    <a:pt x="45398" y="1105655"/>
                  </a:lnTo>
                  <a:lnTo>
                    <a:pt x="31820" y="1062517"/>
                  </a:lnTo>
                  <a:lnTo>
                    <a:pt x="20552" y="1018404"/>
                  </a:lnTo>
                  <a:lnTo>
                    <a:pt x="11666" y="973389"/>
                  </a:lnTo>
                  <a:lnTo>
                    <a:pt x="5231" y="927541"/>
                  </a:lnTo>
                  <a:lnTo>
                    <a:pt x="1319" y="880930"/>
                  </a:lnTo>
                  <a:lnTo>
                    <a:pt x="0" y="833627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9623" y="4439412"/>
              <a:ext cx="120396" cy="1203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82923" y="4613147"/>
              <a:ext cx="120396" cy="1203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74007" y="5259324"/>
              <a:ext cx="120396" cy="1203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21479" y="5306568"/>
              <a:ext cx="120396" cy="1203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98491" y="4986527"/>
              <a:ext cx="120396" cy="1203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2667" y="4082796"/>
              <a:ext cx="118872" cy="12039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26051" y="4687824"/>
              <a:ext cx="120396" cy="1188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85793" y="4789169"/>
              <a:ext cx="562610" cy="568325"/>
            </a:xfrm>
            <a:custGeom>
              <a:avLst/>
              <a:gdLst/>
              <a:ahLst/>
              <a:cxnLst/>
              <a:rect l="l" t="t" r="r" b="b"/>
              <a:pathLst>
                <a:path w="562610" h="568325">
                  <a:moveTo>
                    <a:pt x="26542" y="487044"/>
                  </a:moveTo>
                  <a:lnTo>
                    <a:pt x="0" y="567943"/>
                  </a:lnTo>
                  <a:lnTo>
                    <a:pt x="80644" y="540638"/>
                  </a:lnTo>
                  <a:lnTo>
                    <a:pt x="69747" y="529843"/>
                  </a:lnTo>
                  <a:lnTo>
                    <a:pt x="51688" y="529843"/>
                  </a:lnTo>
                  <a:lnTo>
                    <a:pt x="37591" y="515873"/>
                  </a:lnTo>
                  <a:lnTo>
                    <a:pt x="46530" y="506844"/>
                  </a:lnTo>
                  <a:lnTo>
                    <a:pt x="26542" y="487044"/>
                  </a:lnTo>
                  <a:close/>
                </a:path>
                <a:path w="562610" h="568325">
                  <a:moveTo>
                    <a:pt x="46530" y="506844"/>
                  </a:moveTo>
                  <a:lnTo>
                    <a:pt x="37591" y="515873"/>
                  </a:lnTo>
                  <a:lnTo>
                    <a:pt x="51688" y="529843"/>
                  </a:lnTo>
                  <a:lnTo>
                    <a:pt x="60629" y="520811"/>
                  </a:lnTo>
                  <a:lnTo>
                    <a:pt x="46530" y="506844"/>
                  </a:lnTo>
                  <a:close/>
                </a:path>
                <a:path w="562610" h="568325">
                  <a:moveTo>
                    <a:pt x="60629" y="520811"/>
                  </a:moveTo>
                  <a:lnTo>
                    <a:pt x="51688" y="529843"/>
                  </a:lnTo>
                  <a:lnTo>
                    <a:pt x="69747" y="529843"/>
                  </a:lnTo>
                  <a:lnTo>
                    <a:pt x="60629" y="520811"/>
                  </a:lnTo>
                  <a:close/>
                </a:path>
                <a:path w="562610" h="568325">
                  <a:moveTo>
                    <a:pt x="501622" y="47108"/>
                  </a:moveTo>
                  <a:lnTo>
                    <a:pt x="46530" y="506844"/>
                  </a:lnTo>
                  <a:lnTo>
                    <a:pt x="60629" y="520811"/>
                  </a:lnTo>
                  <a:lnTo>
                    <a:pt x="515738" y="61059"/>
                  </a:lnTo>
                  <a:lnTo>
                    <a:pt x="501622" y="47108"/>
                  </a:lnTo>
                  <a:close/>
                </a:path>
                <a:path w="562610" h="568325">
                  <a:moveTo>
                    <a:pt x="549855" y="38099"/>
                  </a:moveTo>
                  <a:lnTo>
                    <a:pt x="510539" y="38099"/>
                  </a:lnTo>
                  <a:lnTo>
                    <a:pt x="524636" y="52069"/>
                  </a:lnTo>
                  <a:lnTo>
                    <a:pt x="515738" y="61059"/>
                  </a:lnTo>
                  <a:lnTo>
                    <a:pt x="535813" y="80898"/>
                  </a:lnTo>
                  <a:lnTo>
                    <a:pt x="549855" y="38099"/>
                  </a:lnTo>
                  <a:close/>
                </a:path>
                <a:path w="562610" h="568325">
                  <a:moveTo>
                    <a:pt x="510539" y="38099"/>
                  </a:moveTo>
                  <a:lnTo>
                    <a:pt x="501622" y="47108"/>
                  </a:lnTo>
                  <a:lnTo>
                    <a:pt x="515738" y="61059"/>
                  </a:lnTo>
                  <a:lnTo>
                    <a:pt x="524636" y="52069"/>
                  </a:lnTo>
                  <a:lnTo>
                    <a:pt x="510539" y="38099"/>
                  </a:lnTo>
                  <a:close/>
                </a:path>
                <a:path w="562610" h="568325">
                  <a:moveTo>
                    <a:pt x="562355" y="0"/>
                  </a:moveTo>
                  <a:lnTo>
                    <a:pt x="481583" y="27304"/>
                  </a:lnTo>
                  <a:lnTo>
                    <a:pt x="501622" y="47108"/>
                  </a:lnTo>
                  <a:lnTo>
                    <a:pt x="510539" y="38099"/>
                  </a:lnTo>
                  <a:lnTo>
                    <a:pt x="549855" y="38099"/>
                  </a:lnTo>
                  <a:lnTo>
                    <a:pt x="562355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97935" y="4192524"/>
              <a:ext cx="120396" cy="12039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41975" y="3781044"/>
              <a:ext cx="120396" cy="12039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583935" y="4172711"/>
            <a:ext cx="120396" cy="1203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43015" y="4543044"/>
            <a:ext cx="120396" cy="1203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08547" y="4980432"/>
            <a:ext cx="120396" cy="1203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43244" y="4684776"/>
            <a:ext cx="120396" cy="1203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80988" y="4268723"/>
            <a:ext cx="120396" cy="12039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25896" y="3953255"/>
            <a:ext cx="120396" cy="1203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79590" y="3605529"/>
            <a:ext cx="21780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5" dirty="0">
                <a:latin typeface="Verdana"/>
                <a:cs typeface="Verdana"/>
              </a:rPr>
              <a:t>P</a:t>
            </a:r>
            <a:r>
              <a:rPr sz="1400" b="1" spc="-315" dirty="0">
                <a:latin typeface="Verdana"/>
                <a:cs typeface="Verdana"/>
              </a:rPr>
              <a:t>:</a:t>
            </a:r>
            <a:r>
              <a:rPr sz="1400" b="1" spc="-360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99078" y="4742179"/>
            <a:ext cx="156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25" dirty="0">
                <a:latin typeface="Arial"/>
                <a:cs typeface="Arial"/>
              </a:rPr>
              <a:t>𝜺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1836420"/>
            <a:ext cx="8341614" cy="20551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4535423"/>
            <a:ext cx="8326374" cy="9288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217164" y="1964435"/>
            <a:ext cx="2158365" cy="2234565"/>
            <a:chOff x="3217164" y="1964435"/>
            <a:chExt cx="2158365" cy="2234565"/>
          </a:xfrm>
        </p:grpSpPr>
        <p:sp>
          <p:nvSpPr>
            <p:cNvPr id="11" name="object 11"/>
            <p:cNvSpPr/>
            <p:nvPr/>
          </p:nvSpPr>
          <p:spPr>
            <a:xfrm>
              <a:off x="3358896" y="2526791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6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7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5" y="832866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7" y="1665732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6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68852" y="3031235"/>
              <a:ext cx="120396" cy="1203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02152" y="3204971"/>
              <a:ext cx="120396" cy="1203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3236" y="3852671"/>
              <a:ext cx="120396" cy="1203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40708" y="3899915"/>
              <a:ext cx="120396" cy="1203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1896" y="2674619"/>
              <a:ext cx="118872" cy="1203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45280" y="3279647"/>
              <a:ext cx="120396" cy="1203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7164" y="2785871"/>
              <a:ext cx="120395" cy="1188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61204" y="2374391"/>
              <a:ext cx="120396" cy="1188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1796" y="1970531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5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7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5" y="832865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7" y="1665731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5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17720" y="3579875"/>
              <a:ext cx="120396" cy="12039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503164" y="2764535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62244" y="3136392"/>
            <a:ext cx="120396" cy="1188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27776" y="3572255"/>
            <a:ext cx="120396" cy="1203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62471" y="3278123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00215" y="2862072"/>
            <a:ext cx="120396" cy="1188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45123" y="2546604"/>
            <a:ext cx="120396" cy="1203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298819" y="2197735"/>
            <a:ext cx="269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05" dirty="0">
                <a:latin typeface="Verdana"/>
                <a:cs typeface="Verdana"/>
              </a:rPr>
              <a:t>P</a:t>
            </a:r>
            <a:r>
              <a:rPr sz="1400" b="1" spc="-560" dirty="0">
                <a:latin typeface="Verdana"/>
                <a:cs typeface="Verdana"/>
              </a:rPr>
              <a:t>=</a:t>
            </a:r>
            <a:r>
              <a:rPr sz="1400" b="1" spc="-360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0851" y="4323588"/>
            <a:ext cx="8356854" cy="14561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02279" y="1967483"/>
            <a:ext cx="2202180" cy="1983105"/>
            <a:chOff x="3002279" y="1967483"/>
            <a:chExt cx="2202180" cy="1983105"/>
          </a:xfrm>
        </p:grpSpPr>
        <p:sp>
          <p:nvSpPr>
            <p:cNvPr id="11" name="object 11"/>
            <p:cNvSpPr/>
            <p:nvPr/>
          </p:nvSpPr>
          <p:spPr>
            <a:xfrm>
              <a:off x="3381755" y="2278379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6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8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6" y="832866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8" y="1665732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6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1711" y="2782823"/>
              <a:ext cx="120396" cy="1203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25011" y="2958083"/>
              <a:ext cx="120396" cy="1188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3567" y="3651504"/>
              <a:ext cx="120396" cy="1203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3231" y="2426207"/>
              <a:ext cx="120396" cy="1203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68139" y="3031236"/>
              <a:ext cx="120396" cy="1203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0023" y="2537459"/>
              <a:ext cx="120396" cy="1203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84063" y="2125979"/>
              <a:ext cx="120396" cy="12039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08375" y="1973579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6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7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6" y="832866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7" y="1665732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6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0579" y="3331463"/>
              <a:ext cx="120396" cy="1203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6095" y="3604260"/>
              <a:ext cx="120396" cy="12039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526023" y="2516123"/>
            <a:ext cx="120396" cy="1203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85103" y="2887979"/>
            <a:ext cx="120396" cy="1203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50635" y="3323844"/>
            <a:ext cx="120396" cy="120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83808" y="3029711"/>
            <a:ext cx="120396" cy="120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23076" y="2613660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67984" y="2298192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21297" y="1949323"/>
            <a:ext cx="269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05" dirty="0">
                <a:latin typeface="Verdana"/>
                <a:cs typeface="Verdana"/>
              </a:rPr>
              <a:t>P</a:t>
            </a:r>
            <a:r>
              <a:rPr sz="1400" b="1" spc="-560" dirty="0">
                <a:latin typeface="Verdana"/>
                <a:cs typeface="Verdana"/>
              </a:rPr>
              <a:t>=</a:t>
            </a:r>
            <a:r>
              <a:rPr sz="1400" b="1" spc="-360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4314418"/>
            <a:ext cx="8398002" cy="4595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02279" y="1967483"/>
            <a:ext cx="2202180" cy="1983105"/>
            <a:chOff x="3002279" y="1967483"/>
            <a:chExt cx="2202180" cy="1983105"/>
          </a:xfrm>
        </p:grpSpPr>
        <p:sp>
          <p:nvSpPr>
            <p:cNvPr id="11" name="object 11"/>
            <p:cNvSpPr/>
            <p:nvPr/>
          </p:nvSpPr>
          <p:spPr>
            <a:xfrm>
              <a:off x="3381755" y="2278379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6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8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6" y="832866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8" y="1665732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6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1711" y="2782823"/>
              <a:ext cx="120396" cy="1203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25011" y="2958083"/>
              <a:ext cx="120396" cy="1188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3567" y="3651504"/>
              <a:ext cx="120396" cy="1203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3231" y="2426207"/>
              <a:ext cx="120396" cy="1203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68139" y="3031236"/>
              <a:ext cx="120396" cy="1203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0023" y="2537459"/>
              <a:ext cx="120396" cy="1203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84063" y="2125979"/>
              <a:ext cx="120396" cy="12039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08375" y="1973579"/>
              <a:ext cx="1667510" cy="1666239"/>
            </a:xfrm>
            <a:custGeom>
              <a:avLst/>
              <a:gdLst/>
              <a:ahLst/>
              <a:cxnLst/>
              <a:rect l="l" t="t" r="r" b="b"/>
              <a:pathLst>
                <a:path w="1667510" h="1666239">
                  <a:moveTo>
                    <a:pt x="0" y="832866"/>
                  </a:moveTo>
                  <a:lnTo>
                    <a:pt x="1319" y="785602"/>
                  </a:lnTo>
                  <a:lnTo>
                    <a:pt x="5231" y="739031"/>
                  </a:lnTo>
                  <a:lnTo>
                    <a:pt x="11666" y="693222"/>
                  </a:lnTo>
                  <a:lnTo>
                    <a:pt x="20552" y="648245"/>
                  </a:lnTo>
                  <a:lnTo>
                    <a:pt x="31820" y="604172"/>
                  </a:lnTo>
                  <a:lnTo>
                    <a:pt x="45398" y="561071"/>
                  </a:lnTo>
                  <a:lnTo>
                    <a:pt x="61217" y="519013"/>
                  </a:lnTo>
                  <a:lnTo>
                    <a:pt x="79206" y="478070"/>
                  </a:lnTo>
                  <a:lnTo>
                    <a:pt x="99295" y="438310"/>
                  </a:lnTo>
                  <a:lnTo>
                    <a:pt x="121414" y="399804"/>
                  </a:lnTo>
                  <a:lnTo>
                    <a:pt x="145491" y="362623"/>
                  </a:lnTo>
                  <a:lnTo>
                    <a:pt x="171457" y="326837"/>
                  </a:lnTo>
                  <a:lnTo>
                    <a:pt x="199241" y="292516"/>
                  </a:lnTo>
                  <a:lnTo>
                    <a:pt x="228773" y="259730"/>
                  </a:lnTo>
                  <a:lnTo>
                    <a:pt x="259983" y="228550"/>
                  </a:lnTo>
                  <a:lnTo>
                    <a:pt x="292799" y="199046"/>
                  </a:lnTo>
                  <a:lnTo>
                    <a:pt x="327153" y="171288"/>
                  </a:lnTo>
                  <a:lnTo>
                    <a:pt x="362972" y="145347"/>
                  </a:lnTo>
                  <a:lnTo>
                    <a:pt x="400187" y="121293"/>
                  </a:lnTo>
                  <a:lnTo>
                    <a:pt x="438728" y="99197"/>
                  </a:lnTo>
                  <a:lnTo>
                    <a:pt x="478524" y="79127"/>
                  </a:lnTo>
                  <a:lnTo>
                    <a:pt x="519505" y="61156"/>
                  </a:lnTo>
                  <a:lnTo>
                    <a:pt x="561600" y="45352"/>
                  </a:lnTo>
                  <a:lnTo>
                    <a:pt x="604738" y="31788"/>
                  </a:lnTo>
                  <a:lnTo>
                    <a:pt x="648851" y="20531"/>
                  </a:lnTo>
                  <a:lnTo>
                    <a:pt x="693866" y="11654"/>
                  </a:lnTo>
                  <a:lnTo>
                    <a:pt x="739714" y="5226"/>
                  </a:lnTo>
                  <a:lnTo>
                    <a:pt x="786325" y="1318"/>
                  </a:lnTo>
                  <a:lnTo>
                    <a:pt x="833627" y="0"/>
                  </a:lnTo>
                  <a:lnTo>
                    <a:pt x="880930" y="1318"/>
                  </a:lnTo>
                  <a:lnTo>
                    <a:pt x="927541" y="5226"/>
                  </a:lnTo>
                  <a:lnTo>
                    <a:pt x="973389" y="11654"/>
                  </a:lnTo>
                  <a:lnTo>
                    <a:pt x="1018404" y="20531"/>
                  </a:lnTo>
                  <a:lnTo>
                    <a:pt x="1062517" y="31788"/>
                  </a:lnTo>
                  <a:lnTo>
                    <a:pt x="1105655" y="45352"/>
                  </a:lnTo>
                  <a:lnTo>
                    <a:pt x="1147750" y="61156"/>
                  </a:lnTo>
                  <a:lnTo>
                    <a:pt x="1188731" y="79127"/>
                  </a:lnTo>
                  <a:lnTo>
                    <a:pt x="1228527" y="99197"/>
                  </a:lnTo>
                  <a:lnTo>
                    <a:pt x="1267068" y="121293"/>
                  </a:lnTo>
                  <a:lnTo>
                    <a:pt x="1304283" y="145347"/>
                  </a:lnTo>
                  <a:lnTo>
                    <a:pt x="1340102" y="171288"/>
                  </a:lnTo>
                  <a:lnTo>
                    <a:pt x="1374456" y="199046"/>
                  </a:lnTo>
                  <a:lnTo>
                    <a:pt x="1407272" y="228550"/>
                  </a:lnTo>
                  <a:lnTo>
                    <a:pt x="1438482" y="259730"/>
                  </a:lnTo>
                  <a:lnTo>
                    <a:pt x="1468014" y="292516"/>
                  </a:lnTo>
                  <a:lnTo>
                    <a:pt x="1495798" y="326837"/>
                  </a:lnTo>
                  <a:lnTo>
                    <a:pt x="1521764" y="362623"/>
                  </a:lnTo>
                  <a:lnTo>
                    <a:pt x="1545841" y="399804"/>
                  </a:lnTo>
                  <a:lnTo>
                    <a:pt x="1567960" y="438310"/>
                  </a:lnTo>
                  <a:lnTo>
                    <a:pt x="1588049" y="478070"/>
                  </a:lnTo>
                  <a:lnTo>
                    <a:pt x="1606038" y="519013"/>
                  </a:lnTo>
                  <a:lnTo>
                    <a:pt x="1621857" y="561071"/>
                  </a:lnTo>
                  <a:lnTo>
                    <a:pt x="1635435" y="604172"/>
                  </a:lnTo>
                  <a:lnTo>
                    <a:pt x="1646703" y="648245"/>
                  </a:lnTo>
                  <a:lnTo>
                    <a:pt x="1655589" y="693222"/>
                  </a:lnTo>
                  <a:lnTo>
                    <a:pt x="1662024" y="739031"/>
                  </a:lnTo>
                  <a:lnTo>
                    <a:pt x="1665936" y="785602"/>
                  </a:lnTo>
                  <a:lnTo>
                    <a:pt x="1667256" y="832866"/>
                  </a:lnTo>
                  <a:lnTo>
                    <a:pt x="1665936" y="880129"/>
                  </a:lnTo>
                  <a:lnTo>
                    <a:pt x="1662024" y="926700"/>
                  </a:lnTo>
                  <a:lnTo>
                    <a:pt x="1655589" y="972509"/>
                  </a:lnTo>
                  <a:lnTo>
                    <a:pt x="1646703" y="1017486"/>
                  </a:lnTo>
                  <a:lnTo>
                    <a:pt x="1635435" y="1061559"/>
                  </a:lnTo>
                  <a:lnTo>
                    <a:pt x="1621857" y="1104660"/>
                  </a:lnTo>
                  <a:lnTo>
                    <a:pt x="1606038" y="1146718"/>
                  </a:lnTo>
                  <a:lnTo>
                    <a:pt x="1588049" y="1187661"/>
                  </a:lnTo>
                  <a:lnTo>
                    <a:pt x="1567960" y="1227421"/>
                  </a:lnTo>
                  <a:lnTo>
                    <a:pt x="1545841" y="1265927"/>
                  </a:lnTo>
                  <a:lnTo>
                    <a:pt x="1521764" y="1303108"/>
                  </a:lnTo>
                  <a:lnTo>
                    <a:pt x="1495798" y="1338894"/>
                  </a:lnTo>
                  <a:lnTo>
                    <a:pt x="1468014" y="1373215"/>
                  </a:lnTo>
                  <a:lnTo>
                    <a:pt x="1438482" y="1406001"/>
                  </a:lnTo>
                  <a:lnTo>
                    <a:pt x="1407272" y="1437181"/>
                  </a:lnTo>
                  <a:lnTo>
                    <a:pt x="1374456" y="1466685"/>
                  </a:lnTo>
                  <a:lnTo>
                    <a:pt x="1340102" y="1494443"/>
                  </a:lnTo>
                  <a:lnTo>
                    <a:pt x="1304283" y="1520384"/>
                  </a:lnTo>
                  <a:lnTo>
                    <a:pt x="1267068" y="1544438"/>
                  </a:lnTo>
                  <a:lnTo>
                    <a:pt x="1228527" y="1566534"/>
                  </a:lnTo>
                  <a:lnTo>
                    <a:pt x="1188731" y="1586604"/>
                  </a:lnTo>
                  <a:lnTo>
                    <a:pt x="1147750" y="1604575"/>
                  </a:lnTo>
                  <a:lnTo>
                    <a:pt x="1105655" y="1620379"/>
                  </a:lnTo>
                  <a:lnTo>
                    <a:pt x="1062517" y="1633943"/>
                  </a:lnTo>
                  <a:lnTo>
                    <a:pt x="1018404" y="1645200"/>
                  </a:lnTo>
                  <a:lnTo>
                    <a:pt x="973389" y="1654077"/>
                  </a:lnTo>
                  <a:lnTo>
                    <a:pt x="927541" y="1660505"/>
                  </a:lnTo>
                  <a:lnTo>
                    <a:pt x="880930" y="1664413"/>
                  </a:lnTo>
                  <a:lnTo>
                    <a:pt x="833627" y="1665732"/>
                  </a:lnTo>
                  <a:lnTo>
                    <a:pt x="786325" y="1664413"/>
                  </a:lnTo>
                  <a:lnTo>
                    <a:pt x="739714" y="1660505"/>
                  </a:lnTo>
                  <a:lnTo>
                    <a:pt x="693866" y="1654077"/>
                  </a:lnTo>
                  <a:lnTo>
                    <a:pt x="648851" y="1645200"/>
                  </a:lnTo>
                  <a:lnTo>
                    <a:pt x="604738" y="1633943"/>
                  </a:lnTo>
                  <a:lnTo>
                    <a:pt x="561600" y="1620379"/>
                  </a:lnTo>
                  <a:lnTo>
                    <a:pt x="519505" y="1604575"/>
                  </a:lnTo>
                  <a:lnTo>
                    <a:pt x="478524" y="1586604"/>
                  </a:lnTo>
                  <a:lnTo>
                    <a:pt x="438728" y="1566534"/>
                  </a:lnTo>
                  <a:lnTo>
                    <a:pt x="400187" y="1544438"/>
                  </a:lnTo>
                  <a:lnTo>
                    <a:pt x="362972" y="1520384"/>
                  </a:lnTo>
                  <a:lnTo>
                    <a:pt x="327153" y="1494443"/>
                  </a:lnTo>
                  <a:lnTo>
                    <a:pt x="292799" y="1466685"/>
                  </a:lnTo>
                  <a:lnTo>
                    <a:pt x="259983" y="1437181"/>
                  </a:lnTo>
                  <a:lnTo>
                    <a:pt x="228773" y="1406001"/>
                  </a:lnTo>
                  <a:lnTo>
                    <a:pt x="199241" y="1373215"/>
                  </a:lnTo>
                  <a:lnTo>
                    <a:pt x="171457" y="1338894"/>
                  </a:lnTo>
                  <a:lnTo>
                    <a:pt x="145491" y="1303108"/>
                  </a:lnTo>
                  <a:lnTo>
                    <a:pt x="121414" y="1265927"/>
                  </a:lnTo>
                  <a:lnTo>
                    <a:pt x="99295" y="1227421"/>
                  </a:lnTo>
                  <a:lnTo>
                    <a:pt x="79206" y="1187661"/>
                  </a:lnTo>
                  <a:lnTo>
                    <a:pt x="61217" y="1146718"/>
                  </a:lnTo>
                  <a:lnTo>
                    <a:pt x="45398" y="1104660"/>
                  </a:lnTo>
                  <a:lnTo>
                    <a:pt x="31820" y="1061559"/>
                  </a:lnTo>
                  <a:lnTo>
                    <a:pt x="20552" y="1017486"/>
                  </a:lnTo>
                  <a:lnTo>
                    <a:pt x="11666" y="972509"/>
                  </a:lnTo>
                  <a:lnTo>
                    <a:pt x="5231" y="926700"/>
                  </a:lnTo>
                  <a:lnTo>
                    <a:pt x="1319" y="880129"/>
                  </a:lnTo>
                  <a:lnTo>
                    <a:pt x="0" y="832866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0579" y="3331463"/>
              <a:ext cx="120396" cy="1203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6095" y="3604260"/>
              <a:ext cx="120396" cy="12039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526023" y="2516123"/>
            <a:ext cx="120396" cy="1203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85103" y="2887979"/>
            <a:ext cx="120396" cy="1203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50635" y="3323844"/>
            <a:ext cx="120396" cy="120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83808" y="3029711"/>
            <a:ext cx="120396" cy="120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23076" y="2613660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67984" y="2298192"/>
            <a:ext cx="120396" cy="1203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21297" y="1949323"/>
            <a:ext cx="269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05" dirty="0">
                <a:latin typeface="Verdana"/>
                <a:cs typeface="Verdana"/>
              </a:rPr>
              <a:t>P</a:t>
            </a:r>
            <a:r>
              <a:rPr sz="1400" b="1" spc="-560" dirty="0">
                <a:latin typeface="Verdana"/>
                <a:cs typeface="Verdana"/>
              </a:rPr>
              <a:t>=</a:t>
            </a:r>
            <a:r>
              <a:rPr sz="1400" b="1" spc="-360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386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327" y="1463039"/>
            <a:ext cx="2679954" cy="174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4867655"/>
            <a:ext cx="6758178" cy="7536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92551" y="1901951"/>
            <a:ext cx="3909060" cy="26380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48221" y="2024888"/>
            <a:ext cx="21780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05" dirty="0">
                <a:latin typeface="Verdana"/>
                <a:cs typeface="Verdana"/>
              </a:rPr>
              <a:t>P</a:t>
            </a:r>
            <a:r>
              <a:rPr sz="1400" b="1" spc="-315" dirty="0">
                <a:latin typeface="Verdana"/>
                <a:cs typeface="Verdana"/>
              </a:rPr>
              <a:t>:</a:t>
            </a:r>
            <a:r>
              <a:rPr sz="1400" b="1" spc="-360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0248" y="1443177"/>
            <a:ext cx="1325118" cy="302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327" y="1937004"/>
            <a:ext cx="4170426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5612" y="2478023"/>
            <a:ext cx="4093845" cy="2847340"/>
            <a:chOff x="705612" y="2478023"/>
            <a:chExt cx="4093845" cy="2847340"/>
          </a:xfrm>
        </p:grpSpPr>
        <p:sp>
          <p:nvSpPr>
            <p:cNvPr id="11" name="object 11"/>
            <p:cNvSpPr/>
            <p:nvPr/>
          </p:nvSpPr>
          <p:spPr>
            <a:xfrm>
              <a:off x="775716" y="2484119"/>
              <a:ext cx="3675124" cy="26636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1708" y="2484119"/>
              <a:ext cx="4081779" cy="2834640"/>
            </a:xfrm>
            <a:custGeom>
              <a:avLst/>
              <a:gdLst/>
              <a:ahLst/>
              <a:cxnLst/>
              <a:rect l="l" t="t" r="r" b="b"/>
              <a:pathLst>
                <a:path w="4081779" h="2834640">
                  <a:moveTo>
                    <a:pt x="0" y="2834640"/>
                  </a:moveTo>
                  <a:lnTo>
                    <a:pt x="4081272" y="2834640"/>
                  </a:lnTo>
                  <a:lnTo>
                    <a:pt x="4081272" y="0"/>
                  </a:lnTo>
                  <a:lnTo>
                    <a:pt x="0" y="0"/>
                  </a:lnTo>
                  <a:lnTo>
                    <a:pt x="0" y="2834640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087111" y="2478023"/>
            <a:ext cx="4093845" cy="2847340"/>
            <a:chOff x="5087111" y="2478023"/>
            <a:chExt cx="4093845" cy="2847340"/>
          </a:xfrm>
        </p:grpSpPr>
        <p:sp>
          <p:nvSpPr>
            <p:cNvPr id="14" name="object 14"/>
            <p:cNvSpPr/>
            <p:nvPr/>
          </p:nvSpPr>
          <p:spPr>
            <a:xfrm>
              <a:off x="5604970" y="2704279"/>
              <a:ext cx="2879387" cy="233198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93207" y="2484119"/>
              <a:ext cx="4081779" cy="2834640"/>
            </a:xfrm>
            <a:custGeom>
              <a:avLst/>
              <a:gdLst/>
              <a:ahLst/>
              <a:cxnLst/>
              <a:rect l="l" t="t" r="r" b="b"/>
              <a:pathLst>
                <a:path w="4081779" h="2834640">
                  <a:moveTo>
                    <a:pt x="0" y="2834640"/>
                  </a:moveTo>
                  <a:lnTo>
                    <a:pt x="4081272" y="2834640"/>
                  </a:lnTo>
                  <a:lnTo>
                    <a:pt x="4081272" y="0"/>
                  </a:lnTo>
                  <a:lnTo>
                    <a:pt x="0" y="0"/>
                  </a:lnTo>
                  <a:lnTo>
                    <a:pt x="0" y="2834640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682359" y="5513951"/>
            <a:ext cx="145422" cy="1454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63858" y="5488042"/>
            <a:ext cx="145422" cy="1454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783" y="1591043"/>
            <a:ext cx="3010662" cy="3025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4521708"/>
            <a:ext cx="8784590" cy="1499870"/>
          </a:xfrm>
          <a:custGeom>
            <a:avLst/>
            <a:gdLst/>
            <a:ahLst/>
            <a:cxnLst/>
            <a:rect l="l" t="t" r="r" b="b"/>
            <a:pathLst>
              <a:path w="8784590" h="149987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8" name="object 8"/>
            <p:cNvSpPr/>
            <p:nvPr/>
          </p:nvSpPr>
          <p:spPr>
            <a:xfrm>
              <a:off x="559308" y="2060447"/>
              <a:ext cx="8784590" cy="1885314"/>
            </a:xfrm>
            <a:custGeom>
              <a:avLst/>
              <a:gdLst/>
              <a:ahLst/>
              <a:cxnLst/>
              <a:rect l="l" t="t" r="r" b="b"/>
              <a:pathLst>
                <a:path w="8784590" h="1885314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1591" y="4197070"/>
              <a:ext cx="4260341" cy="2278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7489" y="431419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3.2.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603" y="3220199"/>
            <a:ext cx="6919722" cy="8039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2060" y="4572000"/>
            <a:ext cx="2963417" cy="2065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4509515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34439" y="4988052"/>
            <a:ext cx="2961894" cy="2232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939284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3206495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2446" y="3235476"/>
            <a:ext cx="246055" cy="137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0851" y="3625596"/>
            <a:ext cx="5261610" cy="1623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308" y="3994403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2416" y="4023384"/>
            <a:ext cx="258277" cy="137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0851" y="4413503"/>
            <a:ext cx="5263134" cy="1623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3963" y="1443177"/>
            <a:ext cx="3958590" cy="3025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7804" y="1935479"/>
            <a:ext cx="2669285" cy="1623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183" y="2321039"/>
            <a:ext cx="4463034" cy="65761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667" y="6524434"/>
            <a:ext cx="8132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85" y="1450913"/>
            <a:ext cx="627120" cy="1576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7136" y="1831848"/>
            <a:ext cx="5132070" cy="16543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1205" y="6524434"/>
            <a:ext cx="53784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804" y="1446275"/>
            <a:ext cx="1111758" cy="162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830323"/>
            <a:ext cx="4301490" cy="1160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498" y="6524434"/>
            <a:ext cx="7844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12235" y="2609088"/>
            <a:ext cx="3078480" cy="2954020"/>
            <a:chOff x="3412235" y="2609088"/>
            <a:chExt cx="3078480" cy="2954020"/>
          </a:xfrm>
        </p:grpSpPr>
        <p:sp>
          <p:nvSpPr>
            <p:cNvPr id="6" name="object 6"/>
            <p:cNvSpPr/>
            <p:nvPr/>
          </p:nvSpPr>
          <p:spPr>
            <a:xfrm>
              <a:off x="3412235" y="2609088"/>
              <a:ext cx="3078480" cy="29535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83807" y="3738372"/>
              <a:ext cx="326390" cy="287020"/>
            </a:xfrm>
            <a:custGeom>
              <a:avLst/>
              <a:gdLst/>
              <a:ahLst/>
              <a:cxnLst/>
              <a:rect l="l" t="t" r="r" b="b"/>
              <a:pathLst>
                <a:path w="326389" h="287020">
                  <a:moveTo>
                    <a:pt x="326136" y="0"/>
                  </a:moveTo>
                  <a:lnTo>
                    <a:pt x="0" y="0"/>
                  </a:lnTo>
                  <a:lnTo>
                    <a:pt x="0" y="286511"/>
                  </a:lnTo>
                  <a:lnTo>
                    <a:pt x="326136" y="286511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35623" y="3842004"/>
              <a:ext cx="163829" cy="1501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95671" y="2680716"/>
              <a:ext cx="259079" cy="257810"/>
            </a:xfrm>
            <a:custGeom>
              <a:avLst/>
              <a:gdLst/>
              <a:ahLst/>
              <a:cxnLst/>
              <a:rect l="l" t="t" r="r" b="b"/>
              <a:pathLst>
                <a:path w="259079" h="257810">
                  <a:moveTo>
                    <a:pt x="259079" y="0"/>
                  </a:moveTo>
                  <a:lnTo>
                    <a:pt x="0" y="0"/>
                  </a:lnTo>
                  <a:lnTo>
                    <a:pt x="0" y="257555"/>
                  </a:lnTo>
                  <a:lnTo>
                    <a:pt x="259079" y="257555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12435" y="2770632"/>
              <a:ext cx="166877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7804" y="1446275"/>
            <a:ext cx="1748789" cy="162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1831848"/>
            <a:ext cx="4514850" cy="162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00044" y="2421635"/>
            <a:ext cx="3091180" cy="2966085"/>
            <a:chOff x="3400044" y="2421635"/>
            <a:chExt cx="3091180" cy="2966085"/>
          </a:xfrm>
        </p:grpSpPr>
        <p:sp>
          <p:nvSpPr>
            <p:cNvPr id="6" name="object 6"/>
            <p:cNvSpPr/>
            <p:nvPr/>
          </p:nvSpPr>
          <p:spPr>
            <a:xfrm>
              <a:off x="3400044" y="2421635"/>
              <a:ext cx="3090672" cy="2965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5672" y="2500883"/>
              <a:ext cx="259079" cy="256540"/>
            </a:xfrm>
            <a:custGeom>
              <a:avLst/>
              <a:gdLst/>
              <a:ahLst/>
              <a:cxnLst/>
              <a:rect l="l" t="t" r="r" b="b"/>
              <a:pathLst>
                <a:path w="259079" h="256539">
                  <a:moveTo>
                    <a:pt x="259079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259079" y="256032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12436" y="2589275"/>
              <a:ext cx="166877" cy="1501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6188" y="3570731"/>
              <a:ext cx="312420" cy="264160"/>
            </a:xfrm>
            <a:custGeom>
              <a:avLst/>
              <a:gdLst/>
              <a:ahLst/>
              <a:cxnLst/>
              <a:rect l="l" t="t" r="r" b="b"/>
              <a:pathLst>
                <a:path w="312420" h="264160">
                  <a:moveTo>
                    <a:pt x="312420" y="0"/>
                  </a:moveTo>
                  <a:lnTo>
                    <a:pt x="0" y="0"/>
                  </a:lnTo>
                  <a:lnTo>
                    <a:pt x="0" y="263652"/>
                  </a:lnTo>
                  <a:lnTo>
                    <a:pt x="312420" y="263652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21908" y="3663695"/>
              <a:ext cx="163829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7804" y="1446275"/>
            <a:ext cx="1748789" cy="162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1830323"/>
            <a:ext cx="3534917" cy="162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9679" y="6524434"/>
            <a:ext cx="7988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161788" y="2287523"/>
            <a:ext cx="2593975" cy="2489200"/>
            <a:chOff x="5161788" y="2287523"/>
            <a:chExt cx="2593975" cy="2489200"/>
          </a:xfrm>
        </p:grpSpPr>
        <p:sp>
          <p:nvSpPr>
            <p:cNvPr id="6" name="object 6"/>
            <p:cNvSpPr/>
            <p:nvPr/>
          </p:nvSpPr>
          <p:spPr>
            <a:xfrm>
              <a:off x="5161788" y="2287523"/>
              <a:ext cx="2593848" cy="24886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99860" y="2354579"/>
              <a:ext cx="292735" cy="250190"/>
            </a:xfrm>
            <a:custGeom>
              <a:avLst/>
              <a:gdLst/>
              <a:ahLst/>
              <a:cxnLst/>
              <a:rect l="l" t="t" r="r" b="b"/>
              <a:pathLst>
                <a:path w="292734" h="250189">
                  <a:moveTo>
                    <a:pt x="292608" y="0"/>
                  </a:moveTo>
                  <a:lnTo>
                    <a:pt x="0" y="0"/>
                  </a:lnTo>
                  <a:lnTo>
                    <a:pt x="0" y="249936"/>
                  </a:lnTo>
                  <a:lnTo>
                    <a:pt x="292608" y="249936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33388" y="2439923"/>
              <a:ext cx="166877" cy="1501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683" y="3212591"/>
              <a:ext cx="299085" cy="274320"/>
            </a:xfrm>
            <a:custGeom>
              <a:avLst/>
              <a:gdLst/>
              <a:ahLst/>
              <a:cxnLst/>
              <a:rect l="l" t="t" r="r" b="b"/>
              <a:pathLst>
                <a:path w="299084" h="274320">
                  <a:moveTo>
                    <a:pt x="298703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98703" y="274320"/>
                  </a:lnTo>
                  <a:lnTo>
                    <a:pt x="29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15783" y="3310127"/>
              <a:ext cx="163829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1720" y="3240023"/>
              <a:ext cx="650240" cy="591820"/>
            </a:xfrm>
            <a:custGeom>
              <a:avLst/>
              <a:gdLst/>
              <a:ahLst/>
              <a:cxnLst/>
              <a:rect l="l" t="t" r="r" b="b"/>
              <a:pathLst>
                <a:path w="650240" h="591820">
                  <a:moveTo>
                    <a:pt x="278891" y="591819"/>
                  </a:moveTo>
                  <a:lnTo>
                    <a:pt x="650112" y="246887"/>
                  </a:lnTo>
                </a:path>
                <a:path w="650240" h="591820">
                  <a:moveTo>
                    <a:pt x="0" y="344931"/>
                  </a:moveTo>
                  <a:lnTo>
                    <a:pt x="371221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9172" y="3415283"/>
              <a:ext cx="276860" cy="254635"/>
            </a:xfrm>
            <a:custGeom>
              <a:avLst/>
              <a:gdLst/>
              <a:ahLst/>
              <a:cxnLst/>
              <a:rect l="l" t="t" r="r" b="b"/>
              <a:pathLst>
                <a:path w="276859" h="254635">
                  <a:moveTo>
                    <a:pt x="0" y="0"/>
                  </a:moveTo>
                  <a:lnTo>
                    <a:pt x="276605" y="254253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41720" y="3765803"/>
              <a:ext cx="142494" cy="11658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141220" y="2298192"/>
            <a:ext cx="2593975" cy="2489200"/>
            <a:chOff x="2141220" y="2298192"/>
            <a:chExt cx="2593975" cy="2489200"/>
          </a:xfrm>
        </p:grpSpPr>
        <p:sp>
          <p:nvSpPr>
            <p:cNvPr id="15" name="object 15"/>
            <p:cNvSpPr/>
            <p:nvPr/>
          </p:nvSpPr>
          <p:spPr>
            <a:xfrm>
              <a:off x="2141220" y="2298192"/>
              <a:ext cx="2593848" cy="24886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3764" y="2799588"/>
              <a:ext cx="1510030" cy="1456690"/>
            </a:xfrm>
            <a:custGeom>
              <a:avLst/>
              <a:gdLst/>
              <a:ahLst/>
              <a:cxnLst/>
              <a:rect l="l" t="t" r="r" b="b"/>
              <a:pathLst>
                <a:path w="1510029" h="1456689">
                  <a:moveTo>
                    <a:pt x="0" y="1114044"/>
                  </a:moveTo>
                  <a:lnTo>
                    <a:pt x="348361" y="1456689"/>
                  </a:lnTo>
                </a:path>
                <a:path w="1510029" h="1456689">
                  <a:moveTo>
                    <a:pt x="1161288" y="0"/>
                  </a:moveTo>
                  <a:lnTo>
                    <a:pt x="1509649" y="342646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7500" y="2977896"/>
              <a:ext cx="1161415" cy="1108075"/>
            </a:xfrm>
            <a:custGeom>
              <a:avLst/>
              <a:gdLst/>
              <a:ahLst/>
              <a:cxnLst/>
              <a:rect l="l" t="t" r="r" b="b"/>
              <a:pathLst>
                <a:path w="1161414" h="1108075">
                  <a:moveTo>
                    <a:pt x="1161161" y="0"/>
                  </a:moveTo>
                  <a:lnTo>
                    <a:pt x="0" y="110782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33216" y="3791712"/>
              <a:ext cx="140970" cy="11811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80816" y="2366772"/>
              <a:ext cx="245745" cy="242570"/>
            </a:xfrm>
            <a:custGeom>
              <a:avLst/>
              <a:gdLst/>
              <a:ahLst/>
              <a:cxnLst/>
              <a:rect l="l" t="t" r="r" b="b"/>
              <a:pathLst>
                <a:path w="245745" h="242569">
                  <a:moveTo>
                    <a:pt x="245363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245363" y="242315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91484" y="2449068"/>
              <a:ext cx="165353" cy="1501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58640" y="3226308"/>
              <a:ext cx="347980" cy="260985"/>
            </a:xfrm>
            <a:custGeom>
              <a:avLst/>
              <a:gdLst/>
              <a:ahLst/>
              <a:cxnLst/>
              <a:rect l="l" t="t" r="r" b="b"/>
              <a:pathLst>
                <a:path w="347979" h="260985">
                  <a:moveTo>
                    <a:pt x="347472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347472" y="260603"/>
                  </a:lnTo>
                  <a:lnTo>
                    <a:pt x="347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21124" y="3316224"/>
              <a:ext cx="163829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720851" y="5076444"/>
            <a:ext cx="1210818" cy="1714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7804" y="1446275"/>
            <a:ext cx="1748789" cy="1623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183" y="1830323"/>
            <a:ext cx="5362194" cy="1623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498" y="6524434"/>
            <a:ext cx="78443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06140" y="2421635"/>
            <a:ext cx="3091180" cy="2966085"/>
            <a:chOff x="3406140" y="2421635"/>
            <a:chExt cx="3091180" cy="2966085"/>
          </a:xfrm>
        </p:grpSpPr>
        <p:sp>
          <p:nvSpPr>
            <p:cNvPr id="6" name="object 6"/>
            <p:cNvSpPr/>
            <p:nvPr/>
          </p:nvSpPr>
          <p:spPr>
            <a:xfrm>
              <a:off x="3406140" y="2421635"/>
              <a:ext cx="3090672" cy="2965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5004" y="2528315"/>
              <a:ext cx="414655" cy="210820"/>
            </a:xfrm>
            <a:custGeom>
              <a:avLst/>
              <a:gdLst/>
              <a:ahLst/>
              <a:cxnLst/>
              <a:rect l="l" t="t" r="r" b="b"/>
              <a:pathLst>
                <a:path w="414654" h="210819">
                  <a:moveTo>
                    <a:pt x="414527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414527" y="210312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9868" y="2592323"/>
              <a:ext cx="250698" cy="1516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9236" y="3520439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344424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44424" y="30480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0572" y="3631691"/>
              <a:ext cx="249174" cy="15163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1708" y="1446275"/>
            <a:ext cx="1056894" cy="1333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1830323"/>
            <a:ext cx="4664202" cy="162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0851" y="2805683"/>
            <a:ext cx="3245358" cy="148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8011" y="3130270"/>
            <a:ext cx="1052334" cy="4671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4775" y="2226538"/>
            <a:ext cx="2305050" cy="2278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4108" y="4413478"/>
            <a:ext cx="1651253" cy="4686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347" y="3747490"/>
            <a:ext cx="1241310" cy="4686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8678" y="5036966"/>
            <a:ext cx="23494" cy="1179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801867" y="3096767"/>
            <a:ext cx="2712720" cy="1873250"/>
            <a:chOff x="5801867" y="3096767"/>
            <a:chExt cx="2712720" cy="1873250"/>
          </a:xfrm>
        </p:grpSpPr>
        <p:sp>
          <p:nvSpPr>
            <p:cNvPr id="12" name="object 12"/>
            <p:cNvSpPr/>
            <p:nvPr/>
          </p:nvSpPr>
          <p:spPr>
            <a:xfrm>
              <a:off x="5864352" y="3096767"/>
              <a:ext cx="2650490" cy="1873250"/>
            </a:xfrm>
            <a:custGeom>
              <a:avLst/>
              <a:gdLst/>
              <a:ahLst/>
              <a:cxnLst/>
              <a:rect l="l" t="t" r="r" b="b"/>
              <a:pathLst>
                <a:path w="2650490" h="1873250">
                  <a:moveTo>
                    <a:pt x="2649982" y="1834896"/>
                  </a:moveTo>
                  <a:lnTo>
                    <a:pt x="2634742" y="1827276"/>
                  </a:lnTo>
                  <a:lnTo>
                    <a:pt x="2573782" y="1796796"/>
                  </a:lnTo>
                  <a:lnTo>
                    <a:pt x="2573782" y="1827276"/>
                  </a:lnTo>
                  <a:lnTo>
                    <a:pt x="45720" y="1827276"/>
                  </a:lnTo>
                  <a:lnTo>
                    <a:pt x="4572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480" y="76200"/>
                  </a:lnTo>
                  <a:lnTo>
                    <a:pt x="30480" y="1836039"/>
                  </a:lnTo>
                  <a:lnTo>
                    <a:pt x="38100" y="1836039"/>
                  </a:lnTo>
                  <a:lnTo>
                    <a:pt x="38100" y="1842516"/>
                  </a:lnTo>
                  <a:lnTo>
                    <a:pt x="2573782" y="1842516"/>
                  </a:lnTo>
                  <a:lnTo>
                    <a:pt x="2573782" y="1872996"/>
                  </a:lnTo>
                  <a:lnTo>
                    <a:pt x="2634742" y="1842516"/>
                  </a:lnTo>
                  <a:lnTo>
                    <a:pt x="2649982" y="183489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1867" y="3453383"/>
              <a:ext cx="2520315" cy="0"/>
            </a:xfrm>
            <a:custGeom>
              <a:avLst/>
              <a:gdLst/>
              <a:ahLst/>
              <a:cxnLst/>
              <a:rect l="l" t="t" r="r" b="b"/>
              <a:pathLst>
                <a:path w="2520315">
                  <a:moveTo>
                    <a:pt x="0" y="0"/>
                  </a:moveTo>
                  <a:lnTo>
                    <a:pt x="2520061" y="0"/>
                  </a:lnTo>
                </a:path>
              </a:pathLst>
            </a:custGeom>
            <a:ln w="1524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691187" y="3365138"/>
            <a:ext cx="15430" cy="1179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94010" y="4837322"/>
            <a:ext cx="49183" cy="1179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81905" y="3098387"/>
            <a:ext cx="223188" cy="1073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17307" y="5065776"/>
            <a:ext cx="857250" cy="11506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974079" y="3538728"/>
            <a:ext cx="718185" cy="1399540"/>
            <a:chOff x="5974079" y="3538728"/>
            <a:chExt cx="718185" cy="1399540"/>
          </a:xfrm>
        </p:grpSpPr>
        <p:sp>
          <p:nvSpPr>
            <p:cNvPr id="19" name="object 19"/>
            <p:cNvSpPr/>
            <p:nvPr/>
          </p:nvSpPr>
          <p:spPr>
            <a:xfrm>
              <a:off x="5974079" y="4218432"/>
              <a:ext cx="108203" cy="71932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26479" y="3855720"/>
              <a:ext cx="108203" cy="108051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78879" y="3677412"/>
              <a:ext cx="108203" cy="126034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31279" y="3582924"/>
              <a:ext cx="108203" cy="135026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83679" y="3538728"/>
              <a:ext cx="108203" cy="139598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736080" y="3500628"/>
            <a:ext cx="413384" cy="1437640"/>
            <a:chOff x="6736080" y="3500628"/>
            <a:chExt cx="413384" cy="1437640"/>
          </a:xfrm>
        </p:grpSpPr>
        <p:sp>
          <p:nvSpPr>
            <p:cNvPr id="25" name="object 25"/>
            <p:cNvSpPr/>
            <p:nvPr/>
          </p:nvSpPr>
          <p:spPr>
            <a:xfrm>
              <a:off x="6888480" y="3506724"/>
              <a:ext cx="108203" cy="142951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36080" y="3518916"/>
              <a:ext cx="108203" cy="141884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40880" y="3500628"/>
              <a:ext cx="108203" cy="143256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96328" y="3494532"/>
            <a:ext cx="870585" cy="1442085"/>
            <a:chOff x="7196328" y="3494532"/>
            <a:chExt cx="870585" cy="1442085"/>
          </a:xfrm>
        </p:grpSpPr>
        <p:sp>
          <p:nvSpPr>
            <p:cNvPr id="29" name="object 29"/>
            <p:cNvSpPr/>
            <p:nvPr/>
          </p:nvSpPr>
          <p:spPr>
            <a:xfrm>
              <a:off x="7196328" y="3500628"/>
              <a:ext cx="108203" cy="14356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48728" y="3500628"/>
              <a:ext cx="108203" cy="14356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1128" y="3494532"/>
              <a:ext cx="108203" cy="143865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53528" y="3494532"/>
              <a:ext cx="108203" cy="143865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05928" y="3494532"/>
              <a:ext cx="108203" cy="1438656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58328" y="3494532"/>
              <a:ext cx="108203" cy="1438656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7804" y="1446275"/>
            <a:ext cx="1044701" cy="13335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0183" y="1831848"/>
            <a:ext cx="4967478" cy="1623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4347" y="6524434"/>
            <a:ext cx="76737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9444" y="3529584"/>
            <a:ext cx="5188458" cy="10690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5104" y="5039867"/>
            <a:ext cx="6076950" cy="1729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2161" y="4745863"/>
            <a:ext cx="212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83DAF"/>
                </a:solidFill>
                <a:latin typeface="Arial"/>
                <a:cs typeface="Arial"/>
              </a:rPr>
              <a:t>“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4183" y="4769307"/>
            <a:ext cx="212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183DAF"/>
                </a:solidFill>
                <a:latin typeface="Arial"/>
                <a:cs typeface="Arial"/>
              </a:rPr>
              <a:t>”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804" y="1446275"/>
            <a:ext cx="1905762" cy="162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710183" y="1831848"/>
            <a:ext cx="4763770" cy="1373505"/>
            <a:chOff x="710183" y="1831848"/>
            <a:chExt cx="4763770" cy="1373505"/>
          </a:xfrm>
        </p:grpSpPr>
        <p:sp>
          <p:nvSpPr>
            <p:cNvPr id="12" name="object 12"/>
            <p:cNvSpPr/>
            <p:nvPr/>
          </p:nvSpPr>
          <p:spPr>
            <a:xfrm>
              <a:off x="710183" y="1831848"/>
              <a:ext cx="4763262" cy="13296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6779" y="2980944"/>
              <a:ext cx="291465" cy="224154"/>
            </a:xfrm>
            <a:custGeom>
              <a:avLst/>
              <a:gdLst/>
              <a:ahLst/>
              <a:cxnLst/>
              <a:rect l="l" t="t" r="r" b="b"/>
              <a:pathLst>
                <a:path w="291465" h="224155">
                  <a:moveTo>
                    <a:pt x="253745" y="0"/>
                  </a:moveTo>
                  <a:lnTo>
                    <a:pt x="37337" y="0"/>
                  </a:lnTo>
                  <a:lnTo>
                    <a:pt x="22802" y="2940"/>
                  </a:lnTo>
                  <a:lnTo>
                    <a:pt x="10934" y="10953"/>
                  </a:lnTo>
                  <a:lnTo>
                    <a:pt x="2933" y="22824"/>
                  </a:lnTo>
                  <a:lnTo>
                    <a:pt x="0" y="37337"/>
                  </a:lnTo>
                  <a:lnTo>
                    <a:pt x="0" y="186689"/>
                  </a:lnTo>
                  <a:lnTo>
                    <a:pt x="2933" y="201203"/>
                  </a:lnTo>
                  <a:lnTo>
                    <a:pt x="10934" y="213074"/>
                  </a:lnTo>
                  <a:lnTo>
                    <a:pt x="22802" y="221087"/>
                  </a:lnTo>
                  <a:lnTo>
                    <a:pt x="37337" y="224027"/>
                  </a:lnTo>
                  <a:lnTo>
                    <a:pt x="253745" y="224027"/>
                  </a:lnTo>
                  <a:lnTo>
                    <a:pt x="268281" y="221087"/>
                  </a:lnTo>
                  <a:lnTo>
                    <a:pt x="280149" y="213074"/>
                  </a:lnTo>
                  <a:lnTo>
                    <a:pt x="288150" y="201203"/>
                  </a:lnTo>
                  <a:lnTo>
                    <a:pt x="291083" y="186689"/>
                  </a:lnTo>
                  <a:lnTo>
                    <a:pt x="291083" y="37337"/>
                  </a:lnTo>
                  <a:lnTo>
                    <a:pt x="288150" y="22824"/>
                  </a:lnTo>
                  <a:lnTo>
                    <a:pt x="280149" y="10953"/>
                  </a:lnTo>
                  <a:lnTo>
                    <a:pt x="268281" y="2940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0033" y="2988690"/>
            <a:ext cx="148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35" dirty="0">
                <a:solidFill>
                  <a:srgbClr val="FFFFFF"/>
                </a:solidFill>
                <a:latin typeface="Verdana"/>
                <a:cs typeface="Verdana"/>
              </a:rPr>
              <a:t>Ex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74950" y="3965905"/>
            <a:ext cx="562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-2039" baseline="-12345" dirty="0">
                <a:latin typeface="Verdana"/>
                <a:cs typeface="Verdana"/>
              </a:rPr>
              <a:t>=</a:t>
            </a:r>
            <a:r>
              <a:rPr sz="5400" spc="-817" baseline="-12345" dirty="0">
                <a:latin typeface="Verdana"/>
                <a:cs typeface="Verdana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279" y="5103114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41291" y="5233923"/>
            <a:ext cx="372110" cy="76200"/>
          </a:xfrm>
          <a:custGeom>
            <a:avLst/>
            <a:gdLst/>
            <a:ahLst/>
            <a:cxnLst/>
            <a:rect l="l" t="t" r="r" b="b"/>
            <a:pathLst>
              <a:path w="372110" h="76200">
                <a:moveTo>
                  <a:pt x="295656" y="0"/>
                </a:moveTo>
                <a:lnTo>
                  <a:pt x="316712" y="31743"/>
                </a:lnTo>
                <a:lnTo>
                  <a:pt x="321056" y="31750"/>
                </a:lnTo>
                <a:lnTo>
                  <a:pt x="320929" y="44450"/>
                </a:lnTo>
                <a:lnTo>
                  <a:pt x="316695" y="44450"/>
                </a:lnTo>
                <a:lnTo>
                  <a:pt x="295529" y="76200"/>
                </a:lnTo>
                <a:lnTo>
                  <a:pt x="359241" y="44450"/>
                </a:lnTo>
                <a:lnTo>
                  <a:pt x="320929" y="44450"/>
                </a:lnTo>
                <a:lnTo>
                  <a:pt x="359254" y="44443"/>
                </a:lnTo>
                <a:lnTo>
                  <a:pt x="371729" y="38226"/>
                </a:lnTo>
                <a:lnTo>
                  <a:pt x="295656" y="0"/>
                </a:lnTo>
                <a:close/>
              </a:path>
              <a:path w="372110" h="76200">
                <a:moveTo>
                  <a:pt x="316712" y="31743"/>
                </a:moveTo>
                <a:lnTo>
                  <a:pt x="320929" y="38100"/>
                </a:lnTo>
                <a:lnTo>
                  <a:pt x="316700" y="44443"/>
                </a:lnTo>
                <a:lnTo>
                  <a:pt x="320929" y="44450"/>
                </a:lnTo>
                <a:lnTo>
                  <a:pt x="321056" y="31750"/>
                </a:lnTo>
                <a:lnTo>
                  <a:pt x="316712" y="31743"/>
                </a:lnTo>
                <a:close/>
              </a:path>
              <a:path w="372110" h="76200">
                <a:moveTo>
                  <a:pt x="0" y="31241"/>
                </a:moveTo>
                <a:lnTo>
                  <a:pt x="0" y="43941"/>
                </a:lnTo>
                <a:lnTo>
                  <a:pt x="316700" y="44443"/>
                </a:lnTo>
                <a:lnTo>
                  <a:pt x="320929" y="38100"/>
                </a:lnTo>
                <a:lnTo>
                  <a:pt x="316712" y="31743"/>
                </a:lnTo>
                <a:lnTo>
                  <a:pt x="0" y="3124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6640" y="5233542"/>
            <a:ext cx="415290" cy="76200"/>
          </a:xfrm>
          <a:custGeom>
            <a:avLst/>
            <a:gdLst/>
            <a:ahLst/>
            <a:cxnLst/>
            <a:rect l="l" t="t" r="r" b="b"/>
            <a:pathLst>
              <a:path w="415289" h="7620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5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w="415289" h="76200">
                <a:moveTo>
                  <a:pt x="55029" y="31755"/>
                </a:moveTo>
                <a:lnTo>
                  <a:pt x="50800" y="38099"/>
                </a:lnTo>
                <a:lnTo>
                  <a:pt x="55037" y="44455"/>
                </a:lnTo>
                <a:lnTo>
                  <a:pt x="415036" y="44957"/>
                </a:lnTo>
                <a:lnTo>
                  <a:pt x="415163" y="32257"/>
                </a:lnTo>
                <a:lnTo>
                  <a:pt x="55029" y="31755"/>
                </a:lnTo>
                <a:close/>
              </a:path>
              <a:path w="415289" h="76200">
                <a:moveTo>
                  <a:pt x="50800" y="38099"/>
                </a:moveTo>
                <a:lnTo>
                  <a:pt x="50800" y="44449"/>
                </a:lnTo>
                <a:lnTo>
                  <a:pt x="55037" y="44455"/>
                </a:lnTo>
                <a:lnTo>
                  <a:pt x="50800" y="38099"/>
                </a:lnTo>
                <a:close/>
              </a:path>
              <a:path w="415289" h="76200">
                <a:moveTo>
                  <a:pt x="50800" y="31749"/>
                </a:moveTo>
                <a:lnTo>
                  <a:pt x="50800" y="38099"/>
                </a:lnTo>
                <a:lnTo>
                  <a:pt x="55029" y="31755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6998" y="4439411"/>
            <a:ext cx="76200" cy="372110"/>
          </a:xfrm>
          <a:custGeom>
            <a:avLst/>
            <a:gdLst/>
            <a:ahLst/>
            <a:cxnLst/>
            <a:rect l="l" t="t" r="r" b="b"/>
            <a:pathLst>
              <a:path w="76200" h="372110">
                <a:moveTo>
                  <a:pt x="0" y="295529"/>
                </a:moveTo>
                <a:lnTo>
                  <a:pt x="37973" y="371729"/>
                </a:lnTo>
                <a:lnTo>
                  <a:pt x="63436" y="321056"/>
                </a:lnTo>
                <a:lnTo>
                  <a:pt x="44450" y="321056"/>
                </a:lnTo>
                <a:lnTo>
                  <a:pt x="31750" y="320929"/>
                </a:lnTo>
                <a:lnTo>
                  <a:pt x="31756" y="316700"/>
                </a:lnTo>
                <a:lnTo>
                  <a:pt x="0" y="295529"/>
                </a:lnTo>
                <a:close/>
              </a:path>
              <a:path w="76200" h="372110">
                <a:moveTo>
                  <a:pt x="31756" y="316700"/>
                </a:moveTo>
                <a:lnTo>
                  <a:pt x="31750" y="320929"/>
                </a:lnTo>
                <a:lnTo>
                  <a:pt x="44450" y="321056"/>
                </a:lnTo>
                <a:lnTo>
                  <a:pt x="38100" y="320929"/>
                </a:lnTo>
                <a:lnTo>
                  <a:pt x="31756" y="316700"/>
                </a:lnTo>
                <a:close/>
              </a:path>
              <a:path w="76200" h="372110">
                <a:moveTo>
                  <a:pt x="76200" y="295656"/>
                </a:moveTo>
                <a:lnTo>
                  <a:pt x="44475" y="316700"/>
                </a:lnTo>
                <a:lnTo>
                  <a:pt x="44450" y="321056"/>
                </a:lnTo>
                <a:lnTo>
                  <a:pt x="63436" y="321056"/>
                </a:lnTo>
                <a:lnTo>
                  <a:pt x="76200" y="295656"/>
                </a:lnTo>
                <a:close/>
              </a:path>
              <a:path w="76200" h="372110">
                <a:moveTo>
                  <a:pt x="44957" y="0"/>
                </a:moveTo>
                <a:lnTo>
                  <a:pt x="32257" y="0"/>
                </a:lnTo>
                <a:lnTo>
                  <a:pt x="31790" y="295529"/>
                </a:lnTo>
                <a:lnTo>
                  <a:pt x="31774" y="316712"/>
                </a:lnTo>
                <a:lnTo>
                  <a:pt x="38100" y="320929"/>
                </a:lnTo>
                <a:lnTo>
                  <a:pt x="44456" y="316712"/>
                </a:lnTo>
                <a:lnTo>
                  <a:pt x="44957" y="0"/>
                </a:lnTo>
                <a:close/>
              </a:path>
              <a:path w="76200" h="372110">
                <a:moveTo>
                  <a:pt x="44456" y="316712"/>
                </a:moveTo>
                <a:lnTo>
                  <a:pt x="38100" y="320929"/>
                </a:lnTo>
                <a:lnTo>
                  <a:pt x="44450" y="320929"/>
                </a:lnTo>
                <a:lnTo>
                  <a:pt x="44456" y="31671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7379" y="3796284"/>
            <a:ext cx="76200" cy="415290"/>
          </a:xfrm>
          <a:custGeom>
            <a:avLst/>
            <a:gdLst/>
            <a:ahLst/>
            <a:cxnLst/>
            <a:rect l="l" t="t" r="r" b="b"/>
            <a:pathLst>
              <a:path w="76200" h="415289">
                <a:moveTo>
                  <a:pt x="38100" y="50800"/>
                </a:moveTo>
                <a:lnTo>
                  <a:pt x="31755" y="55029"/>
                </a:lnTo>
                <a:lnTo>
                  <a:pt x="31242" y="415036"/>
                </a:lnTo>
                <a:lnTo>
                  <a:pt x="43942" y="415163"/>
                </a:lnTo>
                <a:lnTo>
                  <a:pt x="44444" y="55029"/>
                </a:lnTo>
                <a:lnTo>
                  <a:pt x="38100" y="50800"/>
                </a:lnTo>
                <a:close/>
              </a:path>
              <a:path w="76200" h="415289">
                <a:moveTo>
                  <a:pt x="38226" y="0"/>
                </a:moveTo>
                <a:lnTo>
                  <a:pt x="0" y="76200"/>
                </a:lnTo>
                <a:lnTo>
                  <a:pt x="31744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w="76200" h="415289">
                <a:moveTo>
                  <a:pt x="63542" y="50800"/>
                </a:moveTo>
                <a:lnTo>
                  <a:pt x="44450" y="50800"/>
                </a:lnTo>
                <a:lnTo>
                  <a:pt x="44455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415289">
                <a:moveTo>
                  <a:pt x="38100" y="50800"/>
                </a:moveTo>
                <a:lnTo>
                  <a:pt x="31750" y="50800"/>
                </a:lnTo>
                <a:lnTo>
                  <a:pt x="31744" y="55037"/>
                </a:lnTo>
                <a:lnTo>
                  <a:pt x="38100" y="50800"/>
                </a:lnTo>
                <a:close/>
              </a:path>
              <a:path w="76200" h="415289">
                <a:moveTo>
                  <a:pt x="44450" y="50800"/>
                </a:moveTo>
                <a:lnTo>
                  <a:pt x="38100" y="50800"/>
                </a:lnTo>
                <a:lnTo>
                  <a:pt x="44444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4617" y="3545585"/>
            <a:ext cx="1541145" cy="1541145"/>
          </a:xfrm>
          <a:prstGeom prst="rect">
            <a:avLst/>
          </a:prstGeom>
          <a:solidFill>
            <a:srgbClr val="E7E6E6">
              <a:alpha val="19999"/>
            </a:srgbClr>
          </a:solidFill>
          <a:ln w="19812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950">
              <a:latin typeface="Times New Roman"/>
              <a:cs typeface="Times New Roman"/>
            </a:endParaRPr>
          </a:p>
          <a:p>
            <a:pPr marL="97155" algn="ctr">
              <a:lnSpc>
                <a:spcPct val="100000"/>
              </a:lnSpc>
            </a:pPr>
            <a:r>
              <a:rPr sz="2800" spc="455" dirty="0">
                <a:latin typeface="Arial"/>
                <a:cs typeface="Arial"/>
              </a:rPr>
              <a:t>𝑴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3561" y="3545585"/>
            <a:ext cx="1541145" cy="1541145"/>
          </a:xfrm>
          <a:prstGeom prst="rect">
            <a:avLst/>
          </a:prstGeom>
          <a:solidFill>
            <a:srgbClr val="006FC0">
              <a:alpha val="19999"/>
            </a:srgbClr>
          </a:solidFill>
          <a:ln w="1981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94615" algn="ctr">
              <a:lnSpc>
                <a:spcPct val="100000"/>
              </a:lnSpc>
              <a:spcBef>
                <a:spcPts val="1630"/>
              </a:spcBef>
            </a:pP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𝑸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99428" y="5103114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21552" y="5233923"/>
            <a:ext cx="372110" cy="76200"/>
          </a:xfrm>
          <a:custGeom>
            <a:avLst/>
            <a:gdLst/>
            <a:ahLst/>
            <a:cxnLst/>
            <a:rect l="l" t="t" r="r" b="b"/>
            <a:pathLst>
              <a:path w="372109" h="76200">
                <a:moveTo>
                  <a:pt x="295655" y="0"/>
                </a:moveTo>
                <a:lnTo>
                  <a:pt x="316712" y="31743"/>
                </a:lnTo>
                <a:lnTo>
                  <a:pt x="321055" y="31750"/>
                </a:lnTo>
                <a:lnTo>
                  <a:pt x="320928" y="44450"/>
                </a:lnTo>
                <a:lnTo>
                  <a:pt x="316695" y="44450"/>
                </a:lnTo>
                <a:lnTo>
                  <a:pt x="295528" y="76200"/>
                </a:lnTo>
                <a:lnTo>
                  <a:pt x="359241" y="44450"/>
                </a:lnTo>
                <a:lnTo>
                  <a:pt x="320928" y="44450"/>
                </a:lnTo>
                <a:lnTo>
                  <a:pt x="359254" y="44443"/>
                </a:lnTo>
                <a:lnTo>
                  <a:pt x="371728" y="38226"/>
                </a:lnTo>
                <a:lnTo>
                  <a:pt x="295655" y="0"/>
                </a:lnTo>
                <a:close/>
              </a:path>
              <a:path w="372109" h="76200">
                <a:moveTo>
                  <a:pt x="316712" y="31743"/>
                </a:moveTo>
                <a:lnTo>
                  <a:pt x="320928" y="38100"/>
                </a:lnTo>
                <a:lnTo>
                  <a:pt x="316700" y="44443"/>
                </a:lnTo>
                <a:lnTo>
                  <a:pt x="320928" y="44450"/>
                </a:lnTo>
                <a:lnTo>
                  <a:pt x="321055" y="31750"/>
                </a:lnTo>
                <a:lnTo>
                  <a:pt x="316712" y="31743"/>
                </a:lnTo>
                <a:close/>
              </a:path>
              <a:path w="372109" h="76200">
                <a:moveTo>
                  <a:pt x="0" y="31241"/>
                </a:moveTo>
                <a:lnTo>
                  <a:pt x="0" y="43941"/>
                </a:lnTo>
                <a:lnTo>
                  <a:pt x="316700" y="44443"/>
                </a:lnTo>
                <a:lnTo>
                  <a:pt x="320928" y="38100"/>
                </a:lnTo>
                <a:lnTo>
                  <a:pt x="316712" y="31743"/>
                </a:lnTo>
                <a:lnTo>
                  <a:pt x="0" y="3124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78423" y="5233542"/>
            <a:ext cx="415290" cy="76200"/>
          </a:xfrm>
          <a:custGeom>
            <a:avLst/>
            <a:gdLst/>
            <a:ahLst/>
            <a:cxnLst/>
            <a:rect l="l" t="t" r="r" b="b"/>
            <a:pathLst>
              <a:path w="415289" h="7620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5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w="415289" h="76200">
                <a:moveTo>
                  <a:pt x="55029" y="31755"/>
                </a:moveTo>
                <a:lnTo>
                  <a:pt x="50800" y="38099"/>
                </a:lnTo>
                <a:lnTo>
                  <a:pt x="55037" y="44455"/>
                </a:lnTo>
                <a:lnTo>
                  <a:pt x="415036" y="44957"/>
                </a:lnTo>
                <a:lnTo>
                  <a:pt x="415163" y="32257"/>
                </a:lnTo>
                <a:lnTo>
                  <a:pt x="55029" y="31755"/>
                </a:lnTo>
                <a:close/>
              </a:path>
              <a:path w="415289" h="76200">
                <a:moveTo>
                  <a:pt x="50800" y="38099"/>
                </a:moveTo>
                <a:lnTo>
                  <a:pt x="50800" y="44449"/>
                </a:lnTo>
                <a:lnTo>
                  <a:pt x="55037" y="44455"/>
                </a:lnTo>
                <a:lnTo>
                  <a:pt x="50800" y="38099"/>
                </a:lnTo>
                <a:close/>
              </a:path>
              <a:path w="415289" h="76200">
                <a:moveTo>
                  <a:pt x="50800" y="31749"/>
                </a:moveTo>
                <a:lnTo>
                  <a:pt x="50800" y="38099"/>
                </a:lnTo>
                <a:lnTo>
                  <a:pt x="55029" y="31755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47259" y="4439411"/>
            <a:ext cx="76200" cy="372110"/>
          </a:xfrm>
          <a:custGeom>
            <a:avLst/>
            <a:gdLst/>
            <a:ahLst/>
            <a:cxnLst/>
            <a:rect l="l" t="t" r="r" b="b"/>
            <a:pathLst>
              <a:path w="76200" h="372110">
                <a:moveTo>
                  <a:pt x="0" y="295529"/>
                </a:moveTo>
                <a:lnTo>
                  <a:pt x="37973" y="371729"/>
                </a:lnTo>
                <a:lnTo>
                  <a:pt x="63436" y="321056"/>
                </a:lnTo>
                <a:lnTo>
                  <a:pt x="44450" y="321056"/>
                </a:lnTo>
                <a:lnTo>
                  <a:pt x="31750" y="320929"/>
                </a:lnTo>
                <a:lnTo>
                  <a:pt x="31756" y="316700"/>
                </a:lnTo>
                <a:lnTo>
                  <a:pt x="0" y="295529"/>
                </a:lnTo>
                <a:close/>
              </a:path>
              <a:path w="76200" h="372110">
                <a:moveTo>
                  <a:pt x="31756" y="316700"/>
                </a:moveTo>
                <a:lnTo>
                  <a:pt x="31750" y="320929"/>
                </a:lnTo>
                <a:lnTo>
                  <a:pt x="44450" y="321056"/>
                </a:lnTo>
                <a:lnTo>
                  <a:pt x="38100" y="320929"/>
                </a:lnTo>
                <a:lnTo>
                  <a:pt x="31756" y="316700"/>
                </a:lnTo>
                <a:close/>
              </a:path>
              <a:path w="76200" h="372110">
                <a:moveTo>
                  <a:pt x="76200" y="295656"/>
                </a:moveTo>
                <a:lnTo>
                  <a:pt x="44475" y="316700"/>
                </a:lnTo>
                <a:lnTo>
                  <a:pt x="44450" y="321056"/>
                </a:lnTo>
                <a:lnTo>
                  <a:pt x="63436" y="321056"/>
                </a:lnTo>
                <a:lnTo>
                  <a:pt x="76200" y="295656"/>
                </a:lnTo>
                <a:close/>
              </a:path>
              <a:path w="76200" h="372110">
                <a:moveTo>
                  <a:pt x="44957" y="0"/>
                </a:moveTo>
                <a:lnTo>
                  <a:pt x="32257" y="0"/>
                </a:lnTo>
                <a:lnTo>
                  <a:pt x="31790" y="295529"/>
                </a:lnTo>
                <a:lnTo>
                  <a:pt x="31774" y="316712"/>
                </a:lnTo>
                <a:lnTo>
                  <a:pt x="38100" y="320929"/>
                </a:lnTo>
                <a:lnTo>
                  <a:pt x="44456" y="316712"/>
                </a:lnTo>
                <a:lnTo>
                  <a:pt x="44957" y="0"/>
                </a:lnTo>
                <a:close/>
              </a:path>
              <a:path w="76200" h="372110">
                <a:moveTo>
                  <a:pt x="44456" y="316712"/>
                </a:moveTo>
                <a:lnTo>
                  <a:pt x="38100" y="320929"/>
                </a:lnTo>
                <a:lnTo>
                  <a:pt x="44450" y="320929"/>
                </a:lnTo>
                <a:lnTo>
                  <a:pt x="44456" y="31671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47640" y="3796284"/>
            <a:ext cx="76200" cy="415290"/>
          </a:xfrm>
          <a:custGeom>
            <a:avLst/>
            <a:gdLst/>
            <a:ahLst/>
            <a:cxnLst/>
            <a:rect l="l" t="t" r="r" b="b"/>
            <a:pathLst>
              <a:path w="76200" h="415289">
                <a:moveTo>
                  <a:pt x="38100" y="50800"/>
                </a:moveTo>
                <a:lnTo>
                  <a:pt x="31755" y="55029"/>
                </a:lnTo>
                <a:lnTo>
                  <a:pt x="31242" y="415036"/>
                </a:lnTo>
                <a:lnTo>
                  <a:pt x="43942" y="415163"/>
                </a:lnTo>
                <a:lnTo>
                  <a:pt x="44444" y="55029"/>
                </a:lnTo>
                <a:lnTo>
                  <a:pt x="38100" y="50800"/>
                </a:lnTo>
                <a:close/>
              </a:path>
              <a:path w="76200" h="415289">
                <a:moveTo>
                  <a:pt x="38226" y="0"/>
                </a:moveTo>
                <a:lnTo>
                  <a:pt x="0" y="76200"/>
                </a:lnTo>
                <a:lnTo>
                  <a:pt x="31744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w="76200" h="415289">
                <a:moveTo>
                  <a:pt x="63542" y="50800"/>
                </a:moveTo>
                <a:lnTo>
                  <a:pt x="44450" y="50800"/>
                </a:lnTo>
                <a:lnTo>
                  <a:pt x="44455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415289">
                <a:moveTo>
                  <a:pt x="38100" y="50800"/>
                </a:moveTo>
                <a:lnTo>
                  <a:pt x="31750" y="50800"/>
                </a:lnTo>
                <a:lnTo>
                  <a:pt x="31744" y="55037"/>
                </a:lnTo>
                <a:lnTo>
                  <a:pt x="38100" y="50800"/>
                </a:lnTo>
                <a:close/>
              </a:path>
              <a:path w="76200" h="415289">
                <a:moveTo>
                  <a:pt x="44450" y="50800"/>
                </a:moveTo>
                <a:lnTo>
                  <a:pt x="38100" y="50800"/>
                </a:lnTo>
                <a:lnTo>
                  <a:pt x="44444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56378" y="3960317"/>
            <a:ext cx="362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-75" baseline="-13117" dirty="0">
                <a:latin typeface="Symbol"/>
                <a:cs typeface="Symbol"/>
              </a:rPr>
              <a:t></a:t>
            </a:r>
            <a:r>
              <a:rPr sz="20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35346" y="3545585"/>
            <a:ext cx="1541145" cy="1541145"/>
          </a:xfrm>
          <a:prstGeom prst="rect">
            <a:avLst/>
          </a:prstGeom>
          <a:solidFill>
            <a:srgbClr val="00AF50">
              <a:alpha val="19999"/>
            </a:srgbClr>
          </a:solidFill>
          <a:ln w="19811">
            <a:solidFill>
              <a:srgbClr val="00AF5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63500" algn="ctr">
              <a:lnSpc>
                <a:spcPct val="100000"/>
              </a:lnSpc>
              <a:spcBef>
                <a:spcPts val="1630"/>
              </a:spcBef>
            </a:pPr>
            <a:r>
              <a:rPr sz="2800" spc="-290" dirty="0">
                <a:solidFill>
                  <a:srgbClr val="00AF50"/>
                </a:solidFill>
                <a:latin typeface="Arial"/>
                <a:cs typeface="Arial"/>
              </a:rPr>
              <a:t>𝜦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80578" y="5103114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403335" y="5233923"/>
            <a:ext cx="372110" cy="76200"/>
          </a:xfrm>
          <a:custGeom>
            <a:avLst/>
            <a:gdLst/>
            <a:ahLst/>
            <a:cxnLst/>
            <a:rect l="l" t="t" r="r" b="b"/>
            <a:pathLst>
              <a:path w="372109" h="76200">
                <a:moveTo>
                  <a:pt x="295656" y="0"/>
                </a:moveTo>
                <a:lnTo>
                  <a:pt x="316712" y="31743"/>
                </a:lnTo>
                <a:lnTo>
                  <a:pt x="321056" y="31750"/>
                </a:lnTo>
                <a:lnTo>
                  <a:pt x="320929" y="44450"/>
                </a:lnTo>
                <a:lnTo>
                  <a:pt x="316695" y="44450"/>
                </a:lnTo>
                <a:lnTo>
                  <a:pt x="295529" y="76200"/>
                </a:lnTo>
                <a:lnTo>
                  <a:pt x="359241" y="44450"/>
                </a:lnTo>
                <a:lnTo>
                  <a:pt x="320929" y="44450"/>
                </a:lnTo>
                <a:lnTo>
                  <a:pt x="359254" y="44443"/>
                </a:lnTo>
                <a:lnTo>
                  <a:pt x="371729" y="38226"/>
                </a:lnTo>
                <a:lnTo>
                  <a:pt x="295656" y="0"/>
                </a:lnTo>
                <a:close/>
              </a:path>
              <a:path w="372109" h="76200">
                <a:moveTo>
                  <a:pt x="316712" y="31743"/>
                </a:moveTo>
                <a:lnTo>
                  <a:pt x="320929" y="38100"/>
                </a:lnTo>
                <a:lnTo>
                  <a:pt x="316700" y="44443"/>
                </a:lnTo>
                <a:lnTo>
                  <a:pt x="320929" y="44450"/>
                </a:lnTo>
                <a:lnTo>
                  <a:pt x="321056" y="31750"/>
                </a:lnTo>
                <a:lnTo>
                  <a:pt x="316712" y="31743"/>
                </a:lnTo>
                <a:close/>
              </a:path>
              <a:path w="372109" h="76200">
                <a:moveTo>
                  <a:pt x="0" y="31241"/>
                </a:moveTo>
                <a:lnTo>
                  <a:pt x="0" y="43941"/>
                </a:lnTo>
                <a:lnTo>
                  <a:pt x="316700" y="44443"/>
                </a:lnTo>
                <a:lnTo>
                  <a:pt x="320929" y="38100"/>
                </a:lnTo>
                <a:lnTo>
                  <a:pt x="316712" y="31743"/>
                </a:lnTo>
                <a:lnTo>
                  <a:pt x="0" y="3124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58683" y="5233542"/>
            <a:ext cx="415290" cy="76200"/>
          </a:xfrm>
          <a:custGeom>
            <a:avLst/>
            <a:gdLst/>
            <a:ahLst/>
            <a:cxnLst/>
            <a:rect l="l" t="t" r="r" b="b"/>
            <a:pathLst>
              <a:path w="415290" h="7620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5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w="415290" h="76200">
                <a:moveTo>
                  <a:pt x="55029" y="31755"/>
                </a:moveTo>
                <a:lnTo>
                  <a:pt x="50800" y="38099"/>
                </a:lnTo>
                <a:lnTo>
                  <a:pt x="55037" y="44455"/>
                </a:lnTo>
                <a:lnTo>
                  <a:pt x="415036" y="44957"/>
                </a:lnTo>
                <a:lnTo>
                  <a:pt x="415163" y="32257"/>
                </a:lnTo>
                <a:lnTo>
                  <a:pt x="55029" y="31755"/>
                </a:lnTo>
                <a:close/>
              </a:path>
              <a:path w="415290" h="76200">
                <a:moveTo>
                  <a:pt x="50800" y="38099"/>
                </a:moveTo>
                <a:lnTo>
                  <a:pt x="50800" y="44449"/>
                </a:lnTo>
                <a:lnTo>
                  <a:pt x="55037" y="44455"/>
                </a:lnTo>
                <a:lnTo>
                  <a:pt x="50800" y="38099"/>
                </a:lnTo>
                <a:close/>
              </a:path>
              <a:path w="415290" h="76200">
                <a:moveTo>
                  <a:pt x="50800" y="31749"/>
                </a:moveTo>
                <a:lnTo>
                  <a:pt x="50800" y="38099"/>
                </a:lnTo>
                <a:lnTo>
                  <a:pt x="55029" y="31755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29043" y="4439411"/>
            <a:ext cx="76200" cy="372110"/>
          </a:xfrm>
          <a:custGeom>
            <a:avLst/>
            <a:gdLst/>
            <a:ahLst/>
            <a:cxnLst/>
            <a:rect l="l" t="t" r="r" b="b"/>
            <a:pathLst>
              <a:path w="76200" h="372110">
                <a:moveTo>
                  <a:pt x="0" y="295529"/>
                </a:moveTo>
                <a:lnTo>
                  <a:pt x="37973" y="371729"/>
                </a:lnTo>
                <a:lnTo>
                  <a:pt x="63436" y="321056"/>
                </a:lnTo>
                <a:lnTo>
                  <a:pt x="44450" y="321056"/>
                </a:lnTo>
                <a:lnTo>
                  <a:pt x="31750" y="320929"/>
                </a:lnTo>
                <a:lnTo>
                  <a:pt x="31756" y="316700"/>
                </a:lnTo>
                <a:lnTo>
                  <a:pt x="0" y="295529"/>
                </a:lnTo>
                <a:close/>
              </a:path>
              <a:path w="76200" h="372110">
                <a:moveTo>
                  <a:pt x="31756" y="316700"/>
                </a:moveTo>
                <a:lnTo>
                  <a:pt x="31750" y="320929"/>
                </a:lnTo>
                <a:lnTo>
                  <a:pt x="44450" y="321056"/>
                </a:lnTo>
                <a:lnTo>
                  <a:pt x="38100" y="320929"/>
                </a:lnTo>
                <a:lnTo>
                  <a:pt x="31756" y="316700"/>
                </a:lnTo>
                <a:close/>
              </a:path>
              <a:path w="76200" h="372110">
                <a:moveTo>
                  <a:pt x="76200" y="295656"/>
                </a:moveTo>
                <a:lnTo>
                  <a:pt x="44475" y="316700"/>
                </a:lnTo>
                <a:lnTo>
                  <a:pt x="44450" y="321056"/>
                </a:lnTo>
                <a:lnTo>
                  <a:pt x="63436" y="321056"/>
                </a:lnTo>
                <a:lnTo>
                  <a:pt x="76200" y="295656"/>
                </a:lnTo>
                <a:close/>
              </a:path>
              <a:path w="76200" h="372110">
                <a:moveTo>
                  <a:pt x="44957" y="0"/>
                </a:moveTo>
                <a:lnTo>
                  <a:pt x="32257" y="0"/>
                </a:lnTo>
                <a:lnTo>
                  <a:pt x="31790" y="295529"/>
                </a:lnTo>
                <a:lnTo>
                  <a:pt x="31774" y="316712"/>
                </a:lnTo>
                <a:lnTo>
                  <a:pt x="38100" y="320929"/>
                </a:lnTo>
                <a:lnTo>
                  <a:pt x="44456" y="316712"/>
                </a:lnTo>
                <a:lnTo>
                  <a:pt x="44957" y="0"/>
                </a:lnTo>
                <a:close/>
              </a:path>
              <a:path w="76200" h="372110">
                <a:moveTo>
                  <a:pt x="44456" y="316712"/>
                </a:moveTo>
                <a:lnTo>
                  <a:pt x="38100" y="320929"/>
                </a:lnTo>
                <a:lnTo>
                  <a:pt x="44450" y="320929"/>
                </a:lnTo>
                <a:lnTo>
                  <a:pt x="44456" y="31671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29423" y="3796284"/>
            <a:ext cx="76200" cy="415290"/>
          </a:xfrm>
          <a:custGeom>
            <a:avLst/>
            <a:gdLst/>
            <a:ahLst/>
            <a:cxnLst/>
            <a:rect l="l" t="t" r="r" b="b"/>
            <a:pathLst>
              <a:path w="76200" h="415289">
                <a:moveTo>
                  <a:pt x="38100" y="50800"/>
                </a:moveTo>
                <a:lnTo>
                  <a:pt x="31755" y="55029"/>
                </a:lnTo>
                <a:lnTo>
                  <a:pt x="31242" y="415036"/>
                </a:lnTo>
                <a:lnTo>
                  <a:pt x="43942" y="415163"/>
                </a:lnTo>
                <a:lnTo>
                  <a:pt x="44444" y="55029"/>
                </a:lnTo>
                <a:lnTo>
                  <a:pt x="38100" y="50800"/>
                </a:lnTo>
                <a:close/>
              </a:path>
              <a:path w="76200" h="415289">
                <a:moveTo>
                  <a:pt x="38226" y="0"/>
                </a:moveTo>
                <a:lnTo>
                  <a:pt x="0" y="76200"/>
                </a:lnTo>
                <a:lnTo>
                  <a:pt x="31744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w="76200" h="415289">
                <a:moveTo>
                  <a:pt x="63542" y="50800"/>
                </a:moveTo>
                <a:lnTo>
                  <a:pt x="44450" y="50800"/>
                </a:lnTo>
                <a:lnTo>
                  <a:pt x="44455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415289">
                <a:moveTo>
                  <a:pt x="38100" y="50800"/>
                </a:moveTo>
                <a:lnTo>
                  <a:pt x="31750" y="50800"/>
                </a:lnTo>
                <a:lnTo>
                  <a:pt x="31744" y="55037"/>
                </a:lnTo>
                <a:lnTo>
                  <a:pt x="38100" y="50800"/>
                </a:lnTo>
                <a:close/>
              </a:path>
              <a:path w="76200" h="415289">
                <a:moveTo>
                  <a:pt x="44450" y="50800"/>
                </a:moveTo>
                <a:lnTo>
                  <a:pt x="38100" y="50800"/>
                </a:lnTo>
                <a:lnTo>
                  <a:pt x="44444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137527" y="3965905"/>
            <a:ext cx="354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-127" baseline="-12345" dirty="0">
                <a:latin typeface="Symbol"/>
                <a:cs typeface="Symbol"/>
              </a:rPr>
              <a:t></a:t>
            </a:r>
            <a:r>
              <a:rPr sz="20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15606" y="3545585"/>
            <a:ext cx="1541145" cy="1541145"/>
          </a:xfrm>
          <a:prstGeom prst="rect">
            <a:avLst/>
          </a:prstGeom>
          <a:solidFill>
            <a:srgbClr val="FF0000">
              <a:alpha val="19999"/>
            </a:srgbClr>
          </a:solidFill>
          <a:ln w="19811">
            <a:solidFill>
              <a:srgbClr val="FF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imes New Roman"/>
              <a:cs typeface="Times New Roman"/>
            </a:endParaRPr>
          </a:p>
          <a:p>
            <a:pPr marL="689610">
              <a:lnSpc>
                <a:spcPct val="100000"/>
              </a:lnSpc>
            </a:pPr>
            <a:r>
              <a:rPr sz="4200" spc="-555" baseline="-19841" dirty="0">
                <a:solidFill>
                  <a:srgbClr val="EF224A"/>
                </a:solidFill>
                <a:latin typeface="Arial"/>
                <a:cs typeface="Arial"/>
              </a:rPr>
              <a:t>𝑸</a:t>
            </a:r>
            <a:r>
              <a:rPr sz="2050" spc="-370" dirty="0">
                <a:solidFill>
                  <a:srgbClr val="EF224A"/>
                </a:solidFill>
                <a:latin typeface="Arial"/>
                <a:cs typeface="Arial"/>
              </a:rPr>
              <a:t>𝒕</a:t>
            </a:r>
            <a:endParaRPr sz="20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37588" y="5232400"/>
            <a:ext cx="372110" cy="76200"/>
          </a:xfrm>
          <a:custGeom>
            <a:avLst/>
            <a:gdLst/>
            <a:ahLst/>
            <a:cxnLst/>
            <a:rect l="l" t="t" r="r" b="b"/>
            <a:pathLst>
              <a:path w="372110" h="76200">
                <a:moveTo>
                  <a:pt x="295656" y="0"/>
                </a:moveTo>
                <a:lnTo>
                  <a:pt x="316712" y="31743"/>
                </a:lnTo>
                <a:lnTo>
                  <a:pt x="321056" y="31750"/>
                </a:lnTo>
                <a:lnTo>
                  <a:pt x="320929" y="44450"/>
                </a:lnTo>
                <a:lnTo>
                  <a:pt x="316695" y="44450"/>
                </a:lnTo>
                <a:lnTo>
                  <a:pt x="295529" y="76200"/>
                </a:lnTo>
                <a:lnTo>
                  <a:pt x="359241" y="44450"/>
                </a:lnTo>
                <a:lnTo>
                  <a:pt x="320929" y="44450"/>
                </a:lnTo>
                <a:lnTo>
                  <a:pt x="359254" y="44443"/>
                </a:lnTo>
                <a:lnTo>
                  <a:pt x="371729" y="38227"/>
                </a:lnTo>
                <a:lnTo>
                  <a:pt x="295656" y="0"/>
                </a:lnTo>
                <a:close/>
              </a:path>
              <a:path w="372110" h="76200">
                <a:moveTo>
                  <a:pt x="316712" y="31743"/>
                </a:moveTo>
                <a:lnTo>
                  <a:pt x="320929" y="38100"/>
                </a:lnTo>
                <a:lnTo>
                  <a:pt x="316700" y="44443"/>
                </a:lnTo>
                <a:lnTo>
                  <a:pt x="320929" y="44450"/>
                </a:lnTo>
                <a:lnTo>
                  <a:pt x="321056" y="31750"/>
                </a:lnTo>
                <a:lnTo>
                  <a:pt x="316712" y="31743"/>
                </a:lnTo>
                <a:close/>
              </a:path>
              <a:path w="372110" h="76200">
                <a:moveTo>
                  <a:pt x="0" y="31241"/>
                </a:moveTo>
                <a:lnTo>
                  <a:pt x="0" y="43941"/>
                </a:lnTo>
                <a:lnTo>
                  <a:pt x="316700" y="44443"/>
                </a:lnTo>
                <a:lnTo>
                  <a:pt x="320929" y="38100"/>
                </a:lnTo>
                <a:lnTo>
                  <a:pt x="316712" y="31743"/>
                </a:lnTo>
                <a:lnTo>
                  <a:pt x="0" y="3124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92936" y="5232019"/>
            <a:ext cx="415290" cy="76200"/>
          </a:xfrm>
          <a:custGeom>
            <a:avLst/>
            <a:gdLst/>
            <a:ahLst/>
            <a:cxnLst/>
            <a:rect l="l" t="t" r="r" b="b"/>
            <a:pathLst>
              <a:path w="415289" h="7620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5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w="415289" h="76200">
                <a:moveTo>
                  <a:pt x="55029" y="31755"/>
                </a:moveTo>
                <a:lnTo>
                  <a:pt x="50800" y="38099"/>
                </a:lnTo>
                <a:lnTo>
                  <a:pt x="55037" y="44455"/>
                </a:lnTo>
                <a:lnTo>
                  <a:pt x="415036" y="44957"/>
                </a:lnTo>
                <a:lnTo>
                  <a:pt x="415163" y="32257"/>
                </a:lnTo>
                <a:lnTo>
                  <a:pt x="55029" y="31755"/>
                </a:lnTo>
                <a:close/>
              </a:path>
              <a:path w="415289" h="76200">
                <a:moveTo>
                  <a:pt x="50800" y="38099"/>
                </a:moveTo>
                <a:lnTo>
                  <a:pt x="50800" y="44449"/>
                </a:lnTo>
                <a:lnTo>
                  <a:pt x="55037" y="44455"/>
                </a:lnTo>
                <a:lnTo>
                  <a:pt x="50800" y="38099"/>
                </a:lnTo>
                <a:close/>
              </a:path>
              <a:path w="415289" h="76200">
                <a:moveTo>
                  <a:pt x="50800" y="31749"/>
                </a:moveTo>
                <a:lnTo>
                  <a:pt x="50800" y="38099"/>
                </a:lnTo>
                <a:lnTo>
                  <a:pt x="55029" y="31755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16100" y="5089016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4150" y="4390644"/>
            <a:ext cx="76200" cy="372110"/>
          </a:xfrm>
          <a:custGeom>
            <a:avLst/>
            <a:gdLst/>
            <a:ahLst/>
            <a:cxnLst/>
            <a:rect l="l" t="t" r="r" b="b"/>
            <a:pathLst>
              <a:path w="76200" h="372110">
                <a:moveTo>
                  <a:pt x="0" y="295528"/>
                </a:moveTo>
                <a:lnTo>
                  <a:pt x="37973" y="371728"/>
                </a:lnTo>
                <a:lnTo>
                  <a:pt x="63436" y="321055"/>
                </a:lnTo>
                <a:lnTo>
                  <a:pt x="44411" y="321055"/>
                </a:lnTo>
                <a:lnTo>
                  <a:pt x="31711" y="320928"/>
                </a:lnTo>
                <a:lnTo>
                  <a:pt x="31718" y="316696"/>
                </a:lnTo>
                <a:lnTo>
                  <a:pt x="0" y="295528"/>
                </a:lnTo>
                <a:close/>
              </a:path>
              <a:path w="76200" h="372110">
                <a:moveTo>
                  <a:pt x="31718" y="316696"/>
                </a:moveTo>
                <a:lnTo>
                  <a:pt x="31711" y="320928"/>
                </a:lnTo>
                <a:lnTo>
                  <a:pt x="44411" y="321055"/>
                </a:lnTo>
                <a:lnTo>
                  <a:pt x="38061" y="320928"/>
                </a:lnTo>
                <a:lnTo>
                  <a:pt x="31718" y="316696"/>
                </a:lnTo>
                <a:close/>
              </a:path>
              <a:path w="76200" h="372110">
                <a:moveTo>
                  <a:pt x="76200" y="295655"/>
                </a:moveTo>
                <a:lnTo>
                  <a:pt x="44449" y="316696"/>
                </a:lnTo>
                <a:lnTo>
                  <a:pt x="44411" y="321055"/>
                </a:lnTo>
                <a:lnTo>
                  <a:pt x="63436" y="321055"/>
                </a:lnTo>
                <a:lnTo>
                  <a:pt x="76200" y="295655"/>
                </a:lnTo>
                <a:close/>
              </a:path>
              <a:path w="76200" h="372110">
                <a:moveTo>
                  <a:pt x="44945" y="0"/>
                </a:moveTo>
                <a:lnTo>
                  <a:pt x="32245" y="0"/>
                </a:lnTo>
                <a:lnTo>
                  <a:pt x="31754" y="295528"/>
                </a:lnTo>
                <a:lnTo>
                  <a:pt x="31749" y="316716"/>
                </a:lnTo>
                <a:lnTo>
                  <a:pt x="38061" y="320928"/>
                </a:lnTo>
                <a:lnTo>
                  <a:pt x="44419" y="316716"/>
                </a:lnTo>
                <a:lnTo>
                  <a:pt x="44945" y="0"/>
                </a:lnTo>
                <a:close/>
              </a:path>
              <a:path w="76200" h="372110">
                <a:moveTo>
                  <a:pt x="44419" y="316716"/>
                </a:moveTo>
                <a:lnTo>
                  <a:pt x="38061" y="320928"/>
                </a:lnTo>
                <a:lnTo>
                  <a:pt x="44412" y="320928"/>
                </a:lnTo>
                <a:lnTo>
                  <a:pt x="44419" y="31671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4532" y="3745991"/>
            <a:ext cx="76200" cy="415290"/>
          </a:xfrm>
          <a:custGeom>
            <a:avLst/>
            <a:gdLst/>
            <a:ahLst/>
            <a:cxnLst/>
            <a:rect l="l" t="t" r="r" b="b"/>
            <a:pathLst>
              <a:path w="76200" h="415289">
                <a:moveTo>
                  <a:pt x="38138" y="50799"/>
                </a:moveTo>
                <a:lnTo>
                  <a:pt x="31781" y="55033"/>
                </a:lnTo>
                <a:lnTo>
                  <a:pt x="31242" y="415035"/>
                </a:lnTo>
                <a:lnTo>
                  <a:pt x="43942" y="415162"/>
                </a:lnTo>
                <a:lnTo>
                  <a:pt x="44481" y="55033"/>
                </a:lnTo>
                <a:lnTo>
                  <a:pt x="38138" y="50799"/>
                </a:lnTo>
                <a:close/>
              </a:path>
              <a:path w="76200" h="415289">
                <a:moveTo>
                  <a:pt x="38214" y="0"/>
                </a:moveTo>
                <a:lnTo>
                  <a:pt x="0" y="76199"/>
                </a:lnTo>
                <a:lnTo>
                  <a:pt x="31781" y="55033"/>
                </a:lnTo>
                <a:lnTo>
                  <a:pt x="31788" y="50799"/>
                </a:lnTo>
                <a:lnTo>
                  <a:pt x="63538" y="50799"/>
                </a:lnTo>
                <a:lnTo>
                  <a:pt x="38214" y="0"/>
                </a:lnTo>
                <a:close/>
              </a:path>
              <a:path w="76200" h="415289">
                <a:moveTo>
                  <a:pt x="63538" y="50799"/>
                </a:moveTo>
                <a:lnTo>
                  <a:pt x="44488" y="50799"/>
                </a:lnTo>
                <a:lnTo>
                  <a:pt x="44481" y="55033"/>
                </a:lnTo>
                <a:lnTo>
                  <a:pt x="76200" y="76199"/>
                </a:lnTo>
                <a:lnTo>
                  <a:pt x="63538" y="50799"/>
                </a:lnTo>
                <a:close/>
              </a:path>
              <a:path w="76200" h="415289">
                <a:moveTo>
                  <a:pt x="44488" y="50799"/>
                </a:moveTo>
                <a:lnTo>
                  <a:pt x="38138" y="50799"/>
                </a:lnTo>
                <a:lnTo>
                  <a:pt x="44481" y="55033"/>
                </a:lnTo>
                <a:lnTo>
                  <a:pt x="44488" y="50799"/>
                </a:lnTo>
                <a:close/>
              </a:path>
              <a:path w="76200" h="415289">
                <a:moveTo>
                  <a:pt x="38138" y="50799"/>
                </a:moveTo>
                <a:lnTo>
                  <a:pt x="31788" y="50799"/>
                </a:lnTo>
                <a:lnTo>
                  <a:pt x="31781" y="55033"/>
                </a:lnTo>
                <a:lnTo>
                  <a:pt x="38138" y="5079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86460" y="412897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3963" y="1446263"/>
            <a:ext cx="3073146" cy="297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7804" y="1935479"/>
            <a:ext cx="1567433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0183" y="2319515"/>
            <a:ext cx="4202430" cy="461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43227" y="2942831"/>
            <a:ext cx="1983486" cy="9121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7804" y="1446275"/>
            <a:ext cx="1567433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183" y="1830298"/>
            <a:ext cx="3312414" cy="4595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0851" y="3549396"/>
            <a:ext cx="4008882" cy="162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0851" y="4268723"/>
            <a:ext cx="4171950" cy="1623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072" y="2589276"/>
            <a:ext cx="1616202" cy="6454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35479" y="3860291"/>
            <a:ext cx="1026413" cy="19126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" y="4541507"/>
            <a:ext cx="2987802" cy="2430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7804" y="1446275"/>
            <a:ext cx="1567433" cy="1623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0183" y="1830311"/>
            <a:ext cx="2875026" cy="4610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44470" y="3220339"/>
            <a:ext cx="227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60" dirty="0">
                <a:latin typeface="Verdana"/>
                <a:cs typeface="Verdana"/>
              </a:rPr>
              <a:t>=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7585" y="3146805"/>
            <a:ext cx="454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aseline="-9259" dirty="0">
                <a:latin typeface="Symbol"/>
                <a:cs typeface="Symbol"/>
              </a:rPr>
              <a:t></a:t>
            </a:r>
            <a:r>
              <a:rPr sz="5400" spc="-525" baseline="-9259" dirty="0"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4993" y="3146805"/>
            <a:ext cx="36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aseline="-9259" dirty="0">
                <a:latin typeface="Symbol"/>
                <a:cs typeface="Symbol"/>
              </a:rPr>
              <a:t></a:t>
            </a:r>
            <a:r>
              <a:rPr sz="5400" spc="-839" baseline="-9259" dirty="0"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777" y="3291332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854" y="452399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4961" y="3349497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5201" y="4523994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1769" y="453339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66252" y="413931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7803" y="4705222"/>
            <a:ext cx="467359" cy="76200"/>
          </a:xfrm>
          <a:custGeom>
            <a:avLst/>
            <a:gdLst/>
            <a:ahLst/>
            <a:cxnLst/>
            <a:rect l="l" t="t" r="r" b="b"/>
            <a:pathLst>
              <a:path w="467360" h="76200">
                <a:moveTo>
                  <a:pt x="391160" y="0"/>
                </a:moveTo>
                <a:lnTo>
                  <a:pt x="412322" y="31743"/>
                </a:lnTo>
                <a:lnTo>
                  <a:pt x="416560" y="31750"/>
                </a:lnTo>
                <a:lnTo>
                  <a:pt x="416560" y="44450"/>
                </a:lnTo>
                <a:lnTo>
                  <a:pt x="412305" y="44450"/>
                </a:lnTo>
                <a:lnTo>
                  <a:pt x="391033" y="76200"/>
                </a:lnTo>
                <a:lnTo>
                  <a:pt x="454851" y="44450"/>
                </a:lnTo>
                <a:lnTo>
                  <a:pt x="416560" y="44450"/>
                </a:lnTo>
                <a:lnTo>
                  <a:pt x="454864" y="44443"/>
                </a:lnTo>
                <a:lnTo>
                  <a:pt x="467360" y="38226"/>
                </a:lnTo>
                <a:lnTo>
                  <a:pt x="391160" y="0"/>
                </a:lnTo>
                <a:close/>
              </a:path>
              <a:path w="467360" h="76200">
                <a:moveTo>
                  <a:pt x="416560" y="38100"/>
                </a:moveTo>
                <a:lnTo>
                  <a:pt x="412309" y="44443"/>
                </a:lnTo>
                <a:lnTo>
                  <a:pt x="416560" y="44450"/>
                </a:lnTo>
                <a:lnTo>
                  <a:pt x="416560" y="38100"/>
                </a:lnTo>
                <a:close/>
              </a:path>
              <a:path w="467360" h="76200">
                <a:moveTo>
                  <a:pt x="0" y="31114"/>
                </a:moveTo>
                <a:lnTo>
                  <a:pt x="0" y="43814"/>
                </a:lnTo>
                <a:lnTo>
                  <a:pt x="412309" y="44443"/>
                </a:lnTo>
                <a:lnTo>
                  <a:pt x="416560" y="38100"/>
                </a:lnTo>
                <a:lnTo>
                  <a:pt x="412322" y="31743"/>
                </a:lnTo>
                <a:lnTo>
                  <a:pt x="0" y="31114"/>
                </a:lnTo>
                <a:close/>
              </a:path>
              <a:path w="467360" h="76200">
                <a:moveTo>
                  <a:pt x="412322" y="31743"/>
                </a:moveTo>
                <a:lnTo>
                  <a:pt x="416560" y="38100"/>
                </a:lnTo>
                <a:lnTo>
                  <a:pt x="416560" y="31750"/>
                </a:lnTo>
                <a:lnTo>
                  <a:pt x="412322" y="3174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18559" y="4704715"/>
            <a:ext cx="521970" cy="76200"/>
          </a:xfrm>
          <a:custGeom>
            <a:avLst/>
            <a:gdLst/>
            <a:ahLst/>
            <a:cxnLst/>
            <a:rect l="l" t="t" r="r" b="b"/>
            <a:pathLst>
              <a:path w="521970" h="76200">
                <a:moveTo>
                  <a:pt x="76200" y="0"/>
                </a:moveTo>
                <a:lnTo>
                  <a:pt x="0" y="37973"/>
                </a:lnTo>
                <a:lnTo>
                  <a:pt x="76200" y="76200"/>
                </a:lnTo>
                <a:lnTo>
                  <a:pt x="55037" y="44455"/>
                </a:lnTo>
                <a:lnTo>
                  <a:pt x="50800" y="44450"/>
                </a:lnTo>
                <a:lnTo>
                  <a:pt x="50800" y="31750"/>
                </a:lnTo>
                <a:lnTo>
                  <a:pt x="55033" y="31750"/>
                </a:lnTo>
                <a:lnTo>
                  <a:pt x="76200" y="0"/>
                </a:lnTo>
                <a:close/>
              </a:path>
              <a:path w="521970" h="76200">
                <a:moveTo>
                  <a:pt x="55029" y="31755"/>
                </a:moveTo>
                <a:lnTo>
                  <a:pt x="50800" y="38100"/>
                </a:lnTo>
                <a:lnTo>
                  <a:pt x="55037" y="44455"/>
                </a:lnTo>
                <a:lnTo>
                  <a:pt x="521715" y="45085"/>
                </a:lnTo>
                <a:lnTo>
                  <a:pt x="521715" y="32385"/>
                </a:lnTo>
                <a:lnTo>
                  <a:pt x="55029" y="31755"/>
                </a:lnTo>
                <a:close/>
              </a:path>
              <a:path w="521970" h="76200">
                <a:moveTo>
                  <a:pt x="50800" y="38100"/>
                </a:moveTo>
                <a:lnTo>
                  <a:pt x="50800" y="44450"/>
                </a:lnTo>
                <a:lnTo>
                  <a:pt x="55037" y="44455"/>
                </a:lnTo>
                <a:lnTo>
                  <a:pt x="50800" y="38100"/>
                </a:lnTo>
                <a:close/>
              </a:path>
              <a:path w="521970" h="76200">
                <a:moveTo>
                  <a:pt x="50800" y="31750"/>
                </a:moveTo>
                <a:lnTo>
                  <a:pt x="50800" y="38100"/>
                </a:lnTo>
                <a:lnTo>
                  <a:pt x="55029" y="31755"/>
                </a:lnTo>
                <a:lnTo>
                  <a:pt x="50800" y="3175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13560" y="4705222"/>
            <a:ext cx="467359" cy="76200"/>
          </a:xfrm>
          <a:custGeom>
            <a:avLst/>
            <a:gdLst/>
            <a:ahLst/>
            <a:cxnLst/>
            <a:rect l="l" t="t" r="r" b="b"/>
            <a:pathLst>
              <a:path w="467360" h="76200">
                <a:moveTo>
                  <a:pt x="391159" y="0"/>
                </a:moveTo>
                <a:lnTo>
                  <a:pt x="412322" y="31743"/>
                </a:lnTo>
                <a:lnTo>
                  <a:pt x="416559" y="31750"/>
                </a:lnTo>
                <a:lnTo>
                  <a:pt x="416559" y="44450"/>
                </a:lnTo>
                <a:lnTo>
                  <a:pt x="412305" y="44450"/>
                </a:lnTo>
                <a:lnTo>
                  <a:pt x="391032" y="76200"/>
                </a:lnTo>
                <a:lnTo>
                  <a:pt x="454851" y="44450"/>
                </a:lnTo>
                <a:lnTo>
                  <a:pt x="416559" y="44450"/>
                </a:lnTo>
                <a:lnTo>
                  <a:pt x="454864" y="44443"/>
                </a:lnTo>
                <a:lnTo>
                  <a:pt x="467359" y="38226"/>
                </a:lnTo>
                <a:lnTo>
                  <a:pt x="391159" y="0"/>
                </a:lnTo>
                <a:close/>
              </a:path>
              <a:path w="467360" h="76200">
                <a:moveTo>
                  <a:pt x="416559" y="38100"/>
                </a:moveTo>
                <a:lnTo>
                  <a:pt x="412309" y="44443"/>
                </a:lnTo>
                <a:lnTo>
                  <a:pt x="416559" y="44450"/>
                </a:lnTo>
                <a:lnTo>
                  <a:pt x="416559" y="38100"/>
                </a:lnTo>
                <a:close/>
              </a:path>
              <a:path w="467360" h="76200">
                <a:moveTo>
                  <a:pt x="0" y="31114"/>
                </a:moveTo>
                <a:lnTo>
                  <a:pt x="0" y="43814"/>
                </a:lnTo>
                <a:lnTo>
                  <a:pt x="412309" y="44443"/>
                </a:lnTo>
                <a:lnTo>
                  <a:pt x="416559" y="38100"/>
                </a:lnTo>
                <a:lnTo>
                  <a:pt x="412322" y="31743"/>
                </a:lnTo>
                <a:lnTo>
                  <a:pt x="0" y="31114"/>
                </a:lnTo>
                <a:close/>
              </a:path>
              <a:path w="467360" h="76200">
                <a:moveTo>
                  <a:pt x="412322" y="31743"/>
                </a:moveTo>
                <a:lnTo>
                  <a:pt x="416559" y="38100"/>
                </a:lnTo>
                <a:lnTo>
                  <a:pt x="416559" y="31750"/>
                </a:lnTo>
                <a:lnTo>
                  <a:pt x="412322" y="3174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4316" y="4704715"/>
            <a:ext cx="521970" cy="76200"/>
          </a:xfrm>
          <a:custGeom>
            <a:avLst/>
            <a:gdLst/>
            <a:ahLst/>
            <a:cxnLst/>
            <a:rect l="l" t="t" r="r" b="b"/>
            <a:pathLst>
              <a:path w="521969" h="76200">
                <a:moveTo>
                  <a:pt x="76250" y="0"/>
                </a:moveTo>
                <a:lnTo>
                  <a:pt x="0" y="37973"/>
                </a:lnTo>
                <a:lnTo>
                  <a:pt x="76136" y="76200"/>
                </a:lnTo>
                <a:lnTo>
                  <a:pt x="55026" y="44455"/>
                </a:lnTo>
                <a:lnTo>
                  <a:pt x="50787" y="44450"/>
                </a:lnTo>
                <a:lnTo>
                  <a:pt x="50812" y="31750"/>
                </a:lnTo>
                <a:lnTo>
                  <a:pt x="55041" y="31750"/>
                </a:lnTo>
                <a:lnTo>
                  <a:pt x="76250" y="0"/>
                </a:lnTo>
                <a:close/>
              </a:path>
              <a:path w="521969" h="76200">
                <a:moveTo>
                  <a:pt x="55037" y="31755"/>
                </a:moveTo>
                <a:lnTo>
                  <a:pt x="50800" y="38100"/>
                </a:lnTo>
                <a:lnTo>
                  <a:pt x="55026" y="44455"/>
                </a:lnTo>
                <a:lnTo>
                  <a:pt x="521716" y="45085"/>
                </a:lnTo>
                <a:lnTo>
                  <a:pt x="521716" y="32385"/>
                </a:lnTo>
                <a:lnTo>
                  <a:pt x="55037" y="31755"/>
                </a:lnTo>
                <a:close/>
              </a:path>
              <a:path w="521969" h="76200">
                <a:moveTo>
                  <a:pt x="50800" y="38100"/>
                </a:moveTo>
                <a:lnTo>
                  <a:pt x="50787" y="44450"/>
                </a:lnTo>
                <a:lnTo>
                  <a:pt x="55026" y="44455"/>
                </a:lnTo>
                <a:lnTo>
                  <a:pt x="50800" y="38100"/>
                </a:lnTo>
                <a:close/>
              </a:path>
              <a:path w="521969" h="76200">
                <a:moveTo>
                  <a:pt x="50812" y="31750"/>
                </a:moveTo>
                <a:lnTo>
                  <a:pt x="50800" y="38100"/>
                </a:lnTo>
                <a:lnTo>
                  <a:pt x="55037" y="31755"/>
                </a:lnTo>
                <a:lnTo>
                  <a:pt x="50812" y="3175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48271" y="4705222"/>
            <a:ext cx="467359" cy="76200"/>
          </a:xfrm>
          <a:custGeom>
            <a:avLst/>
            <a:gdLst/>
            <a:ahLst/>
            <a:cxnLst/>
            <a:rect l="l" t="t" r="r" b="b"/>
            <a:pathLst>
              <a:path w="467359" h="76200">
                <a:moveTo>
                  <a:pt x="391159" y="0"/>
                </a:moveTo>
                <a:lnTo>
                  <a:pt x="412322" y="31743"/>
                </a:lnTo>
                <a:lnTo>
                  <a:pt x="416559" y="31750"/>
                </a:lnTo>
                <a:lnTo>
                  <a:pt x="416559" y="44450"/>
                </a:lnTo>
                <a:lnTo>
                  <a:pt x="412305" y="44450"/>
                </a:lnTo>
                <a:lnTo>
                  <a:pt x="391032" y="76200"/>
                </a:lnTo>
                <a:lnTo>
                  <a:pt x="454851" y="44450"/>
                </a:lnTo>
                <a:lnTo>
                  <a:pt x="416559" y="44450"/>
                </a:lnTo>
                <a:lnTo>
                  <a:pt x="454864" y="44443"/>
                </a:lnTo>
                <a:lnTo>
                  <a:pt x="467359" y="38226"/>
                </a:lnTo>
                <a:lnTo>
                  <a:pt x="391159" y="0"/>
                </a:lnTo>
                <a:close/>
              </a:path>
              <a:path w="467359" h="76200">
                <a:moveTo>
                  <a:pt x="416559" y="38100"/>
                </a:moveTo>
                <a:lnTo>
                  <a:pt x="412309" y="44443"/>
                </a:lnTo>
                <a:lnTo>
                  <a:pt x="416559" y="44450"/>
                </a:lnTo>
                <a:lnTo>
                  <a:pt x="416559" y="38100"/>
                </a:lnTo>
                <a:close/>
              </a:path>
              <a:path w="467359" h="76200">
                <a:moveTo>
                  <a:pt x="0" y="31114"/>
                </a:moveTo>
                <a:lnTo>
                  <a:pt x="0" y="43814"/>
                </a:lnTo>
                <a:lnTo>
                  <a:pt x="412309" y="44443"/>
                </a:lnTo>
                <a:lnTo>
                  <a:pt x="416559" y="38100"/>
                </a:lnTo>
                <a:lnTo>
                  <a:pt x="412322" y="31743"/>
                </a:lnTo>
                <a:lnTo>
                  <a:pt x="0" y="31114"/>
                </a:lnTo>
                <a:close/>
              </a:path>
              <a:path w="467359" h="76200">
                <a:moveTo>
                  <a:pt x="412322" y="31743"/>
                </a:moveTo>
                <a:lnTo>
                  <a:pt x="416559" y="38100"/>
                </a:lnTo>
                <a:lnTo>
                  <a:pt x="416559" y="31750"/>
                </a:lnTo>
                <a:lnTo>
                  <a:pt x="412322" y="3174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39028" y="4704715"/>
            <a:ext cx="521970" cy="76200"/>
          </a:xfrm>
          <a:custGeom>
            <a:avLst/>
            <a:gdLst/>
            <a:ahLst/>
            <a:cxnLst/>
            <a:rect l="l" t="t" r="r" b="b"/>
            <a:pathLst>
              <a:path w="521970" h="76200">
                <a:moveTo>
                  <a:pt x="76200" y="0"/>
                </a:moveTo>
                <a:lnTo>
                  <a:pt x="0" y="37973"/>
                </a:lnTo>
                <a:lnTo>
                  <a:pt x="76200" y="76200"/>
                </a:lnTo>
                <a:lnTo>
                  <a:pt x="55037" y="44455"/>
                </a:lnTo>
                <a:lnTo>
                  <a:pt x="50800" y="44450"/>
                </a:lnTo>
                <a:lnTo>
                  <a:pt x="50800" y="31750"/>
                </a:lnTo>
                <a:lnTo>
                  <a:pt x="55033" y="31750"/>
                </a:lnTo>
                <a:lnTo>
                  <a:pt x="76200" y="0"/>
                </a:lnTo>
                <a:close/>
              </a:path>
              <a:path w="521970" h="76200">
                <a:moveTo>
                  <a:pt x="55029" y="31755"/>
                </a:moveTo>
                <a:lnTo>
                  <a:pt x="50800" y="38100"/>
                </a:lnTo>
                <a:lnTo>
                  <a:pt x="55037" y="44455"/>
                </a:lnTo>
                <a:lnTo>
                  <a:pt x="521716" y="45085"/>
                </a:lnTo>
                <a:lnTo>
                  <a:pt x="521716" y="32385"/>
                </a:lnTo>
                <a:lnTo>
                  <a:pt x="55029" y="31755"/>
                </a:lnTo>
                <a:close/>
              </a:path>
              <a:path w="521970" h="76200">
                <a:moveTo>
                  <a:pt x="50800" y="38100"/>
                </a:moveTo>
                <a:lnTo>
                  <a:pt x="50800" y="44450"/>
                </a:lnTo>
                <a:lnTo>
                  <a:pt x="55037" y="44455"/>
                </a:lnTo>
                <a:lnTo>
                  <a:pt x="50800" y="38100"/>
                </a:lnTo>
                <a:close/>
              </a:path>
              <a:path w="521970" h="76200">
                <a:moveTo>
                  <a:pt x="50800" y="31750"/>
                </a:moveTo>
                <a:lnTo>
                  <a:pt x="50800" y="38100"/>
                </a:lnTo>
                <a:lnTo>
                  <a:pt x="55029" y="31755"/>
                </a:lnTo>
                <a:lnTo>
                  <a:pt x="50800" y="3175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89264" y="4316603"/>
            <a:ext cx="467359" cy="76200"/>
          </a:xfrm>
          <a:custGeom>
            <a:avLst/>
            <a:gdLst/>
            <a:ahLst/>
            <a:cxnLst/>
            <a:rect l="l" t="t" r="r" b="b"/>
            <a:pathLst>
              <a:path w="467359" h="76200">
                <a:moveTo>
                  <a:pt x="391159" y="0"/>
                </a:moveTo>
                <a:lnTo>
                  <a:pt x="412322" y="31743"/>
                </a:lnTo>
                <a:lnTo>
                  <a:pt x="416559" y="31750"/>
                </a:lnTo>
                <a:lnTo>
                  <a:pt x="416559" y="44450"/>
                </a:lnTo>
                <a:lnTo>
                  <a:pt x="412305" y="44450"/>
                </a:lnTo>
                <a:lnTo>
                  <a:pt x="391032" y="76200"/>
                </a:lnTo>
                <a:lnTo>
                  <a:pt x="454851" y="44450"/>
                </a:lnTo>
                <a:lnTo>
                  <a:pt x="416559" y="44450"/>
                </a:lnTo>
                <a:lnTo>
                  <a:pt x="454864" y="44443"/>
                </a:lnTo>
                <a:lnTo>
                  <a:pt x="467359" y="38227"/>
                </a:lnTo>
                <a:lnTo>
                  <a:pt x="391159" y="0"/>
                </a:lnTo>
                <a:close/>
              </a:path>
              <a:path w="467359" h="76200">
                <a:moveTo>
                  <a:pt x="416559" y="38100"/>
                </a:moveTo>
                <a:lnTo>
                  <a:pt x="412309" y="44443"/>
                </a:lnTo>
                <a:lnTo>
                  <a:pt x="416559" y="44450"/>
                </a:lnTo>
                <a:lnTo>
                  <a:pt x="416559" y="38100"/>
                </a:lnTo>
                <a:close/>
              </a:path>
              <a:path w="467359" h="76200">
                <a:moveTo>
                  <a:pt x="0" y="31115"/>
                </a:moveTo>
                <a:lnTo>
                  <a:pt x="0" y="43815"/>
                </a:lnTo>
                <a:lnTo>
                  <a:pt x="412309" y="44443"/>
                </a:lnTo>
                <a:lnTo>
                  <a:pt x="416559" y="38100"/>
                </a:lnTo>
                <a:lnTo>
                  <a:pt x="412322" y="31743"/>
                </a:lnTo>
                <a:lnTo>
                  <a:pt x="0" y="31115"/>
                </a:lnTo>
                <a:close/>
              </a:path>
              <a:path w="467359" h="76200">
                <a:moveTo>
                  <a:pt x="412322" y="31743"/>
                </a:moveTo>
                <a:lnTo>
                  <a:pt x="416559" y="38100"/>
                </a:lnTo>
                <a:lnTo>
                  <a:pt x="416559" y="31750"/>
                </a:lnTo>
                <a:lnTo>
                  <a:pt x="412322" y="3174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78495" y="4316095"/>
            <a:ext cx="521970" cy="76200"/>
          </a:xfrm>
          <a:custGeom>
            <a:avLst/>
            <a:gdLst/>
            <a:ahLst/>
            <a:cxnLst/>
            <a:rect l="l" t="t" r="r" b="b"/>
            <a:pathLst>
              <a:path w="521970" h="7620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5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w="521970" h="76200">
                <a:moveTo>
                  <a:pt x="55029" y="31755"/>
                </a:moveTo>
                <a:lnTo>
                  <a:pt x="50800" y="38099"/>
                </a:lnTo>
                <a:lnTo>
                  <a:pt x="55037" y="44455"/>
                </a:lnTo>
                <a:lnTo>
                  <a:pt x="521715" y="45084"/>
                </a:lnTo>
                <a:lnTo>
                  <a:pt x="521715" y="32384"/>
                </a:lnTo>
                <a:lnTo>
                  <a:pt x="55029" y="31755"/>
                </a:lnTo>
                <a:close/>
              </a:path>
              <a:path w="521970" h="76200">
                <a:moveTo>
                  <a:pt x="50800" y="38099"/>
                </a:moveTo>
                <a:lnTo>
                  <a:pt x="50800" y="44449"/>
                </a:lnTo>
                <a:lnTo>
                  <a:pt x="55037" y="44455"/>
                </a:lnTo>
                <a:lnTo>
                  <a:pt x="50800" y="38099"/>
                </a:lnTo>
                <a:close/>
              </a:path>
              <a:path w="521970" h="76200">
                <a:moveTo>
                  <a:pt x="50800" y="31749"/>
                </a:moveTo>
                <a:lnTo>
                  <a:pt x="50800" y="38099"/>
                </a:lnTo>
                <a:lnTo>
                  <a:pt x="55029" y="31755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8807" y="3653028"/>
            <a:ext cx="76200" cy="467359"/>
          </a:xfrm>
          <a:custGeom>
            <a:avLst/>
            <a:gdLst/>
            <a:ahLst/>
            <a:cxnLst/>
            <a:rect l="l" t="t" r="r" b="b"/>
            <a:pathLst>
              <a:path w="76200" h="467360">
                <a:moveTo>
                  <a:pt x="0" y="391033"/>
                </a:moveTo>
                <a:lnTo>
                  <a:pt x="37973" y="467360"/>
                </a:lnTo>
                <a:lnTo>
                  <a:pt x="63457" y="416560"/>
                </a:lnTo>
                <a:lnTo>
                  <a:pt x="31711" y="416560"/>
                </a:lnTo>
                <a:lnTo>
                  <a:pt x="31718" y="412305"/>
                </a:lnTo>
                <a:lnTo>
                  <a:pt x="0" y="391033"/>
                </a:lnTo>
                <a:close/>
              </a:path>
              <a:path w="76200" h="467360">
                <a:moveTo>
                  <a:pt x="31718" y="412305"/>
                </a:moveTo>
                <a:lnTo>
                  <a:pt x="31711" y="416560"/>
                </a:lnTo>
                <a:lnTo>
                  <a:pt x="38061" y="416560"/>
                </a:lnTo>
                <a:lnTo>
                  <a:pt x="31718" y="412305"/>
                </a:lnTo>
                <a:close/>
              </a:path>
              <a:path w="76200" h="467360">
                <a:moveTo>
                  <a:pt x="45097" y="0"/>
                </a:moveTo>
                <a:lnTo>
                  <a:pt x="32397" y="0"/>
                </a:lnTo>
                <a:lnTo>
                  <a:pt x="31753" y="391033"/>
                </a:lnTo>
                <a:lnTo>
                  <a:pt x="31749" y="412326"/>
                </a:lnTo>
                <a:lnTo>
                  <a:pt x="38061" y="416560"/>
                </a:lnTo>
                <a:lnTo>
                  <a:pt x="44418" y="412326"/>
                </a:lnTo>
                <a:lnTo>
                  <a:pt x="45097" y="0"/>
                </a:lnTo>
                <a:close/>
              </a:path>
              <a:path w="76200" h="467360">
                <a:moveTo>
                  <a:pt x="44418" y="412326"/>
                </a:moveTo>
                <a:lnTo>
                  <a:pt x="38061" y="416560"/>
                </a:lnTo>
                <a:lnTo>
                  <a:pt x="44411" y="416560"/>
                </a:lnTo>
                <a:lnTo>
                  <a:pt x="44418" y="412326"/>
                </a:lnTo>
                <a:close/>
              </a:path>
              <a:path w="76200" h="467360">
                <a:moveTo>
                  <a:pt x="76200" y="391160"/>
                </a:moveTo>
                <a:lnTo>
                  <a:pt x="44449" y="412305"/>
                </a:lnTo>
                <a:lnTo>
                  <a:pt x="44411" y="416560"/>
                </a:lnTo>
                <a:lnTo>
                  <a:pt x="63457" y="416560"/>
                </a:lnTo>
                <a:lnTo>
                  <a:pt x="76200" y="3911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9340" y="2843783"/>
            <a:ext cx="76200" cy="521970"/>
          </a:xfrm>
          <a:custGeom>
            <a:avLst/>
            <a:gdLst/>
            <a:ahLst/>
            <a:cxnLst/>
            <a:rect l="l" t="t" r="r" b="b"/>
            <a:pathLst>
              <a:path w="76200" h="521970">
                <a:moveTo>
                  <a:pt x="38138" y="50800"/>
                </a:moveTo>
                <a:lnTo>
                  <a:pt x="31781" y="55033"/>
                </a:lnTo>
                <a:lnTo>
                  <a:pt x="31089" y="521715"/>
                </a:lnTo>
                <a:lnTo>
                  <a:pt x="43789" y="521715"/>
                </a:lnTo>
                <a:lnTo>
                  <a:pt x="44481" y="55033"/>
                </a:lnTo>
                <a:lnTo>
                  <a:pt x="38138" y="50800"/>
                </a:lnTo>
                <a:close/>
              </a:path>
              <a:path w="76200" h="521970">
                <a:moveTo>
                  <a:pt x="38214" y="0"/>
                </a:moveTo>
                <a:lnTo>
                  <a:pt x="0" y="76200"/>
                </a:lnTo>
                <a:lnTo>
                  <a:pt x="31781" y="55033"/>
                </a:lnTo>
                <a:lnTo>
                  <a:pt x="31788" y="50800"/>
                </a:lnTo>
                <a:lnTo>
                  <a:pt x="63538" y="50800"/>
                </a:lnTo>
                <a:lnTo>
                  <a:pt x="38214" y="0"/>
                </a:lnTo>
                <a:close/>
              </a:path>
              <a:path w="76200" h="521970">
                <a:moveTo>
                  <a:pt x="63538" y="50800"/>
                </a:moveTo>
                <a:lnTo>
                  <a:pt x="44488" y="50800"/>
                </a:lnTo>
                <a:lnTo>
                  <a:pt x="44481" y="55033"/>
                </a:lnTo>
                <a:lnTo>
                  <a:pt x="76200" y="76200"/>
                </a:lnTo>
                <a:lnTo>
                  <a:pt x="63538" y="50800"/>
                </a:lnTo>
                <a:close/>
              </a:path>
              <a:path w="76200" h="521970">
                <a:moveTo>
                  <a:pt x="44488" y="50800"/>
                </a:moveTo>
                <a:lnTo>
                  <a:pt x="38138" y="50800"/>
                </a:lnTo>
                <a:lnTo>
                  <a:pt x="44481" y="55033"/>
                </a:lnTo>
                <a:lnTo>
                  <a:pt x="44488" y="50800"/>
                </a:lnTo>
                <a:close/>
              </a:path>
              <a:path w="76200" h="521970">
                <a:moveTo>
                  <a:pt x="38138" y="50800"/>
                </a:moveTo>
                <a:lnTo>
                  <a:pt x="31788" y="50800"/>
                </a:lnTo>
                <a:lnTo>
                  <a:pt x="31781" y="55033"/>
                </a:lnTo>
                <a:lnTo>
                  <a:pt x="38138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86810" y="3697223"/>
            <a:ext cx="76200" cy="467359"/>
          </a:xfrm>
          <a:custGeom>
            <a:avLst/>
            <a:gdLst/>
            <a:ahLst/>
            <a:cxnLst/>
            <a:rect l="l" t="t" r="r" b="b"/>
            <a:pathLst>
              <a:path w="76200" h="467360">
                <a:moveTo>
                  <a:pt x="0" y="391032"/>
                </a:moveTo>
                <a:lnTo>
                  <a:pt x="37972" y="467359"/>
                </a:lnTo>
                <a:lnTo>
                  <a:pt x="63457" y="416559"/>
                </a:lnTo>
                <a:lnTo>
                  <a:pt x="31750" y="416559"/>
                </a:lnTo>
                <a:lnTo>
                  <a:pt x="31756" y="412309"/>
                </a:lnTo>
                <a:lnTo>
                  <a:pt x="0" y="391032"/>
                </a:lnTo>
                <a:close/>
              </a:path>
              <a:path w="76200" h="467360">
                <a:moveTo>
                  <a:pt x="31756" y="412309"/>
                </a:moveTo>
                <a:lnTo>
                  <a:pt x="31750" y="416559"/>
                </a:lnTo>
                <a:lnTo>
                  <a:pt x="38100" y="416559"/>
                </a:lnTo>
                <a:lnTo>
                  <a:pt x="31756" y="412309"/>
                </a:lnTo>
                <a:close/>
              </a:path>
              <a:path w="76200" h="467360">
                <a:moveTo>
                  <a:pt x="45084" y="0"/>
                </a:moveTo>
                <a:lnTo>
                  <a:pt x="32384" y="0"/>
                </a:lnTo>
                <a:lnTo>
                  <a:pt x="31788" y="391032"/>
                </a:lnTo>
                <a:lnTo>
                  <a:pt x="31775" y="412322"/>
                </a:lnTo>
                <a:lnTo>
                  <a:pt x="38100" y="416559"/>
                </a:lnTo>
                <a:lnTo>
                  <a:pt x="44456" y="412322"/>
                </a:lnTo>
                <a:lnTo>
                  <a:pt x="45084" y="0"/>
                </a:lnTo>
                <a:close/>
              </a:path>
              <a:path w="76200" h="467360">
                <a:moveTo>
                  <a:pt x="44456" y="412322"/>
                </a:moveTo>
                <a:lnTo>
                  <a:pt x="38100" y="416559"/>
                </a:lnTo>
                <a:lnTo>
                  <a:pt x="44450" y="416559"/>
                </a:lnTo>
                <a:lnTo>
                  <a:pt x="44456" y="412322"/>
                </a:lnTo>
                <a:close/>
              </a:path>
              <a:path w="76200" h="467360">
                <a:moveTo>
                  <a:pt x="76200" y="391159"/>
                </a:moveTo>
                <a:lnTo>
                  <a:pt x="44475" y="412309"/>
                </a:lnTo>
                <a:lnTo>
                  <a:pt x="44450" y="416559"/>
                </a:lnTo>
                <a:lnTo>
                  <a:pt x="63457" y="416559"/>
                </a:lnTo>
                <a:lnTo>
                  <a:pt x="76200" y="39115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87319" y="2887979"/>
            <a:ext cx="76200" cy="521970"/>
          </a:xfrm>
          <a:custGeom>
            <a:avLst/>
            <a:gdLst/>
            <a:ahLst/>
            <a:cxnLst/>
            <a:rect l="l" t="t" r="r" b="b"/>
            <a:pathLst>
              <a:path w="76200" h="521970">
                <a:moveTo>
                  <a:pt x="38226" y="50800"/>
                </a:moveTo>
                <a:lnTo>
                  <a:pt x="31870" y="55023"/>
                </a:lnTo>
                <a:lnTo>
                  <a:pt x="31114" y="521716"/>
                </a:lnTo>
                <a:lnTo>
                  <a:pt x="43814" y="521716"/>
                </a:lnTo>
                <a:lnTo>
                  <a:pt x="44535" y="76200"/>
                </a:lnTo>
                <a:lnTo>
                  <a:pt x="44541" y="55023"/>
                </a:lnTo>
                <a:lnTo>
                  <a:pt x="38226" y="50800"/>
                </a:lnTo>
                <a:close/>
              </a:path>
              <a:path w="76200" h="521970">
                <a:moveTo>
                  <a:pt x="38226" y="0"/>
                </a:moveTo>
                <a:lnTo>
                  <a:pt x="0" y="76200"/>
                </a:lnTo>
                <a:lnTo>
                  <a:pt x="31841" y="55042"/>
                </a:lnTo>
                <a:lnTo>
                  <a:pt x="31876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w="76200" h="521970">
                <a:moveTo>
                  <a:pt x="63542" y="50800"/>
                </a:moveTo>
                <a:lnTo>
                  <a:pt x="44576" y="50800"/>
                </a:lnTo>
                <a:lnTo>
                  <a:pt x="44570" y="55042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521970">
                <a:moveTo>
                  <a:pt x="44576" y="50800"/>
                </a:moveTo>
                <a:lnTo>
                  <a:pt x="38226" y="50800"/>
                </a:lnTo>
                <a:lnTo>
                  <a:pt x="44570" y="55042"/>
                </a:lnTo>
                <a:lnTo>
                  <a:pt x="44576" y="50800"/>
                </a:lnTo>
                <a:close/>
              </a:path>
              <a:path w="76200" h="521970">
                <a:moveTo>
                  <a:pt x="38226" y="50800"/>
                </a:moveTo>
                <a:lnTo>
                  <a:pt x="31876" y="50800"/>
                </a:lnTo>
                <a:lnTo>
                  <a:pt x="31870" y="55023"/>
                </a:lnTo>
                <a:lnTo>
                  <a:pt x="38226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55334" y="3753611"/>
            <a:ext cx="76200" cy="467359"/>
          </a:xfrm>
          <a:custGeom>
            <a:avLst/>
            <a:gdLst/>
            <a:ahLst/>
            <a:cxnLst/>
            <a:rect l="l" t="t" r="r" b="b"/>
            <a:pathLst>
              <a:path w="76200" h="467360">
                <a:moveTo>
                  <a:pt x="0" y="391032"/>
                </a:moveTo>
                <a:lnTo>
                  <a:pt x="37973" y="467360"/>
                </a:lnTo>
                <a:lnTo>
                  <a:pt x="63457" y="416560"/>
                </a:lnTo>
                <a:lnTo>
                  <a:pt x="31750" y="416560"/>
                </a:lnTo>
                <a:lnTo>
                  <a:pt x="31756" y="412309"/>
                </a:lnTo>
                <a:lnTo>
                  <a:pt x="0" y="391032"/>
                </a:lnTo>
                <a:close/>
              </a:path>
              <a:path w="76200" h="467360">
                <a:moveTo>
                  <a:pt x="31756" y="412309"/>
                </a:moveTo>
                <a:lnTo>
                  <a:pt x="31750" y="416560"/>
                </a:lnTo>
                <a:lnTo>
                  <a:pt x="38100" y="416560"/>
                </a:lnTo>
                <a:lnTo>
                  <a:pt x="31756" y="412309"/>
                </a:lnTo>
                <a:close/>
              </a:path>
              <a:path w="76200" h="467360">
                <a:moveTo>
                  <a:pt x="45085" y="0"/>
                </a:moveTo>
                <a:lnTo>
                  <a:pt x="32385" y="0"/>
                </a:lnTo>
                <a:lnTo>
                  <a:pt x="31788" y="391032"/>
                </a:lnTo>
                <a:lnTo>
                  <a:pt x="31775" y="412322"/>
                </a:lnTo>
                <a:lnTo>
                  <a:pt x="38100" y="416560"/>
                </a:lnTo>
                <a:lnTo>
                  <a:pt x="44456" y="412322"/>
                </a:lnTo>
                <a:lnTo>
                  <a:pt x="45085" y="0"/>
                </a:lnTo>
                <a:close/>
              </a:path>
              <a:path w="76200" h="467360">
                <a:moveTo>
                  <a:pt x="44456" y="412322"/>
                </a:moveTo>
                <a:lnTo>
                  <a:pt x="38100" y="416560"/>
                </a:lnTo>
                <a:lnTo>
                  <a:pt x="44450" y="416560"/>
                </a:lnTo>
                <a:lnTo>
                  <a:pt x="44456" y="412322"/>
                </a:lnTo>
                <a:close/>
              </a:path>
              <a:path w="76200" h="467360">
                <a:moveTo>
                  <a:pt x="76200" y="391160"/>
                </a:moveTo>
                <a:lnTo>
                  <a:pt x="44475" y="412309"/>
                </a:lnTo>
                <a:lnTo>
                  <a:pt x="44450" y="416560"/>
                </a:lnTo>
                <a:lnTo>
                  <a:pt x="63457" y="416560"/>
                </a:lnTo>
                <a:lnTo>
                  <a:pt x="76200" y="3911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5842" y="2944367"/>
            <a:ext cx="76200" cy="521970"/>
          </a:xfrm>
          <a:custGeom>
            <a:avLst/>
            <a:gdLst/>
            <a:ahLst/>
            <a:cxnLst/>
            <a:rect l="l" t="t" r="r" b="b"/>
            <a:pathLst>
              <a:path w="76200" h="521970">
                <a:moveTo>
                  <a:pt x="38227" y="50800"/>
                </a:moveTo>
                <a:lnTo>
                  <a:pt x="31870" y="55023"/>
                </a:lnTo>
                <a:lnTo>
                  <a:pt x="31115" y="521716"/>
                </a:lnTo>
                <a:lnTo>
                  <a:pt x="43815" y="521716"/>
                </a:lnTo>
                <a:lnTo>
                  <a:pt x="44535" y="76200"/>
                </a:lnTo>
                <a:lnTo>
                  <a:pt x="44541" y="55023"/>
                </a:lnTo>
                <a:lnTo>
                  <a:pt x="38227" y="50800"/>
                </a:lnTo>
                <a:close/>
              </a:path>
              <a:path w="76200" h="521970">
                <a:moveTo>
                  <a:pt x="38227" y="0"/>
                </a:moveTo>
                <a:lnTo>
                  <a:pt x="0" y="76200"/>
                </a:lnTo>
                <a:lnTo>
                  <a:pt x="31841" y="55042"/>
                </a:lnTo>
                <a:lnTo>
                  <a:pt x="31877" y="50800"/>
                </a:lnTo>
                <a:lnTo>
                  <a:pt x="63542" y="50800"/>
                </a:lnTo>
                <a:lnTo>
                  <a:pt x="38227" y="0"/>
                </a:lnTo>
                <a:close/>
              </a:path>
              <a:path w="76200" h="521970">
                <a:moveTo>
                  <a:pt x="63542" y="50800"/>
                </a:moveTo>
                <a:lnTo>
                  <a:pt x="44577" y="50800"/>
                </a:lnTo>
                <a:lnTo>
                  <a:pt x="44570" y="55042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521970">
                <a:moveTo>
                  <a:pt x="44577" y="50800"/>
                </a:moveTo>
                <a:lnTo>
                  <a:pt x="38227" y="50800"/>
                </a:lnTo>
                <a:lnTo>
                  <a:pt x="44570" y="55042"/>
                </a:lnTo>
                <a:lnTo>
                  <a:pt x="44577" y="50800"/>
                </a:lnTo>
                <a:close/>
              </a:path>
              <a:path w="76200" h="521970">
                <a:moveTo>
                  <a:pt x="38227" y="50800"/>
                </a:moveTo>
                <a:lnTo>
                  <a:pt x="31877" y="50800"/>
                </a:lnTo>
                <a:lnTo>
                  <a:pt x="31870" y="55023"/>
                </a:lnTo>
                <a:lnTo>
                  <a:pt x="38227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73467" y="3710940"/>
            <a:ext cx="76200" cy="467359"/>
          </a:xfrm>
          <a:custGeom>
            <a:avLst/>
            <a:gdLst/>
            <a:ahLst/>
            <a:cxnLst/>
            <a:rect l="l" t="t" r="r" b="b"/>
            <a:pathLst>
              <a:path w="76200" h="467360">
                <a:moveTo>
                  <a:pt x="0" y="391033"/>
                </a:moveTo>
                <a:lnTo>
                  <a:pt x="37973" y="467360"/>
                </a:lnTo>
                <a:lnTo>
                  <a:pt x="63457" y="416560"/>
                </a:lnTo>
                <a:lnTo>
                  <a:pt x="31750" y="416560"/>
                </a:lnTo>
                <a:lnTo>
                  <a:pt x="31756" y="412309"/>
                </a:lnTo>
                <a:lnTo>
                  <a:pt x="0" y="391033"/>
                </a:lnTo>
                <a:close/>
              </a:path>
              <a:path w="76200" h="467360">
                <a:moveTo>
                  <a:pt x="31756" y="412309"/>
                </a:moveTo>
                <a:lnTo>
                  <a:pt x="31750" y="416560"/>
                </a:lnTo>
                <a:lnTo>
                  <a:pt x="38100" y="416560"/>
                </a:lnTo>
                <a:lnTo>
                  <a:pt x="31756" y="412309"/>
                </a:lnTo>
                <a:close/>
              </a:path>
              <a:path w="76200" h="467360">
                <a:moveTo>
                  <a:pt x="45084" y="0"/>
                </a:moveTo>
                <a:lnTo>
                  <a:pt x="32384" y="0"/>
                </a:lnTo>
                <a:lnTo>
                  <a:pt x="31788" y="391033"/>
                </a:lnTo>
                <a:lnTo>
                  <a:pt x="31775" y="412322"/>
                </a:lnTo>
                <a:lnTo>
                  <a:pt x="38100" y="416560"/>
                </a:lnTo>
                <a:lnTo>
                  <a:pt x="44456" y="412322"/>
                </a:lnTo>
                <a:lnTo>
                  <a:pt x="45084" y="0"/>
                </a:lnTo>
                <a:close/>
              </a:path>
              <a:path w="76200" h="467360">
                <a:moveTo>
                  <a:pt x="44456" y="412322"/>
                </a:moveTo>
                <a:lnTo>
                  <a:pt x="38100" y="416560"/>
                </a:lnTo>
                <a:lnTo>
                  <a:pt x="44450" y="416560"/>
                </a:lnTo>
                <a:lnTo>
                  <a:pt x="44456" y="412322"/>
                </a:lnTo>
                <a:close/>
              </a:path>
              <a:path w="76200" h="467360">
                <a:moveTo>
                  <a:pt x="76200" y="391160"/>
                </a:moveTo>
                <a:lnTo>
                  <a:pt x="44475" y="412309"/>
                </a:lnTo>
                <a:lnTo>
                  <a:pt x="44450" y="416560"/>
                </a:lnTo>
                <a:lnTo>
                  <a:pt x="63457" y="416560"/>
                </a:lnTo>
                <a:lnTo>
                  <a:pt x="76200" y="3911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73975" y="2901695"/>
            <a:ext cx="76200" cy="521970"/>
          </a:xfrm>
          <a:custGeom>
            <a:avLst/>
            <a:gdLst/>
            <a:ahLst/>
            <a:cxnLst/>
            <a:rect l="l" t="t" r="r" b="b"/>
            <a:pathLst>
              <a:path w="76200" h="521970">
                <a:moveTo>
                  <a:pt x="38226" y="50800"/>
                </a:moveTo>
                <a:lnTo>
                  <a:pt x="31870" y="55023"/>
                </a:lnTo>
                <a:lnTo>
                  <a:pt x="31115" y="521715"/>
                </a:lnTo>
                <a:lnTo>
                  <a:pt x="43815" y="521715"/>
                </a:lnTo>
                <a:lnTo>
                  <a:pt x="44535" y="76200"/>
                </a:lnTo>
                <a:lnTo>
                  <a:pt x="44541" y="55023"/>
                </a:lnTo>
                <a:lnTo>
                  <a:pt x="38226" y="50800"/>
                </a:lnTo>
                <a:close/>
              </a:path>
              <a:path w="76200" h="521970">
                <a:moveTo>
                  <a:pt x="38226" y="0"/>
                </a:moveTo>
                <a:lnTo>
                  <a:pt x="0" y="76200"/>
                </a:lnTo>
                <a:lnTo>
                  <a:pt x="31841" y="55042"/>
                </a:lnTo>
                <a:lnTo>
                  <a:pt x="31876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w="76200" h="521970">
                <a:moveTo>
                  <a:pt x="63542" y="50800"/>
                </a:moveTo>
                <a:lnTo>
                  <a:pt x="44576" y="50800"/>
                </a:lnTo>
                <a:lnTo>
                  <a:pt x="44570" y="55042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w="76200" h="521970">
                <a:moveTo>
                  <a:pt x="44576" y="50800"/>
                </a:moveTo>
                <a:lnTo>
                  <a:pt x="38226" y="50800"/>
                </a:lnTo>
                <a:lnTo>
                  <a:pt x="44570" y="55042"/>
                </a:lnTo>
                <a:lnTo>
                  <a:pt x="44576" y="50800"/>
                </a:lnTo>
                <a:close/>
              </a:path>
              <a:path w="76200" h="521970">
                <a:moveTo>
                  <a:pt x="38226" y="50800"/>
                </a:moveTo>
                <a:lnTo>
                  <a:pt x="31876" y="50800"/>
                </a:lnTo>
                <a:lnTo>
                  <a:pt x="31870" y="55023"/>
                </a:lnTo>
                <a:lnTo>
                  <a:pt x="38226" y="508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22425" y="2571750"/>
            <a:ext cx="1161415" cy="1937385"/>
          </a:xfrm>
          <a:prstGeom prst="rect">
            <a:avLst/>
          </a:prstGeom>
          <a:solidFill>
            <a:srgbClr val="F1F1F1"/>
          </a:solidFill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440"/>
              </a:spcBef>
            </a:pPr>
            <a:r>
              <a:rPr sz="2800" spc="450" dirty="0">
                <a:latin typeface="Arial"/>
                <a:cs typeface="Arial"/>
              </a:rPr>
              <a:t>𝑴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1473" y="2571750"/>
            <a:ext cx="1937385" cy="1937385"/>
          </a:xfrm>
          <a:prstGeom prst="rect">
            <a:avLst/>
          </a:prstGeom>
          <a:solidFill>
            <a:srgbClr val="006FC0">
              <a:alpha val="19999"/>
            </a:srgbClr>
          </a:solidFill>
          <a:ln w="1981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Times New Roman"/>
              <a:cs typeface="Times New Roman"/>
            </a:endParaRPr>
          </a:p>
          <a:p>
            <a:pPr marR="11430" algn="ctr">
              <a:lnSpc>
                <a:spcPct val="100000"/>
              </a:lnSpc>
            </a:pP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𝑼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43421" y="2571750"/>
            <a:ext cx="1163320" cy="1937385"/>
          </a:xfrm>
          <a:prstGeom prst="rect">
            <a:avLst/>
          </a:prstGeom>
          <a:solidFill>
            <a:srgbClr val="00AF50">
              <a:alpha val="19999"/>
            </a:srgbClr>
          </a:solidFill>
          <a:ln w="19811">
            <a:solidFill>
              <a:srgbClr val="00AF5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R="120014" algn="ctr">
              <a:lnSpc>
                <a:spcPct val="100000"/>
              </a:lnSpc>
              <a:spcBef>
                <a:spcPts val="5"/>
              </a:spcBef>
            </a:pPr>
            <a:r>
              <a:rPr sz="2800" spc="-325" dirty="0">
                <a:solidFill>
                  <a:srgbClr val="00AF50"/>
                </a:solidFill>
                <a:latin typeface="Arial"/>
                <a:cs typeface="Arial"/>
              </a:rPr>
              <a:t>𝜮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53933" y="3003042"/>
            <a:ext cx="1163320" cy="1163320"/>
          </a:xfrm>
          <a:prstGeom prst="rect">
            <a:avLst/>
          </a:prstGeom>
          <a:solidFill>
            <a:srgbClr val="FF0000">
              <a:alpha val="19999"/>
            </a:srgbClr>
          </a:solidFill>
          <a:ln w="19811">
            <a:solidFill>
              <a:srgbClr val="FF0000"/>
            </a:solidFill>
          </a:ln>
        </p:spPr>
        <p:txBody>
          <a:bodyPr vert="horz" wrap="square" lIns="0" tIns="231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25"/>
              </a:spcBef>
            </a:pPr>
            <a:r>
              <a:rPr sz="4200" spc="-735" baseline="-19841" dirty="0">
                <a:solidFill>
                  <a:srgbClr val="FF0000"/>
                </a:solidFill>
                <a:latin typeface="Arial"/>
                <a:cs typeface="Arial"/>
              </a:rPr>
              <a:t>𝑽</a:t>
            </a:r>
            <a:r>
              <a:rPr sz="2050" spc="-490" dirty="0">
                <a:solidFill>
                  <a:srgbClr val="FF0000"/>
                </a:solidFill>
                <a:latin typeface="Arial"/>
                <a:cs typeface="Arial"/>
              </a:rPr>
              <a:t>𝒕</a:t>
            </a:r>
            <a:endParaRPr sz="2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7804" y="1446275"/>
            <a:ext cx="1828038" cy="162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0183" y="1830323"/>
            <a:ext cx="2404110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6988" y="3002267"/>
            <a:ext cx="2292858" cy="8907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7804" y="1446275"/>
            <a:ext cx="1828038" cy="162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183" y="1830311"/>
            <a:ext cx="4391406" cy="7703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8680" y="4994135"/>
            <a:ext cx="2885694" cy="2430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0872" y="2816351"/>
            <a:ext cx="3650741" cy="6469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82267" y="4165091"/>
            <a:ext cx="1279397" cy="1836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851" y="3764279"/>
            <a:ext cx="4577334" cy="1623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0851" y="4628388"/>
            <a:ext cx="4345686" cy="1623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8680" y="5300459"/>
            <a:ext cx="2966466" cy="2430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7804" y="1446275"/>
            <a:ext cx="1828038" cy="1623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183" y="1830323"/>
            <a:ext cx="2786633" cy="7597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3938015"/>
            <a:ext cx="4808982" cy="7688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2747" y="2538971"/>
            <a:ext cx="2300478" cy="1005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45864" y="3203448"/>
            <a:ext cx="1765554" cy="2080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27347" y="2993135"/>
            <a:ext cx="179831" cy="5897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804" y="1446275"/>
            <a:ext cx="1488186" cy="133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5612" y="1830311"/>
            <a:ext cx="4575810" cy="46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2896" y="2123693"/>
            <a:ext cx="8471535" cy="370840"/>
          </a:xfrm>
          <a:custGeom>
            <a:avLst/>
            <a:gdLst/>
            <a:ahLst/>
            <a:cxnLst/>
            <a:rect l="l" t="t" r="r" b="b"/>
            <a:pathLst>
              <a:path w="8471535" h="370839">
                <a:moveTo>
                  <a:pt x="8471129" y="0"/>
                </a:moveTo>
                <a:lnTo>
                  <a:pt x="4235564" y="0"/>
                </a:lnTo>
                <a:lnTo>
                  <a:pt x="0" y="0"/>
                </a:lnTo>
                <a:lnTo>
                  <a:pt x="0" y="370840"/>
                </a:lnTo>
                <a:lnTo>
                  <a:pt x="4235551" y="370840"/>
                </a:lnTo>
                <a:lnTo>
                  <a:pt x="8471129" y="370840"/>
                </a:lnTo>
                <a:lnTo>
                  <a:pt x="847112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72896" y="2117344"/>
          <a:ext cx="8471535" cy="75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72896" y="3236214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28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2896" y="360705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28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17570" y="2258441"/>
            <a:ext cx="151511" cy="1162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8410" y="2255266"/>
            <a:ext cx="258064" cy="122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465323" y="2608452"/>
            <a:ext cx="315595" cy="133985"/>
            <a:chOff x="2465323" y="2608452"/>
            <a:chExt cx="315595" cy="133985"/>
          </a:xfrm>
        </p:grpSpPr>
        <p:sp>
          <p:nvSpPr>
            <p:cNvPr id="12" name="object 12"/>
            <p:cNvSpPr/>
            <p:nvPr/>
          </p:nvSpPr>
          <p:spPr>
            <a:xfrm>
              <a:off x="2465323" y="2632836"/>
              <a:ext cx="114426" cy="109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6199" y="2608452"/>
              <a:ext cx="164719" cy="13398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847848" y="2673476"/>
            <a:ext cx="99060" cy="44450"/>
            <a:chOff x="2847848" y="2673476"/>
            <a:chExt cx="99060" cy="44450"/>
          </a:xfrm>
        </p:grpSpPr>
        <p:sp>
          <p:nvSpPr>
            <p:cNvPr id="15" name="object 15"/>
            <p:cNvSpPr/>
            <p:nvPr/>
          </p:nvSpPr>
          <p:spPr>
            <a:xfrm>
              <a:off x="2847848" y="2706750"/>
              <a:ext cx="99059" cy="107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7848" y="2673476"/>
              <a:ext cx="99059" cy="106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015954" y="2631439"/>
            <a:ext cx="98720" cy="1418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63189" y="2632201"/>
            <a:ext cx="98044" cy="110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6182" y="2608452"/>
            <a:ext cx="158156" cy="1648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6656831" y="2608452"/>
            <a:ext cx="315595" cy="133985"/>
            <a:chOff x="6656831" y="2608452"/>
            <a:chExt cx="315595" cy="133985"/>
          </a:xfrm>
        </p:grpSpPr>
        <p:sp>
          <p:nvSpPr>
            <p:cNvPr id="21" name="object 21"/>
            <p:cNvSpPr/>
            <p:nvPr/>
          </p:nvSpPr>
          <p:spPr>
            <a:xfrm>
              <a:off x="6656831" y="2632836"/>
              <a:ext cx="114426" cy="1096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07707" y="2608452"/>
              <a:ext cx="164719" cy="13398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039229" y="2673476"/>
            <a:ext cx="99060" cy="44450"/>
            <a:chOff x="7039229" y="2673476"/>
            <a:chExt cx="99060" cy="44450"/>
          </a:xfrm>
        </p:grpSpPr>
        <p:sp>
          <p:nvSpPr>
            <p:cNvPr id="24" name="object 24"/>
            <p:cNvSpPr/>
            <p:nvPr/>
          </p:nvSpPr>
          <p:spPr>
            <a:xfrm>
              <a:off x="7039229" y="2706750"/>
              <a:ext cx="99060" cy="1079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39229" y="2673476"/>
              <a:ext cx="99060" cy="106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7209790" y="2608452"/>
            <a:ext cx="366140" cy="13538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98409" y="2608452"/>
            <a:ext cx="154305" cy="13538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91532" y="3003042"/>
            <a:ext cx="97916" cy="11023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5053076" y="3044317"/>
            <a:ext cx="99060" cy="44450"/>
            <a:chOff x="5053076" y="3044317"/>
            <a:chExt cx="99060" cy="44450"/>
          </a:xfrm>
        </p:grpSpPr>
        <p:sp>
          <p:nvSpPr>
            <p:cNvPr id="30" name="object 30"/>
            <p:cNvSpPr/>
            <p:nvPr/>
          </p:nvSpPr>
          <p:spPr>
            <a:xfrm>
              <a:off x="5053076" y="3077591"/>
              <a:ext cx="99060" cy="1079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53076" y="3044317"/>
              <a:ext cx="99060" cy="1066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5213096" y="2979292"/>
            <a:ext cx="257809" cy="13398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893646" y="3373120"/>
            <a:ext cx="98723" cy="14185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5060822" y="3415157"/>
            <a:ext cx="99060" cy="44450"/>
            <a:chOff x="5060822" y="3415157"/>
            <a:chExt cx="99060" cy="44450"/>
          </a:xfrm>
        </p:grpSpPr>
        <p:sp>
          <p:nvSpPr>
            <p:cNvPr id="35" name="object 35"/>
            <p:cNvSpPr/>
            <p:nvPr/>
          </p:nvSpPr>
          <p:spPr>
            <a:xfrm>
              <a:off x="5060822" y="3448431"/>
              <a:ext cx="98932" cy="10795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60822" y="3415157"/>
              <a:ext cx="98932" cy="1066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5231257" y="3374516"/>
            <a:ext cx="101980" cy="11099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7804" y="1446275"/>
            <a:ext cx="1488186" cy="13335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0183" y="1831848"/>
            <a:ext cx="2154174" cy="162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0262" y="2668777"/>
          <a:ext cx="8466455" cy="2216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30262" y="2675127"/>
            <a:ext cx="8466455" cy="2207260"/>
            <a:chOff x="730262" y="2675127"/>
            <a:chExt cx="8466455" cy="2207260"/>
          </a:xfrm>
        </p:grpSpPr>
        <p:sp>
          <p:nvSpPr>
            <p:cNvPr id="7" name="object 7"/>
            <p:cNvSpPr/>
            <p:nvPr/>
          </p:nvSpPr>
          <p:spPr>
            <a:xfrm>
              <a:off x="2669159" y="2675127"/>
              <a:ext cx="6527800" cy="370840"/>
            </a:xfrm>
            <a:custGeom>
              <a:avLst/>
              <a:gdLst/>
              <a:ahLst/>
              <a:cxnLst/>
              <a:rect l="l" t="t" r="r" b="b"/>
              <a:pathLst>
                <a:path w="6527800" h="370839">
                  <a:moveTo>
                    <a:pt x="6527419" y="0"/>
                  </a:moveTo>
                  <a:lnTo>
                    <a:pt x="3186811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3186811" y="370840"/>
                  </a:lnTo>
                  <a:lnTo>
                    <a:pt x="6527419" y="370840"/>
                  </a:lnTo>
                  <a:lnTo>
                    <a:pt x="652741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0262" y="3045980"/>
              <a:ext cx="1939289" cy="1836420"/>
            </a:xfrm>
            <a:custGeom>
              <a:avLst/>
              <a:gdLst/>
              <a:ahLst/>
              <a:cxnLst/>
              <a:rect l="l" t="t" r="r" b="b"/>
              <a:pathLst>
                <a:path w="1939289" h="1836420">
                  <a:moveTo>
                    <a:pt x="1938909" y="1224026"/>
                  </a:moveTo>
                  <a:lnTo>
                    <a:pt x="0" y="1224026"/>
                  </a:lnTo>
                  <a:lnTo>
                    <a:pt x="0" y="1836026"/>
                  </a:lnTo>
                  <a:lnTo>
                    <a:pt x="1938909" y="1836026"/>
                  </a:lnTo>
                  <a:lnTo>
                    <a:pt x="1938909" y="1224026"/>
                  </a:lnTo>
                  <a:close/>
                </a:path>
                <a:path w="1939289" h="1836420">
                  <a:moveTo>
                    <a:pt x="1938909" y="612013"/>
                  </a:moveTo>
                  <a:lnTo>
                    <a:pt x="0" y="612013"/>
                  </a:lnTo>
                  <a:lnTo>
                    <a:pt x="0" y="1224013"/>
                  </a:lnTo>
                  <a:lnTo>
                    <a:pt x="1938909" y="1224013"/>
                  </a:lnTo>
                  <a:lnTo>
                    <a:pt x="1938909" y="612013"/>
                  </a:lnTo>
                  <a:close/>
                </a:path>
                <a:path w="1939289" h="1836420">
                  <a:moveTo>
                    <a:pt x="1938909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1938909" y="612000"/>
                  </a:lnTo>
                  <a:lnTo>
                    <a:pt x="19389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0746" y="2809874"/>
              <a:ext cx="151511" cy="1162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98892" y="2806572"/>
              <a:ext cx="258063" cy="12255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4498" y="3290188"/>
              <a:ext cx="1116482" cy="155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38168" y="3288665"/>
              <a:ext cx="937259" cy="12623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09465" y="3280536"/>
              <a:ext cx="279019" cy="13398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60133" y="3288665"/>
              <a:ext cx="592836" cy="12623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87004" y="3304794"/>
              <a:ext cx="114426" cy="10972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9240" y="3915410"/>
              <a:ext cx="289052" cy="11239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25977" y="3900677"/>
              <a:ext cx="752601" cy="12623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9967" y="3915410"/>
              <a:ext cx="98852" cy="14185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0385" y="3900677"/>
              <a:ext cx="752729" cy="12623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0254" y="3917695"/>
              <a:ext cx="325882" cy="10922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96835" y="3916806"/>
              <a:ext cx="101981" cy="11099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44663" y="3917695"/>
              <a:ext cx="325881" cy="10922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48054" y="4493767"/>
              <a:ext cx="158242" cy="18872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461" y="4563236"/>
              <a:ext cx="103377" cy="7873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10766" y="4562220"/>
              <a:ext cx="136906" cy="11417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56000" y="4516120"/>
              <a:ext cx="1258570" cy="15544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56227" y="4531741"/>
              <a:ext cx="98044" cy="11023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02530" y="4516120"/>
              <a:ext cx="726440" cy="12636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78247" y="4493767"/>
              <a:ext cx="158241" cy="18872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61380" y="4627833"/>
              <a:ext cx="12215" cy="14143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34124" y="4512691"/>
              <a:ext cx="1258697" cy="155447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34477" y="4528820"/>
              <a:ext cx="101092" cy="109600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79130" y="4512691"/>
              <a:ext cx="726567" cy="126237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54847" y="4558792"/>
              <a:ext cx="137032" cy="1141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10676" y="4624275"/>
              <a:ext cx="12215" cy="14145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473963" y="1443177"/>
            <a:ext cx="3958590" cy="30256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7804" y="1935479"/>
            <a:ext cx="1905762" cy="1623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0183" y="2321051"/>
            <a:ext cx="3925062" cy="1623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37489" y="431419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4.1.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603" y="3220199"/>
            <a:ext cx="6919722" cy="8039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34439" y="4558284"/>
            <a:ext cx="2370582" cy="2232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560" y="4509515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2060" y="5001767"/>
            <a:ext cx="3623310" cy="2065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1560" y="4939284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0851" y="3526523"/>
            <a:ext cx="3568446" cy="4625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0516" y="3012948"/>
            <a:ext cx="3207258" cy="2095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3563" y="4140708"/>
            <a:ext cx="3198114" cy="2186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61003" y="3479266"/>
            <a:ext cx="2111502" cy="2278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5152" y="4210811"/>
            <a:ext cx="1820418" cy="1623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3963" y="1443164"/>
            <a:ext cx="3071622" cy="2339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3231" y="1935479"/>
            <a:ext cx="1664970" cy="1333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0183" y="2319515"/>
            <a:ext cx="4595622" cy="47016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259080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2390" y="2616734"/>
            <a:ext cx="238491" cy="1287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0851" y="3009874"/>
            <a:ext cx="1983486" cy="4595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2452" y="1450874"/>
            <a:ext cx="227761" cy="1287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0183" y="1831822"/>
            <a:ext cx="2963417" cy="4595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46932" y="2601467"/>
            <a:ext cx="2597150" cy="2493645"/>
            <a:chOff x="3646932" y="2601467"/>
            <a:chExt cx="2597150" cy="2493645"/>
          </a:xfrm>
        </p:grpSpPr>
        <p:sp>
          <p:nvSpPr>
            <p:cNvPr id="6" name="object 6"/>
            <p:cNvSpPr/>
            <p:nvPr/>
          </p:nvSpPr>
          <p:spPr>
            <a:xfrm>
              <a:off x="3646932" y="2601467"/>
              <a:ext cx="2596895" cy="24932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8052" y="2668523"/>
              <a:ext cx="265430" cy="269875"/>
            </a:xfrm>
            <a:custGeom>
              <a:avLst/>
              <a:gdLst/>
              <a:ahLst/>
              <a:cxnLst/>
              <a:rect l="l" t="t" r="r" b="b"/>
              <a:pathLst>
                <a:path w="265429" h="269875">
                  <a:moveTo>
                    <a:pt x="265175" y="0"/>
                  </a:moveTo>
                  <a:lnTo>
                    <a:pt x="0" y="0"/>
                  </a:lnTo>
                  <a:lnTo>
                    <a:pt x="0" y="269748"/>
                  </a:lnTo>
                  <a:lnTo>
                    <a:pt x="265175" y="269748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07864" y="2763011"/>
              <a:ext cx="165353" cy="1501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20739" y="3617975"/>
              <a:ext cx="163829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0183" y="1831848"/>
            <a:ext cx="4514850" cy="162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46932" y="2601467"/>
            <a:ext cx="2597150" cy="2493645"/>
            <a:chOff x="3646932" y="2601467"/>
            <a:chExt cx="2597150" cy="2493645"/>
          </a:xfrm>
        </p:grpSpPr>
        <p:sp>
          <p:nvSpPr>
            <p:cNvPr id="6" name="object 6"/>
            <p:cNvSpPr/>
            <p:nvPr/>
          </p:nvSpPr>
          <p:spPr>
            <a:xfrm>
              <a:off x="3646932" y="2601467"/>
              <a:ext cx="2596895" cy="24932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72812" y="2639567"/>
              <a:ext cx="378460" cy="294640"/>
            </a:xfrm>
            <a:custGeom>
              <a:avLst/>
              <a:gdLst/>
              <a:ahLst/>
              <a:cxnLst/>
              <a:rect l="l" t="t" r="r" b="b"/>
              <a:pathLst>
                <a:path w="378460" h="294639">
                  <a:moveTo>
                    <a:pt x="377951" y="0"/>
                  </a:moveTo>
                  <a:lnTo>
                    <a:pt x="0" y="0"/>
                  </a:lnTo>
                  <a:lnTo>
                    <a:pt x="0" y="294132"/>
                  </a:lnTo>
                  <a:lnTo>
                    <a:pt x="377951" y="294132"/>
                  </a:lnTo>
                  <a:lnTo>
                    <a:pt x="377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09388" y="2746247"/>
              <a:ext cx="252222" cy="1501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8924" y="3525011"/>
              <a:ext cx="349250" cy="279400"/>
            </a:xfrm>
            <a:custGeom>
              <a:avLst/>
              <a:gdLst/>
              <a:ahLst/>
              <a:cxnLst/>
              <a:rect l="l" t="t" r="r" b="b"/>
              <a:pathLst>
                <a:path w="349250" h="279400">
                  <a:moveTo>
                    <a:pt x="348996" y="0"/>
                  </a:moveTo>
                  <a:lnTo>
                    <a:pt x="0" y="0"/>
                  </a:lnTo>
                  <a:lnTo>
                    <a:pt x="0" y="278892"/>
                  </a:lnTo>
                  <a:lnTo>
                    <a:pt x="348996" y="278892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3308" y="3624071"/>
              <a:ext cx="249174" cy="15163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0916" y="3864863"/>
              <a:ext cx="1270" cy="464820"/>
            </a:xfrm>
            <a:custGeom>
              <a:avLst/>
              <a:gdLst/>
              <a:ahLst/>
              <a:cxnLst/>
              <a:rect l="l" t="t" r="r" b="b"/>
              <a:pathLst>
                <a:path w="1270" h="464820">
                  <a:moveTo>
                    <a:pt x="0" y="0"/>
                  </a:moveTo>
                  <a:lnTo>
                    <a:pt x="1143" y="464438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0916" y="4090415"/>
              <a:ext cx="1342390" cy="12065"/>
            </a:xfrm>
            <a:custGeom>
              <a:avLst/>
              <a:gdLst/>
              <a:ahLst/>
              <a:cxnLst/>
              <a:rect l="l" t="t" r="r" b="b"/>
              <a:pathLst>
                <a:path w="1342389" h="12064">
                  <a:moveTo>
                    <a:pt x="1341882" y="11810"/>
                  </a:moveTo>
                  <a:lnTo>
                    <a:pt x="0" y="0"/>
                  </a:lnTo>
                </a:path>
              </a:pathLst>
            </a:custGeom>
            <a:ln w="12191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3560" y="3864863"/>
              <a:ext cx="1270" cy="464820"/>
            </a:xfrm>
            <a:custGeom>
              <a:avLst/>
              <a:gdLst/>
              <a:ahLst/>
              <a:cxnLst/>
              <a:rect l="l" t="t" r="r" b="b"/>
              <a:pathLst>
                <a:path w="1270" h="464820">
                  <a:moveTo>
                    <a:pt x="0" y="0"/>
                  </a:moveTo>
                  <a:lnTo>
                    <a:pt x="1142" y="464438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4920" y="4174235"/>
              <a:ext cx="140970" cy="11658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0183" y="1830323"/>
            <a:ext cx="4630674" cy="17297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46932" y="2601467"/>
            <a:ext cx="2597150" cy="2493645"/>
            <a:chOff x="3646932" y="2601467"/>
            <a:chExt cx="2597150" cy="2493645"/>
          </a:xfrm>
        </p:grpSpPr>
        <p:sp>
          <p:nvSpPr>
            <p:cNvPr id="6" name="object 6"/>
            <p:cNvSpPr/>
            <p:nvPr/>
          </p:nvSpPr>
          <p:spPr>
            <a:xfrm>
              <a:off x="3646932" y="2601467"/>
              <a:ext cx="2596895" cy="24932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67884" y="3645407"/>
              <a:ext cx="1905" cy="367030"/>
            </a:xfrm>
            <a:custGeom>
              <a:avLst/>
              <a:gdLst/>
              <a:ahLst/>
              <a:cxnLst/>
              <a:rect l="l" t="t" r="r" b="b"/>
              <a:pathLst>
                <a:path w="1904" h="367029">
                  <a:moveTo>
                    <a:pt x="1777" y="366649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2144" y="3637787"/>
              <a:ext cx="422275" cy="635"/>
            </a:xfrm>
            <a:custGeom>
              <a:avLst/>
              <a:gdLst/>
              <a:ahLst/>
              <a:cxnLst/>
              <a:rect l="l" t="t" r="r" b="b"/>
              <a:pathLst>
                <a:path w="422275" h="635">
                  <a:moveTo>
                    <a:pt x="422275" y="381"/>
                  </a:moveTo>
                  <a:lnTo>
                    <a:pt x="0" y="0"/>
                  </a:lnTo>
                </a:path>
              </a:pathLst>
            </a:custGeom>
            <a:ln w="121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8864" y="3872483"/>
              <a:ext cx="144017" cy="11658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2144" y="4017263"/>
              <a:ext cx="422275" cy="635"/>
            </a:xfrm>
            <a:custGeom>
              <a:avLst/>
              <a:gdLst/>
              <a:ahLst/>
              <a:cxnLst/>
              <a:rect l="l" t="t" r="r" b="b"/>
              <a:pathLst>
                <a:path w="422275" h="635">
                  <a:moveTo>
                    <a:pt x="422275" y="381"/>
                  </a:moveTo>
                  <a:lnTo>
                    <a:pt x="0" y="0"/>
                  </a:lnTo>
                </a:path>
              </a:pathLst>
            </a:custGeom>
            <a:ln w="121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72812" y="2639567"/>
              <a:ext cx="378460" cy="294640"/>
            </a:xfrm>
            <a:custGeom>
              <a:avLst/>
              <a:gdLst/>
              <a:ahLst/>
              <a:cxnLst/>
              <a:rect l="l" t="t" r="r" b="b"/>
              <a:pathLst>
                <a:path w="378460" h="294639">
                  <a:moveTo>
                    <a:pt x="377951" y="0"/>
                  </a:moveTo>
                  <a:lnTo>
                    <a:pt x="0" y="0"/>
                  </a:lnTo>
                  <a:lnTo>
                    <a:pt x="0" y="294132"/>
                  </a:lnTo>
                  <a:lnTo>
                    <a:pt x="377951" y="294132"/>
                  </a:lnTo>
                  <a:lnTo>
                    <a:pt x="377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09388" y="2746247"/>
              <a:ext cx="252222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68924" y="3525011"/>
              <a:ext cx="349250" cy="279400"/>
            </a:xfrm>
            <a:custGeom>
              <a:avLst/>
              <a:gdLst/>
              <a:ahLst/>
              <a:cxnLst/>
              <a:rect l="l" t="t" r="r" b="b"/>
              <a:pathLst>
                <a:path w="349250" h="279400">
                  <a:moveTo>
                    <a:pt x="348996" y="0"/>
                  </a:moveTo>
                  <a:lnTo>
                    <a:pt x="0" y="0"/>
                  </a:lnTo>
                  <a:lnTo>
                    <a:pt x="0" y="278892"/>
                  </a:lnTo>
                  <a:lnTo>
                    <a:pt x="348996" y="278892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3308" y="3624071"/>
              <a:ext cx="249174" cy="15163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0183" y="1830323"/>
            <a:ext cx="4630674" cy="17297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46932" y="2601467"/>
            <a:ext cx="2595880" cy="2491740"/>
            <a:chOff x="3646932" y="2601467"/>
            <a:chExt cx="2595880" cy="2491740"/>
          </a:xfrm>
        </p:grpSpPr>
        <p:sp>
          <p:nvSpPr>
            <p:cNvPr id="6" name="object 6"/>
            <p:cNvSpPr/>
            <p:nvPr/>
          </p:nvSpPr>
          <p:spPr>
            <a:xfrm>
              <a:off x="3646932" y="2601467"/>
              <a:ext cx="2595372" cy="24917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8924" y="3525011"/>
              <a:ext cx="349250" cy="279400"/>
            </a:xfrm>
            <a:custGeom>
              <a:avLst/>
              <a:gdLst/>
              <a:ahLst/>
              <a:cxnLst/>
              <a:rect l="l" t="t" r="r" b="b"/>
              <a:pathLst>
                <a:path w="349250" h="279400">
                  <a:moveTo>
                    <a:pt x="348996" y="0"/>
                  </a:moveTo>
                  <a:lnTo>
                    <a:pt x="0" y="0"/>
                  </a:lnTo>
                  <a:lnTo>
                    <a:pt x="0" y="278892"/>
                  </a:lnTo>
                  <a:lnTo>
                    <a:pt x="348996" y="278892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93308" y="3624071"/>
              <a:ext cx="249174" cy="1516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72812" y="2639567"/>
              <a:ext cx="378460" cy="294640"/>
            </a:xfrm>
            <a:custGeom>
              <a:avLst/>
              <a:gdLst/>
              <a:ahLst/>
              <a:cxnLst/>
              <a:rect l="l" t="t" r="r" b="b"/>
              <a:pathLst>
                <a:path w="378460" h="294639">
                  <a:moveTo>
                    <a:pt x="377951" y="0"/>
                  </a:moveTo>
                  <a:lnTo>
                    <a:pt x="0" y="0"/>
                  </a:lnTo>
                  <a:lnTo>
                    <a:pt x="0" y="294132"/>
                  </a:lnTo>
                  <a:lnTo>
                    <a:pt x="377951" y="294132"/>
                  </a:lnTo>
                  <a:lnTo>
                    <a:pt x="377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09388" y="2746247"/>
              <a:ext cx="252222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36820" y="2703575"/>
              <a:ext cx="198882" cy="19888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183" y="1830323"/>
            <a:ext cx="5034534" cy="17297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46932" y="2601467"/>
            <a:ext cx="2595880" cy="2491740"/>
            <a:chOff x="3646932" y="2601467"/>
            <a:chExt cx="2595880" cy="2491740"/>
          </a:xfrm>
        </p:grpSpPr>
        <p:sp>
          <p:nvSpPr>
            <p:cNvPr id="6" name="object 6"/>
            <p:cNvSpPr/>
            <p:nvPr/>
          </p:nvSpPr>
          <p:spPr>
            <a:xfrm>
              <a:off x="3646932" y="2601467"/>
              <a:ext cx="2595372" cy="24917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2624" y="2686811"/>
              <a:ext cx="222504" cy="1866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07024" y="3607307"/>
              <a:ext cx="163829" cy="1501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0183" y="1828800"/>
            <a:ext cx="5272278" cy="162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0831" y="5420867"/>
            <a:ext cx="4229862" cy="1623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787395" y="2572511"/>
            <a:ext cx="3954145" cy="2527300"/>
            <a:chOff x="2787395" y="2572511"/>
            <a:chExt cx="3954145" cy="2527300"/>
          </a:xfrm>
        </p:grpSpPr>
        <p:sp>
          <p:nvSpPr>
            <p:cNvPr id="7" name="object 7"/>
            <p:cNvSpPr/>
            <p:nvPr/>
          </p:nvSpPr>
          <p:spPr>
            <a:xfrm>
              <a:off x="3646931" y="2572511"/>
              <a:ext cx="2595372" cy="24917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140" y="3308603"/>
              <a:ext cx="1788795" cy="1791335"/>
            </a:xfrm>
            <a:custGeom>
              <a:avLst/>
              <a:gdLst/>
              <a:ahLst/>
              <a:cxnLst/>
              <a:rect l="l" t="t" r="r" b="b"/>
              <a:pathLst>
                <a:path w="1788795" h="1791335">
                  <a:moveTo>
                    <a:pt x="356235" y="1314069"/>
                  </a:moveTo>
                  <a:lnTo>
                    <a:pt x="340207" y="1264031"/>
                  </a:lnTo>
                  <a:lnTo>
                    <a:pt x="312928" y="1178814"/>
                  </a:lnTo>
                  <a:lnTo>
                    <a:pt x="303999" y="1251597"/>
                  </a:lnTo>
                  <a:lnTo>
                    <a:pt x="9144" y="949579"/>
                  </a:lnTo>
                  <a:lnTo>
                    <a:pt x="0" y="958469"/>
                  </a:lnTo>
                  <a:lnTo>
                    <a:pt x="294881" y="1260398"/>
                  </a:lnTo>
                  <a:lnTo>
                    <a:pt x="222123" y="1267587"/>
                  </a:lnTo>
                  <a:lnTo>
                    <a:pt x="356235" y="1314069"/>
                  </a:lnTo>
                  <a:close/>
                </a:path>
                <a:path w="1788795" h="1791335">
                  <a:moveTo>
                    <a:pt x="805942" y="1782445"/>
                  </a:moveTo>
                  <a:lnTo>
                    <a:pt x="508812" y="1454937"/>
                  </a:lnTo>
                  <a:lnTo>
                    <a:pt x="569417" y="1451229"/>
                  </a:lnTo>
                  <a:lnTo>
                    <a:pt x="581914" y="1450467"/>
                  </a:lnTo>
                  <a:lnTo>
                    <a:pt x="449580" y="1399032"/>
                  </a:lnTo>
                  <a:lnTo>
                    <a:pt x="487934" y="1535811"/>
                  </a:lnTo>
                  <a:lnTo>
                    <a:pt x="499465" y="1463497"/>
                  </a:lnTo>
                  <a:lnTo>
                    <a:pt x="796544" y="1790954"/>
                  </a:lnTo>
                  <a:lnTo>
                    <a:pt x="805942" y="1782445"/>
                  </a:lnTo>
                  <a:close/>
                </a:path>
                <a:path w="1788795" h="1791335">
                  <a:moveTo>
                    <a:pt x="1788541" y="0"/>
                  </a:moveTo>
                  <a:lnTo>
                    <a:pt x="1659636" y="59563"/>
                  </a:lnTo>
                  <a:lnTo>
                    <a:pt x="1732813" y="59563"/>
                  </a:lnTo>
                  <a:lnTo>
                    <a:pt x="833920" y="1184884"/>
                  </a:lnTo>
                  <a:lnTo>
                    <a:pt x="833920" y="1195070"/>
                  </a:lnTo>
                  <a:lnTo>
                    <a:pt x="833920" y="1184884"/>
                  </a:lnTo>
                  <a:lnTo>
                    <a:pt x="832091" y="1187170"/>
                  </a:lnTo>
                  <a:lnTo>
                    <a:pt x="815975" y="1115822"/>
                  </a:lnTo>
                  <a:lnTo>
                    <a:pt x="786384" y="1254633"/>
                  </a:lnTo>
                  <a:lnTo>
                    <a:pt x="906767" y="1199007"/>
                  </a:lnTo>
                  <a:lnTo>
                    <a:pt x="915289" y="1195070"/>
                  </a:lnTo>
                  <a:lnTo>
                    <a:pt x="842098" y="1195070"/>
                  </a:lnTo>
                  <a:lnTo>
                    <a:pt x="1742694" y="67475"/>
                  </a:lnTo>
                  <a:lnTo>
                    <a:pt x="1758823" y="138811"/>
                  </a:lnTo>
                  <a:lnTo>
                    <a:pt x="1776628" y="55626"/>
                  </a:lnTo>
                  <a:lnTo>
                    <a:pt x="17885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87395" y="4075175"/>
              <a:ext cx="887730" cy="12268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92623" y="2657855"/>
              <a:ext cx="222504" cy="18516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07023" y="3578351"/>
              <a:ext cx="163829" cy="15011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29300" y="2756915"/>
              <a:ext cx="912113" cy="12268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0183" y="1828800"/>
            <a:ext cx="5272278" cy="1623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0183" y="1831835"/>
            <a:ext cx="2980181" cy="4381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0851" y="5061203"/>
            <a:ext cx="3696462" cy="1623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8011" y="2566403"/>
            <a:ext cx="1052334" cy="4671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74035" y="1776958"/>
            <a:ext cx="2754630" cy="2278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4108" y="3851135"/>
            <a:ext cx="1651253" cy="4671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9347" y="3185134"/>
            <a:ext cx="1241310" cy="4671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68678" y="4505031"/>
            <a:ext cx="23494" cy="1164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103620" y="2525267"/>
            <a:ext cx="2711450" cy="1874520"/>
            <a:chOff x="6103620" y="2525267"/>
            <a:chExt cx="2711450" cy="1874520"/>
          </a:xfrm>
        </p:grpSpPr>
        <p:sp>
          <p:nvSpPr>
            <p:cNvPr id="13" name="object 13"/>
            <p:cNvSpPr/>
            <p:nvPr/>
          </p:nvSpPr>
          <p:spPr>
            <a:xfrm>
              <a:off x="6164580" y="2525267"/>
              <a:ext cx="2650490" cy="1874520"/>
            </a:xfrm>
            <a:custGeom>
              <a:avLst/>
              <a:gdLst/>
              <a:ahLst/>
              <a:cxnLst/>
              <a:rect l="l" t="t" r="r" b="b"/>
              <a:pathLst>
                <a:path w="2650490" h="1874520">
                  <a:moveTo>
                    <a:pt x="2649982" y="1836420"/>
                  </a:moveTo>
                  <a:lnTo>
                    <a:pt x="2634729" y="1828800"/>
                  </a:lnTo>
                  <a:lnTo>
                    <a:pt x="2573782" y="1798320"/>
                  </a:lnTo>
                  <a:lnTo>
                    <a:pt x="2573782" y="1828800"/>
                  </a:lnTo>
                  <a:lnTo>
                    <a:pt x="45720" y="1828800"/>
                  </a:lnTo>
                  <a:lnTo>
                    <a:pt x="4572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480" y="76200"/>
                  </a:lnTo>
                  <a:lnTo>
                    <a:pt x="30480" y="1836039"/>
                  </a:lnTo>
                  <a:lnTo>
                    <a:pt x="38100" y="1836039"/>
                  </a:lnTo>
                  <a:lnTo>
                    <a:pt x="38100" y="1844040"/>
                  </a:lnTo>
                  <a:lnTo>
                    <a:pt x="2573782" y="1844040"/>
                  </a:lnTo>
                  <a:lnTo>
                    <a:pt x="2573782" y="1874520"/>
                  </a:lnTo>
                  <a:lnTo>
                    <a:pt x="2634729" y="1844040"/>
                  </a:lnTo>
                  <a:lnTo>
                    <a:pt x="2649982" y="18364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03620" y="2881883"/>
              <a:ext cx="2520315" cy="0"/>
            </a:xfrm>
            <a:custGeom>
              <a:avLst/>
              <a:gdLst/>
              <a:ahLst/>
              <a:cxnLst/>
              <a:rect l="l" t="t" r="r" b="b"/>
              <a:pathLst>
                <a:path w="2520315">
                  <a:moveTo>
                    <a:pt x="0" y="0"/>
                  </a:moveTo>
                  <a:lnTo>
                    <a:pt x="2520060" y="0"/>
                  </a:lnTo>
                </a:path>
              </a:pathLst>
            </a:custGeom>
            <a:ln w="1524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991796" y="2793638"/>
            <a:ext cx="16573" cy="1179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93955" y="4265822"/>
            <a:ext cx="50990" cy="1179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83626" y="2526887"/>
            <a:ext cx="221695" cy="10734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17535" y="4495800"/>
            <a:ext cx="857250" cy="11353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274308" y="2967227"/>
            <a:ext cx="718185" cy="1400810"/>
            <a:chOff x="6274308" y="2967227"/>
            <a:chExt cx="718185" cy="1400810"/>
          </a:xfrm>
        </p:grpSpPr>
        <p:sp>
          <p:nvSpPr>
            <p:cNvPr id="20" name="object 20"/>
            <p:cNvSpPr/>
            <p:nvPr/>
          </p:nvSpPr>
          <p:spPr>
            <a:xfrm>
              <a:off x="6274308" y="3646931"/>
              <a:ext cx="108203" cy="71932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26708" y="3284219"/>
              <a:ext cx="108204" cy="108051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79108" y="3107435"/>
              <a:ext cx="108203" cy="126034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31508" y="3011423"/>
              <a:ext cx="108203" cy="135026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83908" y="2967227"/>
              <a:ext cx="108203" cy="13975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036307" y="2929127"/>
            <a:ext cx="413384" cy="1437640"/>
            <a:chOff x="7036307" y="2929127"/>
            <a:chExt cx="413384" cy="1437640"/>
          </a:xfrm>
        </p:grpSpPr>
        <p:sp>
          <p:nvSpPr>
            <p:cNvPr id="26" name="object 26"/>
            <p:cNvSpPr/>
            <p:nvPr/>
          </p:nvSpPr>
          <p:spPr>
            <a:xfrm>
              <a:off x="7188707" y="2935223"/>
              <a:ext cx="108203" cy="142951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36307" y="2948939"/>
              <a:ext cx="108203" cy="141731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41107" y="2929127"/>
              <a:ext cx="108203" cy="143256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7498080" y="2929127"/>
            <a:ext cx="106679" cy="14371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50480" y="2929127"/>
            <a:ext cx="106679" cy="143713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02880" y="2923032"/>
            <a:ext cx="106679" cy="144018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55280" y="2923032"/>
            <a:ext cx="106679" cy="144018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07680" y="2923032"/>
            <a:ext cx="106679" cy="144018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6103620" y="2923032"/>
            <a:ext cx="2520315" cy="1440180"/>
            <a:chOff x="6103620" y="2923032"/>
            <a:chExt cx="2520315" cy="1440180"/>
          </a:xfrm>
        </p:grpSpPr>
        <p:sp>
          <p:nvSpPr>
            <p:cNvPr id="35" name="object 35"/>
            <p:cNvSpPr/>
            <p:nvPr/>
          </p:nvSpPr>
          <p:spPr>
            <a:xfrm>
              <a:off x="8260080" y="2923032"/>
              <a:ext cx="106679" cy="144018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03620" y="2996184"/>
              <a:ext cx="2520315" cy="0"/>
            </a:xfrm>
            <a:custGeom>
              <a:avLst/>
              <a:gdLst/>
              <a:ahLst/>
              <a:cxnLst/>
              <a:rect l="l" t="t" r="r" b="b"/>
              <a:pathLst>
                <a:path w="2520315">
                  <a:moveTo>
                    <a:pt x="0" y="0"/>
                  </a:moveTo>
                  <a:lnTo>
                    <a:pt x="2520060" y="0"/>
                  </a:lnTo>
                </a:path>
              </a:pathLst>
            </a:custGeom>
            <a:ln w="15240">
              <a:solidFill>
                <a:srgbClr val="183DA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8834654" y="2968825"/>
            <a:ext cx="386307" cy="1393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85238" y="4588840"/>
            <a:ext cx="502123" cy="13479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645652" y="2948939"/>
            <a:ext cx="169164" cy="9906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33616" y="4370832"/>
            <a:ext cx="99059" cy="1706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7804" y="1446275"/>
            <a:ext cx="1146809" cy="13335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0851" y="5190744"/>
            <a:ext cx="4885182" cy="1623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75659" y="3366515"/>
            <a:ext cx="1266190" cy="1382395"/>
            <a:chOff x="3375659" y="3366515"/>
            <a:chExt cx="1266190" cy="1382395"/>
          </a:xfrm>
        </p:grpSpPr>
        <p:sp>
          <p:nvSpPr>
            <p:cNvPr id="7" name="object 7"/>
            <p:cNvSpPr/>
            <p:nvPr/>
          </p:nvSpPr>
          <p:spPr>
            <a:xfrm>
              <a:off x="3375660" y="3366515"/>
              <a:ext cx="1039494" cy="1382395"/>
            </a:xfrm>
            <a:custGeom>
              <a:avLst/>
              <a:gdLst/>
              <a:ahLst/>
              <a:cxnLst/>
              <a:rect l="l" t="t" r="r" b="b"/>
              <a:pathLst>
                <a:path w="1039495" h="1382395">
                  <a:moveTo>
                    <a:pt x="1039368" y="714756"/>
                  </a:moveTo>
                  <a:lnTo>
                    <a:pt x="954786" y="725043"/>
                  </a:lnTo>
                  <a:lnTo>
                    <a:pt x="972312" y="751535"/>
                  </a:lnTo>
                  <a:lnTo>
                    <a:pt x="44450" y="1364932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377061"/>
                  </a:lnTo>
                  <a:lnTo>
                    <a:pt x="38303" y="1377061"/>
                  </a:lnTo>
                  <a:lnTo>
                    <a:pt x="41656" y="1382014"/>
                  </a:lnTo>
                  <a:lnTo>
                    <a:pt x="979284" y="762076"/>
                  </a:lnTo>
                  <a:lnTo>
                    <a:pt x="996823" y="788543"/>
                  </a:lnTo>
                  <a:lnTo>
                    <a:pt x="1022223" y="744474"/>
                  </a:lnTo>
                  <a:lnTo>
                    <a:pt x="1039368" y="71475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07407" y="4303775"/>
              <a:ext cx="233934" cy="14096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171520" y="3160852"/>
            <a:ext cx="227761" cy="13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24600" y="3304032"/>
            <a:ext cx="516636" cy="950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660685" y="3340353"/>
            <a:ext cx="3019425" cy="965200"/>
            <a:chOff x="3660685" y="3340353"/>
            <a:chExt cx="3019425" cy="965200"/>
          </a:xfrm>
        </p:grpSpPr>
        <p:sp>
          <p:nvSpPr>
            <p:cNvPr id="12" name="object 12"/>
            <p:cNvSpPr/>
            <p:nvPr/>
          </p:nvSpPr>
          <p:spPr>
            <a:xfrm>
              <a:off x="3663733" y="3486985"/>
              <a:ext cx="232410" cy="279400"/>
            </a:xfrm>
            <a:custGeom>
              <a:avLst/>
              <a:gdLst/>
              <a:ahLst/>
              <a:cxnLst/>
              <a:rect l="l" t="t" r="r" b="b"/>
              <a:pathLst>
                <a:path w="232410" h="279400">
                  <a:moveTo>
                    <a:pt x="84082" y="0"/>
                  </a:moveTo>
                  <a:lnTo>
                    <a:pt x="35786" y="3766"/>
                  </a:lnTo>
                  <a:lnTo>
                    <a:pt x="6693" y="19230"/>
                  </a:lnTo>
                  <a:lnTo>
                    <a:pt x="0" y="54742"/>
                  </a:lnTo>
                  <a:lnTo>
                    <a:pt x="7278" y="108949"/>
                  </a:lnTo>
                  <a:lnTo>
                    <a:pt x="23847" y="169430"/>
                  </a:lnTo>
                  <a:lnTo>
                    <a:pt x="45025" y="223759"/>
                  </a:lnTo>
                  <a:lnTo>
                    <a:pt x="66129" y="259514"/>
                  </a:lnTo>
                  <a:lnTo>
                    <a:pt x="136693" y="278977"/>
                  </a:lnTo>
                  <a:lnTo>
                    <a:pt x="174589" y="266265"/>
                  </a:lnTo>
                  <a:lnTo>
                    <a:pt x="202019" y="243004"/>
                  </a:lnTo>
                  <a:lnTo>
                    <a:pt x="219464" y="201094"/>
                  </a:lnTo>
                  <a:lnTo>
                    <a:pt x="230896" y="141754"/>
                  </a:lnTo>
                  <a:lnTo>
                    <a:pt x="232112" y="82270"/>
                  </a:lnTo>
                  <a:lnTo>
                    <a:pt x="218910" y="39931"/>
                  </a:lnTo>
                  <a:lnTo>
                    <a:pt x="188171" y="19978"/>
                  </a:lnTo>
                  <a:lnTo>
                    <a:pt x="139052" y="6036"/>
                  </a:lnTo>
                  <a:lnTo>
                    <a:pt x="84082" y="0"/>
                  </a:lnTo>
                  <a:close/>
                </a:path>
              </a:pathLst>
            </a:custGeom>
            <a:solidFill>
              <a:srgbClr val="5B9BD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63733" y="3486985"/>
              <a:ext cx="232410" cy="279400"/>
            </a:xfrm>
            <a:custGeom>
              <a:avLst/>
              <a:gdLst/>
              <a:ahLst/>
              <a:cxnLst/>
              <a:rect l="l" t="t" r="r" b="b"/>
              <a:pathLst>
                <a:path w="232410" h="279400">
                  <a:moveTo>
                    <a:pt x="6693" y="19230"/>
                  </a:moveTo>
                  <a:lnTo>
                    <a:pt x="7278" y="108949"/>
                  </a:lnTo>
                  <a:lnTo>
                    <a:pt x="23847" y="169430"/>
                  </a:lnTo>
                  <a:lnTo>
                    <a:pt x="45025" y="223759"/>
                  </a:lnTo>
                  <a:lnTo>
                    <a:pt x="66129" y="259514"/>
                  </a:lnTo>
                  <a:lnTo>
                    <a:pt x="136693" y="278977"/>
                  </a:lnTo>
                  <a:lnTo>
                    <a:pt x="174589" y="266265"/>
                  </a:lnTo>
                  <a:lnTo>
                    <a:pt x="202019" y="243004"/>
                  </a:lnTo>
                  <a:lnTo>
                    <a:pt x="219464" y="201094"/>
                  </a:lnTo>
                  <a:lnTo>
                    <a:pt x="230896" y="141754"/>
                  </a:lnTo>
                  <a:lnTo>
                    <a:pt x="232112" y="82270"/>
                  </a:lnTo>
                  <a:lnTo>
                    <a:pt x="218910" y="39931"/>
                  </a:lnTo>
                  <a:lnTo>
                    <a:pt x="188171" y="19978"/>
                  </a:lnTo>
                  <a:lnTo>
                    <a:pt x="139052" y="6036"/>
                  </a:lnTo>
                  <a:lnTo>
                    <a:pt x="84082" y="0"/>
                  </a:lnTo>
                  <a:lnTo>
                    <a:pt x="35786" y="3766"/>
                  </a:lnTo>
                  <a:lnTo>
                    <a:pt x="6693" y="19230"/>
                  </a:lnTo>
                  <a:close/>
                </a:path>
              </a:pathLst>
            </a:custGeom>
            <a:ln w="6096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37167" y="3691342"/>
              <a:ext cx="233679" cy="448945"/>
            </a:xfrm>
            <a:custGeom>
              <a:avLst/>
              <a:gdLst/>
              <a:ahLst/>
              <a:cxnLst/>
              <a:rect l="l" t="t" r="r" b="b"/>
              <a:pathLst>
                <a:path w="233679" h="448945">
                  <a:moveTo>
                    <a:pt x="169092" y="0"/>
                  </a:moveTo>
                  <a:lnTo>
                    <a:pt x="163716" y="9405"/>
                  </a:lnTo>
                  <a:lnTo>
                    <a:pt x="155888" y="28574"/>
                  </a:lnTo>
                  <a:lnTo>
                    <a:pt x="140142" y="51220"/>
                  </a:lnTo>
                  <a:lnTo>
                    <a:pt x="109472" y="78265"/>
                  </a:lnTo>
                  <a:lnTo>
                    <a:pt x="68705" y="112133"/>
                  </a:lnTo>
                  <a:lnTo>
                    <a:pt x="29843" y="149072"/>
                  </a:lnTo>
                  <a:lnTo>
                    <a:pt x="4887" y="185332"/>
                  </a:lnTo>
                  <a:lnTo>
                    <a:pt x="0" y="220926"/>
                  </a:lnTo>
                  <a:lnTo>
                    <a:pt x="7792" y="257579"/>
                  </a:lnTo>
                  <a:lnTo>
                    <a:pt x="19942" y="293828"/>
                  </a:lnTo>
                  <a:lnTo>
                    <a:pt x="28128" y="328207"/>
                  </a:lnTo>
                  <a:lnTo>
                    <a:pt x="26148" y="368936"/>
                  </a:lnTo>
                  <a:lnTo>
                    <a:pt x="19714" y="413916"/>
                  </a:lnTo>
                  <a:lnTo>
                    <a:pt x="18663" y="446204"/>
                  </a:lnTo>
                  <a:lnTo>
                    <a:pt x="82062" y="399057"/>
                  </a:lnTo>
                  <a:lnTo>
                    <a:pt x="116379" y="358307"/>
                  </a:lnTo>
                  <a:lnTo>
                    <a:pt x="152047" y="312458"/>
                  </a:lnTo>
                  <a:lnTo>
                    <a:pt x="185229" y="265612"/>
                  </a:lnTo>
                  <a:lnTo>
                    <a:pt x="212088" y="221870"/>
                  </a:lnTo>
                  <a:lnTo>
                    <a:pt x="228788" y="185332"/>
                  </a:lnTo>
                  <a:lnTo>
                    <a:pt x="233076" y="129409"/>
                  </a:lnTo>
                  <a:lnTo>
                    <a:pt x="217945" y="76652"/>
                  </a:lnTo>
                  <a:lnTo>
                    <a:pt x="195409" y="33563"/>
                  </a:lnTo>
                  <a:lnTo>
                    <a:pt x="177480" y="6643"/>
                  </a:lnTo>
                  <a:lnTo>
                    <a:pt x="169092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7167" y="3691342"/>
              <a:ext cx="233679" cy="448945"/>
            </a:xfrm>
            <a:custGeom>
              <a:avLst/>
              <a:gdLst/>
              <a:ahLst/>
              <a:cxnLst/>
              <a:rect l="l" t="t" r="r" b="b"/>
              <a:pathLst>
                <a:path w="233679" h="448945">
                  <a:moveTo>
                    <a:pt x="140142" y="51220"/>
                  </a:moveTo>
                  <a:lnTo>
                    <a:pt x="109472" y="78265"/>
                  </a:lnTo>
                  <a:lnTo>
                    <a:pt x="68705" y="112133"/>
                  </a:lnTo>
                  <a:lnTo>
                    <a:pt x="29843" y="149072"/>
                  </a:lnTo>
                  <a:lnTo>
                    <a:pt x="4887" y="185332"/>
                  </a:lnTo>
                  <a:lnTo>
                    <a:pt x="0" y="220926"/>
                  </a:lnTo>
                  <a:lnTo>
                    <a:pt x="7792" y="257579"/>
                  </a:lnTo>
                  <a:lnTo>
                    <a:pt x="19942" y="293828"/>
                  </a:lnTo>
                  <a:lnTo>
                    <a:pt x="28128" y="328207"/>
                  </a:lnTo>
                  <a:lnTo>
                    <a:pt x="26148" y="368936"/>
                  </a:lnTo>
                  <a:lnTo>
                    <a:pt x="19714" y="413916"/>
                  </a:lnTo>
                  <a:lnTo>
                    <a:pt x="18663" y="446204"/>
                  </a:lnTo>
                  <a:lnTo>
                    <a:pt x="82062" y="399057"/>
                  </a:lnTo>
                  <a:lnTo>
                    <a:pt x="116379" y="358307"/>
                  </a:lnTo>
                  <a:lnTo>
                    <a:pt x="152047" y="312458"/>
                  </a:lnTo>
                  <a:lnTo>
                    <a:pt x="185229" y="265612"/>
                  </a:lnTo>
                  <a:lnTo>
                    <a:pt x="212088" y="221870"/>
                  </a:lnTo>
                  <a:lnTo>
                    <a:pt x="228788" y="185332"/>
                  </a:lnTo>
                  <a:lnTo>
                    <a:pt x="233076" y="129409"/>
                  </a:lnTo>
                  <a:lnTo>
                    <a:pt x="217945" y="76652"/>
                  </a:lnTo>
                  <a:lnTo>
                    <a:pt x="195409" y="33563"/>
                  </a:lnTo>
                  <a:lnTo>
                    <a:pt x="177480" y="6643"/>
                  </a:lnTo>
                  <a:lnTo>
                    <a:pt x="169092" y="0"/>
                  </a:lnTo>
                  <a:lnTo>
                    <a:pt x="163716" y="9405"/>
                  </a:lnTo>
                  <a:lnTo>
                    <a:pt x="155888" y="28574"/>
                  </a:lnTo>
                  <a:lnTo>
                    <a:pt x="140142" y="51220"/>
                  </a:lnTo>
                  <a:close/>
                </a:path>
              </a:pathLst>
            </a:custGeom>
            <a:ln w="60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0855" y="3942611"/>
              <a:ext cx="263525" cy="360045"/>
            </a:xfrm>
            <a:custGeom>
              <a:avLst/>
              <a:gdLst/>
              <a:ahLst/>
              <a:cxnLst/>
              <a:rect l="l" t="t" r="r" b="b"/>
              <a:pathLst>
                <a:path w="263525" h="360045">
                  <a:moveTo>
                    <a:pt x="224605" y="0"/>
                  </a:moveTo>
                  <a:lnTo>
                    <a:pt x="205216" y="5183"/>
                  </a:lnTo>
                  <a:lnTo>
                    <a:pt x="191898" y="16271"/>
                  </a:lnTo>
                  <a:lnTo>
                    <a:pt x="182118" y="23217"/>
                  </a:lnTo>
                  <a:lnTo>
                    <a:pt x="149098" y="48236"/>
                  </a:lnTo>
                  <a:lnTo>
                    <a:pt x="135794" y="57110"/>
                  </a:lnTo>
                  <a:lnTo>
                    <a:pt x="130381" y="61684"/>
                  </a:lnTo>
                  <a:lnTo>
                    <a:pt x="124206" y="68937"/>
                  </a:lnTo>
                  <a:lnTo>
                    <a:pt x="117869" y="78200"/>
                  </a:lnTo>
                  <a:lnTo>
                    <a:pt x="106007" y="97297"/>
                  </a:lnTo>
                  <a:lnTo>
                    <a:pt x="99314" y="106275"/>
                  </a:lnTo>
                  <a:lnTo>
                    <a:pt x="78613" y="131294"/>
                  </a:lnTo>
                  <a:lnTo>
                    <a:pt x="75565" y="135231"/>
                  </a:lnTo>
                  <a:lnTo>
                    <a:pt x="73279" y="139676"/>
                  </a:lnTo>
                  <a:lnTo>
                    <a:pt x="66421" y="149328"/>
                  </a:lnTo>
                  <a:lnTo>
                    <a:pt x="40767" y="187074"/>
                  </a:lnTo>
                  <a:lnTo>
                    <a:pt x="29718" y="216923"/>
                  </a:lnTo>
                  <a:lnTo>
                    <a:pt x="27174" y="219884"/>
                  </a:lnTo>
                  <a:lnTo>
                    <a:pt x="16510" y="226798"/>
                  </a:lnTo>
                  <a:lnTo>
                    <a:pt x="12442" y="239331"/>
                  </a:lnTo>
                  <a:lnTo>
                    <a:pt x="12446" y="238863"/>
                  </a:lnTo>
                  <a:lnTo>
                    <a:pt x="11402" y="238585"/>
                  </a:lnTo>
                  <a:lnTo>
                    <a:pt x="2159" y="255627"/>
                  </a:lnTo>
                  <a:lnTo>
                    <a:pt x="1397" y="259945"/>
                  </a:lnTo>
                  <a:lnTo>
                    <a:pt x="0" y="264136"/>
                  </a:lnTo>
                  <a:lnTo>
                    <a:pt x="1682" y="276701"/>
                  </a:lnTo>
                  <a:lnTo>
                    <a:pt x="3079" y="289313"/>
                  </a:lnTo>
                  <a:lnTo>
                    <a:pt x="5000" y="301783"/>
                  </a:lnTo>
                  <a:lnTo>
                    <a:pt x="8255" y="313920"/>
                  </a:lnTo>
                  <a:lnTo>
                    <a:pt x="9906" y="318619"/>
                  </a:lnTo>
                  <a:lnTo>
                    <a:pt x="17145" y="318746"/>
                  </a:lnTo>
                  <a:lnTo>
                    <a:pt x="20701" y="322302"/>
                  </a:lnTo>
                  <a:lnTo>
                    <a:pt x="28257" y="331460"/>
                  </a:lnTo>
                  <a:lnTo>
                    <a:pt x="28956" y="335176"/>
                  </a:lnTo>
                  <a:lnTo>
                    <a:pt x="30702" y="338679"/>
                  </a:lnTo>
                  <a:lnTo>
                    <a:pt x="41402" y="347194"/>
                  </a:lnTo>
                  <a:lnTo>
                    <a:pt x="48301" y="351335"/>
                  </a:lnTo>
                  <a:lnTo>
                    <a:pt x="55451" y="354512"/>
                  </a:lnTo>
                  <a:lnTo>
                    <a:pt x="70358" y="359640"/>
                  </a:lnTo>
                  <a:lnTo>
                    <a:pt x="80827" y="359056"/>
                  </a:lnTo>
                  <a:lnTo>
                    <a:pt x="91344" y="358782"/>
                  </a:lnTo>
                  <a:lnTo>
                    <a:pt x="128111" y="339399"/>
                  </a:lnTo>
                  <a:lnTo>
                    <a:pt x="136652" y="318111"/>
                  </a:lnTo>
                  <a:lnTo>
                    <a:pt x="139192" y="312396"/>
                  </a:lnTo>
                  <a:lnTo>
                    <a:pt x="144907" y="301474"/>
                  </a:lnTo>
                  <a:lnTo>
                    <a:pt x="147835" y="279650"/>
                  </a:lnTo>
                  <a:lnTo>
                    <a:pt x="149860" y="268200"/>
                  </a:lnTo>
                  <a:lnTo>
                    <a:pt x="152908" y="264390"/>
                  </a:lnTo>
                  <a:lnTo>
                    <a:pt x="154227" y="231903"/>
                  </a:lnTo>
                  <a:lnTo>
                    <a:pt x="154447" y="203827"/>
                  </a:lnTo>
                  <a:lnTo>
                    <a:pt x="155072" y="175773"/>
                  </a:lnTo>
                  <a:lnTo>
                    <a:pt x="157353" y="147804"/>
                  </a:lnTo>
                  <a:lnTo>
                    <a:pt x="158369" y="139803"/>
                  </a:lnTo>
                  <a:lnTo>
                    <a:pt x="165227" y="133834"/>
                  </a:lnTo>
                  <a:lnTo>
                    <a:pt x="169799" y="127103"/>
                  </a:lnTo>
                  <a:lnTo>
                    <a:pt x="200505" y="89630"/>
                  </a:lnTo>
                  <a:lnTo>
                    <a:pt x="220896" y="78803"/>
                  </a:lnTo>
                  <a:lnTo>
                    <a:pt x="231902" y="73128"/>
                  </a:lnTo>
                  <a:lnTo>
                    <a:pt x="242058" y="66790"/>
                  </a:lnTo>
                  <a:lnTo>
                    <a:pt x="244189" y="64904"/>
                  </a:lnTo>
                  <a:lnTo>
                    <a:pt x="246368" y="64019"/>
                  </a:lnTo>
                  <a:lnTo>
                    <a:pt x="256667" y="60682"/>
                  </a:lnTo>
                  <a:lnTo>
                    <a:pt x="260711" y="48508"/>
                  </a:lnTo>
                  <a:lnTo>
                    <a:pt x="263493" y="35012"/>
                  </a:lnTo>
                  <a:lnTo>
                    <a:pt x="261846" y="21873"/>
                  </a:lnTo>
                  <a:lnTo>
                    <a:pt x="252603" y="10771"/>
                  </a:lnTo>
                  <a:lnTo>
                    <a:pt x="224605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0855" y="3942611"/>
              <a:ext cx="263525" cy="360045"/>
            </a:xfrm>
            <a:custGeom>
              <a:avLst/>
              <a:gdLst/>
              <a:ahLst/>
              <a:cxnLst/>
              <a:rect l="l" t="t" r="r" b="b"/>
              <a:pathLst>
                <a:path w="263525" h="360045">
                  <a:moveTo>
                    <a:pt x="182118" y="23217"/>
                  </a:moveTo>
                  <a:lnTo>
                    <a:pt x="173922" y="29519"/>
                  </a:lnTo>
                  <a:lnTo>
                    <a:pt x="165703" y="35821"/>
                  </a:lnTo>
                  <a:lnTo>
                    <a:pt x="157436" y="42076"/>
                  </a:lnTo>
                  <a:lnTo>
                    <a:pt x="149098" y="48236"/>
                  </a:lnTo>
                  <a:lnTo>
                    <a:pt x="141636" y="53274"/>
                  </a:lnTo>
                  <a:lnTo>
                    <a:pt x="135794" y="57110"/>
                  </a:lnTo>
                  <a:lnTo>
                    <a:pt x="130381" y="61684"/>
                  </a:lnTo>
                  <a:lnTo>
                    <a:pt x="124206" y="68937"/>
                  </a:lnTo>
                  <a:lnTo>
                    <a:pt x="117869" y="78200"/>
                  </a:lnTo>
                  <a:lnTo>
                    <a:pt x="111998" y="87796"/>
                  </a:lnTo>
                  <a:lnTo>
                    <a:pt x="106007" y="97297"/>
                  </a:lnTo>
                  <a:lnTo>
                    <a:pt x="99314" y="106275"/>
                  </a:lnTo>
                  <a:lnTo>
                    <a:pt x="94132" y="112506"/>
                  </a:lnTo>
                  <a:lnTo>
                    <a:pt x="88915" y="118689"/>
                  </a:lnTo>
                  <a:lnTo>
                    <a:pt x="83722" y="124920"/>
                  </a:lnTo>
                  <a:lnTo>
                    <a:pt x="78613" y="131294"/>
                  </a:lnTo>
                  <a:lnTo>
                    <a:pt x="75565" y="135231"/>
                  </a:lnTo>
                  <a:lnTo>
                    <a:pt x="73279" y="139676"/>
                  </a:lnTo>
                  <a:lnTo>
                    <a:pt x="70358" y="143740"/>
                  </a:lnTo>
                  <a:lnTo>
                    <a:pt x="66421" y="149328"/>
                  </a:lnTo>
                  <a:lnTo>
                    <a:pt x="61976" y="154662"/>
                  </a:lnTo>
                  <a:lnTo>
                    <a:pt x="57912" y="160250"/>
                  </a:lnTo>
                  <a:lnTo>
                    <a:pt x="37211" y="193524"/>
                  </a:lnTo>
                  <a:lnTo>
                    <a:pt x="29718" y="216923"/>
                  </a:lnTo>
                  <a:lnTo>
                    <a:pt x="27174" y="219884"/>
                  </a:lnTo>
                  <a:lnTo>
                    <a:pt x="16510" y="226798"/>
                  </a:lnTo>
                  <a:lnTo>
                    <a:pt x="12442" y="239331"/>
                  </a:lnTo>
                  <a:lnTo>
                    <a:pt x="12446" y="238863"/>
                  </a:lnTo>
                  <a:lnTo>
                    <a:pt x="11402" y="238585"/>
                  </a:lnTo>
                  <a:lnTo>
                    <a:pt x="4191" y="251690"/>
                  </a:lnTo>
                  <a:lnTo>
                    <a:pt x="2159" y="255627"/>
                  </a:lnTo>
                  <a:lnTo>
                    <a:pt x="1397" y="259945"/>
                  </a:lnTo>
                  <a:lnTo>
                    <a:pt x="0" y="264136"/>
                  </a:lnTo>
                  <a:lnTo>
                    <a:pt x="1682" y="276701"/>
                  </a:lnTo>
                  <a:lnTo>
                    <a:pt x="3079" y="289313"/>
                  </a:lnTo>
                  <a:lnTo>
                    <a:pt x="5000" y="301783"/>
                  </a:lnTo>
                  <a:lnTo>
                    <a:pt x="8255" y="313920"/>
                  </a:lnTo>
                  <a:lnTo>
                    <a:pt x="9906" y="318619"/>
                  </a:lnTo>
                  <a:lnTo>
                    <a:pt x="17145" y="318746"/>
                  </a:lnTo>
                  <a:lnTo>
                    <a:pt x="20701" y="322302"/>
                  </a:lnTo>
                  <a:lnTo>
                    <a:pt x="28257" y="331460"/>
                  </a:lnTo>
                  <a:lnTo>
                    <a:pt x="28956" y="335176"/>
                  </a:lnTo>
                  <a:lnTo>
                    <a:pt x="30702" y="338679"/>
                  </a:lnTo>
                  <a:lnTo>
                    <a:pt x="70358" y="359640"/>
                  </a:lnTo>
                  <a:lnTo>
                    <a:pt x="80827" y="359056"/>
                  </a:lnTo>
                  <a:lnTo>
                    <a:pt x="91344" y="358782"/>
                  </a:lnTo>
                  <a:lnTo>
                    <a:pt x="128111" y="339399"/>
                  </a:lnTo>
                  <a:lnTo>
                    <a:pt x="136652" y="318111"/>
                  </a:lnTo>
                  <a:lnTo>
                    <a:pt x="139192" y="312396"/>
                  </a:lnTo>
                  <a:lnTo>
                    <a:pt x="142113" y="307062"/>
                  </a:lnTo>
                  <a:lnTo>
                    <a:pt x="144907" y="301474"/>
                  </a:lnTo>
                  <a:lnTo>
                    <a:pt x="145883" y="294215"/>
                  </a:lnTo>
                  <a:lnTo>
                    <a:pt x="146812" y="286932"/>
                  </a:lnTo>
                  <a:lnTo>
                    <a:pt x="147835" y="279650"/>
                  </a:lnTo>
                  <a:lnTo>
                    <a:pt x="149098" y="272391"/>
                  </a:lnTo>
                  <a:lnTo>
                    <a:pt x="149860" y="268200"/>
                  </a:lnTo>
                  <a:lnTo>
                    <a:pt x="152908" y="264390"/>
                  </a:lnTo>
                  <a:lnTo>
                    <a:pt x="153162" y="259945"/>
                  </a:lnTo>
                  <a:lnTo>
                    <a:pt x="154227" y="231903"/>
                  </a:lnTo>
                  <a:lnTo>
                    <a:pt x="154447" y="203827"/>
                  </a:lnTo>
                  <a:lnTo>
                    <a:pt x="155072" y="175773"/>
                  </a:lnTo>
                  <a:lnTo>
                    <a:pt x="157353" y="147804"/>
                  </a:lnTo>
                  <a:lnTo>
                    <a:pt x="158369" y="139803"/>
                  </a:lnTo>
                  <a:lnTo>
                    <a:pt x="165227" y="133834"/>
                  </a:lnTo>
                  <a:lnTo>
                    <a:pt x="169799" y="127103"/>
                  </a:lnTo>
                  <a:lnTo>
                    <a:pt x="200505" y="89630"/>
                  </a:lnTo>
                  <a:lnTo>
                    <a:pt x="220896" y="78803"/>
                  </a:lnTo>
                  <a:lnTo>
                    <a:pt x="231902" y="73128"/>
                  </a:lnTo>
                  <a:lnTo>
                    <a:pt x="242058" y="66790"/>
                  </a:lnTo>
                  <a:lnTo>
                    <a:pt x="244189" y="64904"/>
                  </a:lnTo>
                  <a:lnTo>
                    <a:pt x="246368" y="64019"/>
                  </a:lnTo>
                  <a:lnTo>
                    <a:pt x="256667" y="60682"/>
                  </a:lnTo>
                  <a:lnTo>
                    <a:pt x="260711" y="48508"/>
                  </a:lnTo>
                  <a:lnTo>
                    <a:pt x="263493" y="35012"/>
                  </a:lnTo>
                  <a:lnTo>
                    <a:pt x="261846" y="21873"/>
                  </a:lnTo>
                  <a:lnTo>
                    <a:pt x="252603" y="10771"/>
                  </a:lnTo>
                  <a:lnTo>
                    <a:pt x="224605" y="0"/>
                  </a:lnTo>
                  <a:lnTo>
                    <a:pt x="205216" y="5183"/>
                  </a:lnTo>
                  <a:lnTo>
                    <a:pt x="191898" y="16271"/>
                  </a:lnTo>
                  <a:lnTo>
                    <a:pt x="182118" y="23217"/>
                  </a:lnTo>
                  <a:close/>
                </a:path>
              </a:pathLst>
            </a:custGeom>
            <a:ln w="609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65804" y="3340353"/>
              <a:ext cx="2914650" cy="942975"/>
            </a:xfrm>
            <a:custGeom>
              <a:avLst/>
              <a:gdLst/>
              <a:ahLst/>
              <a:cxnLst/>
              <a:rect l="l" t="t" r="r" b="b"/>
              <a:pathLst>
                <a:path w="2914650" h="942975">
                  <a:moveTo>
                    <a:pt x="128270" y="696722"/>
                  </a:moveTo>
                  <a:lnTo>
                    <a:pt x="90982" y="680847"/>
                  </a:lnTo>
                  <a:lnTo>
                    <a:pt x="88493" y="679792"/>
                  </a:lnTo>
                  <a:lnTo>
                    <a:pt x="87769" y="667727"/>
                  </a:lnTo>
                  <a:lnTo>
                    <a:pt x="88353" y="667385"/>
                  </a:lnTo>
                  <a:lnTo>
                    <a:pt x="125222" y="646049"/>
                  </a:lnTo>
                  <a:lnTo>
                    <a:pt x="0" y="679069"/>
                  </a:lnTo>
                  <a:lnTo>
                    <a:pt x="128270" y="696722"/>
                  </a:lnTo>
                  <a:close/>
                </a:path>
                <a:path w="2914650" h="942975">
                  <a:moveTo>
                    <a:pt x="139192" y="677037"/>
                  </a:moveTo>
                  <a:lnTo>
                    <a:pt x="138430" y="664337"/>
                  </a:lnTo>
                  <a:lnTo>
                    <a:pt x="100457" y="666623"/>
                  </a:lnTo>
                  <a:lnTo>
                    <a:pt x="101219" y="679323"/>
                  </a:lnTo>
                  <a:lnTo>
                    <a:pt x="139192" y="677037"/>
                  </a:lnTo>
                  <a:close/>
                </a:path>
                <a:path w="2914650" h="942975">
                  <a:moveTo>
                    <a:pt x="189865" y="673989"/>
                  </a:moveTo>
                  <a:lnTo>
                    <a:pt x="189103" y="661289"/>
                  </a:lnTo>
                  <a:lnTo>
                    <a:pt x="151130" y="663575"/>
                  </a:lnTo>
                  <a:lnTo>
                    <a:pt x="151892" y="676275"/>
                  </a:lnTo>
                  <a:lnTo>
                    <a:pt x="189865" y="673989"/>
                  </a:lnTo>
                  <a:close/>
                </a:path>
                <a:path w="2914650" h="942975">
                  <a:moveTo>
                    <a:pt x="216408" y="142113"/>
                  </a:moveTo>
                  <a:lnTo>
                    <a:pt x="178803" y="125476"/>
                  </a:lnTo>
                  <a:lnTo>
                    <a:pt x="177546" y="124929"/>
                  </a:lnTo>
                  <a:lnTo>
                    <a:pt x="187960" y="124460"/>
                  </a:lnTo>
                  <a:lnTo>
                    <a:pt x="187325" y="111760"/>
                  </a:lnTo>
                  <a:lnTo>
                    <a:pt x="176847" y="112229"/>
                  </a:lnTo>
                  <a:lnTo>
                    <a:pt x="214122" y="91440"/>
                  </a:lnTo>
                  <a:lnTo>
                    <a:pt x="88392" y="122809"/>
                  </a:lnTo>
                  <a:lnTo>
                    <a:pt x="216408" y="142113"/>
                  </a:lnTo>
                  <a:close/>
                </a:path>
                <a:path w="2914650" h="942975">
                  <a:moveTo>
                    <a:pt x="238633" y="122047"/>
                  </a:moveTo>
                  <a:lnTo>
                    <a:pt x="238125" y="109347"/>
                  </a:lnTo>
                  <a:lnTo>
                    <a:pt x="200025" y="111125"/>
                  </a:lnTo>
                  <a:lnTo>
                    <a:pt x="200660" y="123825"/>
                  </a:lnTo>
                  <a:lnTo>
                    <a:pt x="238633" y="122047"/>
                  </a:lnTo>
                  <a:close/>
                </a:path>
                <a:path w="2914650" h="942975">
                  <a:moveTo>
                    <a:pt x="240665" y="670941"/>
                  </a:moveTo>
                  <a:lnTo>
                    <a:pt x="239903" y="658241"/>
                  </a:lnTo>
                  <a:lnTo>
                    <a:pt x="201803" y="660527"/>
                  </a:lnTo>
                  <a:lnTo>
                    <a:pt x="202565" y="673227"/>
                  </a:lnTo>
                  <a:lnTo>
                    <a:pt x="240665" y="670941"/>
                  </a:lnTo>
                  <a:close/>
                </a:path>
                <a:path w="2914650" h="942975">
                  <a:moveTo>
                    <a:pt x="289433" y="119634"/>
                  </a:moveTo>
                  <a:lnTo>
                    <a:pt x="288798" y="107061"/>
                  </a:lnTo>
                  <a:lnTo>
                    <a:pt x="250698" y="108839"/>
                  </a:lnTo>
                  <a:lnTo>
                    <a:pt x="251333" y="121412"/>
                  </a:lnTo>
                  <a:lnTo>
                    <a:pt x="289433" y="119634"/>
                  </a:lnTo>
                  <a:close/>
                </a:path>
                <a:path w="2914650" h="942975">
                  <a:moveTo>
                    <a:pt x="291338" y="667893"/>
                  </a:moveTo>
                  <a:lnTo>
                    <a:pt x="290576" y="655193"/>
                  </a:lnTo>
                  <a:lnTo>
                    <a:pt x="252603" y="657479"/>
                  </a:lnTo>
                  <a:lnTo>
                    <a:pt x="253365" y="670179"/>
                  </a:lnTo>
                  <a:lnTo>
                    <a:pt x="291338" y="667893"/>
                  </a:lnTo>
                  <a:close/>
                </a:path>
                <a:path w="2914650" h="942975">
                  <a:moveTo>
                    <a:pt x="320421" y="733425"/>
                  </a:moveTo>
                  <a:lnTo>
                    <a:pt x="192024" y="750062"/>
                  </a:lnTo>
                  <a:lnTo>
                    <a:pt x="316992" y="784098"/>
                  </a:lnTo>
                  <a:lnTo>
                    <a:pt x="279933" y="762254"/>
                  </a:lnTo>
                  <a:lnTo>
                    <a:pt x="277952" y="761085"/>
                  </a:lnTo>
                  <a:lnTo>
                    <a:pt x="278676" y="750862"/>
                  </a:lnTo>
                  <a:lnTo>
                    <a:pt x="283298" y="748919"/>
                  </a:lnTo>
                  <a:lnTo>
                    <a:pt x="320421" y="733425"/>
                  </a:lnTo>
                  <a:close/>
                </a:path>
                <a:path w="2914650" h="942975">
                  <a:moveTo>
                    <a:pt x="327787" y="554736"/>
                  </a:moveTo>
                  <a:lnTo>
                    <a:pt x="289458" y="538099"/>
                  </a:lnTo>
                  <a:lnTo>
                    <a:pt x="288810" y="537819"/>
                  </a:lnTo>
                  <a:lnTo>
                    <a:pt x="321945" y="535940"/>
                  </a:lnTo>
                  <a:lnTo>
                    <a:pt x="321183" y="523367"/>
                  </a:lnTo>
                  <a:lnTo>
                    <a:pt x="288010" y="525145"/>
                  </a:lnTo>
                  <a:lnTo>
                    <a:pt x="325120" y="504063"/>
                  </a:lnTo>
                  <a:lnTo>
                    <a:pt x="283718" y="514718"/>
                  </a:lnTo>
                  <a:lnTo>
                    <a:pt x="283718" y="535609"/>
                  </a:lnTo>
                  <a:lnTo>
                    <a:pt x="275717" y="532130"/>
                  </a:lnTo>
                  <a:lnTo>
                    <a:pt x="283324" y="527812"/>
                  </a:lnTo>
                  <a:lnTo>
                    <a:pt x="283718" y="535609"/>
                  </a:lnTo>
                  <a:lnTo>
                    <a:pt x="283718" y="514718"/>
                  </a:lnTo>
                  <a:lnTo>
                    <a:pt x="199644" y="536321"/>
                  </a:lnTo>
                  <a:lnTo>
                    <a:pt x="327787" y="554736"/>
                  </a:lnTo>
                  <a:close/>
                </a:path>
                <a:path w="2914650" h="942975">
                  <a:moveTo>
                    <a:pt x="329438" y="753110"/>
                  </a:moveTo>
                  <a:lnTo>
                    <a:pt x="291465" y="750443"/>
                  </a:lnTo>
                  <a:lnTo>
                    <a:pt x="290576" y="763143"/>
                  </a:lnTo>
                  <a:lnTo>
                    <a:pt x="328549" y="765810"/>
                  </a:lnTo>
                  <a:lnTo>
                    <a:pt x="329438" y="753110"/>
                  </a:lnTo>
                  <a:close/>
                </a:path>
                <a:path w="2914650" h="942975">
                  <a:moveTo>
                    <a:pt x="340106" y="117348"/>
                  </a:moveTo>
                  <a:lnTo>
                    <a:pt x="339598" y="104648"/>
                  </a:lnTo>
                  <a:lnTo>
                    <a:pt x="301498" y="106426"/>
                  </a:lnTo>
                  <a:lnTo>
                    <a:pt x="302133" y="119126"/>
                  </a:lnTo>
                  <a:lnTo>
                    <a:pt x="340106" y="117348"/>
                  </a:lnTo>
                  <a:close/>
                </a:path>
                <a:path w="2914650" h="942975">
                  <a:moveTo>
                    <a:pt x="342011" y="664845"/>
                  </a:moveTo>
                  <a:lnTo>
                    <a:pt x="341249" y="652145"/>
                  </a:lnTo>
                  <a:lnTo>
                    <a:pt x="303276" y="654431"/>
                  </a:lnTo>
                  <a:lnTo>
                    <a:pt x="304038" y="667131"/>
                  </a:lnTo>
                  <a:lnTo>
                    <a:pt x="342011" y="664845"/>
                  </a:lnTo>
                  <a:close/>
                </a:path>
                <a:path w="2914650" h="942975">
                  <a:moveTo>
                    <a:pt x="372618" y="533273"/>
                  </a:moveTo>
                  <a:lnTo>
                    <a:pt x="371983" y="520573"/>
                  </a:lnTo>
                  <a:lnTo>
                    <a:pt x="333883" y="522605"/>
                  </a:lnTo>
                  <a:lnTo>
                    <a:pt x="334645" y="535305"/>
                  </a:lnTo>
                  <a:lnTo>
                    <a:pt x="372618" y="533273"/>
                  </a:lnTo>
                  <a:close/>
                </a:path>
                <a:path w="2914650" h="942975">
                  <a:moveTo>
                    <a:pt x="380111" y="756539"/>
                  </a:moveTo>
                  <a:lnTo>
                    <a:pt x="342138" y="753999"/>
                  </a:lnTo>
                  <a:lnTo>
                    <a:pt x="341249" y="766572"/>
                  </a:lnTo>
                  <a:lnTo>
                    <a:pt x="379222" y="769239"/>
                  </a:lnTo>
                  <a:lnTo>
                    <a:pt x="380111" y="756539"/>
                  </a:lnTo>
                  <a:close/>
                </a:path>
                <a:path w="2914650" h="942975">
                  <a:moveTo>
                    <a:pt x="390906" y="114935"/>
                  </a:moveTo>
                  <a:lnTo>
                    <a:pt x="390271" y="102235"/>
                  </a:lnTo>
                  <a:lnTo>
                    <a:pt x="352298" y="104013"/>
                  </a:lnTo>
                  <a:lnTo>
                    <a:pt x="352806" y="116713"/>
                  </a:lnTo>
                  <a:lnTo>
                    <a:pt x="390906" y="114935"/>
                  </a:lnTo>
                  <a:close/>
                </a:path>
                <a:path w="2914650" h="942975">
                  <a:moveTo>
                    <a:pt x="392811" y="661797"/>
                  </a:moveTo>
                  <a:lnTo>
                    <a:pt x="392049" y="649097"/>
                  </a:lnTo>
                  <a:lnTo>
                    <a:pt x="353949" y="651383"/>
                  </a:lnTo>
                  <a:lnTo>
                    <a:pt x="354711" y="664083"/>
                  </a:lnTo>
                  <a:lnTo>
                    <a:pt x="392811" y="661797"/>
                  </a:lnTo>
                  <a:close/>
                </a:path>
                <a:path w="2914650" h="942975">
                  <a:moveTo>
                    <a:pt x="423291" y="530479"/>
                  </a:moveTo>
                  <a:lnTo>
                    <a:pt x="422656" y="517779"/>
                  </a:lnTo>
                  <a:lnTo>
                    <a:pt x="384556" y="519938"/>
                  </a:lnTo>
                  <a:lnTo>
                    <a:pt x="385318" y="532511"/>
                  </a:lnTo>
                  <a:lnTo>
                    <a:pt x="423291" y="530479"/>
                  </a:lnTo>
                  <a:close/>
                </a:path>
                <a:path w="2914650" h="942975">
                  <a:moveTo>
                    <a:pt x="430784" y="760095"/>
                  </a:moveTo>
                  <a:lnTo>
                    <a:pt x="392811" y="757428"/>
                  </a:lnTo>
                  <a:lnTo>
                    <a:pt x="391922" y="770128"/>
                  </a:lnTo>
                  <a:lnTo>
                    <a:pt x="430022" y="772668"/>
                  </a:lnTo>
                  <a:lnTo>
                    <a:pt x="430784" y="760095"/>
                  </a:lnTo>
                  <a:close/>
                </a:path>
                <a:path w="2914650" h="942975">
                  <a:moveTo>
                    <a:pt x="441579" y="112522"/>
                  </a:moveTo>
                  <a:lnTo>
                    <a:pt x="441071" y="99822"/>
                  </a:lnTo>
                  <a:lnTo>
                    <a:pt x="402971" y="101600"/>
                  </a:lnTo>
                  <a:lnTo>
                    <a:pt x="403606" y="114300"/>
                  </a:lnTo>
                  <a:lnTo>
                    <a:pt x="441579" y="112522"/>
                  </a:lnTo>
                  <a:close/>
                </a:path>
                <a:path w="2914650" h="942975">
                  <a:moveTo>
                    <a:pt x="443484" y="658749"/>
                  </a:moveTo>
                  <a:lnTo>
                    <a:pt x="442722" y="646049"/>
                  </a:lnTo>
                  <a:lnTo>
                    <a:pt x="404622" y="648335"/>
                  </a:lnTo>
                  <a:lnTo>
                    <a:pt x="405384" y="661035"/>
                  </a:lnTo>
                  <a:lnTo>
                    <a:pt x="443484" y="658749"/>
                  </a:lnTo>
                  <a:close/>
                </a:path>
                <a:path w="2914650" h="942975">
                  <a:moveTo>
                    <a:pt x="474091" y="527685"/>
                  </a:moveTo>
                  <a:lnTo>
                    <a:pt x="473329" y="515112"/>
                  </a:lnTo>
                  <a:lnTo>
                    <a:pt x="435356" y="517144"/>
                  </a:lnTo>
                  <a:lnTo>
                    <a:pt x="435991" y="529844"/>
                  </a:lnTo>
                  <a:lnTo>
                    <a:pt x="474091" y="527685"/>
                  </a:lnTo>
                  <a:close/>
                </a:path>
                <a:path w="2914650" h="942975">
                  <a:moveTo>
                    <a:pt x="481457" y="763524"/>
                  </a:moveTo>
                  <a:lnTo>
                    <a:pt x="443484" y="760857"/>
                  </a:lnTo>
                  <a:lnTo>
                    <a:pt x="442595" y="773557"/>
                  </a:lnTo>
                  <a:lnTo>
                    <a:pt x="480695" y="776224"/>
                  </a:lnTo>
                  <a:lnTo>
                    <a:pt x="481457" y="763524"/>
                  </a:lnTo>
                  <a:close/>
                </a:path>
                <a:path w="2914650" h="942975">
                  <a:moveTo>
                    <a:pt x="492379" y="110236"/>
                  </a:moveTo>
                  <a:lnTo>
                    <a:pt x="491744" y="97536"/>
                  </a:lnTo>
                  <a:lnTo>
                    <a:pt x="453771" y="99314"/>
                  </a:lnTo>
                  <a:lnTo>
                    <a:pt x="454279" y="112014"/>
                  </a:lnTo>
                  <a:lnTo>
                    <a:pt x="492379" y="110236"/>
                  </a:lnTo>
                  <a:close/>
                </a:path>
                <a:path w="2914650" h="942975">
                  <a:moveTo>
                    <a:pt x="494157" y="655701"/>
                  </a:moveTo>
                  <a:lnTo>
                    <a:pt x="493395" y="643001"/>
                  </a:lnTo>
                  <a:lnTo>
                    <a:pt x="455422" y="645287"/>
                  </a:lnTo>
                  <a:lnTo>
                    <a:pt x="456184" y="657987"/>
                  </a:lnTo>
                  <a:lnTo>
                    <a:pt x="494157" y="655701"/>
                  </a:lnTo>
                  <a:close/>
                </a:path>
                <a:path w="2914650" h="942975">
                  <a:moveTo>
                    <a:pt x="524764" y="525018"/>
                  </a:moveTo>
                  <a:lnTo>
                    <a:pt x="524129" y="512318"/>
                  </a:lnTo>
                  <a:lnTo>
                    <a:pt x="486029" y="514350"/>
                  </a:lnTo>
                  <a:lnTo>
                    <a:pt x="486791" y="527050"/>
                  </a:lnTo>
                  <a:lnTo>
                    <a:pt x="524764" y="525018"/>
                  </a:lnTo>
                  <a:close/>
                </a:path>
                <a:path w="2914650" h="942975">
                  <a:moveTo>
                    <a:pt x="532130" y="766953"/>
                  </a:moveTo>
                  <a:lnTo>
                    <a:pt x="494157" y="764413"/>
                  </a:lnTo>
                  <a:lnTo>
                    <a:pt x="493268" y="776986"/>
                  </a:lnTo>
                  <a:lnTo>
                    <a:pt x="531368" y="779653"/>
                  </a:lnTo>
                  <a:lnTo>
                    <a:pt x="532130" y="766953"/>
                  </a:lnTo>
                  <a:close/>
                </a:path>
                <a:path w="2914650" h="942975">
                  <a:moveTo>
                    <a:pt x="543179" y="107823"/>
                  </a:moveTo>
                  <a:lnTo>
                    <a:pt x="542544" y="95123"/>
                  </a:lnTo>
                  <a:lnTo>
                    <a:pt x="504444" y="96901"/>
                  </a:lnTo>
                  <a:lnTo>
                    <a:pt x="505079" y="109601"/>
                  </a:lnTo>
                  <a:lnTo>
                    <a:pt x="543179" y="107823"/>
                  </a:lnTo>
                  <a:close/>
                </a:path>
                <a:path w="2914650" h="942975">
                  <a:moveTo>
                    <a:pt x="544830" y="652653"/>
                  </a:moveTo>
                  <a:lnTo>
                    <a:pt x="544068" y="639953"/>
                  </a:lnTo>
                  <a:lnTo>
                    <a:pt x="506095" y="642239"/>
                  </a:lnTo>
                  <a:lnTo>
                    <a:pt x="506857" y="654939"/>
                  </a:lnTo>
                  <a:lnTo>
                    <a:pt x="544830" y="652653"/>
                  </a:lnTo>
                  <a:close/>
                </a:path>
                <a:path w="2914650" h="942975">
                  <a:moveTo>
                    <a:pt x="575564" y="522224"/>
                  </a:moveTo>
                  <a:lnTo>
                    <a:pt x="574802" y="509524"/>
                  </a:lnTo>
                  <a:lnTo>
                    <a:pt x="536829" y="511556"/>
                  </a:lnTo>
                  <a:lnTo>
                    <a:pt x="537464" y="524256"/>
                  </a:lnTo>
                  <a:lnTo>
                    <a:pt x="575564" y="522224"/>
                  </a:lnTo>
                  <a:close/>
                </a:path>
                <a:path w="2914650" h="942975">
                  <a:moveTo>
                    <a:pt x="582930" y="770382"/>
                  </a:moveTo>
                  <a:lnTo>
                    <a:pt x="544830" y="767842"/>
                  </a:lnTo>
                  <a:lnTo>
                    <a:pt x="543941" y="780542"/>
                  </a:lnTo>
                  <a:lnTo>
                    <a:pt x="582041" y="783082"/>
                  </a:lnTo>
                  <a:lnTo>
                    <a:pt x="582930" y="770382"/>
                  </a:lnTo>
                  <a:close/>
                </a:path>
                <a:path w="2914650" h="942975">
                  <a:moveTo>
                    <a:pt x="593852" y="105410"/>
                  </a:moveTo>
                  <a:lnTo>
                    <a:pt x="593217" y="92710"/>
                  </a:lnTo>
                  <a:lnTo>
                    <a:pt x="555244" y="94488"/>
                  </a:lnTo>
                  <a:lnTo>
                    <a:pt x="555752" y="107188"/>
                  </a:lnTo>
                  <a:lnTo>
                    <a:pt x="593852" y="105410"/>
                  </a:lnTo>
                  <a:close/>
                </a:path>
                <a:path w="2914650" h="942975">
                  <a:moveTo>
                    <a:pt x="595630" y="649605"/>
                  </a:moveTo>
                  <a:lnTo>
                    <a:pt x="594868" y="636905"/>
                  </a:lnTo>
                  <a:lnTo>
                    <a:pt x="556768" y="639191"/>
                  </a:lnTo>
                  <a:lnTo>
                    <a:pt x="557530" y="651891"/>
                  </a:lnTo>
                  <a:lnTo>
                    <a:pt x="595630" y="649605"/>
                  </a:lnTo>
                  <a:close/>
                </a:path>
                <a:path w="2914650" h="942975">
                  <a:moveTo>
                    <a:pt x="626237" y="519430"/>
                  </a:moveTo>
                  <a:lnTo>
                    <a:pt x="625602" y="506730"/>
                  </a:lnTo>
                  <a:lnTo>
                    <a:pt x="587502" y="508889"/>
                  </a:lnTo>
                  <a:lnTo>
                    <a:pt x="588264" y="521589"/>
                  </a:lnTo>
                  <a:lnTo>
                    <a:pt x="626237" y="519430"/>
                  </a:lnTo>
                  <a:close/>
                </a:path>
                <a:path w="2914650" h="942975">
                  <a:moveTo>
                    <a:pt x="633603" y="773938"/>
                  </a:moveTo>
                  <a:lnTo>
                    <a:pt x="595503" y="771271"/>
                  </a:lnTo>
                  <a:lnTo>
                    <a:pt x="594741" y="783971"/>
                  </a:lnTo>
                  <a:lnTo>
                    <a:pt x="632714" y="786511"/>
                  </a:lnTo>
                  <a:lnTo>
                    <a:pt x="633603" y="773938"/>
                  </a:lnTo>
                  <a:close/>
                </a:path>
                <a:path w="2914650" h="942975">
                  <a:moveTo>
                    <a:pt x="644652" y="102997"/>
                  </a:moveTo>
                  <a:lnTo>
                    <a:pt x="644017" y="90297"/>
                  </a:lnTo>
                  <a:lnTo>
                    <a:pt x="605917" y="92202"/>
                  </a:lnTo>
                  <a:lnTo>
                    <a:pt x="606552" y="104775"/>
                  </a:lnTo>
                  <a:lnTo>
                    <a:pt x="644652" y="102997"/>
                  </a:lnTo>
                  <a:close/>
                </a:path>
                <a:path w="2914650" h="942975">
                  <a:moveTo>
                    <a:pt x="646303" y="646557"/>
                  </a:moveTo>
                  <a:lnTo>
                    <a:pt x="645541" y="633857"/>
                  </a:lnTo>
                  <a:lnTo>
                    <a:pt x="607568" y="636143"/>
                  </a:lnTo>
                  <a:lnTo>
                    <a:pt x="608330" y="648843"/>
                  </a:lnTo>
                  <a:lnTo>
                    <a:pt x="646303" y="646557"/>
                  </a:lnTo>
                  <a:close/>
                </a:path>
                <a:path w="2914650" h="942975">
                  <a:moveTo>
                    <a:pt x="677037" y="516763"/>
                  </a:moveTo>
                  <a:lnTo>
                    <a:pt x="676275" y="504063"/>
                  </a:lnTo>
                  <a:lnTo>
                    <a:pt x="638302" y="506095"/>
                  </a:lnTo>
                  <a:lnTo>
                    <a:pt x="638937" y="518795"/>
                  </a:lnTo>
                  <a:lnTo>
                    <a:pt x="677037" y="516763"/>
                  </a:lnTo>
                  <a:close/>
                </a:path>
                <a:path w="2914650" h="942975">
                  <a:moveTo>
                    <a:pt x="684276" y="777367"/>
                  </a:moveTo>
                  <a:lnTo>
                    <a:pt x="646176" y="774827"/>
                  </a:lnTo>
                  <a:lnTo>
                    <a:pt x="645414" y="787400"/>
                  </a:lnTo>
                  <a:lnTo>
                    <a:pt x="683387" y="790067"/>
                  </a:lnTo>
                  <a:lnTo>
                    <a:pt x="684276" y="777367"/>
                  </a:lnTo>
                  <a:close/>
                </a:path>
                <a:path w="2914650" h="942975">
                  <a:moveTo>
                    <a:pt x="695325" y="100711"/>
                  </a:moveTo>
                  <a:lnTo>
                    <a:pt x="694817" y="88011"/>
                  </a:lnTo>
                  <a:lnTo>
                    <a:pt x="656717" y="89789"/>
                  </a:lnTo>
                  <a:lnTo>
                    <a:pt x="657352" y="102489"/>
                  </a:lnTo>
                  <a:lnTo>
                    <a:pt x="695325" y="100711"/>
                  </a:lnTo>
                  <a:close/>
                </a:path>
                <a:path w="2914650" h="942975">
                  <a:moveTo>
                    <a:pt x="696976" y="643509"/>
                  </a:moveTo>
                  <a:lnTo>
                    <a:pt x="696214" y="630809"/>
                  </a:lnTo>
                  <a:lnTo>
                    <a:pt x="658241" y="633095"/>
                  </a:lnTo>
                  <a:lnTo>
                    <a:pt x="659003" y="645795"/>
                  </a:lnTo>
                  <a:lnTo>
                    <a:pt x="696976" y="643509"/>
                  </a:lnTo>
                  <a:close/>
                </a:path>
                <a:path w="2914650" h="942975">
                  <a:moveTo>
                    <a:pt x="727710" y="513969"/>
                  </a:moveTo>
                  <a:lnTo>
                    <a:pt x="727075" y="501269"/>
                  </a:lnTo>
                  <a:lnTo>
                    <a:pt x="688975" y="503301"/>
                  </a:lnTo>
                  <a:lnTo>
                    <a:pt x="689610" y="516001"/>
                  </a:lnTo>
                  <a:lnTo>
                    <a:pt x="727710" y="513969"/>
                  </a:lnTo>
                  <a:close/>
                </a:path>
                <a:path w="2914650" h="942975">
                  <a:moveTo>
                    <a:pt x="734949" y="780796"/>
                  </a:moveTo>
                  <a:lnTo>
                    <a:pt x="696849" y="778256"/>
                  </a:lnTo>
                  <a:lnTo>
                    <a:pt x="696087" y="790956"/>
                  </a:lnTo>
                  <a:lnTo>
                    <a:pt x="734060" y="793496"/>
                  </a:lnTo>
                  <a:lnTo>
                    <a:pt x="734949" y="780796"/>
                  </a:lnTo>
                  <a:close/>
                </a:path>
                <a:path w="2914650" h="942975">
                  <a:moveTo>
                    <a:pt x="746125" y="98298"/>
                  </a:moveTo>
                  <a:lnTo>
                    <a:pt x="745490" y="85598"/>
                  </a:lnTo>
                  <a:lnTo>
                    <a:pt x="707517" y="87376"/>
                  </a:lnTo>
                  <a:lnTo>
                    <a:pt x="708025" y="100076"/>
                  </a:lnTo>
                  <a:lnTo>
                    <a:pt x="746125" y="98298"/>
                  </a:lnTo>
                  <a:close/>
                </a:path>
                <a:path w="2914650" h="942975">
                  <a:moveTo>
                    <a:pt x="747776" y="640461"/>
                  </a:moveTo>
                  <a:lnTo>
                    <a:pt x="747014" y="627761"/>
                  </a:lnTo>
                  <a:lnTo>
                    <a:pt x="708914" y="630047"/>
                  </a:lnTo>
                  <a:lnTo>
                    <a:pt x="709676" y="642747"/>
                  </a:lnTo>
                  <a:lnTo>
                    <a:pt x="747776" y="640461"/>
                  </a:lnTo>
                  <a:close/>
                </a:path>
                <a:path w="2914650" h="942975">
                  <a:moveTo>
                    <a:pt x="778383" y="511175"/>
                  </a:moveTo>
                  <a:lnTo>
                    <a:pt x="777748" y="498475"/>
                  </a:lnTo>
                  <a:lnTo>
                    <a:pt x="739648" y="500634"/>
                  </a:lnTo>
                  <a:lnTo>
                    <a:pt x="740410" y="513207"/>
                  </a:lnTo>
                  <a:lnTo>
                    <a:pt x="778383" y="511175"/>
                  </a:lnTo>
                  <a:close/>
                </a:path>
                <a:path w="2914650" h="942975">
                  <a:moveTo>
                    <a:pt x="785622" y="784352"/>
                  </a:moveTo>
                  <a:lnTo>
                    <a:pt x="747649" y="781685"/>
                  </a:lnTo>
                  <a:lnTo>
                    <a:pt x="746760" y="794385"/>
                  </a:lnTo>
                  <a:lnTo>
                    <a:pt x="784733" y="796925"/>
                  </a:lnTo>
                  <a:lnTo>
                    <a:pt x="785622" y="784352"/>
                  </a:lnTo>
                  <a:close/>
                </a:path>
                <a:path w="2914650" h="942975">
                  <a:moveTo>
                    <a:pt x="796798" y="95885"/>
                  </a:moveTo>
                  <a:lnTo>
                    <a:pt x="796290" y="83185"/>
                  </a:lnTo>
                  <a:lnTo>
                    <a:pt x="758190" y="84963"/>
                  </a:lnTo>
                  <a:lnTo>
                    <a:pt x="758825" y="97663"/>
                  </a:lnTo>
                  <a:lnTo>
                    <a:pt x="796798" y="95885"/>
                  </a:lnTo>
                  <a:close/>
                </a:path>
                <a:path w="2914650" h="942975">
                  <a:moveTo>
                    <a:pt x="798449" y="637413"/>
                  </a:moveTo>
                  <a:lnTo>
                    <a:pt x="797687" y="624713"/>
                  </a:lnTo>
                  <a:lnTo>
                    <a:pt x="759587" y="626999"/>
                  </a:lnTo>
                  <a:lnTo>
                    <a:pt x="760349" y="639699"/>
                  </a:lnTo>
                  <a:lnTo>
                    <a:pt x="798449" y="637413"/>
                  </a:lnTo>
                  <a:close/>
                </a:path>
                <a:path w="2914650" h="942975">
                  <a:moveTo>
                    <a:pt x="829183" y="508381"/>
                  </a:moveTo>
                  <a:lnTo>
                    <a:pt x="828421" y="495808"/>
                  </a:lnTo>
                  <a:lnTo>
                    <a:pt x="790448" y="497840"/>
                  </a:lnTo>
                  <a:lnTo>
                    <a:pt x="791083" y="510540"/>
                  </a:lnTo>
                  <a:lnTo>
                    <a:pt x="829183" y="508381"/>
                  </a:lnTo>
                  <a:close/>
                </a:path>
                <a:path w="2914650" h="942975">
                  <a:moveTo>
                    <a:pt x="836295" y="787781"/>
                  </a:moveTo>
                  <a:lnTo>
                    <a:pt x="798322" y="785114"/>
                  </a:lnTo>
                  <a:lnTo>
                    <a:pt x="797433" y="797814"/>
                  </a:lnTo>
                  <a:lnTo>
                    <a:pt x="835406" y="800481"/>
                  </a:lnTo>
                  <a:lnTo>
                    <a:pt x="836295" y="787781"/>
                  </a:lnTo>
                  <a:close/>
                </a:path>
                <a:path w="2914650" h="942975">
                  <a:moveTo>
                    <a:pt x="847598" y="93472"/>
                  </a:moveTo>
                  <a:lnTo>
                    <a:pt x="846963" y="80899"/>
                  </a:lnTo>
                  <a:lnTo>
                    <a:pt x="808990" y="82677"/>
                  </a:lnTo>
                  <a:lnTo>
                    <a:pt x="809498" y="95377"/>
                  </a:lnTo>
                  <a:lnTo>
                    <a:pt x="847598" y="93472"/>
                  </a:lnTo>
                  <a:close/>
                </a:path>
                <a:path w="2914650" h="942975">
                  <a:moveTo>
                    <a:pt x="849122" y="634365"/>
                  </a:moveTo>
                  <a:lnTo>
                    <a:pt x="848360" y="621665"/>
                  </a:lnTo>
                  <a:lnTo>
                    <a:pt x="810387" y="623951"/>
                  </a:lnTo>
                  <a:lnTo>
                    <a:pt x="811149" y="636651"/>
                  </a:lnTo>
                  <a:lnTo>
                    <a:pt x="849122" y="634365"/>
                  </a:lnTo>
                  <a:close/>
                </a:path>
                <a:path w="2914650" h="942975">
                  <a:moveTo>
                    <a:pt x="879856" y="505714"/>
                  </a:moveTo>
                  <a:lnTo>
                    <a:pt x="879221" y="493014"/>
                  </a:lnTo>
                  <a:lnTo>
                    <a:pt x="841121" y="495046"/>
                  </a:lnTo>
                  <a:lnTo>
                    <a:pt x="841883" y="507746"/>
                  </a:lnTo>
                  <a:lnTo>
                    <a:pt x="879856" y="505714"/>
                  </a:lnTo>
                  <a:close/>
                </a:path>
                <a:path w="2914650" h="942975">
                  <a:moveTo>
                    <a:pt x="886968" y="791210"/>
                  </a:moveTo>
                  <a:lnTo>
                    <a:pt x="848995" y="788670"/>
                  </a:lnTo>
                  <a:lnTo>
                    <a:pt x="848106" y="801243"/>
                  </a:lnTo>
                  <a:lnTo>
                    <a:pt x="886079" y="803910"/>
                  </a:lnTo>
                  <a:lnTo>
                    <a:pt x="886968" y="791210"/>
                  </a:lnTo>
                  <a:close/>
                </a:path>
                <a:path w="2914650" h="942975">
                  <a:moveTo>
                    <a:pt x="898398" y="91186"/>
                  </a:moveTo>
                  <a:lnTo>
                    <a:pt x="897763" y="78486"/>
                  </a:lnTo>
                  <a:lnTo>
                    <a:pt x="859663" y="80264"/>
                  </a:lnTo>
                  <a:lnTo>
                    <a:pt x="860298" y="92964"/>
                  </a:lnTo>
                  <a:lnTo>
                    <a:pt x="898398" y="91186"/>
                  </a:lnTo>
                  <a:close/>
                </a:path>
                <a:path w="2914650" h="942975">
                  <a:moveTo>
                    <a:pt x="899795" y="631317"/>
                  </a:moveTo>
                  <a:lnTo>
                    <a:pt x="899033" y="618617"/>
                  </a:lnTo>
                  <a:lnTo>
                    <a:pt x="861060" y="620903"/>
                  </a:lnTo>
                  <a:lnTo>
                    <a:pt x="861822" y="633603"/>
                  </a:lnTo>
                  <a:lnTo>
                    <a:pt x="899795" y="631317"/>
                  </a:lnTo>
                  <a:close/>
                </a:path>
                <a:path w="2914650" h="942975">
                  <a:moveTo>
                    <a:pt x="930656" y="502920"/>
                  </a:moveTo>
                  <a:lnTo>
                    <a:pt x="929894" y="490220"/>
                  </a:lnTo>
                  <a:lnTo>
                    <a:pt x="891921" y="492252"/>
                  </a:lnTo>
                  <a:lnTo>
                    <a:pt x="892556" y="504952"/>
                  </a:lnTo>
                  <a:lnTo>
                    <a:pt x="930656" y="502920"/>
                  </a:lnTo>
                  <a:close/>
                </a:path>
                <a:path w="2914650" h="942975">
                  <a:moveTo>
                    <a:pt x="937641" y="794639"/>
                  </a:moveTo>
                  <a:lnTo>
                    <a:pt x="899668" y="792099"/>
                  </a:lnTo>
                  <a:lnTo>
                    <a:pt x="898779" y="804799"/>
                  </a:lnTo>
                  <a:lnTo>
                    <a:pt x="936752" y="807339"/>
                  </a:lnTo>
                  <a:lnTo>
                    <a:pt x="937641" y="794639"/>
                  </a:lnTo>
                  <a:close/>
                </a:path>
                <a:path w="2914650" h="942975">
                  <a:moveTo>
                    <a:pt x="949071" y="88773"/>
                  </a:moveTo>
                  <a:lnTo>
                    <a:pt x="948436" y="76073"/>
                  </a:lnTo>
                  <a:lnTo>
                    <a:pt x="910463" y="77851"/>
                  </a:lnTo>
                  <a:lnTo>
                    <a:pt x="910971" y="90551"/>
                  </a:lnTo>
                  <a:lnTo>
                    <a:pt x="949071" y="88773"/>
                  </a:lnTo>
                  <a:close/>
                </a:path>
                <a:path w="2914650" h="942975">
                  <a:moveTo>
                    <a:pt x="950595" y="628269"/>
                  </a:moveTo>
                  <a:lnTo>
                    <a:pt x="949833" y="615569"/>
                  </a:lnTo>
                  <a:lnTo>
                    <a:pt x="911733" y="617855"/>
                  </a:lnTo>
                  <a:lnTo>
                    <a:pt x="912495" y="630555"/>
                  </a:lnTo>
                  <a:lnTo>
                    <a:pt x="950595" y="628269"/>
                  </a:lnTo>
                  <a:close/>
                </a:path>
                <a:path w="2914650" h="942975">
                  <a:moveTo>
                    <a:pt x="981329" y="500126"/>
                  </a:moveTo>
                  <a:lnTo>
                    <a:pt x="980694" y="487553"/>
                  </a:lnTo>
                  <a:lnTo>
                    <a:pt x="942594" y="489585"/>
                  </a:lnTo>
                  <a:lnTo>
                    <a:pt x="943229" y="502285"/>
                  </a:lnTo>
                  <a:lnTo>
                    <a:pt x="981329" y="500126"/>
                  </a:lnTo>
                  <a:close/>
                </a:path>
                <a:path w="2914650" h="942975">
                  <a:moveTo>
                    <a:pt x="988314" y="798195"/>
                  </a:moveTo>
                  <a:lnTo>
                    <a:pt x="950341" y="795528"/>
                  </a:lnTo>
                  <a:lnTo>
                    <a:pt x="949452" y="808228"/>
                  </a:lnTo>
                  <a:lnTo>
                    <a:pt x="987425" y="810895"/>
                  </a:lnTo>
                  <a:lnTo>
                    <a:pt x="988314" y="798195"/>
                  </a:lnTo>
                  <a:close/>
                </a:path>
                <a:path w="2914650" h="942975">
                  <a:moveTo>
                    <a:pt x="999871" y="86360"/>
                  </a:moveTo>
                  <a:lnTo>
                    <a:pt x="999236" y="73660"/>
                  </a:lnTo>
                  <a:lnTo>
                    <a:pt x="961136" y="75438"/>
                  </a:lnTo>
                  <a:lnTo>
                    <a:pt x="961771" y="88138"/>
                  </a:lnTo>
                  <a:lnTo>
                    <a:pt x="999871" y="86360"/>
                  </a:lnTo>
                  <a:close/>
                </a:path>
                <a:path w="2914650" h="942975">
                  <a:moveTo>
                    <a:pt x="1001268" y="625221"/>
                  </a:moveTo>
                  <a:lnTo>
                    <a:pt x="1000506" y="612521"/>
                  </a:lnTo>
                  <a:lnTo>
                    <a:pt x="962533" y="614807"/>
                  </a:lnTo>
                  <a:lnTo>
                    <a:pt x="963295" y="627507"/>
                  </a:lnTo>
                  <a:lnTo>
                    <a:pt x="1001268" y="625221"/>
                  </a:lnTo>
                  <a:close/>
                </a:path>
                <a:path w="2914650" h="942975">
                  <a:moveTo>
                    <a:pt x="1032002" y="497459"/>
                  </a:moveTo>
                  <a:lnTo>
                    <a:pt x="1031367" y="484759"/>
                  </a:lnTo>
                  <a:lnTo>
                    <a:pt x="993267" y="486791"/>
                  </a:lnTo>
                  <a:lnTo>
                    <a:pt x="994029" y="499491"/>
                  </a:lnTo>
                  <a:lnTo>
                    <a:pt x="1032002" y="497459"/>
                  </a:lnTo>
                  <a:close/>
                </a:path>
                <a:path w="2914650" h="942975">
                  <a:moveTo>
                    <a:pt x="1038987" y="801624"/>
                  </a:moveTo>
                  <a:lnTo>
                    <a:pt x="1001014" y="799084"/>
                  </a:lnTo>
                  <a:lnTo>
                    <a:pt x="1000125" y="811657"/>
                  </a:lnTo>
                  <a:lnTo>
                    <a:pt x="1038098" y="814324"/>
                  </a:lnTo>
                  <a:lnTo>
                    <a:pt x="1038987" y="801624"/>
                  </a:lnTo>
                  <a:close/>
                </a:path>
                <a:path w="2914650" h="942975">
                  <a:moveTo>
                    <a:pt x="1050544" y="84074"/>
                  </a:moveTo>
                  <a:lnTo>
                    <a:pt x="1050036" y="71374"/>
                  </a:lnTo>
                  <a:lnTo>
                    <a:pt x="1011936" y="73152"/>
                  </a:lnTo>
                  <a:lnTo>
                    <a:pt x="1012571" y="85852"/>
                  </a:lnTo>
                  <a:lnTo>
                    <a:pt x="1050544" y="84074"/>
                  </a:lnTo>
                  <a:close/>
                </a:path>
                <a:path w="2914650" h="942975">
                  <a:moveTo>
                    <a:pt x="1051941" y="622173"/>
                  </a:moveTo>
                  <a:lnTo>
                    <a:pt x="1051179" y="609473"/>
                  </a:lnTo>
                  <a:lnTo>
                    <a:pt x="1013206" y="611759"/>
                  </a:lnTo>
                  <a:lnTo>
                    <a:pt x="1013968" y="624459"/>
                  </a:lnTo>
                  <a:lnTo>
                    <a:pt x="1051941" y="622173"/>
                  </a:lnTo>
                  <a:close/>
                </a:path>
                <a:path w="2914650" h="942975">
                  <a:moveTo>
                    <a:pt x="1082802" y="494665"/>
                  </a:moveTo>
                  <a:lnTo>
                    <a:pt x="1082040" y="481965"/>
                  </a:lnTo>
                  <a:lnTo>
                    <a:pt x="1044067" y="483997"/>
                  </a:lnTo>
                  <a:lnTo>
                    <a:pt x="1044702" y="496697"/>
                  </a:lnTo>
                  <a:lnTo>
                    <a:pt x="1082802" y="494665"/>
                  </a:lnTo>
                  <a:close/>
                </a:path>
                <a:path w="2914650" h="942975">
                  <a:moveTo>
                    <a:pt x="1089660" y="805053"/>
                  </a:moveTo>
                  <a:lnTo>
                    <a:pt x="1051687" y="802513"/>
                  </a:lnTo>
                  <a:lnTo>
                    <a:pt x="1050798" y="815213"/>
                  </a:lnTo>
                  <a:lnTo>
                    <a:pt x="1088771" y="817753"/>
                  </a:lnTo>
                  <a:lnTo>
                    <a:pt x="1089660" y="805053"/>
                  </a:lnTo>
                  <a:close/>
                </a:path>
                <a:path w="2914650" h="942975">
                  <a:moveTo>
                    <a:pt x="1101344" y="81661"/>
                  </a:moveTo>
                  <a:lnTo>
                    <a:pt x="1100709" y="68961"/>
                  </a:lnTo>
                  <a:lnTo>
                    <a:pt x="1062609" y="70739"/>
                  </a:lnTo>
                  <a:lnTo>
                    <a:pt x="1063244" y="83439"/>
                  </a:lnTo>
                  <a:lnTo>
                    <a:pt x="1101344" y="81661"/>
                  </a:lnTo>
                  <a:close/>
                </a:path>
                <a:path w="2914650" h="942975">
                  <a:moveTo>
                    <a:pt x="1102741" y="619125"/>
                  </a:moveTo>
                  <a:lnTo>
                    <a:pt x="1101979" y="606425"/>
                  </a:lnTo>
                  <a:lnTo>
                    <a:pt x="1063879" y="608711"/>
                  </a:lnTo>
                  <a:lnTo>
                    <a:pt x="1064641" y="621411"/>
                  </a:lnTo>
                  <a:lnTo>
                    <a:pt x="1102741" y="619125"/>
                  </a:lnTo>
                  <a:close/>
                </a:path>
                <a:path w="2914650" h="942975">
                  <a:moveTo>
                    <a:pt x="1133475" y="491871"/>
                  </a:moveTo>
                  <a:lnTo>
                    <a:pt x="1132840" y="479171"/>
                  </a:lnTo>
                  <a:lnTo>
                    <a:pt x="1094740" y="481330"/>
                  </a:lnTo>
                  <a:lnTo>
                    <a:pt x="1095502" y="494030"/>
                  </a:lnTo>
                  <a:lnTo>
                    <a:pt x="1133475" y="491871"/>
                  </a:lnTo>
                  <a:close/>
                </a:path>
                <a:path w="2914650" h="942975">
                  <a:moveTo>
                    <a:pt x="1140333" y="808609"/>
                  </a:moveTo>
                  <a:lnTo>
                    <a:pt x="1102360" y="805942"/>
                  </a:lnTo>
                  <a:lnTo>
                    <a:pt x="1101471" y="818642"/>
                  </a:lnTo>
                  <a:lnTo>
                    <a:pt x="1139444" y="821182"/>
                  </a:lnTo>
                  <a:lnTo>
                    <a:pt x="1140333" y="808609"/>
                  </a:lnTo>
                  <a:close/>
                </a:path>
                <a:path w="2914650" h="942975">
                  <a:moveTo>
                    <a:pt x="1152017" y="79248"/>
                  </a:moveTo>
                  <a:lnTo>
                    <a:pt x="1151509" y="66548"/>
                  </a:lnTo>
                  <a:lnTo>
                    <a:pt x="1113409" y="68326"/>
                  </a:lnTo>
                  <a:lnTo>
                    <a:pt x="1114044" y="81026"/>
                  </a:lnTo>
                  <a:lnTo>
                    <a:pt x="1152017" y="79248"/>
                  </a:lnTo>
                  <a:close/>
                </a:path>
                <a:path w="2914650" h="942975">
                  <a:moveTo>
                    <a:pt x="1153414" y="616077"/>
                  </a:moveTo>
                  <a:lnTo>
                    <a:pt x="1152652" y="603504"/>
                  </a:lnTo>
                  <a:lnTo>
                    <a:pt x="1114552" y="605663"/>
                  </a:lnTo>
                  <a:lnTo>
                    <a:pt x="1115314" y="618363"/>
                  </a:lnTo>
                  <a:lnTo>
                    <a:pt x="1153414" y="616077"/>
                  </a:lnTo>
                  <a:close/>
                </a:path>
                <a:path w="2914650" h="942975">
                  <a:moveTo>
                    <a:pt x="1184275" y="489204"/>
                  </a:moveTo>
                  <a:lnTo>
                    <a:pt x="1183513" y="476504"/>
                  </a:lnTo>
                  <a:lnTo>
                    <a:pt x="1145540" y="478536"/>
                  </a:lnTo>
                  <a:lnTo>
                    <a:pt x="1146175" y="491236"/>
                  </a:lnTo>
                  <a:lnTo>
                    <a:pt x="1184275" y="489204"/>
                  </a:lnTo>
                  <a:close/>
                </a:path>
                <a:path w="2914650" h="942975">
                  <a:moveTo>
                    <a:pt x="1191006" y="812038"/>
                  </a:moveTo>
                  <a:lnTo>
                    <a:pt x="1153033" y="809371"/>
                  </a:lnTo>
                  <a:lnTo>
                    <a:pt x="1152144" y="822071"/>
                  </a:lnTo>
                  <a:lnTo>
                    <a:pt x="1190244" y="824738"/>
                  </a:lnTo>
                  <a:lnTo>
                    <a:pt x="1191006" y="812038"/>
                  </a:lnTo>
                  <a:close/>
                </a:path>
                <a:path w="2914650" h="942975">
                  <a:moveTo>
                    <a:pt x="1202817" y="76835"/>
                  </a:moveTo>
                  <a:lnTo>
                    <a:pt x="1202182" y="64262"/>
                  </a:lnTo>
                  <a:lnTo>
                    <a:pt x="1164209" y="66040"/>
                  </a:lnTo>
                  <a:lnTo>
                    <a:pt x="1164717" y="78613"/>
                  </a:lnTo>
                  <a:lnTo>
                    <a:pt x="1202817" y="76835"/>
                  </a:lnTo>
                  <a:close/>
                </a:path>
                <a:path w="2914650" h="942975">
                  <a:moveTo>
                    <a:pt x="1204087" y="613029"/>
                  </a:moveTo>
                  <a:lnTo>
                    <a:pt x="1203325" y="600456"/>
                  </a:lnTo>
                  <a:lnTo>
                    <a:pt x="1165352" y="602742"/>
                  </a:lnTo>
                  <a:lnTo>
                    <a:pt x="1166114" y="615315"/>
                  </a:lnTo>
                  <a:lnTo>
                    <a:pt x="1204087" y="613029"/>
                  </a:lnTo>
                  <a:close/>
                </a:path>
                <a:path w="2914650" h="942975">
                  <a:moveTo>
                    <a:pt x="1234948" y="486410"/>
                  </a:moveTo>
                  <a:lnTo>
                    <a:pt x="1234313" y="473710"/>
                  </a:lnTo>
                  <a:lnTo>
                    <a:pt x="1196213" y="475742"/>
                  </a:lnTo>
                  <a:lnTo>
                    <a:pt x="1196848" y="488442"/>
                  </a:lnTo>
                  <a:lnTo>
                    <a:pt x="1234948" y="486410"/>
                  </a:lnTo>
                  <a:close/>
                </a:path>
                <a:path w="2914650" h="942975">
                  <a:moveTo>
                    <a:pt x="1241679" y="815467"/>
                  </a:moveTo>
                  <a:lnTo>
                    <a:pt x="1203706" y="812927"/>
                  </a:lnTo>
                  <a:lnTo>
                    <a:pt x="1202817" y="825627"/>
                  </a:lnTo>
                  <a:lnTo>
                    <a:pt x="1240917" y="828167"/>
                  </a:lnTo>
                  <a:lnTo>
                    <a:pt x="1241679" y="815467"/>
                  </a:lnTo>
                  <a:close/>
                </a:path>
                <a:path w="2914650" h="942975">
                  <a:moveTo>
                    <a:pt x="1253490" y="74549"/>
                  </a:moveTo>
                  <a:lnTo>
                    <a:pt x="1252982" y="61849"/>
                  </a:lnTo>
                  <a:lnTo>
                    <a:pt x="1214882" y="63627"/>
                  </a:lnTo>
                  <a:lnTo>
                    <a:pt x="1215517" y="76327"/>
                  </a:lnTo>
                  <a:lnTo>
                    <a:pt x="1253490" y="74549"/>
                  </a:lnTo>
                  <a:close/>
                </a:path>
                <a:path w="2914650" h="942975">
                  <a:moveTo>
                    <a:pt x="1254760" y="609981"/>
                  </a:moveTo>
                  <a:lnTo>
                    <a:pt x="1253998" y="597408"/>
                  </a:lnTo>
                  <a:lnTo>
                    <a:pt x="1216025" y="599694"/>
                  </a:lnTo>
                  <a:lnTo>
                    <a:pt x="1216787" y="612267"/>
                  </a:lnTo>
                  <a:lnTo>
                    <a:pt x="1254760" y="609981"/>
                  </a:lnTo>
                  <a:close/>
                </a:path>
                <a:path w="2914650" h="942975">
                  <a:moveTo>
                    <a:pt x="1285621" y="483616"/>
                  </a:moveTo>
                  <a:lnTo>
                    <a:pt x="1284986" y="470916"/>
                  </a:lnTo>
                  <a:lnTo>
                    <a:pt x="1246886" y="473075"/>
                  </a:lnTo>
                  <a:lnTo>
                    <a:pt x="1247648" y="485648"/>
                  </a:lnTo>
                  <a:lnTo>
                    <a:pt x="1285621" y="483616"/>
                  </a:lnTo>
                  <a:close/>
                </a:path>
                <a:path w="2914650" h="942975">
                  <a:moveTo>
                    <a:pt x="1292479" y="819023"/>
                  </a:moveTo>
                  <a:lnTo>
                    <a:pt x="1254379" y="816356"/>
                  </a:lnTo>
                  <a:lnTo>
                    <a:pt x="1253490" y="829056"/>
                  </a:lnTo>
                  <a:lnTo>
                    <a:pt x="1291590" y="831596"/>
                  </a:lnTo>
                  <a:lnTo>
                    <a:pt x="1292479" y="819023"/>
                  </a:lnTo>
                  <a:close/>
                </a:path>
                <a:path w="2914650" h="942975">
                  <a:moveTo>
                    <a:pt x="1304290" y="72136"/>
                  </a:moveTo>
                  <a:lnTo>
                    <a:pt x="1303655" y="59436"/>
                  </a:lnTo>
                  <a:lnTo>
                    <a:pt x="1265682" y="61214"/>
                  </a:lnTo>
                  <a:lnTo>
                    <a:pt x="1266190" y="73914"/>
                  </a:lnTo>
                  <a:lnTo>
                    <a:pt x="1304290" y="72136"/>
                  </a:lnTo>
                  <a:close/>
                </a:path>
                <a:path w="2914650" h="942975">
                  <a:moveTo>
                    <a:pt x="1305560" y="606933"/>
                  </a:moveTo>
                  <a:lnTo>
                    <a:pt x="1304798" y="594360"/>
                  </a:lnTo>
                  <a:lnTo>
                    <a:pt x="1266698" y="596646"/>
                  </a:lnTo>
                  <a:lnTo>
                    <a:pt x="1267460" y="609219"/>
                  </a:lnTo>
                  <a:lnTo>
                    <a:pt x="1305560" y="606933"/>
                  </a:lnTo>
                  <a:close/>
                </a:path>
                <a:path w="2914650" h="942975">
                  <a:moveTo>
                    <a:pt x="1336421" y="480822"/>
                  </a:moveTo>
                  <a:lnTo>
                    <a:pt x="1335659" y="468249"/>
                  </a:lnTo>
                  <a:lnTo>
                    <a:pt x="1297686" y="470281"/>
                  </a:lnTo>
                  <a:lnTo>
                    <a:pt x="1298321" y="482981"/>
                  </a:lnTo>
                  <a:lnTo>
                    <a:pt x="1336421" y="480822"/>
                  </a:lnTo>
                  <a:close/>
                </a:path>
                <a:path w="2914650" h="942975">
                  <a:moveTo>
                    <a:pt x="1343152" y="822452"/>
                  </a:moveTo>
                  <a:lnTo>
                    <a:pt x="1305052" y="819785"/>
                  </a:lnTo>
                  <a:lnTo>
                    <a:pt x="1304163" y="832485"/>
                  </a:lnTo>
                  <a:lnTo>
                    <a:pt x="1342263" y="835152"/>
                  </a:lnTo>
                  <a:lnTo>
                    <a:pt x="1343152" y="822452"/>
                  </a:lnTo>
                  <a:close/>
                </a:path>
                <a:path w="2914650" h="942975">
                  <a:moveTo>
                    <a:pt x="1355090" y="69723"/>
                  </a:moveTo>
                  <a:lnTo>
                    <a:pt x="1354455" y="57023"/>
                  </a:lnTo>
                  <a:lnTo>
                    <a:pt x="1316355" y="58801"/>
                  </a:lnTo>
                  <a:lnTo>
                    <a:pt x="1316990" y="71501"/>
                  </a:lnTo>
                  <a:lnTo>
                    <a:pt x="1355090" y="69723"/>
                  </a:lnTo>
                  <a:close/>
                </a:path>
                <a:path w="2914650" h="942975">
                  <a:moveTo>
                    <a:pt x="1356233" y="603885"/>
                  </a:moveTo>
                  <a:lnTo>
                    <a:pt x="1355471" y="591312"/>
                  </a:lnTo>
                  <a:lnTo>
                    <a:pt x="1317371" y="593598"/>
                  </a:lnTo>
                  <a:lnTo>
                    <a:pt x="1318133" y="606171"/>
                  </a:lnTo>
                  <a:lnTo>
                    <a:pt x="1356233" y="603885"/>
                  </a:lnTo>
                  <a:close/>
                </a:path>
                <a:path w="2914650" h="942975">
                  <a:moveTo>
                    <a:pt x="1387094" y="478155"/>
                  </a:moveTo>
                  <a:lnTo>
                    <a:pt x="1386459" y="465455"/>
                  </a:lnTo>
                  <a:lnTo>
                    <a:pt x="1348359" y="467487"/>
                  </a:lnTo>
                  <a:lnTo>
                    <a:pt x="1349121" y="480187"/>
                  </a:lnTo>
                  <a:lnTo>
                    <a:pt x="1387094" y="478155"/>
                  </a:lnTo>
                  <a:close/>
                </a:path>
                <a:path w="2914650" h="942975">
                  <a:moveTo>
                    <a:pt x="1393825" y="825881"/>
                  </a:moveTo>
                  <a:lnTo>
                    <a:pt x="1355725" y="823341"/>
                  </a:lnTo>
                  <a:lnTo>
                    <a:pt x="1354963" y="835914"/>
                  </a:lnTo>
                  <a:lnTo>
                    <a:pt x="1392936" y="838581"/>
                  </a:lnTo>
                  <a:lnTo>
                    <a:pt x="1393825" y="825881"/>
                  </a:lnTo>
                  <a:close/>
                </a:path>
                <a:path w="2914650" h="942975">
                  <a:moveTo>
                    <a:pt x="1405763" y="67437"/>
                  </a:moveTo>
                  <a:lnTo>
                    <a:pt x="1405128" y="54737"/>
                  </a:lnTo>
                  <a:lnTo>
                    <a:pt x="1367155" y="56515"/>
                  </a:lnTo>
                  <a:lnTo>
                    <a:pt x="1367663" y="69215"/>
                  </a:lnTo>
                  <a:lnTo>
                    <a:pt x="1405763" y="67437"/>
                  </a:lnTo>
                  <a:close/>
                </a:path>
                <a:path w="2914650" h="942975">
                  <a:moveTo>
                    <a:pt x="1406906" y="600837"/>
                  </a:moveTo>
                  <a:lnTo>
                    <a:pt x="1406144" y="588264"/>
                  </a:lnTo>
                  <a:lnTo>
                    <a:pt x="1368171" y="590550"/>
                  </a:lnTo>
                  <a:lnTo>
                    <a:pt x="1368933" y="603123"/>
                  </a:lnTo>
                  <a:lnTo>
                    <a:pt x="1406906" y="600837"/>
                  </a:lnTo>
                  <a:close/>
                </a:path>
                <a:path w="2914650" h="942975">
                  <a:moveTo>
                    <a:pt x="1437894" y="475361"/>
                  </a:moveTo>
                  <a:lnTo>
                    <a:pt x="1437132" y="462661"/>
                  </a:lnTo>
                  <a:lnTo>
                    <a:pt x="1399159" y="464693"/>
                  </a:lnTo>
                  <a:lnTo>
                    <a:pt x="1399794" y="477393"/>
                  </a:lnTo>
                  <a:lnTo>
                    <a:pt x="1437894" y="475361"/>
                  </a:lnTo>
                  <a:close/>
                </a:path>
                <a:path w="2914650" h="942975">
                  <a:moveTo>
                    <a:pt x="1444498" y="829310"/>
                  </a:moveTo>
                  <a:lnTo>
                    <a:pt x="1406398" y="826770"/>
                  </a:lnTo>
                  <a:lnTo>
                    <a:pt x="1405636" y="839470"/>
                  </a:lnTo>
                  <a:lnTo>
                    <a:pt x="1443609" y="842010"/>
                  </a:lnTo>
                  <a:lnTo>
                    <a:pt x="1444498" y="829310"/>
                  </a:lnTo>
                  <a:close/>
                </a:path>
                <a:path w="2914650" h="942975">
                  <a:moveTo>
                    <a:pt x="1456563" y="65024"/>
                  </a:moveTo>
                  <a:lnTo>
                    <a:pt x="1455928" y="52324"/>
                  </a:lnTo>
                  <a:lnTo>
                    <a:pt x="1417828" y="54102"/>
                  </a:lnTo>
                  <a:lnTo>
                    <a:pt x="1418463" y="66802"/>
                  </a:lnTo>
                  <a:lnTo>
                    <a:pt x="1456563" y="65024"/>
                  </a:lnTo>
                  <a:close/>
                </a:path>
                <a:path w="2914650" h="942975">
                  <a:moveTo>
                    <a:pt x="1457579" y="597789"/>
                  </a:moveTo>
                  <a:lnTo>
                    <a:pt x="1456944" y="585216"/>
                  </a:lnTo>
                  <a:lnTo>
                    <a:pt x="1418844" y="587502"/>
                  </a:lnTo>
                  <a:lnTo>
                    <a:pt x="1419606" y="600075"/>
                  </a:lnTo>
                  <a:lnTo>
                    <a:pt x="1457579" y="597789"/>
                  </a:lnTo>
                  <a:close/>
                </a:path>
                <a:path w="2914650" h="942975">
                  <a:moveTo>
                    <a:pt x="1488567" y="472567"/>
                  </a:moveTo>
                  <a:lnTo>
                    <a:pt x="1487932" y="459867"/>
                  </a:lnTo>
                  <a:lnTo>
                    <a:pt x="1449832" y="462026"/>
                  </a:lnTo>
                  <a:lnTo>
                    <a:pt x="1450594" y="474726"/>
                  </a:lnTo>
                  <a:lnTo>
                    <a:pt x="1488567" y="472567"/>
                  </a:lnTo>
                  <a:close/>
                </a:path>
                <a:path w="2914650" h="942975">
                  <a:moveTo>
                    <a:pt x="1495171" y="832866"/>
                  </a:moveTo>
                  <a:lnTo>
                    <a:pt x="1457071" y="830199"/>
                  </a:lnTo>
                  <a:lnTo>
                    <a:pt x="1456309" y="842899"/>
                  </a:lnTo>
                  <a:lnTo>
                    <a:pt x="1494282" y="845566"/>
                  </a:lnTo>
                  <a:lnTo>
                    <a:pt x="1495171" y="832866"/>
                  </a:lnTo>
                  <a:close/>
                </a:path>
                <a:path w="2914650" h="942975">
                  <a:moveTo>
                    <a:pt x="1507236" y="62611"/>
                  </a:moveTo>
                  <a:lnTo>
                    <a:pt x="1506728" y="49911"/>
                  </a:lnTo>
                  <a:lnTo>
                    <a:pt x="1468628" y="51689"/>
                  </a:lnTo>
                  <a:lnTo>
                    <a:pt x="1469263" y="64389"/>
                  </a:lnTo>
                  <a:lnTo>
                    <a:pt x="1507236" y="62611"/>
                  </a:lnTo>
                  <a:close/>
                </a:path>
                <a:path w="2914650" h="942975">
                  <a:moveTo>
                    <a:pt x="1508379" y="594741"/>
                  </a:moveTo>
                  <a:lnTo>
                    <a:pt x="1507617" y="582168"/>
                  </a:lnTo>
                  <a:lnTo>
                    <a:pt x="1469517" y="584454"/>
                  </a:lnTo>
                  <a:lnTo>
                    <a:pt x="1470279" y="597027"/>
                  </a:lnTo>
                  <a:lnTo>
                    <a:pt x="1508379" y="594741"/>
                  </a:lnTo>
                  <a:close/>
                </a:path>
                <a:path w="2914650" h="942975">
                  <a:moveTo>
                    <a:pt x="1539367" y="469900"/>
                  </a:moveTo>
                  <a:lnTo>
                    <a:pt x="1538605" y="457200"/>
                  </a:lnTo>
                  <a:lnTo>
                    <a:pt x="1500632" y="459232"/>
                  </a:lnTo>
                  <a:lnTo>
                    <a:pt x="1501267" y="471932"/>
                  </a:lnTo>
                  <a:lnTo>
                    <a:pt x="1539367" y="469900"/>
                  </a:lnTo>
                  <a:close/>
                </a:path>
                <a:path w="2914650" h="942975">
                  <a:moveTo>
                    <a:pt x="1545844" y="836295"/>
                  </a:moveTo>
                  <a:lnTo>
                    <a:pt x="1507871" y="833755"/>
                  </a:lnTo>
                  <a:lnTo>
                    <a:pt x="1506982" y="846328"/>
                  </a:lnTo>
                  <a:lnTo>
                    <a:pt x="1544955" y="848995"/>
                  </a:lnTo>
                  <a:lnTo>
                    <a:pt x="1545844" y="836295"/>
                  </a:lnTo>
                  <a:close/>
                </a:path>
                <a:path w="2914650" h="942975">
                  <a:moveTo>
                    <a:pt x="1558036" y="60198"/>
                  </a:moveTo>
                  <a:lnTo>
                    <a:pt x="1557401" y="47498"/>
                  </a:lnTo>
                  <a:lnTo>
                    <a:pt x="1519301" y="49403"/>
                  </a:lnTo>
                  <a:lnTo>
                    <a:pt x="1519936" y="61976"/>
                  </a:lnTo>
                  <a:lnTo>
                    <a:pt x="1558036" y="60198"/>
                  </a:lnTo>
                  <a:close/>
                </a:path>
                <a:path w="2914650" h="942975">
                  <a:moveTo>
                    <a:pt x="1559052" y="591693"/>
                  </a:moveTo>
                  <a:lnTo>
                    <a:pt x="1558290" y="579120"/>
                  </a:lnTo>
                  <a:lnTo>
                    <a:pt x="1520317" y="581406"/>
                  </a:lnTo>
                  <a:lnTo>
                    <a:pt x="1521079" y="593979"/>
                  </a:lnTo>
                  <a:lnTo>
                    <a:pt x="1559052" y="591693"/>
                  </a:lnTo>
                  <a:close/>
                </a:path>
                <a:path w="2914650" h="942975">
                  <a:moveTo>
                    <a:pt x="1590040" y="467106"/>
                  </a:moveTo>
                  <a:lnTo>
                    <a:pt x="1589278" y="454406"/>
                  </a:lnTo>
                  <a:lnTo>
                    <a:pt x="1551305" y="456438"/>
                  </a:lnTo>
                  <a:lnTo>
                    <a:pt x="1551940" y="469138"/>
                  </a:lnTo>
                  <a:lnTo>
                    <a:pt x="1590040" y="467106"/>
                  </a:lnTo>
                  <a:close/>
                </a:path>
                <a:path w="2914650" h="942975">
                  <a:moveTo>
                    <a:pt x="1596517" y="839724"/>
                  </a:moveTo>
                  <a:lnTo>
                    <a:pt x="1558544" y="837184"/>
                  </a:lnTo>
                  <a:lnTo>
                    <a:pt x="1557655" y="849884"/>
                  </a:lnTo>
                  <a:lnTo>
                    <a:pt x="1595628" y="852424"/>
                  </a:lnTo>
                  <a:lnTo>
                    <a:pt x="1596517" y="839724"/>
                  </a:lnTo>
                  <a:close/>
                </a:path>
                <a:path w="2914650" h="942975">
                  <a:moveTo>
                    <a:pt x="1608709" y="57912"/>
                  </a:moveTo>
                  <a:lnTo>
                    <a:pt x="1608201" y="45212"/>
                  </a:lnTo>
                  <a:lnTo>
                    <a:pt x="1570101" y="46990"/>
                  </a:lnTo>
                  <a:lnTo>
                    <a:pt x="1570736" y="59690"/>
                  </a:lnTo>
                  <a:lnTo>
                    <a:pt x="1608709" y="57912"/>
                  </a:lnTo>
                  <a:close/>
                </a:path>
                <a:path w="2914650" h="942975">
                  <a:moveTo>
                    <a:pt x="1609725" y="588772"/>
                  </a:moveTo>
                  <a:lnTo>
                    <a:pt x="1608963" y="576072"/>
                  </a:lnTo>
                  <a:lnTo>
                    <a:pt x="1570990" y="578358"/>
                  </a:lnTo>
                  <a:lnTo>
                    <a:pt x="1571752" y="590931"/>
                  </a:lnTo>
                  <a:lnTo>
                    <a:pt x="1609725" y="588772"/>
                  </a:lnTo>
                  <a:close/>
                </a:path>
                <a:path w="2914650" h="942975">
                  <a:moveTo>
                    <a:pt x="1640713" y="464312"/>
                  </a:moveTo>
                  <a:lnTo>
                    <a:pt x="1640078" y="451612"/>
                  </a:lnTo>
                  <a:lnTo>
                    <a:pt x="1601978" y="453771"/>
                  </a:lnTo>
                  <a:lnTo>
                    <a:pt x="1602740" y="466471"/>
                  </a:lnTo>
                  <a:lnTo>
                    <a:pt x="1640713" y="464312"/>
                  </a:lnTo>
                  <a:close/>
                </a:path>
                <a:path w="2914650" h="942975">
                  <a:moveTo>
                    <a:pt x="1647190" y="843280"/>
                  </a:moveTo>
                  <a:lnTo>
                    <a:pt x="1609217" y="840613"/>
                  </a:lnTo>
                  <a:lnTo>
                    <a:pt x="1608328" y="853313"/>
                  </a:lnTo>
                  <a:lnTo>
                    <a:pt x="1646301" y="855853"/>
                  </a:lnTo>
                  <a:lnTo>
                    <a:pt x="1647190" y="843280"/>
                  </a:lnTo>
                  <a:close/>
                </a:path>
                <a:path w="2914650" h="942975">
                  <a:moveTo>
                    <a:pt x="1659509" y="55499"/>
                  </a:moveTo>
                  <a:lnTo>
                    <a:pt x="1658874" y="42799"/>
                  </a:lnTo>
                  <a:lnTo>
                    <a:pt x="1620901" y="44577"/>
                  </a:lnTo>
                  <a:lnTo>
                    <a:pt x="1621409" y="57277"/>
                  </a:lnTo>
                  <a:lnTo>
                    <a:pt x="1659509" y="55499"/>
                  </a:lnTo>
                  <a:close/>
                </a:path>
                <a:path w="2914650" h="942975">
                  <a:moveTo>
                    <a:pt x="1660525" y="585724"/>
                  </a:moveTo>
                  <a:lnTo>
                    <a:pt x="1659763" y="573024"/>
                  </a:lnTo>
                  <a:lnTo>
                    <a:pt x="1621663" y="575310"/>
                  </a:lnTo>
                  <a:lnTo>
                    <a:pt x="1622425" y="588010"/>
                  </a:lnTo>
                  <a:lnTo>
                    <a:pt x="1660525" y="585724"/>
                  </a:lnTo>
                  <a:close/>
                </a:path>
                <a:path w="2914650" h="942975">
                  <a:moveTo>
                    <a:pt x="1691513" y="461645"/>
                  </a:moveTo>
                  <a:lnTo>
                    <a:pt x="1690751" y="448945"/>
                  </a:lnTo>
                  <a:lnTo>
                    <a:pt x="1652778" y="450977"/>
                  </a:lnTo>
                  <a:lnTo>
                    <a:pt x="1653413" y="463677"/>
                  </a:lnTo>
                  <a:lnTo>
                    <a:pt x="1691513" y="461645"/>
                  </a:lnTo>
                  <a:close/>
                </a:path>
                <a:path w="2914650" h="942975">
                  <a:moveTo>
                    <a:pt x="1697863" y="846709"/>
                  </a:moveTo>
                  <a:lnTo>
                    <a:pt x="1659890" y="844042"/>
                  </a:lnTo>
                  <a:lnTo>
                    <a:pt x="1659001" y="856742"/>
                  </a:lnTo>
                  <a:lnTo>
                    <a:pt x="1696974" y="859409"/>
                  </a:lnTo>
                  <a:lnTo>
                    <a:pt x="1697863" y="846709"/>
                  </a:lnTo>
                  <a:close/>
                </a:path>
                <a:path w="2914650" h="942975">
                  <a:moveTo>
                    <a:pt x="1710309" y="53086"/>
                  </a:moveTo>
                  <a:lnTo>
                    <a:pt x="1709674" y="40386"/>
                  </a:lnTo>
                  <a:lnTo>
                    <a:pt x="1671574" y="42164"/>
                  </a:lnTo>
                  <a:lnTo>
                    <a:pt x="1672209" y="54864"/>
                  </a:lnTo>
                  <a:lnTo>
                    <a:pt x="1710309" y="53086"/>
                  </a:lnTo>
                  <a:close/>
                </a:path>
                <a:path w="2914650" h="942975">
                  <a:moveTo>
                    <a:pt x="1711198" y="582676"/>
                  </a:moveTo>
                  <a:lnTo>
                    <a:pt x="1710436" y="569976"/>
                  </a:lnTo>
                  <a:lnTo>
                    <a:pt x="1672336" y="572262"/>
                  </a:lnTo>
                  <a:lnTo>
                    <a:pt x="1673098" y="584962"/>
                  </a:lnTo>
                  <a:lnTo>
                    <a:pt x="1711198" y="582676"/>
                  </a:lnTo>
                  <a:close/>
                </a:path>
                <a:path w="2914650" h="942975">
                  <a:moveTo>
                    <a:pt x="1742186" y="458851"/>
                  </a:moveTo>
                  <a:lnTo>
                    <a:pt x="1741551" y="446151"/>
                  </a:lnTo>
                  <a:lnTo>
                    <a:pt x="1703451" y="448183"/>
                  </a:lnTo>
                  <a:lnTo>
                    <a:pt x="1704213" y="460883"/>
                  </a:lnTo>
                  <a:lnTo>
                    <a:pt x="1742186" y="458851"/>
                  </a:lnTo>
                  <a:close/>
                </a:path>
                <a:path w="2914650" h="942975">
                  <a:moveTo>
                    <a:pt x="1748536" y="850138"/>
                  </a:moveTo>
                  <a:lnTo>
                    <a:pt x="1710563" y="847598"/>
                  </a:lnTo>
                  <a:lnTo>
                    <a:pt x="1709674" y="860298"/>
                  </a:lnTo>
                  <a:lnTo>
                    <a:pt x="1747647" y="862838"/>
                  </a:lnTo>
                  <a:lnTo>
                    <a:pt x="1748536" y="850138"/>
                  </a:lnTo>
                  <a:close/>
                </a:path>
                <a:path w="2914650" h="942975">
                  <a:moveTo>
                    <a:pt x="1760982" y="50673"/>
                  </a:moveTo>
                  <a:lnTo>
                    <a:pt x="1760347" y="38100"/>
                  </a:lnTo>
                  <a:lnTo>
                    <a:pt x="1722374" y="39878"/>
                  </a:lnTo>
                  <a:lnTo>
                    <a:pt x="1722882" y="52578"/>
                  </a:lnTo>
                  <a:lnTo>
                    <a:pt x="1760982" y="50673"/>
                  </a:lnTo>
                  <a:close/>
                </a:path>
                <a:path w="2914650" h="942975">
                  <a:moveTo>
                    <a:pt x="1761871" y="579628"/>
                  </a:moveTo>
                  <a:lnTo>
                    <a:pt x="1761109" y="566928"/>
                  </a:lnTo>
                  <a:lnTo>
                    <a:pt x="1723136" y="569214"/>
                  </a:lnTo>
                  <a:lnTo>
                    <a:pt x="1723898" y="581914"/>
                  </a:lnTo>
                  <a:lnTo>
                    <a:pt x="1761871" y="579628"/>
                  </a:lnTo>
                  <a:close/>
                </a:path>
                <a:path w="2914650" h="942975">
                  <a:moveTo>
                    <a:pt x="1792986" y="456057"/>
                  </a:moveTo>
                  <a:lnTo>
                    <a:pt x="1792224" y="443357"/>
                  </a:lnTo>
                  <a:lnTo>
                    <a:pt x="1754251" y="445516"/>
                  </a:lnTo>
                  <a:lnTo>
                    <a:pt x="1754886" y="458089"/>
                  </a:lnTo>
                  <a:lnTo>
                    <a:pt x="1792986" y="456057"/>
                  </a:lnTo>
                  <a:close/>
                </a:path>
                <a:path w="2914650" h="942975">
                  <a:moveTo>
                    <a:pt x="1799209" y="853694"/>
                  </a:moveTo>
                  <a:lnTo>
                    <a:pt x="1761236" y="851027"/>
                  </a:lnTo>
                  <a:lnTo>
                    <a:pt x="1760347" y="863727"/>
                  </a:lnTo>
                  <a:lnTo>
                    <a:pt x="1798320" y="866267"/>
                  </a:lnTo>
                  <a:lnTo>
                    <a:pt x="1799209" y="853694"/>
                  </a:lnTo>
                  <a:close/>
                </a:path>
                <a:path w="2914650" h="942975">
                  <a:moveTo>
                    <a:pt x="1811782" y="48387"/>
                  </a:moveTo>
                  <a:lnTo>
                    <a:pt x="1811147" y="35687"/>
                  </a:lnTo>
                  <a:lnTo>
                    <a:pt x="1773047" y="37465"/>
                  </a:lnTo>
                  <a:lnTo>
                    <a:pt x="1773682" y="50165"/>
                  </a:lnTo>
                  <a:lnTo>
                    <a:pt x="1811782" y="48387"/>
                  </a:lnTo>
                  <a:close/>
                </a:path>
                <a:path w="2914650" h="942975">
                  <a:moveTo>
                    <a:pt x="1812544" y="576580"/>
                  </a:moveTo>
                  <a:lnTo>
                    <a:pt x="1811782" y="563880"/>
                  </a:lnTo>
                  <a:lnTo>
                    <a:pt x="1773809" y="566166"/>
                  </a:lnTo>
                  <a:lnTo>
                    <a:pt x="1774571" y="578866"/>
                  </a:lnTo>
                  <a:lnTo>
                    <a:pt x="1812544" y="576580"/>
                  </a:lnTo>
                  <a:close/>
                </a:path>
                <a:path w="2914650" h="942975">
                  <a:moveTo>
                    <a:pt x="1843659" y="453263"/>
                  </a:moveTo>
                  <a:lnTo>
                    <a:pt x="1843024" y="440690"/>
                  </a:lnTo>
                  <a:lnTo>
                    <a:pt x="1804924" y="442722"/>
                  </a:lnTo>
                  <a:lnTo>
                    <a:pt x="1805559" y="455422"/>
                  </a:lnTo>
                  <a:lnTo>
                    <a:pt x="1843659" y="453263"/>
                  </a:lnTo>
                  <a:close/>
                </a:path>
                <a:path w="2914650" h="942975">
                  <a:moveTo>
                    <a:pt x="1849882" y="857123"/>
                  </a:moveTo>
                  <a:lnTo>
                    <a:pt x="1811909" y="854456"/>
                  </a:lnTo>
                  <a:lnTo>
                    <a:pt x="1811020" y="867156"/>
                  </a:lnTo>
                  <a:lnTo>
                    <a:pt x="1848993" y="869823"/>
                  </a:lnTo>
                  <a:lnTo>
                    <a:pt x="1849882" y="857123"/>
                  </a:lnTo>
                  <a:close/>
                </a:path>
                <a:path w="2914650" h="942975">
                  <a:moveTo>
                    <a:pt x="1862455" y="45974"/>
                  </a:moveTo>
                  <a:lnTo>
                    <a:pt x="1861947" y="33274"/>
                  </a:lnTo>
                  <a:lnTo>
                    <a:pt x="1823847" y="35052"/>
                  </a:lnTo>
                  <a:lnTo>
                    <a:pt x="1824482" y="47752"/>
                  </a:lnTo>
                  <a:lnTo>
                    <a:pt x="1862455" y="45974"/>
                  </a:lnTo>
                  <a:close/>
                </a:path>
                <a:path w="2914650" h="942975">
                  <a:moveTo>
                    <a:pt x="1863344" y="573532"/>
                  </a:moveTo>
                  <a:lnTo>
                    <a:pt x="1862582" y="560832"/>
                  </a:lnTo>
                  <a:lnTo>
                    <a:pt x="1824482" y="563118"/>
                  </a:lnTo>
                  <a:lnTo>
                    <a:pt x="1825244" y="575818"/>
                  </a:lnTo>
                  <a:lnTo>
                    <a:pt x="1863344" y="573532"/>
                  </a:lnTo>
                  <a:close/>
                </a:path>
                <a:path w="2914650" h="942975">
                  <a:moveTo>
                    <a:pt x="1894332" y="450596"/>
                  </a:moveTo>
                  <a:lnTo>
                    <a:pt x="1893697" y="437896"/>
                  </a:lnTo>
                  <a:lnTo>
                    <a:pt x="1855597" y="439928"/>
                  </a:lnTo>
                  <a:lnTo>
                    <a:pt x="1856359" y="452628"/>
                  </a:lnTo>
                  <a:lnTo>
                    <a:pt x="1894332" y="450596"/>
                  </a:lnTo>
                  <a:close/>
                </a:path>
                <a:path w="2914650" h="942975">
                  <a:moveTo>
                    <a:pt x="1900555" y="860552"/>
                  </a:moveTo>
                  <a:lnTo>
                    <a:pt x="1862582" y="858012"/>
                  </a:lnTo>
                  <a:lnTo>
                    <a:pt x="1861693" y="870585"/>
                  </a:lnTo>
                  <a:lnTo>
                    <a:pt x="1899666" y="873252"/>
                  </a:lnTo>
                  <a:lnTo>
                    <a:pt x="1900555" y="860552"/>
                  </a:lnTo>
                  <a:close/>
                </a:path>
                <a:path w="2914650" h="942975">
                  <a:moveTo>
                    <a:pt x="1913255" y="43561"/>
                  </a:moveTo>
                  <a:lnTo>
                    <a:pt x="1912620" y="30861"/>
                  </a:lnTo>
                  <a:lnTo>
                    <a:pt x="1874520" y="32639"/>
                  </a:lnTo>
                  <a:lnTo>
                    <a:pt x="1875155" y="45339"/>
                  </a:lnTo>
                  <a:lnTo>
                    <a:pt x="1913255" y="43561"/>
                  </a:lnTo>
                  <a:close/>
                </a:path>
                <a:path w="2914650" h="942975">
                  <a:moveTo>
                    <a:pt x="1914017" y="570484"/>
                  </a:moveTo>
                  <a:lnTo>
                    <a:pt x="1913255" y="557784"/>
                  </a:lnTo>
                  <a:lnTo>
                    <a:pt x="1875282" y="560070"/>
                  </a:lnTo>
                  <a:lnTo>
                    <a:pt x="1876044" y="572770"/>
                  </a:lnTo>
                  <a:lnTo>
                    <a:pt x="1914017" y="570484"/>
                  </a:lnTo>
                  <a:close/>
                </a:path>
                <a:path w="2914650" h="942975">
                  <a:moveTo>
                    <a:pt x="1945132" y="447802"/>
                  </a:moveTo>
                  <a:lnTo>
                    <a:pt x="1944370" y="435102"/>
                  </a:lnTo>
                  <a:lnTo>
                    <a:pt x="1906397" y="437134"/>
                  </a:lnTo>
                  <a:lnTo>
                    <a:pt x="1907032" y="449834"/>
                  </a:lnTo>
                  <a:lnTo>
                    <a:pt x="1945132" y="447802"/>
                  </a:lnTo>
                  <a:close/>
                </a:path>
                <a:path w="2914650" h="942975">
                  <a:moveTo>
                    <a:pt x="1951228" y="863981"/>
                  </a:moveTo>
                  <a:lnTo>
                    <a:pt x="1913255" y="861441"/>
                  </a:lnTo>
                  <a:lnTo>
                    <a:pt x="1912366" y="874141"/>
                  </a:lnTo>
                  <a:lnTo>
                    <a:pt x="1950466" y="876681"/>
                  </a:lnTo>
                  <a:lnTo>
                    <a:pt x="1951228" y="863981"/>
                  </a:lnTo>
                  <a:close/>
                </a:path>
                <a:path w="2914650" h="942975">
                  <a:moveTo>
                    <a:pt x="1963928" y="41275"/>
                  </a:moveTo>
                  <a:lnTo>
                    <a:pt x="1963420" y="28575"/>
                  </a:lnTo>
                  <a:lnTo>
                    <a:pt x="1925320" y="30353"/>
                  </a:lnTo>
                  <a:lnTo>
                    <a:pt x="1925955" y="43053"/>
                  </a:lnTo>
                  <a:lnTo>
                    <a:pt x="1963928" y="41275"/>
                  </a:lnTo>
                  <a:close/>
                </a:path>
                <a:path w="2914650" h="942975">
                  <a:moveTo>
                    <a:pt x="1964690" y="567436"/>
                  </a:moveTo>
                  <a:lnTo>
                    <a:pt x="1963928" y="554736"/>
                  </a:lnTo>
                  <a:lnTo>
                    <a:pt x="1925955" y="557022"/>
                  </a:lnTo>
                  <a:lnTo>
                    <a:pt x="1926717" y="569722"/>
                  </a:lnTo>
                  <a:lnTo>
                    <a:pt x="1964690" y="567436"/>
                  </a:lnTo>
                  <a:close/>
                </a:path>
                <a:path w="2914650" h="942975">
                  <a:moveTo>
                    <a:pt x="1995805" y="445008"/>
                  </a:moveTo>
                  <a:lnTo>
                    <a:pt x="1995170" y="432308"/>
                  </a:lnTo>
                  <a:lnTo>
                    <a:pt x="1957070" y="434467"/>
                  </a:lnTo>
                  <a:lnTo>
                    <a:pt x="1957832" y="447167"/>
                  </a:lnTo>
                  <a:lnTo>
                    <a:pt x="1995805" y="445008"/>
                  </a:lnTo>
                  <a:close/>
                </a:path>
                <a:path w="2914650" h="942975">
                  <a:moveTo>
                    <a:pt x="2001901" y="867537"/>
                  </a:moveTo>
                  <a:lnTo>
                    <a:pt x="1963928" y="864870"/>
                  </a:lnTo>
                  <a:lnTo>
                    <a:pt x="1963039" y="877570"/>
                  </a:lnTo>
                  <a:lnTo>
                    <a:pt x="2001139" y="880110"/>
                  </a:lnTo>
                  <a:lnTo>
                    <a:pt x="2001901" y="867537"/>
                  </a:lnTo>
                  <a:close/>
                </a:path>
                <a:path w="2914650" h="942975">
                  <a:moveTo>
                    <a:pt x="2014728" y="38862"/>
                  </a:moveTo>
                  <a:lnTo>
                    <a:pt x="2014093" y="26162"/>
                  </a:lnTo>
                  <a:lnTo>
                    <a:pt x="1976120" y="27940"/>
                  </a:lnTo>
                  <a:lnTo>
                    <a:pt x="1976628" y="40640"/>
                  </a:lnTo>
                  <a:lnTo>
                    <a:pt x="2014728" y="38862"/>
                  </a:lnTo>
                  <a:close/>
                </a:path>
                <a:path w="2914650" h="942975">
                  <a:moveTo>
                    <a:pt x="2015490" y="564388"/>
                  </a:moveTo>
                  <a:lnTo>
                    <a:pt x="2014728" y="551688"/>
                  </a:lnTo>
                  <a:lnTo>
                    <a:pt x="1976628" y="553974"/>
                  </a:lnTo>
                  <a:lnTo>
                    <a:pt x="1977390" y="566674"/>
                  </a:lnTo>
                  <a:lnTo>
                    <a:pt x="2015490" y="564388"/>
                  </a:lnTo>
                  <a:close/>
                </a:path>
                <a:path w="2914650" h="942975">
                  <a:moveTo>
                    <a:pt x="2046605" y="442341"/>
                  </a:moveTo>
                  <a:lnTo>
                    <a:pt x="2045843" y="429641"/>
                  </a:lnTo>
                  <a:lnTo>
                    <a:pt x="2007870" y="431673"/>
                  </a:lnTo>
                  <a:lnTo>
                    <a:pt x="2008505" y="444373"/>
                  </a:lnTo>
                  <a:lnTo>
                    <a:pt x="2046605" y="442341"/>
                  </a:lnTo>
                  <a:close/>
                </a:path>
                <a:path w="2914650" h="942975">
                  <a:moveTo>
                    <a:pt x="2052701" y="870966"/>
                  </a:moveTo>
                  <a:lnTo>
                    <a:pt x="2014601" y="868426"/>
                  </a:lnTo>
                  <a:lnTo>
                    <a:pt x="2013712" y="880999"/>
                  </a:lnTo>
                  <a:lnTo>
                    <a:pt x="2051812" y="883666"/>
                  </a:lnTo>
                  <a:lnTo>
                    <a:pt x="2052701" y="870966"/>
                  </a:lnTo>
                  <a:close/>
                </a:path>
                <a:path w="2914650" h="942975">
                  <a:moveTo>
                    <a:pt x="2065401" y="36449"/>
                  </a:moveTo>
                  <a:lnTo>
                    <a:pt x="2064893" y="23749"/>
                  </a:lnTo>
                  <a:lnTo>
                    <a:pt x="2026793" y="25527"/>
                  </a:lnTo>
                  <a:lnTo>
                    <a:pt x="2027428" y="38227"/>
                  </a:lnTo>
                  <a:lnTo>
                    <a:pt x="2065401" y="36449"/>
                  </a:lnTo>
                  <a:close/>
                </a:path>
                <a:path w="2914650" h="942975">
                  <a:moveTo>
                    <a:pt x="2066163" y="561340"/>
                  </a:moveTo>
                  <a:lnTo>
                    <a:pt x="2065401" y="548640"/>
                  </a:lnTo>
                  <a:lnTo>
                    <a:pt x="2027301" y="550926"/>
                  </a:lnTo>
                  <a:lnTo>
                    <a:pt x="2028063" y="563626"/>
                  </a:lnTo>
                  <a:lnTo>
                    <a:pt x="2066163" y="561340"/>
                  </a:lnTo>
                  <a:close/>
                </a:path>
                <a:path w="2914650" h="942975">
                  <a:moveTo>
                    <a:pt x="2097278" y="439547"/>
                  </a:moveTo>
                  <a:lnTo>
                    <a:pt x="2096643" y="426847"/>
                  </a:lnTo>
                  <a:lnTo>
                    <a:pt x="2058543" y="428879"/>
                  </a:lnTo>
                  <a:lnTo>
                    <a:pt x="2059178" y="441579"/>
                  </a:lnTo>
                  <a:lnTo>
                    <a:pt x="2097278" y="439547"/>
                  </a:lnTo>
                  <a:close/>
                </a:path>
                <a:path w="2914650" h="942975">
                  <a:moveTo>
                    <a:pt x="2103374" y="874395"/>
                  </a:moveTo>
                  <a:lnTo>
                    <a:pt x="2065274" y="871855"/>
                  </a:lnTo>
                  <a:lnTo>
                    <a:pt x="2064385" y="884555"/>
                  </a:lnTo>
                  <a:lnTo>
                    <a:pt x="2102485" y="887095"/>
                  </a:lnTo>
                  <a:lnTo>
                    <a:pt x="2103374" y="874395"/>
                  </a:lnTo>
                  <a:close/>
                </a:path>
                <a:path w="2914650" h="942975">
                  <a:moveTo>
                    <a:pt x="2116201" y="34036"/>
                  </a:moveTo>
                  <a:lnTo>
                    <a:pt x="2115566" y="21463"/>
                  </a:lnTo>
                  <a:lnTo>
                    <a:pt x="2077593" y="23241"/>
                  </a:lnTo>
                  <a:lnTo>
                    <a:pt x="2078101" y="35814"/>
                  </a:lnTo>
                  <a:lnTo>
                    <a:pt x="2116201" y="34036"/>
                  </a:lnTo>
                  <a:close/>
                </a:path>
                <a:path w="2914650" h="942975">
                  <a:moveTo>
                    <a:pt x="2116836" y="558292"/>
                  </a:moveTo>
                  <a:lnTo>
                    <a:pt x="2116074" y="545592"/>
                  </a:lnTo>
                  <a:lnTo>
                    <a:pt x="2078101" y="547878"/>
                  </a:lnTo>
                  <a:lnTo>
                    <a:pt x="2078863" y="560578"/>
                  </a:lnTo>
                  <a:lnTo>
                    <a:pt x="2116836" y="558292"/>
                  </a:lnTo>
                  <a:close/>
                </a:path>
                <a:path w="2914650" h="942975">
                  <a:moveTo>
                    <a:pt x="2147951" y="436753"/>
                  </a:moveTo>
                  <a:lnTo>
                    <a:pt x="2147316" y="424053"/>
                  </a:lnTo>
                  <a:lnTo>
                    <a:pt x="2109216" y="426212"/>
                  </a:lnTo>
                  <a:lnTo>
                    <a:pt x="2109978" y="438912"/>
                  </a:lnTo>
                  <a:lnTo>
                    <a:pt x="2147951" y="436753"/>
                  </a:lnTo>
                  <a:close/>
                </a:path>
                <a:path w="2914650" h="942975">
                  <a:moveTo>
                    <a:pt x="2154047" y="877951"/>
                  </a:moveTo>
                  <a:lnTo>
                    <a:pt x="2115947" y="875284"/>
                  </a:lnTo>
                  <a:lnTo>
                    <a:pt x="2115185" y="887984"/>
                  </a:lnTo>
                  <a:lnTo>
                    <a:pt x="2153158" y="890524"/>
                  </a:lnTo>
                  <a:lnTo>
                    <a:pt x="2154047" y="877951"/>
                  </a:lnTo>
                  <a:close/>
                </a:path>
                <a:path w="2914650" h="942975">
                  <a:moveTo>
                    <a:pt x="2167001" y="31750"/>
                  </a:moveTo>
                  <a:lnTo>
                    <a:pt x="2166366" y="19050"/>
                  </a:lnTo>
                  <a:lnTo>
                    <a:pt x="2128266" y="20828"/>
                  </a:lnTo>
                  <a:lnTo>
                    <a:pt x="2128901" y="33528"/>
                  </a:lnTo>
                  <a:lnTo>
                    <a:pt x="2167001" y="31750"/>
                  </a:lnTo>
                  <a:close/>
                </a:path>
                <a:path w="2914650" h="942975">
                  <a:moveTo>
                    <a:pt x="2167509" y="555244"/>
                  </a:moveTo>
                  <a:lnTo>
                    <a:pt x="2166747" y="542544"/>
                  </a:lnTo>
                  <a:lnTo>
                    <a:pt x="2128774" y="544830"/>
                  </a:lnTo>
                  <a:lnTo>
                    <a:pt x="2129536" y="557530"/>
                  </a:lnTo>
                  <a:lnTo>
                    <a:pt x="2167509" y="555244"/>
                  </a:lnTo>
                  <a:close/>
                </a:path>
                <a:path w="2914650" h="942975">
                  <a:moveTo>
                    <a:pt x="2198751" y="434086"/>
                  </a:moveTo>
                  <a:lnTo>
                    <a:pt x="2197989" y="421386"/>
                  </a:lnTo>
                  <a:lnTo>
                    <a:pt x="2160016" y="423418"/>
                  </a:lnTo>
                  <a:lnTo>
                    <a:pt x="2160651" y="436118"/>
                  </a:lnTo>
                  <a:lnTo>
                    <a:pt x="2198751" y="434086"/>
                  </a:lnTo>
                  <a:close/>
                </a:path>
                <a:path w="2914650" h="942975">
                  <a:moveTo>
                    <a:pt x="2204720" y="881380"/>
                  </a:moveTo>
                  <a:lnTo>
                    <a:pt x="2166620" y="878713"/>
                  </a:lnTo>
                  <a:lnTo>
                    <a:pt x="2165858" y="891413"/>
                  </a:lnTo>
                  <a:lnTo>
                    <a:pt x="2203831" y="894080"/>
                  </a:lnTo>
                  <a:lnTo>
                    <a:pt x="2204720" y="881380"/>
                  </a:lnTo>
                  <a:close/>
                </a:path>
                <a:path w="2914650" h="942975">
                  <a:moveTo>
                    <a:pt x="2217674" y="29337"/>
                  </a:moveTo>
                  <a:lnTo>
                    <a:pt x="2217039" y="16637"/>
                  </a:lnTo>
                  <a:lnTo>
                    <a:pt x="2179066" y="18415"/>
                  </a:lnTo>
                  <a:lnTo>
                    <a:pt x="2179574" y="31115"/>
                  </a:lnTo>
                  <a:lnTo>
                    <a:pt x="2217674" y="29337"/>
                  </a:lnTo>
                  <a:close/>
                </a:path>
                <a:path w="2914650" h="942975">
                  <a:moveTo>
                    <a:pt x="2218309" y="552196"/>
                  </a:moveTo>
                  <a:lnTo>
                    <a:pt x="2217547" y="539496"/>
                  </a:lnTo>
                  <a:lnTo>
                    <a:pt x="2179447" y="541782"/>
                  </a:lnTo>
                  <a:lnTo>
                    <a:pt x="2180209" y="554482"/>
                  </a:lnTo>
                  <a:lnTo>
                    <a:pt x="2218309" y="552196"/>
                  </a:lnTo>
                  <a:close/>
                </a:path>
                <a:path w="2914650" h="942975">
                  <a:moveTo>
                    <a:pt x="2249424" y="431292"/>
                  </a:moveTo>
                  <a:lnTo>
                    <a:pt x="2248789" y="418592"/>
                  </a:lnTo>
                  <a:lnTo>
                    <a:pt x="2210689" y="420624"/>
                  </a:lnTo>
                  <a:lnTo>
                    <a:pt x="2211451" y="433324"/>
                  </a:lnTo>
                  <a:lnTo>
                    <a:pt x="2249424" y="431292"/>
                  </a:lnTo>
                  <a:close/>
                </a:path>
                <a:path w="2914650" h="942975">
                  <a:moveTo>
                    <a:pt x="2255393" y="884809"/>
                  </a:moveTo>
                  <a:lnTo>
                    <a:pt x="2217293" y="882269"/>
                  </a:lnTo>
                  <a:lnTo>
                    <a:pt x="2216531" y="894842"/>
                  </a:lnTo>
                  <a:lnTo>
                    <a:pt x="2254504" y="897509"/>
                  </a:lnTo>
                  <a:lnTo>
                    <a:pt x="2255393" y="884809"/>
                  </a:lnTo>
                  <a:close/>
                </a:path>
                <a:path w="2914650" h="942975">
                  <a:moveTo>
                    <a:pt x="2268474" y="26924"/>
                  </a:moveTo>
                  <a:lnTo>
                    <a:pt x="2267839" y="14224"/>
                  </a:lnTo>
                  <a:lnTo>
                    <a:pt x="2229739" y="16002"/>
                  </a:lnTo>
                  <a:lnTo>
                    <a:pt x="2230374" y="28702"/>
                  </a:lnTo>
                  <a:lnTo>
                    <a:pt x="2268474" y="26924"/>
                  </a:lnTo>
                  <a:close/>
                </a:path>
                <a:path w="2914650" h="942975">
                  <a:moveTo>
                    <a:pt x="2268982" y="549148"/>
                  </a:moveTo>
                  <a:lnTo>
                    <a:pt x="2268220" y="536448"/>
                  </a:lnTo>
                  <a:lnTo>
                    <a:pt x="2230247" y="538734"/>
                  </a:lnTo>
                  <a:lnTo>
                    <a:pt x="2231009" y="551434"/>
                  </a:lnTo>
                  <a:lnTo>
                    <a:pt x="2268982" y="549148"/>
                  </a:lnTo>
                  <a:close/>
                </a:path>
                <a:path w="2914650" h="942975">
                  <a:moveTo>
                    <a:pt x="2300224" y="428498"/>
                  </a:moveTo>
                  <a:lnTo>
                    <a:pt x="2299462" y="415798"/>
                  </a:lnTo>
                  <a:lnTo>
                    <a:pt x="2261489" y="417957"/>
                  </a:lnTo>
                  <a:lnTo>
                    <a:pt x="2262124" y="430530"/>
                  </a:lnTo>
                  <a:lnTo>
                    <a:pt x="2300224" y="428498"/>
                  </a:lnTo>
                  <a:close/>
                </a:path>
                <a:path w="2914650" h="942975">
                  <a:moveTo>
                    <a:pt x="2306066" y="888238"/>
                  </a:moveTo>
                  <a:lnTo>
                    <a:pt x="2268093" y="885698"/>
                  </a:lnTo>
                  <a:lnTo>
                    <a:pt x="2267204" y="898398"/>
                  </a:lnTo>
                  <a:lnTo>
                    <a:pt x="2305177" y="900938"/>
                  </a:lnTo>
                  <a:lnTo>
                    <a:pt x="2306066" y="888238"/>
                  </a:lnTo>
                  <a:close/>
                </a:path>
                <a:path w="2914650" h="942975">
                  <a:moveTo>
                    <a:pt x="2319147" y="24638"/>
                  </a:moveTo>
                  <a:lnTo>
                    <a:pt x="2318639" y="11938"/>
                  </a:lnTo>
                  <a:lnTo>
                    <a:pt x="2280539" y="13716"/>
                  </a:lnTo>
                  <a:lnTo>
                    <a:pt x="2281174" y="26416"/>
                  </a:lnTo>
                  <a:lnTo>
                    <a:pt x="2319147" y="24638"/>
                  </a:lnTo>
                  <a:close/>
                </a:path>
                <a:path w="2914650" h="942975">
                  <a:moveTo>
                    <a:pt x="2319655" y="546100"/>
                  </a:moveTo>
                  <a:lnTo>
                    <a:pt x="2318893" y="533400"/>
                  </a:lnTo>
                  <a:lnTo>
                    <a:pt x="2280920" y="535686"/>
                  </a:lnTo>
                  <a:lnTo>
                    <a:pt x="2281682" y="548386"/>
                  </a:lnTo>
                  <a:lnTo>
                    <a:pt x="2319655" y="546100"/>
                  </a:lnTo>
                  <a:close/>
                </a:path>
                <a:path w="2914650" h="942975">
                  <a:moveTo>
                    <a:pt x="2350897" y="425704"/>
                  </a:moveTo>
                  <a:lnTo>
                    <a:pt x="2350262" y="413131"/>
                  </a:lnTo>
                  <a:lnTo>
                    <a:pt x="2312162" y="415163"/>
                  </a:lnTo>
                  <a:lnTo>
                    <a:pt x="2312924" y="427863"/>
                  </a:lnTo>
                  <a:lnTo>
                    <a:pt x="2350897" y="425704"/>
                  </a:lnTo>
                  <a:close/>
                </a:path>
                <a:path w="2914650" h="942975">
                  <a:moveTo>
                    <a:pt x="2356739" y="891794"/>
                  </a:moveTo>
                  <a:lnTo>
                    <a:pt x="2318766" y="889127"/>
                  </a:lnTo>
                  <a:lnTo>
                    <a:pt x="2317877" y="901827"/>
                  </a:lnTo>
                  <a:lnTo>
                    <a:pt x="2355850" y="904494"/>
                  </a:lnTo>
                  <a:lnTo>
                    <a:pt x="2356739" y="891794"/>
                  </a:lnTo>
                  <a:close/>
                </a:path>
                <a:path w="2914650" h="942975">
                  <a:moveTo>
                    <a:pt x="2369947" y="22225"/>
                  </a:moveTo>
                  <a:lnTo>
                    <a:pt x="2369312" y="9525"/>
                  </a:lnTo>
                  <a:lnTo>
                    <a:pt x="2331212" y="11303"/>
                  </a:lnTo>
                  <a:lnTo>
                    <a:pt x="2331847" y="24003"/>
                  </a:lnTo>
                  <a:lnTo>
                    <a:pt x="2369947" y="22225"/>
                  </a:lnTo>
                  <a:close/>
                </a:path>
                <a:path w="2914650" h="942975">
                  <a:moveTo>
                    <a:pt x="2370455" y="543052"/>
                  </a:moveTo>
                  <a:lnTo>
                    <a:pt x="2369693" y="530352"/>
                  </a:lnTo>
                  <a:lnTo>
                    <a:pt x="2331593" y="532638"/>
                  </a:lnTo>
                  <a:lnTo>
                    <a:pt x="2332355" y="545338"/>
                  </a:lnTo>
                  <a:lnTo>
                    <a:pt x="2370455" y="543052"/>
                  </a:lnTo>
                  <a:close/>
                </a:path>
                <a:path w="2914650" h="942975">
                  <a:moveTo>
                    <a:pt x="2401570" y="423037"/>
                  </a:moveTo>
                  <a:lnTo>
                    <a:pt x="2400935" y="410337"/>
                  </a:lnTo>
                  <a:lnTo>
                    <a:pt x="2362962" y="412369"/>
                  </a:lnTo>
                  <a:lnTo>
                    <a:pt x="2363597" y="425069"/>
                  </a:lnTo>
                  <a:lnTo>
                    <a:pt x="2401570" y="423037"/>
                  </a:lnTo>
                  <a:close/>
                </a:path>
                <a:path w="2914650" h="942975">
                  <a:moveTo>
                    <a:pt x="2407412" y="895223"/>
                  </a:moveTo>
                  <a:lnTo>
                    <a:pt x="2369439" y="892683"/>
                  </a:lnTo>
                  <a:lnTo>
                    <a:pt x="2368550" y="905256"/>
                  </a:lnTo>
                  <a:lnTo>
                    <a:pt x="2406523" y="907923"/>
                  </a:lnTo>
                  <a:lnTo>
                    <a:pt x="2407412" y="895223"/>
                  </a:lnTo>
                  <a:close/>
                </a:path>
                <a:path w="2914650" h="942975">
                  <a:moveTo>
                    <a:pt x="2420620" y="19812"/>
                  </a:moveTo>
                  <a:lnTo>
                    <a:pt x="2420112" y="7112"/>
                  </a:lnTo>
                  <a:lnTo>
                    <a:pt x="2382012" y="8890"/>
                  </a:lnTo>
                  <a:lnTo>
                    <a:pt x="2382647" y="21590"/>
                  </a:lnTo>
                  <a:lnTo>
                    <a:pt x="2420620" y="19812"/>
                  </a:lnTo>
                  <a:close/>
                </a:path>
                <a:path w="2914650" h="942975">
                  <a:moveTo>
                    <a:pt x="2421128" y="540004"/>
                  </a:moveTo>
                  <a:lnTo>
                    <a:pt x="2420366" y="527304"/>
                  </a:lnTo>
                  <a:lnTo>
                    <a:pt x="2382266" y="529590"/>
                  </a:lnTo>
                  <a:lnTo>
                    <a:pt x="2383028" y="542290"/>
                  </a:lnTo>
                  <a:lnTo>
                    <a:pt x="2421128" y="540004"/>
                  </a:lnTo>
                  <a:close/>
                </a:path>
                <a:path w="2914650" h="942975">
                  <a:moveTo>
                    <a:pt x="2452370" y="420243"/>
                  </a:moveTo>
                  <a:lnTo>
                    <a:pt x="2451608" y="407543"/>
                  </a:lnTo>
                  <a:lnTo>
                    <a:pt x="2413635" y="409575"/>
                  </a:lnTo>
                  <a:lnTo>
                    <a:pt x="2414270" y="422275"/>
                  </a:lnTo>
                  <a:lnTo>
                    <a:pt x="2452370" y="420243"/>
                  </a:lnTo>
                  <a:close/>
                </a:path>
                <a:path w="2914650" h="942975">
                  <a:moveTo>
                    <a:pt x="2458085" y="898652"/>
                  </a:moveTo>
                  <a:lnTo>
                    <a:pt x="2420112" y="896112"/>
                  </a:lnTo>
                  <a:lnTo>
                    <a:pt x="2419223" y="908812"/>
                  </a:lnTo>
                  <a:lnTo>
                    <a:pt x="2457196" y="911352"/>
                  </a:lnTo>
                  <a:lnTo>
                    <a:pt x="2458085" y="898652"/>
                  </a:lnTo>
                  <a:close/>
                </a:path>
                <a:path w="2914650" h="942975">
                  <a:moveTo>
                    <a:pt x="2471420" y="17399"/>
                  </a:moveTo>
                  <a:lnTo>
                    <a:pt x="2470785" y="4699"/>
                  </a:lnTo>
                  <a:lnTo>
                    <a:pt x="2432812" y="6604"/>
                  </a:lnTo>
                  <a:lnTo>
                    <a:pt x="2433320" y="19177"/>
                  </a:lnTo>
                  <a:lnTo>
                    <a:pt x="2471420" y="17399"/>
                  </a:lnTo>
                  <a:close/>
                </a:path>
                <a:path w="2914650" h="942975">
                  <a:moveTo>
                    <a:pt x="2471801" y="536956"/>
                  </a:moveTo>
                  <a:lnTo>
                    <a:pt x="2471039" y="524256"/>
                  </a:lnTo>
                  <a:lnTo>
                    <a:pt x="2433066" y="526542"/>
                  </a:lnTo>
                  <a:lnTo>
                    <a:pt x="2433828" y="539242"/>
                  </a:lnTo>
                  <a:lnTo>
                    <a:pt x="2471801" y="536956"/>
                  </a:lnTo>
                  <a:close/>
                </a:path>
                <a:path w="2914650" h="942975">
                  <a:moveTo>
                    <a:pt x="2503043" y="417449"/>
                  </a:moveTo>
                  <a:lnTo>
                    <a:pt x="2502408" y="404749"/>
                  </a:lnTo>
                  <a:lnTo>
                    <a:pt x="2464308" y="406908"/>
                  </a:lnTo>
                  <a:lnTo>
                    <a:pt x="2465070" y="419608"/>
                  </a:lnTo>
                  <a:lnTo>
                    <a:pt x="2503043" y="417449"/>
                  </a:lnTo>
                  <a:close/>
                </a:path>
                <a:path w="2914650" h="942975">
                  <a:moveTo>
                    <a:pt x="2508758" y="902208"/>
                  </a:moveTo>
                  <a:lnTo>
                    <a:pt x="2470785" y="899541"/>
                  </a:lnTo>
                  <a:lnTo>
                    <a:pt x="2469896" y="912241"/>
                  </a:lnTo>
                  <a:lnTo>
                    <a:pt x="2507869" y="914781"/>
                  </a:lnTo>
                  <a:lnTo>
                    <a:pt x="2508758" y="902208"/>
                  </a:lnTo>
                  <a:close/>
                </a:path>
                <a:path w="2914650" h="942975">
                  <a:moveTo>
                    <a:pt x="2522093" y="15113"/>
                  </a:moveTo>
                  <a:lnTo>
                    <a:pt x="2521585" y="2413"/>
                  </a:lnTo>
                  <a:lnTo>
                    <a:pt x="2483485" y="4191"/>
                  </a:lnTo>
                  <a:lnTo>
                    <a:pt x="2484120" y="16891"/>
                  </a:lnTo>
                  <a:lnTo>
                    <a:pt x="2522093" y="15113"/>
                  </a:lnTo>
                  <a:close/>
                </a:path>
                <a:path w="2914650" h="942975">
                  <a:moveTo>
                    <a:pt x="2522474" y="533908"/>
                  </a:moveTo>
                  <a:lnTo>
                    <a:pt x="2521712" y="521208"/>
                  </a:lnTo>
                  <a:lnTo>
                    <a:pt x="2483739" y="523494"/>
                  </a:lnTo>
                  <a:lnTo>
                    <a:pt x="2484501" y="536194"/>
                  </a:lnTo>
                  <a:lnTo>
                    <a:pt x="2522474" y="533908"/>
                  </a:lnTo>
                  <a:close/>
                </a:path>
                <a:path w="2914650" h="942975">
                  <a:moveTo>
                    <a:pt x="2553843" y="414782"/>
                  </a:moveTo>
                  <a:lnTo>
                    <a:pt x="2553081" y="402082"/>
                  </a:lnTo>
                  <a:lnTo>
                    <a:pt x="2515108" y="404114"/>
                  </a:lnTo>
                  <a:lnTo>
                    <a:pt x="2515743" y="416814"/>
                  </a:lnTo>
                  <a:lnTo>
                    <a:pt x="2553843" y="414782"/>
                  </a:lnTo>
                  <a:close/>
                </a:path>
                <a:path w="2914650" h="942975">
                  <a:moveTo>
                    <a:pt x="2559431" y="905637"/>
                  </a:moveTo>
                  <a:lnTo>
                    <a:pt x="2521458" y="902970"/>
                  </a:lnTo>
                  <a:lnTo>
                    <a:pt x="2520569" y="915670"/>
                  </a:lnTo>
                  <a:lnTo>
                    <a:pt x="2558542" y="918337"/>
                  </a:lnTo>
                  <a:lnTo>
                    <a:pt x="2559431" y="905637"/>
                  </a:lnTo>
                  <a:close/>
                </a:path>
                <a:path w="2914650" h="942975">
                  <a:moveTo>
                    <a:pt x="2572893" y="12700"/>
                  </a:moveTo>
                  <a:lnTo>
                    <a:pt x="2572258" y="0"/>
                  </a:lnTo>
                  <a:lnTo>
                    <a:pt x="2534285" y="1778"/>
                  </a:lnTo>
                  <a:lnTo>
                    <a:pt x="2534793" y="14478"/>
                  </a:lnTo>
                  <a:lnTo>
                    <a:pt x="2572893" y="12700"/>
                  </a:lnTo>
                  <a:close/>
                </a:path>
                <a:path w="2914650" h="942975">
                  <a:moveTo>
                    <a:pt x="2573274" y="530860"/>
                  </a:moveTo>
                  <a:lnTo>
                    <a:pt x="2572512" y="518160"/>
                  </a:lnTo>
                  <a:lnTo>
                    <a:pt x="2534412" y="520446"/>
                  </a:lnTo>
                  <a:lnTo>
                    <a:pt x="2535174" y="533146"/>
                  </a:lnTo>
                  <a:lnTo>
                    <a:pt x="2573274" y="530860"/>
                  </a:lnTo>
                  <a:close/>
                </a:path>
                <a:path w="2914650" h="942975">
                  <a:moveTo>
                    <a:pt x="2604516" y="411988"/>
                  </a:moveTo>
                  <a:lnTo>
                    <a:pt x="2603881" y="399288"/>
                  </a:lnTo>
                  <a:lnTo>
                    <a:pt x="2565781" y="401320"/>
                  </a:lnTo>
                  <a:lnTo>
                    <a:pt x="2566543" y="414020"/>
                  </a:lnTo>
                  <a:lnTo>
                    <a:pt x="2604516" y="411988"/>
                  </a:lnTo>
                  <a:close/>
                </a:path>
                <a:path w="2914650" h="942975">
                  <a:moveTo>
                    <a:pt x="2610104" y="909066"/>
                  </a:moveTo>
                  <a:lnTo>
                    <a:pt x="2572131" y="906526"/>
                  </a:lnTo>
                  <a:lnTo>
                    <a:pt x="2571242" y="919226"/>
                  </a:lnTo>
                  <a:lnTo>
                    <a:pt x="2609215" y="921766"/>
                  </a:lnTo>
                  <a:lnTo>
                    <a:pt x="2610104" y="909066"/>
                  </a:lnTo>
                  <a:close/>
                </a:path>
                <a:path w="2914650" h="942975">
                  <a:moveTo>
                    <a:pt x="2660777" y="912622"/>
                  </a:moveTo>
                  <a:lnTo>
                    <a:pt x="2622804" y="909955"/>
                  </a:lnTo>
                  <a:lnTo>
                    <a:pt x="2621915" y="922655"/>
                  </a:lnTo>
                  <a:lnTo>
                    <a:pt x="2659888" y="925195"/>
                  </a:lnTo>
                  <a:lnTo>
                    <a:pt x="2660777" y="912622"/>
                  </a:lnTo>
                  <a:close/>
                </a:path>
                <a:path w="2914650" h="942975">
                  <a:moveTo>
                    <a:pt x="2711450" y="916051"/>
                  </a:moveTo>
                  <a:lnTo>
                    <a:pt x="2673477" y="913384"/>
                  </a:lnTo>
                  <a:lnTo>
                    <a:pt x="2672588" y="926084"/>
                  </a:lnTo>
                  <a:lnTo>
                    <a:pt x="2710688" y="928751"/>
                  </a:lnTo>
                  <a:lnTo>
                    <a:pt x="2711450" y="916051"/>
                  </a:lnTo>
                  <a:close/>
                </a:path>
                <a:path w="2914650" h="942975">
                  <a:moveTo>
                    <a:pt x="2762123" y="919480"/>
                  </a:moveTo>
                  <a:lnTo>
                    <a:pt x="2724150" y="916940"/>
                  </a:lnTo>
                  <a:lnTo>
                    <a:pt x="2723261" y="929513"/>
                  </a:lnTo>
                  <a:lnTo>
                    <a:pt x="2761361" y="932180"/>
                  </a:lnTo>
                  <a:lnTo>
                    <a:pt x="2762123" y="919480"/>
                  </a:lnTo>
                  <a:close/>
                </a:path>
                <a:path w="2914650" h="942975">
                  <a:moveTo>
                    <a:pt x="2812923" y="922909"/>
                  </a:moveTo>
                  <a:lnTo>
                    <a:pt x="2774823" y="920369"/>
                  </a:lnTo>
                  <a:lnTo>
                    <a:pt x="2773934" y="933069"/>
                  </a:lnTo>
                  <a:lnTo>
                    <a:pt x="2812034" y="935609"/>
                  </a:lnTo>
                  <a:lnTo>
                    <a:pt x="2812923" y="922909"/>
                  </a:lnTo>
                  <a:close/>
                </a:path>
                <a:path w="2914650" h="942975">
                  <a:moveTo>
                    <a:pt x="2863596" y="926465"/>
                  </a:moveTo>
                  <a:lnTo>
                    <a:pt x="2825496" y="923798"/>
                  </a:lnTo>
                  <a:lnTo>
                    <a:pt x="2824594" y="936498"/>
                  </a:lnTo>
                  <a:lnTo>
                    <a:pt x="2862694" y="939165"/>
                  </a:lnTo>
                  <a:lnTo>
                    <a:pt x="2863596" y="926465"/>
                  </a:lnTo>
                  <a:close/>
                </a:path>
                <a:path w="2914650" h="942975">
                  <a:moveTo>
                    <a:pt x="2914269" y="929894"/>
                  </a:moveTo>
                  <a:lnTo>
                    <a:pt x="2876169" y="927354"/>
                  </a:lnTo>
                  <a:lnTo>
                    <a:pt x="2875394" y="939927"/>
                  </a:lnTo>
                  <a:lnTo>
                    <a:pt x="2913380" y="942594"/>
                  </a:lnTo>
                  <a:lnTo>
                    <a:pt x="2914269" y="929894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710183" y="2319515"/>
            <a:ext cx="5407914" cy="4701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3963" y="1443177"/>
            <a:ext cx="3893058" cy="3025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804" y="1935479"/>
            <a:ext cx="1447038" cy="1623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05612" y="2208276"/>
            <a:ext cx="2723515" cy="1675130"/>
            <a:chOff x="705612" y="2208276"/>
            <a:chExt cx="2723515" cy="1675130"/>
          </a:xfrm>
        </p:grpSpPr>
        <p:sp>
          <p:nvSpPr>
            <p:cNvPr id="6" name="object 6"/>
            <p:cNvSpPr/>
            <p:nvPr/>
          </p:nvSpPr>
          <p:spPr>
            <a:xfrm>
              <a:off x="711708" y="2247625"/>
              <a:ext cx="2661373" cy="15920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8660" y="2211324"/>
              <a:ext cx="2717800" cy="1668780"/>
            </a:xfrm>
            <a:custGeom>
              <a:avLst/>
              <a:gdLst/>
              <a:ahLst/>
              <a:cxnLst/>
              <a:rect l="l" t="t" r="r" b="b"/>
              <a:pathLst>
                <a:path w="2717800" h="1668779">
                  <a:moveTo>
                    <a:pt x="0" y="1668780"/>
                  </a:moveTo>
                  <a:lnTo>
                    <a:pt x="2717291" y="1668780"/>
                  </a:lnTo>
                  <a:lnTo>
                    <a:pt x="2717291" y="0"/>
                  </a:lnTo>
                  <a:lnTo>
                    <a:pt x="0" y="0"/>
                  </a:lnTo>
                  <a:lnTo>
                    <a:pt x="0" y="1668780"/>
                  </a:lnTo>
                  <a:close/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85971" y="2211323"/>
            <a:ext cx="2722245" cy="1673860"/>
            <a:chOff x="3585971" y="2211323"/>
            <a:chExt cx="2722245" cy="1673860"/>
          </a:xfrm>
        </p:grpSpPr>
        <p:sp>
          <p:nvSpPr>
            <p:cNvPr id="9" name="object 9"/>
            <p:cNvSpPr/>
            <p:nvPr/>
          </p:nvSpPr>
          <p:spPr>
            <a:xfrm>
              <a:off x="3592067" y="2217419"/>
              <a:ext cx="2659800" cy="1627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9019" y="2214371"/>
              <a:ext cx="2715895" cy="1667510"/>
            </a:xfrm>
            <a:custGeom>
              <a:avLst/>
              <a:gdLst/>
              <a:ahLst/>
              <a:cxnLst/>
              <a:rect l="l" t="t" r="r" b="b"/>
              <a:pathLst>
                <a:path w="2715895" h="1667510">
                  <a:moveTo>
                    <a:pt x="0" y="1667255"/>
                  </a:moveTo>
                  <a:lnTo>
                    <a:pt x="2715768" y="1667255"/>
                  </a:lnTo>
                  <a:lnTo>
                    <a:pt x="2715768" y="0"/>
                  </a:lnTo>
                  <a:lnTo>
                    <a:pt x="0" y="0"/>
                  </a:lnTo>
                  <a:lnTo>
                    <a:pt x="0" y="1667255"/>
                  </a:lnTo>
                  <a:close/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463284" y="2199132"/>
            <a:ext cx="2725420" cy="1673860"/>
            <a:chOff x="6463284" y="2199132"/>
            <a:chExt cx="2725420" cy="1673860"/>
          </a:xfrm>
        </p:grpSpPr>
        <p:sp>
          <p:nvSpPr>
            <p:cNvPr id="12" name="object 12"/>
            <p:cNvSpPr/>
            <p:nvPr/>
          </p:nvSpPr>
          <p:spPr>
            <a:xfrm>
              <a:off x="6535949" y="2238534"/>
              <a:ext cx="2529653" cy="15695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66332" y="2202180"/>
              <a:ext cx="2719070" cy="1667510"/>
            </a:xfrm>
            <a:custGeom>
              <a:avLst/>
              <a:gdLst/>
              <a:ahLst/>
              <a:cxnLst/>
              <a:rect l="l" t="t" r="r" b="b"/>
              <a:pathLst>
                <a:path w="2719070" h="1667510">
                  <a:moveTo>
                    <a:pt x="0" y="1667256"/>
                  </a:moveTo>
                  <a:lnTo>
                    <a:pt x="2718816" y="1667256"/>
                  </a:lnTo>
                  <a:lnTo>
                    <a:pt x="2718816" y="0"/>
                  </a:lnTo>
                  <a:lnTo>
                    <a:pt x="0" y="0"/>
                  </a:lnTo>
                  <a:lnTo>
                    <a:pt x="0" y="1667256"/>
                  </a:lnTo>
                  <a:close/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116835" y="4413503"/>
            <a:ext cx="2248662" cy="140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1708" y="4076700"/>
            <a:ext cx="5590032" cy="1722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69379" y="4079747"/>
            <a:ext cx="2711196" cy="1691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10756" y="4453102"/>
            <a:ext cx="2035302" cy="323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7804" y="1446275"/>
            <a:ext cx="1447038" cy="1623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1708" y="1859279"/>
            <a:ext cx="291465" cy="224154"/>
          </a:xfrm>
          <a:custGeom>
            <a:avLst/>
            <a:gdLst/>
            <a:ahLst/>
            <a:cxnLst/>
            <a:rect l="l" t="t" r="r" b="b"/>
            <a:pathLst>
              <a:path w="291465" h="22415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5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90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5266" y="1866138"/>
            <a:ext cx="148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35" dirty="0">
                <a:solidFill>
                  <a:srgbClr val="FFFFFF"/>
                </a:solidFill>
                <a:latin typeface="Verdana"/>
                <a:cs typeface="Verdana"/>
              </a:rPr>
              <a:t>Ex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1759" y="6521195"/>
            <a:ext cx="2728722" cy="118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783" y="1591043"/>
            <a:ext cx="3022854" cy="3025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08" y="4521708"/>
            <a:ext cx="8784590" cy="1499870"/>
          </a:xfrm>
          <a:custGeom>
            <a:avLst/>
            <a:gdLst/>
            <a:ahLst/>
            <a:cxnLst/>
            <a:rect l="l" t="t" r="r" b="b"/>
            <a:pathLst>
              <a:path w="8784590" h="149987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8" name="object 8"/>
            <p:cNvSpPr/>
            <p:nvPr/>
          </p:nvSpPr>
          <p:spPr>
            <a:xfrm>
              <a:off x="559308" y="2060447"/>
              <a:ext cx="8784590" cy="1885314"/>
            </a:xfrm>
            <a:custGeom>
              <a:avLst/>
              <a:gdLst/>
              <a:ahLst/>
              <a:cxnLst/>
              <a:rect l="l" t="t" r="r" b="b"/>
              <a:pathLst>
                <a:path w="8784590" h="1885314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1591" y="4197070"/>
              <a:ext cx="4260341" cy="2278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7489" y="431419"/>
            <a:ext cx="422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4.2.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D9D9D9"/>
                </a:solidFill>
                <a:latin typeface="Arial"/>
                <a:cs typeface="Arial"/>
              </a:rPr>
              <a:t>UNIT</a:t>
            </a:r>
            <a:r>
              <a:rPr sz="16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D9D9D9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9344" y="6376415"/>
            <a:ext cx="3330702" cy="144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523"/>
            <a:ext cx="9903460" cy="6856730"/>
            <a:chOff x="0" y="1523"/>
            <a:chExt cx="9903460" cy="6856730"/>
          </a:xfrm>
        </p:grpSpPr>
        <p:sp>
          <p:nvSpPr>
            <p:cNvPr id="4" name="object 4"/>
            <p:cNvSpPr/>
            <p:nvPr/>
          </p:nvSpPr>
          <p:spPr>
            <a:xfrm>
              <a:off x="9028176" y="6374891"/>
              <a:ext cx="316229" cy="1135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23"/>
              <a:ext cx="9902951" cy="68564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9903460" cy="6858000"/>
          </a:xfrm>
          <a:custGeom>
            <a:avLst/>
            <a:gdLst/>
            <a:ahLst/>
            <a:cxnLst/>
            <a:rect l="l" t="t" r="r" b="b"/>
            <a:pathLst>
              <a:path w="9903460" h="685800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605" y="2327910"/>
            <a:ext cx="0" cy="1976120"/>
          </a:xfrm>
          <a:custGeom>
            <a:avLst/>
            <a:gdLst/>
            <a:ahLst/>
            <a:cxnLst/>
            <a:rect l="l" t="t" r="r" b="b"/>
            <a:pathLst>
              <a:path h="1976120">
                <a:moveTo>
                  <a:pt x="0" y="0"/>
                </a:moveTo>
                <a:lnTo>
                  <a:pt x="0" y="19759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5839" y="2628900"/>
            <a:ext cx="3137154" cy="13754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9976" y="6208776"/>
            <a:ext cx="8774430" cy="0"/>
          </a:xfrm>
          <a:custGeom>
            <a:avLst/>
            <a:gdLst/>
            <a:ahLst/>
            <a:cxnLst/>
            <a:rect l="l" t="t" r="r" b="b"/>
            <a:pathLst>
              <a:path w="8774430">
                <a:moveTo>
                  <a:pt x="0" y="0"/>
                </a:moveTo>
                <a:lnTo>
                  <a:pt x="8774303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9119" y="6391655"/>
            <a:ext cx="2111502" cy="1653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1"/>
            <a:ext cx="9899903" cy="6853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3483" y="5692140"/>
            <a:ext cx="7820406" cy="704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12464" y="3023616"/>
            <a:ext cx="2474976" cy="8107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910</Words>
  <Application>Microsoft Office PowerPoint</Application>
  <PresentationFormat>A4 Paper (210x297 mm)</PresentationFormat>
  <Paragraphs>372</Paragraphs>
  <Slides>101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Carlito</vt:lpstr>
      <vt:lpstr>Symbol</vt:lpstr>
      <vt:lpstr>Times New Roman</vt:lpstr>
      <vt:lpstr>Verdana</vt:lpstr>
      <vt:lpstr>Office Theme</vt:lpstr>
      <vt:lpstr>PowerPoint Presentation</vt:lpstr>
      <vt:lpstr>PowerPoint Presentation</vt:lpstr>
      <vt:lpstr>Chapter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1.2. Clustering analysis</vt:lpstr>
      <vt:lpstr>PowerPoint Presentation</vt:lpstr>
      <vt:lpstr>1.2. Clustering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2.1. Hierarchical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sena.kim</dc:creator>
  <cp:lastModifiedBy>New Era</cp:lastModifiedBy>
  <cp:revision>1</cp:revision>
  <dcterms:created xsi:type="dcterms:W3CDTF">2023-08-11T06:42:20Z</dcterms:created>
  <dcterms:modified xsi:type="dcterms:W3CDTF">2024-07-22T15:56:54Z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