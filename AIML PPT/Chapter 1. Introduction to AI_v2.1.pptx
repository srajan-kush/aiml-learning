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</p:sldIdLst>
  <p:sldSz cx="9906000" cy="6858000"/>
  <p:notesSz cx="9906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902951" cy="1425355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7489" y="431419"/>
            <a:ext cx="9031020" cy="2997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Ebrima"/>
                <a:cs typeface="Ebri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2944" y="2450464"/>
            <a:ext cx="8630920" cy="2854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368040" y="6377940"/>
            <a:ext cx="31699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13232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jp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Relationship Id="rId12" Type="http://schemas.openxmlformats.org/officeDocument/2006/relationships/image" Target="../media/image40.png"/><Relationship Id="rId13" Type="http://schemas.openxmlformats.org/officeDocument/2006/relationships/image" Target="../media/image41.png"/><Relationship Id="rId14" Type="http://schemas.openxmlformats.org/officeDocument/2006/relationships/image" Target="../media/image42.png"/><Relationship Id="rId15" Type="http://schemas.openxmlformats.org/officeDocument/2006/relationships/image" Target="../media/image43.png"/><Relationship Id="rId16" Type="http://schemas.openxmlformats.org/officeDocument/2006/relationships/image" Target="../media/image44.png"/><Relationship Id="rId17" Type="http://schemas.openxmlformats.org/officeDocument/2006/relationships/image" Target="../media/image45.png"/><Relationship Id="rId18" Type="http://schemas.openxmlformats.org/officeDocument/2006/relationships/image" Target="../media/image46.png"/><Relationship Id="rId19" Type="http://schemas.openxmlformats.org/officeDocument/2006/relationships/image" Target="../media/image47.png"/><Relationship Id="rId20" Type="http://schemas.openxmlformats.org/officeDocument/2006/relationships/image" Target="../media/image48.png"/><Relationship Id="rId21" Type="http://schemas.openxmlformats.org/officeDocument/2006/relationships/image" Target="../media/image49.png"/><Relationship Id="rId22" Type="http://schemas.openxmlformats.org/officeDocument/2006/relationships/image" Target="../media/image50.png"/><Relationship Id="rId23" Type="http://schemas.openxmlformats.org/officeDocument/2006/relationships/image" Target="../media/image51.jpg"/><Relationship Id="rId24" Type="http://schemas.openxmlformats.org/officeDocument/2006/relationships/image" Target="../media/image5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5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Relationship Id="rId16" Type="http://schemas.openxmlformats.org/officeDocument/2006/relationships/image" Target="../media/image73.png"/><Relationship Id="rId17" Type="http://schemas.openxmlformats.org/officeDocument/2006/relationships/image" Target="../media/image7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7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76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8.jp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png"/><Relationship Id="rId18" Type="http://schemas.openxmlformats.org/officeDocument/2006/relationships/image" Target="../media/image91.png"/><Relationship Id="rId19" Type="http://schemas.openxmlformats.org/officeDocument/2006/relationships/image" Target="../media/image92.png"/><Relationship Id="rId20" Type="http://schemas.openxmlformats.org/officeDocument/2006/relationships/image" Target="../media/image93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95.png"/><Relationship Id="rId6" Type="http://schemas.openxmlformats.org/officeDocument/2006/relationships/image" Target="../media/image96.png"/><Relationship Id="rId7" Type="http://schemas.openxmlformats.org/officeDocument/2006/relationships/image" Target="../media/image9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98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99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1.png"/><Relationship Id="rId6" Type="http://schemas.openxmlformats.org/officeDocument/2006/relationships/image" Target="../media/image102.png"/><Relationship Id="rId7" Type="http://schemas.openxmlformats.org/officeDocument/2006/relationships/image" Target="../media/image103.png"/><Relationship Id="rId8" Type="http://schemas.openxmlformats.org/officeDocument/2006/relationships/image" Target="../media/image104.png"/><Relationship Id="rId9" Type="http://schemas.openxmlformats.org/officeDocument/2006/relationships/image" Target="../media/image105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07.png"/><Relationship Id="rId6" Type="http://schemas.openxmlformats.org/officeDocument/2006/relationships/image" Target="../media/image108.png"/><Relationship Id="rId7" Type="http://schemas.openxmlformats.org/officeDocument/2006/relationships/image" Target="../media/image109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11.png"/><Relationship Id="rId6" Type="http://schemas.openxmlformats.org/officeDocument/2006/relationships/image" Target="../media/image112.png"/><Relationship Id="rId7" Type="http://schemas.openxmlformats.org/officeDocument/2006/relationships/image" Target="../media/image113.png"/><Relationship Id="rId8" Type="http://schemas.openxmlformats.org/officeDocument/2006/relationships/image" Target="../media/image114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Relationship Id="rId7" Type="http://schemas.openxmlformats.org/officeDocument/2006/relationships/image" Target="../media/image118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119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120.pn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Relationship Id="rId9" Type="http://schemas.openxmlformats.org/officeDocument/2006/relationships/image" Target="../media/image126.png"/><Relationship Id="rId10" Type="http://schemas.openxmlformats.org/officeDocument/2006/relationships/image" Target="../media/image127.png"/><Relationship Id="rId11" Type="http://schemas.openxmlformats.org/officeDocument/2006/relationships/image" Target="../media/image128.png"/><Relationship Id="rId12" Type="http://schemas.openxmlformats.org/officeDocument/2006/relationships/image" Target="../media/image129.png"/><Relationship Id="rId13" Type="http://schemas.openxmlformats.org/officeDocument/2006/relationships/image" Target="../media/image130.png"/><Relationship Id="rId14" Type="http://schemas.openxmlformats.org/officeDocument/2006/relationships/image" Target="../media/image131.png"/><Relationship Id="rId15" Type="http://schemas.openxmlformats.org/officeDocument/2006/relationships/image" Target="../media/image132.png"/><Relationship Id="rId16" Type="http://schemas.openxmlformats.org/officeDocument/2006/relationships/image" Target="../media/image133.png"/><Relationship Id="rId17" Type="http://schemas.openxmlformats.org/officeDocument/2006/relationships/image" Target="../media/image134.png"/><Relationship Id="rId18" Type="http://schemas.openxmlformats.org/officeDocument/2006/relationships/image" Target="../media/image135.png"/><Relationship Id="rId19" Type="http://schemas.openxmlformats.org/officeDocument/2006/relationships/image" Target="../media/image136.png"/><Relationship Id="rId20" Type="http://schemas.openxmlformats.org/officeDocument/2006/relationships/image" Target="../media/image137.png"/><Relationship Id="rId21" Type="http://schemas.openxmlformats.org/officeDocument/2006/relationships/image" Target="../media/image138.png"/><Relationship Id="rId22" Type="http://schemas.openxmlformats.org/officeDocument/2006/relationships/image" Target="../media/image139.png"/><Relationship Id="rId23" Type="http://schemas.openxmlformats.org/officeDocument/2006/relationships/image" Target="../media/image140.png"/><Relationship Id="rId24" Type="http://schemas.openxmlformats.org/officeDocument/2006/relationships/image" Target="../media/image141.png"/><Relationship Id="rId25" Type="http://schemas.openxmlformats.org/officeDocument/2006/relationships/image" Target="../media/image142.png"/><Relationship Id="rId26" Type="http://schemas.openxmlformats.org/officeDocument/2006/relationships/image" Target="../media/image143.png"/><Relationship Id="rId27" Type="http://schemas.openxmlformats.org/officeDocument/2006/relationships/image" Target="../media/image144.png"/><Relationship Id="rId28" Type="http://schemas.openxmlformats.org/officeDocument/2006/relationships/image" Target="../media/image145.png"/><Relationship Id="rId29" Type="http://schemas.openxmlformats.org/officeDocument/2006/relationships/image" Target="../media/image146.pn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48.png"/><Relationship Id="rId6" Type="http://schemas.openxmlformats.org/officeDocument/2006/relationships/image" Target="../media/image130.png"/><Relationship Id="rId7" Type="http://schemas.openxmlformats.org/officeDocument/2006/relationships/image" Target="../media/image149.png"/><Relationship Id="rId8" Type="http://schemas.openxmlformats.org/officeDocument/2006/relationships/image" Target="../media/image150.png"/><Relationship Id="rId9" Type="http://schemas.openxmlformats.org/officeDocument/2006/relationships/image" Target="../media/image151.png"/><Relationship Id="rId10" Type="http://schemas.openxmlformats.org/officeDocument/2006/relationships/image" Target="../media/image152.png"/><Relationship Id="rId11" Type="http://schemas.openxmlformats.org/officeDocument/2006/relationships/image" Target="../media/image153.png"/><Relationship Id="rId12" Type="http://schemas.openxmlformats.org/officeDocument/2006/relationships/image" Target="../media/image154.png"/><Relationship Id="rId13" Type="http://schemas.openxmlformats.org/officeDocument/2006/relationships/image" Target="../media/image155.png"/><Relationship Id="rId14" Type="http://schemas.openxmlformats.org/officeDocument/2006/relationships/image" Target="../media/image145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57.png"/><Relationship Id="rId6" Type="http://schemas.openxmlformats.org/officeDocument/2006/relationships/image" Target="../media/image158.png"/><Relationship Id="rId7" Type="http://schemas.openxmlformats.org/officeDocument/2006/relationships/image" Target="../media/image159.png"/><Relationship Id="rId8" Type="http://schemas.openxmlformats.org/officeDocument/2006/relationships/image" Target="../media/image160.png"/><Relationship Id="rId9" Type="http://schemas.openxmlformats.org/officeDocument/2006/relationships/image" Target="../media/image161.png"/><Relationship Id="rId10" Type="http://schemas.openxmlformats.org/officeDocument/2006/relationships/image" Target="../media/image162.png"/><Relationship Id="rId11" Type="http://schemas.openxmlformats.org/officeDocument/2006/relationships/image" Target="../media/image163.png"/><Relationship Id="rId12" Type="http://schemas.openxmlformats.org/officeDocument/2006/relationships/image" Target="../media/image164.png"/><Relationship Id="rId13" Type="http://schemas.openxmlformats.org/officeDocument/2006/relationships/image" Target="../media/image165.pn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67.png"/><Relationship Id="rId6" Type="http://schemas.openxmlformats.org/officeDocument/2006/relationships/image" Target="../media/image165.png"/><Relationship Id="rId7" Type="http://schemas.openxmlformats.org/officeDocument/2006/relationships/image" Target="../media/image168.pn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70.png"/><Relationship Id="rId6" Type="http://schemas.openxmlformats.org/officeDocument/2006/relationships/image" Target="../media/image171.png"/><Relationship Id="rId7" Type="http://schemas.openxmlformats.org/officeDocument/2006/relationships/image" Target="../media/image172.png"/><Relationship Id="rId8" Type="http://schemas.openxmlformats.org/officeDocument/2006/relationships/image" Target="../media/image173.png"/><Relationship Id="rId9" Type="http://schemas.openxmlformats.org/officeDocument/2006/relationships/image" Target="../media/image174.png"/><Relationship Id="rId10" Type="http://schemas.openxmlformats.org/officeDocument/2006/relationships/image" Target="../media/image175.png"/><Relationship Id="rId11" Type="http://schemas.openxmlformats.org/officeDocument/2006/relationships/image" Target="../media/image176.png"/><Relationship Id="rId12" Type="http://schemas.openxmlformats.org/officeDocument/2006/relationships/image" Target="../media/image177.png"/><Relationship Id="rId13" Type="http://schemas.openxmlformats.org/officeDocument/2006/relationships/image" Target="../media/image178.png"/><Relationship Id="rId14" Type="http://schemas.openxmlformats.org/officeDocument/2006/relationships/image" Target="../media/image179.pn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81.png"/><Relationship Id="rId6" Type="http://schemas.openxmlformats.org/officeDocument/2006/relationships/image" Target="../media/image171.png"/><Relationship Id="rId7" Type="http://schemas.openxmlformats.org/officeDocument/2006/relationships/image" Target="../media/image182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84.png"/><Relationship Id="rId6" Type="http://schemas.openxmlformats.org/officeDocument/2006/relationships/image" Target="../media/image185.png"/><Relationship Id="rId7" Type="http://schemas.openxmlformats.org/officeDocument/2006/relationships/image" Target="../media/image186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88.png"/><Relationship Id="rId6" Type="http://schemas.openxmlformats.org/officeDocument/2006/relationships/image" Target="../media/image171.png"/><Relationship Id="rId7" Type="http://schemas.openxmlformats.org/officeDocument/2006/relationships/image" Target="../media/image182.pn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90.png"/><Relationship Id="rId6" Type="http://schemas.openxmlformats.org/officeDocument/2006/relationships/image" Target="../media/image191.png"/><Relationship Id="rId7" Type="http://schemas.openxmlformats.org/officeDocument/2006/relationships/image" Target="../media/image192.png"/><Relationship Id="rId8" Type="http://schemas.openxmlformats.org/officeDocument/2006/relationships/image" Target="../media/image193.png"/><Relationship Id="rId9" Type="http://schemas.openxmlformats.org/officeDocument/2006/relationships/image" Target="../media/image194.png"/><Relationship Id="rId10" Type="http://schemas.openxmlformats.org/officeDocument/2006/relationships/image" Target="../media/image195.png"/><Relationship Id="rId11" Type="http://schemas.openxmlformats.org/officeDocument/2006/relationships/image" Target="../media/image196.png"/><Relationship Id="rId12" Type="http://schemas.openxmlformats.org/officeDocument/2006/relationships/image" Target="../media/image197.png"/><Relationship Id="rId13" Type="http://schemas.openxmlformats.org/officeDocument/2006/relationships/image" Target="../media/image198.png"/><Relationship Id="rId14" Type="http://schemas.openxmlformats.org/officeDocument/2006/relationships/image" Target="../media/image199.png"/><Relationship Id="rId15" Type="http://schemas.openxmlformats.org/officeDocument/2006/relationships/image" Target="../media/image200.png"/><Relationship Id="rId16" Type="http://schemas.openxmlformats.org/officeDocument/2006/relationships/image" Target="../media/image201.png"/><Relationship Id="rId17" Type="http://schemas.openxmlformats.org/officeDocument/2006/relationships/image" Target="../media/image202.png"/><Relationship Id="rId18" Type="http://schemas.openxmlformats.org/officeDocument/2006/relationships/image" Target="../media/image203.png"/><Relationship Id="rId19" Type="http://schemas.openxmlformats.org/officeDocument/2006/relationships/image" Target="../media/image204.png"/><Relationship Id="rId20" Type="http://schemas.openxmlformats.org/officeDocument/2006/relationships/image" Target="../media/image205.png"/><Relationship Id="rId21" Type="http://schemas.openxmlformats.org/officeDocument/2006/relationships/image" Target="../media/image206.png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08.png"/><Relationship Id="rId6" Type="http://schemas.openxmlformats.org/officeDocument/2006/relationships/image" Target="../media/image209.png"/><Relationship Id="rId7" Type="http://schemas.openxmlformats.org/officeDocument/2006/relationships/image" Target="../media/image182.pn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11.png"/><Relationship Id="rId6" Type="http://schemas.openxmlformats.org/officeDocument/2006/relationships/image" Target="../media/image212.png"/><Relationship Id="rId7" Type="http://schemas.openxmlformats.org/officeDocument/2006/relationships/image" Target="../media/image213.png"/><Relationship Id="rId8" Type="http://schemas.openxmlformats.org/officeDocument/2006/relationships/image" Target="../media/image214.png"/><Relationship Id="rId9" Type="http://schemas.openxmlformats.org/officeDocument/2006/relationships/image" Target="../media/image215.png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17.png"/><Relationship Id="rId6" Type="http://schemas.openxmlformats.org/officeDocument/2006/relationships/image" Target="../media/image209.png"/><Relationship Id="rId7" Type="http://schemas.openxmlformats.org/officeDocument/2006/relationships/image" Target="../media/image218.pn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20.png"/><Relationship Id="rId6" Type="http://schemas.openxmlformats.org/officeDocument/2006/relationships/image" Target="../media/image221.png"/><Relationship Id="rId7" Type="http://schemas.openxmlformats.org/officeDocument/2006/relationships/image" Target="../media/image222.png"/><Relationship Id="rId8" Type="http://schemas.openxmlformats.org/officeDocument/2006/relationships/image" Target="../media/image223.png"/><Relationship Id="rId9" Type="http://schemas.openxmlformats.org/officeDocument/2006/relationships/image" Target="../media/image224.png"/><Relationship Id="rId10" Type="http://schemas.openxmlformats.org/officeDocument/2006/relationships/image" Target="../media/image225.png"/><Relationship Id="rId11" Type="http://schemas.openxmlformats.org/officeDocument/2006/relationships/image" Target="../media/image226.png"/><Relationship Id="rId12" Type="http://schemas.openxmlformats.org/officeDocument/2006/relationships/image" Target="../media/image227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29.png"/><Relationship Id="rId6" Type="http://schemas.openxmlformats.org/officeDocument/2006/relationships/image" Target="../media/image230.jpg"/><Relationship Id="rId7" Type="http://schemas.openxmlformats.org/officeDocument/2006/relationships/image" Target="../media/image231.jpg"/><Relationship Id="rId8" Type="http://schemas.openxmlformats.org/officeDocument/2006/relationships/image" Target="../media/image232.pn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3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34.pn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36.png"/><Relationship Id="rId6" Type="http://schemas.openxmlformats.org/officeDocument/2006/relationships/image" Target="../media/image237.png"/><Relationship Id="rId7" Type="http://schemas.openxmlformats.org/officeDocument/2006/relationships/image" Target="../media/image238.png"/><Relationship Id="rId8" Type="http://schemas.openxmlformats.org/officeDocument/2006/relationships/image" Target="../media/image239.png"/><Relationship Id="rId9" Type="http://schemas.openxmlformats.org/officeDocument/2006/relationships/image" Target="../media/image240.png"/><Relationship Id="rId10" Type="http://schemas.openxmlformats.org/officeDocument/2006/relationships/image" Target="../media/image241.png"/><Relationship Id="rId11" Type="http://schemas.openxmlformats.org/officeDocument/2006/relationships/image" Target="../media/image242.png"/><Relationship Id="rId12" Type="http://schemas.openxmlformats.org/officeDocument/2006/relationships/image" Target="../media/image243.png"/><Relationship Id="rId13" Type="http://schemas.openxmlformats.org/officeDocument/2006/relationships/image" Target="../media/image244.png"/><Relationship Id="rId14" Type="http://schemas.openxmlformats.org/officeDocument/2006/relationships/image" Target="../media/image245.png"/><Relationship Id="rId15" Type="http://schemas.openxmlformats.org/officeDocument/2006/relationships/image" Target="../media/image246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4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48.png"/><Relationship Id="rId6" Type="http://schemas.openxmlformats.org/officeDocument/2006/relationships/image" Target="../media/image249.png"/><Relationship Id="rId7" Type="http://schemas.openxmlformats.org/officeDocument/2006/relationships/image" Target="../media/image250.png"/><Relationship Id="rId8" Type="http://schemas.openxmlformats.org/officeDocument/2006/relationships/image" Target="../media/image251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53.png"/><Relationship Id="rId6" Type="http://schemas.openxmlformats.org/officeDocument/2006/relationships/image" Target="../media/image254.png"/><Relationship Id="rId7" Type="http://schemas.openxmlformats.org/officeDocument/2006/relationships/image" Target="../media/image255.jpg"/><Relationship Id="rId8" Type="http://schemas.openxmlformats.org/officeDocument/2006/relationships/image" Target="../media/image256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58.png"/><Relationship Id="rId6" Type="http://schemas.openxmlformats.org/officeDocument/2006/relationships/image" Target="../media/image259.png"/><Relationship Id="rId7" Type="http://schemas.openxmlformats.org/officeDocument/2006/relationships/image" Target="../media/image260.png"/><Relationship Id="rId8" Type="http://schemas.openxmlformats.org/officeDocument/2006/relationships/image" Target="../media/image261.pn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58.png"/><Relationship Id="rId6" Type="http://schemas.openxmlformats.org/officeDocument/2006/relationships/image" Target="../media/image261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58.png"/><Relationship Id="rId6" Type="http://schemas.openxmlformats.org/officeDocument/2006/relationships/image" Target="../media/image264.png"/><Relationship Id="rId7" Type="http://schemas.openxmlformats.org/officeDocument/2006/relationships/image" Target="../media/image261.pn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66.png"/><Relationship Id="rId6" Type="http://schemas.openxmlformats.org/officeDocument/2006/relationships/image" Target="../media/image267.png"/><Relationship Id="rId7" Type="http://schemas.openxmlformats.org/officeDocument/2006/relationships/image" Target="../media/image268.jpg"/><Relationship Id="rId8" Type="http://schemas.openxmlformats.org/officeDocument/2006/relationships/image" Target="../media/image269.pn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43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Relationship Id="rId8" Type="http://schemas.openxmlformats.org/officeDocument/2006/relationships/image" Target="../media/image273.jpg"/><Relationship Id="rId9" Type="http://schemas.openxmlformats.org/officeDocument/2006/relationships/image" Target="../media/image274.png"/><Relationship Id="rId10" Type="http://schemas.openxmlformats.org/officeDocument/2006/relationships/image" Target="../media/image275.png"/><Relationship Id="rId11" Type="http://schemas.openxmlformats.org/officeDocument/2006/relationships/image" Target="../media/image276.png"/><Relationship Id="rId12" Type="http://schemas.openxmlformats.org/officeDocument/2006/relationships/image" Target="../media/image277.pn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79.png"/><Relationship Id="rId6" Type="http://schemas.openxmlformats.org/officeDocument/2006/relationships/image" Target="../media/image280.png"/><Relationship Id="rId7" Type="http://schemas.openxmlformats.org/officeDocument/2006/relationships/image" Target="../media/image281.png"/><Relationship Id="rId8" Type="http://schemas.openxmlformats.org/officeDocument/2006/relationships/image" Target="../media/image282.pn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8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84.png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25.png"/><Relationship Id="rId6" Type="http://schemas.openxmlformats.org/officeDocument/2006/relationships/image" Target="../media/image226.png"/><Relationship Id="rId7" Type="http://schemas.openxmlformats.org/officeDocument/2006/relationships/image" Target="../media/image286.png"/><Relationship Id="rId8" Type="http://schemas.openxmlformats.org/officeDocument/2006/relationships/image" Target="../media/image287.png"/><Relationship Id="rId9" Type="http://schemas.openxmlformats.org/officeDocument/2006/relationships/image" Target="../media/image288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90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91.png"/><Relationship Id="rId9" Type="http://schemas.openxmlformats.org/officeDocument/2006/relationships/image" Target="../media/image292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29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94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9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296.png"/><Relationship Id="rId6" Type="http://schemas.openxmlformats.org/officeDocument/2006/relationships/image" Target="../media/image297.png"/><Relationship Id="rId7" Type="http://schemas.openxmlformats.org/officeDocument/2006/relationships/image" Target="../media/image298.png"/><Relationship Id="rId8" Type="http://schemas.openxmlformats.org/officeDocument/2006/relationships/image" Target="../media/image299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01.png"/><Relationship Id="rId6" Type="http://schemas.openxmlformats.org/officeDocument/2006/relationships/image" Target="../media/image302.png"/><Relationship Id="rId7" Type="http://schemas.openxmlformats.org/officeDocument/2006/relationships/image" Target="../media/image303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05.png"/><Relationship Id="rId6" Type="http://schemas.openxmlformats.org/officeDocument/2006/relationships/image" Target="../media/image306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08.png"/><Relationship Id="rId6" Type="http://schemas.openxmlformats.org/officeDocument/2006/relationships/image" Target="../media/image309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11.png"/><Relationship Id="rId6" Type="http://schemas.openxmlformats.org/officeDocument/2006/relationships/image" Target="../media/image312.png"/><Relationship Id="rId7" Type="http://schemas.openxmlformats.org/officeDocument/2006/relationships/image" Target="../media/image313.png"/><Relationship Id="rId8" Type="http://schemas.openxmlformats.org/officeDocument/2006/relationships/image" Target="../media/image314.png"/><Relationship Id="rId9" Type="http://schemas.openxmlformats.org/officeDocument/2006/relationships/image" Target="../media/image315.png"/><Relationship Id="rId10" Type="http://schemas.openxmlformats.org/officeDocument/2006/relationships/image" Target="../media/image316.png"/><Relationship Id="rId11" Type="http://schemas.openxmlformats.org/officeDocument/2006/relationships/image" Target="../media/image317.png"/><Relationship Id="rId12" Type="http://schemas.openxmlformats.org/officeDocument/2006/relationships/image" Target="../media/image318.png"/><Relationship Id="rId13" Type="http://schemas.openxmlformats.org/officeDocument/2006/relationships/image" Target="../media/image319.png"/><Relationship Id="rId14" Type="http://schemas.openxmlformats.org/officeDocument/2006/relationships/image" Target="../media/image320.pn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22.png"/><Relationship Id="rId6" Type="http://schemas.openxmlformats.org/officeDocument/2006/relationships/image" Target="../media/image323.png"/><Relationship Id="rId7" Type="http://schemas.openxmlformats.org/officeDocument/2006/relationships/image" Target="../media/image324.png"/><Relationship Id="rId8" Type="http://schemas.openxmlformats.org/officeDocument/2006/relationships/image" Target="../media/image325.pn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32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327.png"/><Relationship Id="rId7" Type="http://schemas.openxmlformats.org/officeDocument/2006/relationships/image" Target="../media/image328.png"/><Relationship Id="rId8" Type="http://schemas.openxmlformats.org/officeDocument/2006/relationships/image" Target="../media/image329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31.png"/><Relationship Id="rId6" Type="http://schemas.openxmlformats.org/officeDocument/2006/relationships/image" Target="../media/image332.png"/><Relationship Id="rId7" Type="http://schemas.openxmlformats.org/officeDocument/2006/relationships/image" Target="../media/image160.png"/><Relationship Id="rId8" Type="http://schemas.openxmlformats.org/officeDocument/2006/relationships/image" Target="../media/image333.png"/><Relationship Id="rId9" Type="http://schemas.openxmlformats.org/officeDocument/2006/relationships/image" Target="../media/image334.png"/><Relationship Id="rId10" Type="http://schemas.openxmlformats.org/officeDocument/2006/relationships/image" Target="../media/image335.jpg"/><Relationship Id="rId11" Type="http://schemas.openxmlformats.org/officeDocument/2006/relationships/image" Target="../media/image336.png"/><Relationship Id="rId12" Type="http://schemas.openxmlformats.org/officeDocument/2006/relationships/image" Target="../media/image337.png"/><Relationship Id="rId13" Type="http://schemas.openxmlformats.org/officeDocument/2006/relationships/image" Target="../media/image338.pn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40.png"/><Relationship Id="rId6" Type="http://schemas.openxmlformats.org/officeDocument/2006/relationships/image" Target="../media/image341.png"/><Relationship Id="rId7" Type="http://schemas.openxmlformats.org/officeDocument/2006/relationships/image" Target="../media/image342.pn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44.png"/><Relationship Id="rId6" Type="http://schemas.openxmlformats.org/officeDocument/2006/relationships/image" Target="../media/image345.pn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45.png"/><Relationship Id="rId6" Type="http://schemas.openxmlformats.org/officeDocument/2006/relationships/image" Target="../media/image347.pn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348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327.png"/><Relationship Id="rId7" Type="http://schemas.openxmlformats.org/officeDocument/2006/relationships/image" Target="../media/image328.png"/><Relationship Id="rId8" Type="http://schemas.openxmlformats.org/officeDocument/2006/relationships/image" Target="../media/image349.pn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51.png"/><Relationship Id="rId6" Type="http://schemas.openxmlformats.org/officeDocument/2006/relationships/image" Target="../media/image352.png"/><Relationship Id="rId7" Type="http://schemas.openxmlformats.org/officeDocument/2006/relationships/image" Target="../media/image353.png"/><Relationship Id="rId8" Type="http://schemas.openxmlformats.org/officeDocument/2006/relationships/image" Target="../media/image354.png"/><Relationship Id="rId9" Type="http://schemas.openxmlformats.org/officeDocument/2006/relationships/image" Target="../media/image355.png"/><Relationship Id="rId10" Type="http://schemas.openxmlformats.org/officeDocument/2006/relationships/image" Target="../media/image356.png"/><Relationship Id="rId11" Type="http://schemas.openxmlformats.org/officeDocument/2006/relationships/image" Target="../media/image357.png"/><Relationship Id="rId12" Type="http://schemas.openxmlformats.org/officeDocument/2006/relationships/image" Target="../media/image358.png"/><Relationship Id="rId13" Type="http://schemas.openxmlformats.org/officeDocument/2006/relationships/image" Target="../media/image359.png"/><Relationship Id="rId14" Type="http://schemas.openxmlformats.org/officeDocument/2006/relationships/image" Target="../media/image360.png"/><Relationship Id="rId15" Type="http://schemas.openxmlformats.org/officeDocument/2006/relationships/image" Target="../media/image361.png"/><Relationship Id="rId16" Type="http://schemas.openxmlformats.org/officeDocument/2006/relationships/image" Target="../media/image362.png"/><Relationship Id="rId17" Type="http://schemas.openxmlformats.org/officeDocument/2006/relationships/image" Target="../media/image363.png"/><Relationship Id="rId18" Type="http://schemas.openxmlformats.org/officeDocument/2006/relationships/image" Target="../media/image364.png"/><Relationship Id="rId19" Type="http://schemas.openxmlformats.org/officeDocument/2006/relationships/image" Target="../media/image365.png"/><Relationship Id="rId20" Type="http://schemas.openxmlformats.org/officeDocument/2006/relationships/image" Target="../media/image366.png"/><Relationship Id="rId21" Type="http://schemas.openxmlformats.org/officeDocument/2006/relationships/image" Target="../media/image367.png"/><Relationship Id="rId22" Type="http://schemas.openxmlformats.org/officeDocument/2006/relationships/image" Target="../media/image368.png"/><Relationship Id="rId23" Type="http://schemas.openxmlformats.org/officeDocument/2006/relationships/image" Target="../media/image369.png"/><Relationship Id="rId24" Type="http://schemas.openxmlformats.org/officeDocument/2006/relationships/image" Target="../media/image370.png"/><Relationship Id="rId25" Type="http://schemas.openxmlformats.org/officeDocument/2006/relationships/image" Target="../media/image371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7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73.png"/><Relationship Id="rId6" Type="http://schemas.openxmlformats.org/officeDocument/2006/relationships/image" Target="../media/image374.png"/><Relationship Id="rId7" Type="http://schemas.openxmlformats.org/officeDocument/2006/relationships/image" Target="../media/image375.png"/><Relationship Id="rId8" Type="http://schemas.openxmlformats.org/officeDocument/2006/relationships/image" Target="../media/image376.png"/><Relationship Id="rId9" Type="http://schemas.openxmlformats.org/officeDocument/2006/relationships/image" Target="../media/image377.jpg"/><Relationship Id="rId10" Type="http://schemas.openxmlformats.org/officeDocument/2006/relationships/image" Target="../media/image378.png"/><Relationship Id="rId11" Type="http://schemas.openxmlformats.org/officeDocument/2006/relationships/image" Target="../media/image379.png"/><Relationship Id="rId12" Type="http://schemas.openxmlformats.org/officeDocument/2006/relationships/image" Target="../media/image380.png"/><Relationship Id="rId13" Type="http://schemas.openxmlformats.org/officeDocument/2006/relationships/image" Target="../media/image381.jpg"/><Relationship Id="rId14" Type="http://schemas.openxmlformats.org/officeDocument/2006/relationships/image" Target="../media/image382.png"/><Relationship Id="rId15" Type="http://schemas.openxmlformats.org/officeDocument/2006/relationships/image" Target="../media/image383.png"/><Relationship Id="rId16" Type="http://schemas.openxmlformats.org/officeDocument/2006/relationships/image" Target="../media/image384.jpg"/><Relationship Id="rId17" Type="http://schemas.openxmlformats.org/officeDocument/2006/relationships/image" Target="../media/image385.png"/><Relationship Id="rId18" Type="http://schemas.openxmlformats.org/officeDocument/2006/relationships/image" Target="../media/image386.png"/><Relationship Id="rId19" Type="http://schemas.openxmlformats.org/officeDocument/2006/relationships/image" Target="../media/image387.jpg"/><Relationship Id="rId20" Type="http://schemas.openxmlformats.org/officeDocument/2006/relationships/image" Target="../media/image388.png"/><Relationship Id="rId21" Type="http://schemas.openxmlformats.org/officeDocument/2006/relationships/image" Target="../media/image389.pn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390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327.png"/><Relationship Id="rId7" Type="http://schemas.openxmlformats.org/officeDocument/2006/relationships/image" Target="../media/image328.png"/><Relationship Id="rId8" Type="http://schemas.openxmlformats.org/officeDocument/2006/relationships/image" Target="../media/image391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393.png"/><Relationship Id="rId6" Type="http://schemas.openxmlformats.org/officeDocument/2006/relationships/image" Target="../media/image394.jpg"/><Relationship Id="rId7" Type="http://schemas.openxmlformats.org/officeDocument/2006/relationships/image" Target="../media/image395.jpg"/><Relationship Id="rId8" Type="http://schemas.openxmlformats.org/officeDocument/2006/relationships/image" Target="../media/image396.jpg"/><Relationship Id="rId9" Type="http://schemas.openxmlformats.org/officeDocument/2006/relationships/image" Target="../media/image397.jpg"/><Relationship Id="rId10" Type="http://schemas.openxmlformats.org/officeDocument/2006/relationships/image" Target="../media/image398.png"/><Relationship Id="rId11" Type="http://schemas.openxmlformats.org/officeDocument/2006/relationships/image" Target="../media/image399.pn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01.jpg"/><Relationship Id="rId6" Type="http://schemas.openxmlformats.org/officeDocument/2006/relationships/image" Target="../media/image402.jpg"/><Relationship Id="rId7" Type="http://schemas.openxmlformats.org/officeDocument/2006/relationships/image" Target="../media/image403.jpg"/><Relationship Id="rId8" Type="http://schemas.openxmlformats.org/officeDocument/2006/relationships/image" Target="../media/image404.png"/><Relationship Id="rId9" Type="http://schemas.openxmlformats.org/officeDocument/2006/relationships/image" Target="../media/image405.png"/><Relationship Id="rId10" Type="http://schemas.openxmlformats.org/officeDocument/2006/relationships/image" Target="../media/image406.png"/><Relationship Id="rId11" Type="http://schemas.openxmlformats.org/officeDocument/2006/relationships/image" Target="../media/image399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0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08.jpg"/><Relationship Id="rId6" Type="http://schemas.openxmlformats.org/officeDocument/2006/relationships/image" Target="../media/image409.png"/><Relationship Id="rId7" Type="http://schemas.openxmlformats.org/officeDocument/2006/relationships/image" Target="../media/image410.png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12.png"/><Relationship Id="rId6" Type="http://schemas.openxmlformats.org/officeDocument/2006/relationships/image" Target="../media/image413.png"/><Relationship Id="rId7" Type="http://schemas.openxmlformats.org/officeDocument/2006/relationships/image" Target="../media/image414.png"/><Relationship Id="rId8" Type="http://schemas.openxmlformats.org/officeDocument/2006/relationships/image" Target="../media/image415.png"/><Relationship Id="rId9" Type="http://schemas.openxmlformats.org/officeDocument/2006/relationships/image" Target="../media/image416.png"/><Relationship Id="rId10" Type="http://schemas.openxmlformats.org/officeDocument/2006/relationships/image" Target="../media/image417.png"/><Relationship Id="rId11" Type="http://schemas.openxmlformats.org/officeDocument/2006/relationships/image" Target="../media/image418.png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20.jpg"/><Relationship Id="rId6" Type="http://schemas.openxmlformats.org/officeDocument/2006/relationships/image" Target="../media/image421.png"/><Relationship Id="rId7" Type="http://schemas.openxmlformats.org/officeDocument/2006/relationships/image" Target="../media/image422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42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327.png"/><Relationship Id="rId7" Type="http://schemas.openxmlformats.org/officeDocument/2006/relationships/image" Target="../media/image328.png"/><Relationship Id="rId8" Type="http://schemas.openxmlformats.org/officeDocument/2006/relationships/image" Target="../media/image424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26.png"/><Relationship Id="rId6" Type="http://schemas.openxmlformats.org/officeDocument/2006/relationships/image" Target="../media/image427.png"/><Relationship Id="rId7" Type="http://schemas.openxmlformats.org/officeDocument/2006/relationships/image" Target="../media/image428.png"/><Relationship Id="rId8" Type="http://schemas.openxmlformats.org/officeDocument/2006/relationships/image" Target="../media/image429.png"/><Relationship Id="rId9" Type="http://schemas.openxmlformats.org/officeDocument/2006/relationships/image" Target="../media/image430.png"/><Relationship Id="rId10" Type="http://schemas.openxmlformats.org/officeDocument/2006/relationships/image" Target="../media/image431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33.png"/><Relationship Id="rId6" Type="http://schemas.openxmlformats.org/officeDocument/2006/relationships/image" Target="../media/image434.png"/><Relationship Id="rId7" Type="http://schemas.openxmlformats.org/officeDocument/2006/relationships/image" Target="../media/image435.png"/><Relationship Id="rId8" Type="http://schemas.openxmlformats.org/officeDocument/2006/relationships/image" Target="../media/image436.png"/><Relationship Id="rId9" Type="http://schemas.openxmlformats.org/officeDocument/2006/relationships/image" Target="../media/image437.png"/><Relationship Id="rId10" Type="http://schemas.openxmlformats.org/officeDocument/2006/relationships/image" Target="../media/image438.pn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40.png"/><Relationship Id="rId6" Type="http://schemas.openxmlformats.org/officeDocument/2006/relationships/image" Target="../media/image160.png"/><Relationship Id="rId7" Type="http://schemas.openxmlformats.org/officeDocument/2006/relationships/image" Target="../media/image441.jpg"/><Relationship Id="rId8" Type="http://schemas.openxmlformats.org/officeDocument/2006/relationships/image" Target="../media/image442.png"/><Relationship Id="rId9" Type="http://schemas.openxmlformats.org/officeDocument/2006/relationships/image" Target="../media/image443.png"/><Relationship Id="rId10" Type="http://schemas.openxmlformats.org/officeDocument/2006/relationships/image" Target="../media/image444.pn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4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46.jpg"/><Relationship Id="rId6" Type="http://schemas.openxmlformats.org/officeDocument/2006/relationships/image" Target="../media/image447.png"/><Relationship Id="rId7" Type="http://schemas.openxmlformats.org/officeDocument/2006/relationships/image" Target="../media/image448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449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50.png"/><Relationship Id="rId7" Type="http://schemas.openxmlformats.org/officeDocument/2006/relationships/image" Target="../media/image451.png"/><Relationship Id="rId8" Type="http://schemas.openxmlformats.org/officeDocument/2006/relationships/image" Target="../media/image452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5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54.png"/><Relationship Id="rId6" Type="http://schemas.openxmlformats.org/officeDocument/2006/relationships/image" Target="../media/image455.png"/><Relationship Id="rId7" Type="http://schemas.openxmlformats.org/officeDocument/2006/relationships/image" Target="../media/image456.png"/><Relationship Id="rId8" Type="http://schemas.openxmlformats.org/officeDocument/2006/relationships/image" Target="../media/image457.png"/><Relationship Id="rId9" Type="http://schemas.openxmlformats.org/officeDocument/2006/relationships/image" Target="../media/image458.png"/><Relationship Id="rId10" Type="http://schemas.openxmlformats.org/officeDocument/2006/relationships/image" Target="../media/image459.png"/><Relationship Id="rId11" Type="http://schemas.openxmlformats.org/officeDocument/2006/relationships/image" Target="../media/image460.png"/><Relationship Id="rId12" Type="http://schemas.openxmlformats.org/officeDocument/2006/relationships/image" Target="../media/image461.png"/><Relationship Id="rId13" Type="http://schemas.openxmlformats.org/officeDocument/2006/relationships/image" Target="../media/image462.png"/><Relationship Id="rId14" Type="http://schemas.openxmlformats.org/officeDocument/2006/relationships/image" Target="../media/image463.png"/><Relationship Id="rId15" Type="http://schemas.openxmlformats.org/officeDocument/2006/relationships/image" Target="../media/image464.png"/><Relationship Id="rId16" Type="http://schemas.openxmlformats.org/officeDocument/2006/relationships/image" Target="../media/image465.png"/><Relationship Id="rId17" Type="http://schemas.openxmlformats.org/officeDocument/2006/relationships/image" Target="../media/image466.png"/><Relationship Id="rId18" Type="http://schemas.openxmlformats.org/officeDocument/2006/relationships/image" Target="../media/image467.png"/><Relationship Id="rId19" Type="http://schemas.openxmlformats.org/officeDocument/2006/relationships/image" Target="../media/image468.pn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66.png"/><Relationship Id="rId6" Type="http://schemas.openxmlformats.org/officeDocument/2006/relationships/image" Target="../media/image470.png"/><Relationship Id="rId7" Type="http://schemas.openxmlformats.org/officeDocument/2006/relationships/image" Target="../media/image471.png"/><Relationship Id="rId8" Type="http://schemas.openxmlformats.org/officeDocument/2006/relationships/image" Target="../media/image472.png"/><Relationship Id="rId9" Type="http://schemas.openxmlformats.org/officeDocument/2006/relationships/image" Target="../media/image473.png"/><Relationship Id="rId10" Type="http://schemas.openxmlformats.org/officeDocument/2006/relationships/image" Target="../media/image474.png"/><Relationship Id="rId11" Type="http://schemas.openxmlformats.org/officeDocument/2006/relationships/image" Target="../media/image475.png"/><Relationship Id="rId12" Type="http://schemas.openxmlformats.org/officeDocument/2006/relationships/image" Target="../media/image476.png"/><Relationship Id="rId13" Type="http://schemas.openxmlformats.org/officeDocument/2006/relationships/image" Target="../media/image477.png"/><Relationship Id="rId14" Type="http://schemas.openxmlformats.org/officeDocument/2006/relationships/image" Target="../media/image478.png"/><Relationship Id="rId15" Type="http://schemas.openxmlformats.org/officeDocument/2006/relationships/image" Target="../media/image479.png"/><Relationship Id="rId16" Type="http://schemas.openxmlformats.org/officeDocument/2006/relationships/image" Target="../media/image480.png"/><Relationship Id="rId17" Type="http://schemas.openxmlformats.org/officeDocument/2006/relationships/image" Target="../media/image481.png"/><Relationship Id="rId18" Type="http://schemas.openxmlformats.org/officeDocument/2006/relationships/image" Target="../media/image482.png"/><Relationship Id="rId19" Type="http://schemas.openxmlformats.org/officeDocument/2006/relationships/image" Target="../media/image483.png"/><Relationship Id="rId20" Type="http://schemas.openxmlformats.org/officeDocument/2006/relationships/image" Target="../media/image484.png"/><Relationship Id="rId21" Type="http://schemas.openxmlformats.org/officeDocument/2006/relationships/image" Target="../media/image485.png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486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50.png"/><Relationship Id="rId7" Type="http://schemas.openxmlformats.org/officeDocument/2006/relationships/image" Target="../media/image451.png"/><Relationship Id="rId8" Type="http://schemas.openxmlformats.org/officeDocument/2006/relationships/image" Target="../media/image487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8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489.png"/><Relationship Id="rId6" Type="http://schemas.openxmlformats.org/officeDocument/2006/relationships/image" Target="../media/image490.png"/><Relationship Id="rId7" Type="http://schemas.openxmlformats.org/officeDocument/2006/relationships/image" Target="../media/image491.png"/><Relationship Id="rId8" Type="http://schemas.openxmlformats.org/officeDocument/2006/relationships/image" Target="../media/image492.png"/><Relationship Id="rId9" Type="http://schemas.openxmlformats.org/officeDocument/2006/relationships/image" Target="../media/image493.png"/><Relationship Id="rId10" Type="http://schemas.openxmlformats.org/officeDocument/2006/relationships/image" Target="../media/image494.jpg"/><Relationship Id="rId11" Type="http://schemas.openxmlformats.org/officeDocument/2006/relationships/image" Target="../media/image495.png"/><Relationship Id="rId12" Type="http://schemas.openxmlformats.org/officeDocument/2006/relationships/image" Target="../media/image496.png"/><Relationship Id="rId13" Type="http://schemas.openxmlformats.org/officeDocument/2006/relationships/image" Target="../media/image497.png"/><Relationship Id="rId14" Type="http://schemas.openxmlformats.org/officeDocument/2006/relationships/image" Target="../media/image498.jpg"/><Relationship Id="rId15" Type="http://schemas.openxmlformats.org/officeDocument/2006/relationships/image" Target="../media/image499.png"/><Relationship Id="rId16" Type="http://schemas.openxmlformats.org/officeDocument/2006/relationships/image" Target="../media/image500.png"/><Relationship Id="rId17" Type="http://schemas.openxmlformats.org/officeDocument/2006/relationships/image" Target="../media/image501.png"/><Relationship Id="rId18" Type="http://schemas.openxmlformats.org/officeDocument/2006/relationships/image" Target="../media/image502.jpg"/><Relationship Id="rId19" Type="http://schemas.openxmlformats.org/officeDocument/2006/relationships/image" Target="../media/image503.png"/><Relationship Id="rId20" Type="http://schemas.openxmlformats.org/officeDocument/2006/relationships/image" Target="../media/image504.png"/><Relationship Id="rId21" Type="http://schemas.openxmlformats.org/officeDocument/2006/relationships/image" Target="../media/image505.png"/><Relationship Id="rId22" Type="http://schemas.openxmlformats.org/officeDocument/2006/relationships/image" Target="../media/image506.png"/><Relationship Id="rId23" Type="http://schemas.openxmlformats.org/officeDocument/2006/relationships/image" Target="../media/image507.png"/><Relationship Id="rId24" Type="http://schemas.openxmlformats.org/officeDocument/2006/relationships/image" Target="../media/image508.png"/><Relationship Id="rId25" Type="http://schemas.openxmlformats.org/officeDocument/2006/relationships/image" Target="../media/image509.jpg"/><Relationship Id="rId26" Type="http://schemas.openxmlformats.org/officeDocument/2006/relationships/image" Target="../media/image510.png"/><Relationship Id="rId27" Type="http://schemas.openxmlformats.org/officeDocument/2006/relationships/image" Target="../media/image511.jpg"/><Relationship Id="rId28" Type="http://schemas.openxmlformats.org/officeDocument/2006/relationships/image" Target="../media/image512.png"/><Relationship Id="rId29" Type="http://schemas.openxmlformats.org/officeDocument/2006/relationships/image" Target="../media/image513.jpg"/><Relationship Id="rId30" Type="http://schemas.openxmlformats.org/officeDocument/2006/relationships/image" Target="../media/image514.png"/><Relationship Id="rId31" Type="http://schemas.openxmlformats.org/officeDocument/2006/relationships/image" Target="../media/image515.png"/><Relationship Id="rId32" Type="http://schemas.openxmlformats.org/officeDocument/2006/relationships/image" Target="../media/image516.png"/><Relationship Id="rId33" Type="http://schemas.openxmlformats.org/officeDocument/2006/relationships/image" Target="../media/image517.png"/><Relationship Id="rId34" Type="http://schemas.openxmlformats.org/officeDocument/2006/relationships/image" Target="../media/image518.png"/><Relationship Id="rId35" Type="http://schemas.openxmlformats.org/officeDocument/2006/relationships/image" Target="../media/image519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21.png"/><Relationship Id="rId6" Type="http://schemas.openxmlformats.org/officeDocument/2006/relationships/image" Target="../media/image522.png"/><Relationship Id="rId7" Type="http://schemas.openxmlformats.org/officeDocument/2006/relationships/image" Target="../media/image523.png"/><Relationship Id="rId8" Type="http://schemas.openxmlformats.org/officeDocument/2006/relationships/image" Target="../media/image524.jpg"/><Relationship Id="rId9" Type="http://schemas.openxmlformats.org/officeDocument/2006/relationships/image" Target="../media/image525.png"/><Relationship Id="rId10" Type="http://schemas.openxmlformats.org/officeDocument/2006/relationships/image" Target="../media/image526.png"/><Relationship Id="rId11" Type="http://schemas.openxmlformats.org/officeDocument/2006/relationships/image" Target="../media/image527.png"/><Relationship Id="rId12" Type="http://schemas.openxmlformats.org/officeDocument/2006/relationships/image" Target="../media/image519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29.png"/><Relationship Id="rId6" Type="http://schemas.openxmlformats.org/officeDocument/2006/relationships/image" Target="../media/image530.png"/><Relationship Id="rId7" Type="http://schemas.openxmlformats.org/officeDocument/2006/relationships/image" Target="../media/image531.jpg"/><Relationship Id="rId8" Type="http://schemas.openxmlformats.org/officeDocument/2006/relationships/image" Target="../media/image532.jpg"/><Relationship Id="rId9" Type="http://schemas.openxmlformats.org/officeDocument/2006/relationships/image" Target="../media/image533.jpg"/><Relationship Id="rId10" Type="http://schemas.openxmlformats.org/officeDocument/2006/relationships/image" Target="../media/image534.jpg"/><Relationship Id="rId11" Type="http://schemas.openxmlformats.org/officeDocument/2006/relationships/image" Target="../media/image535.jpg"/><Relationship Id="rId12" Type="http://schemas.openxmlformats.org/officeDocument/2006/relationships/image" Target="../media/image536.png"/><Relationship Id="rId13" Type="http://schemas.openxmlformats.org/officeDocument/2006/relationships/image" Target="../media/image537.png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538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50.png"/><Relationship Id="rId7" Type="http://schemas.openxmlformats.org/officeDocument/2006/relationships/image" Target="../media/image451.png"/><Relationship Id="rId8" Type="http://schemas.openxmlformats.org/officeDocument/2006/relationships/image" Target="../media/image539.png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41.png"/><Relationship Id="rId6" Type="http://schemas.openxmlformats.org/officeDocument/2006/relationships/image" Target="../media/image542.png"/><Relationship Id="rId7" Type="http://schemas.openxmlformats.org/officeDocument/2006/relationships/image" Target="../media/image543.png"/><Relationship Id="rId8" Type="http://schemas.openxmlformats.org/officeDocument/2006/relationships/image" Target="../media/image544.png"/><Relationship Id="rId9" Type="http://schemas.openxmlformats.org/officeDocument/2006/relationships/image" Target="../media/image545.png"/><Relationship Id="rId10" Type="http://schemas.openxmlformats.org/officeDocument/2006/relationships/image" Target="../media/image546.png"/><Relationship Id="rId11" Type="http://schemas.openxmlformats.org/officeDocument/2006/relationships/image" Target="../media/image547.png"/><Relationship Id="rId12" Type="http://schemas.openxmlformats.org/officeDocument/2006/relationships/image" Target="../media/image548.png"/><Relationship Id="rId13" Type="http://schemas.openxmlformats.org/officeDocument/2006/relationships/image" Target="../media/image549.pn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51.png"/><Relationship Id="rId6" Type="http://schemas.openxmlformats.org/officeDocument/2006/relationships/image" Target="../media/image552.png"/><Relationship Id="rId7" Type="http://schemas.openxmlformats.org/officeDocument/2006/relationships/image" Target="../media/image553.png"/><Relationship Id="rId8" Type="http://schemas.openxmlformats.org/officeDocument/2006/relationships/image" Target="../media/image554.png"/><Relationship Id="rId9" Type="http://schemas.openxmlformats.org/officeDocument/2006/relationships/image" Target="../media/image555.png"/><Relationship Id="rId10" Type="http://schemas.openxmlformats.org/officeDocument/2006/relationships/image" Target="../media/image556.png"/><Relationship Id="rId11" Type="http://schemas.openxmlformats.org/officeDocument/2006/relationships/image" Target="../media/image557.png"/><Relationship Id="rId12" Type="http://schemas.openxmlformats.org/officeDocument/2006/relationships/image" Target="../media/image558.png"/><Relationship Id="rId13" Type="http://schemas.openxmlformats.org/officeDocument/2006/relationships/image" Target="../media/image559.png"/><Relationship Id="rId14" Type="http://schemas.openxmlformats.org/officeDocument/2006/relationships/image" Target="../media/image560.png"/><Relationship Id="rId15" Type="http://schemas.openxmlformats.org/officeDocument/2006/relationships/image" Target="../media/image561.png"/><Relationship Id="rId16" Type="http://schemas.openxmlformats.org/officeDocument/2006/relationships/image" Target="../media/image562.png"/><Relationship Id="rId17" Type="http://schemas.openxmlformats.org/officeDocument/2006/relationships/image" Target="../media/image563.png"/><Relationship Id="rId18" Type="http://schemas.openxmlformats.org/officeDocument/2006/relationships/image" Target="../media/image564.png"/><Relationship Id="rId19" Type="http://schemas.openxmlformats.org/officeDocument/2006/relationships/image" Target="../media/image565.png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6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67.png"/><Relationship Id="rId6" Type="http://schemas.openxmlformats.org/officeDocument/2006/relationships/image" Target="../media/image568.jpg"/><Relationship Id="rId7" Type="http://schemas.openxmlformats.org/officeDocument/2006/relationships/image" Target="../media/image569.png"/><Relationship Id="rId8" Type="http://schemas.openxmlformats.org/officeDocument/2006/relationships/image" Target="../media/image564.png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7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71.png"/><Relationship Id="rId6" Type="http://schemas.openxmlformats.org/officeDocument/2006/relationships/image" Target="../media/image572.png"/><Relationship Id="rId7" Type="http://schemas.openxmlformats.org/officeDocument/2006/relationships/image" Target="../media/image573.png"/><Relationship Id="rId8" Type="http://schemas.openxmlformats.org/officeDocument/2006/relationships/image" Target="../media/image574.png"/><Relationship Id="rId9" Type="http://schemas.openxmlformats.org/officeDocument/2006/relationships/image" Target="../media/image575.png"/><Relationship Id="rId10" Type="http://schemas.openxmlformats.org/officeDocument/2006/relationships/image" Target="../media/image576.png"/><Relationship Id="rId11" Type="http://schemas.openxmlformats.org/officeDocument/2006/relationships/image" Target="../media/image577.png"/><Relationship Id="rId12" Type="http://schemas.openxmlformats.org/officeDocument/2006/relationships/image" Target="../media/image578.png"/><Relationship Id="rId13" Type="http://schemas.openxmlformats.org/officeDocument/2006/relationships/image" Target="../media/image579.png"/><Relationship Id="rId14" Type="http://schemas.openxmlformats.org/officeDocument/2006/relationships/image" Target="../media/image580.png"/><Relationship Id="rId15" Type="http://schemas.openxmlformats.org/officeDocument/2006/relationships/image" Target="../media/image581.png"/><Relationship Id="rId16" Type="http://schemas.openxmlformats.org/officeDocument/2006/relationships/image" Target="../media/image582.png"/><Relationship Id="rId17" Type="http://schemas.openxmlformats.org/officeDocument/2006/relationships/image" Target="../media/image583.png"/><Relationship Id="rId18" Type="http://schemas.openxmlformats.org/officeDocument/2006/relationships/image" Target="../media/image584.png"/><Relationship Id="rId19" Type="http://schemas.openxmlformats.org/officeDocument/2006/relationships/image" Target="../media/image585.png"/><Relationship Id="rId20" Type="http://schemas.openxmlformats.org/officeDocument/2006/relationships/image" Target="../media/image586.png"/><Relationship Id="rId21" Type="http://schemas.openxmlformats.org/officeDocument/2006/relationships/image" Target="../media/image587.png"/><Relationship Id="rId22" Type="http://schemas.openxmlformats.org/officeDocument/2006/relationships/image" Target="../media/image588.png"/><Relationship Id="rId23" Type="http://schemas.openxmlformats.org/officeDocument/2006/relationships/image" Target="../media/image589.png"/><Relationship Id="rId24" Type="http://schemas.openxmlformats.org/officeDocument/2006/relationships/image" Target="../media/image590.png"/><Relationship Id="rId25" Type="http://schemas.openxmlformats.org/officeDocument/2006/relationships/image" Target="../media/image466.png"/><Relationship Id="rId26" Type="http://schemas.openxmlformats.org/officeDocument/2006/relationships/image" Target="../media/image591.png"/><Relationship Id="rId27" Type="http://schemas.openxmlformats.org/officeDocument/2006/relationships/image" Target="../media/image592.pn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594.png"/><Relationship Id="rId6" Type="http://schemas.openxmlformats.org/officeDocument/2006/relationships/image" Target="../media/image595.png"/><Relationship Id="rId7" Type="http://schemas.openxmlformats.org/officeDocument/2006/relationships/image" Target="../media/image596.png"/><Relationship Id="rId8" Type="http://schemas.openxmlformats.org/officeDocument/2006/relationships/image" Target="../media/image597.png"/><Relationship Id="rId9" Type="http://schemas.openxmlformats.org/officeDocument/2006/relationships/image" Target="../media/image598.png"/><Relationship Id="rId10" Type="http://schemas.openxmlformats.org/officeDocument/2006/relationships/image" Target="../media/image599.png"/><Relationship Id="rId11" Type="http://schemas.openxmlformats.org/officeDocument/2006/relationships/image" Target="../media/image600.png"/><Relationship Id="rId12" Type="http://schemas.openxmlformats.org/officeDocument/2006/relationships/image" Target="../media/image601.png"/><Relationship Id="rId13" Type="http://schemas.openxmlformats.org/officeDocument/2006/relationships/image" Target="../media/image602.jpg"/><Relationship Id="rId14" Type="http://schemas.openxmlformats.org/officeDocument/2006/relationships/image" Target="../media/image603.png"/><Relationship Id="rId15" Type="http://schemas.openxmlformats.org/officeDocument/2006/relationships/image" Target="../media/image604.png"/><Relationship Id="rId16" Type="http://schemas.openxmlformats.org/officeDocument/2006/relationships/image" Target="../media/image605.png"/><Relationship Id="rId17" Type="http://schemas.openxmlformats.org/officeDocument/2006/relationships/image" Target="../media/image606.png"/><Relationship Id="rId18" Type="http://schemas.openxmlformats.org/officeDocument/2006/relationships/image" Target="../media/image607.jpg"/><Relationship Id="rId19" Type="http://schemas.openxmlformats.org/officeDocument/2006/relationships/image" Target="../media/image608.png"/><Relationship Id="rId20" Type="http://schemas.openxmlformats.org/officeDocument/2006/relationships/image" Target="../media/image609.png"/><Relationship Id="rId21" Type="http://schemas.openxmlformats.org/officeDocument/2006/relationships/image" Target="../media/image610.png"/><Relationship Id="rId22" Type="http://schemas.openxmlformats.org/officeDocument/2006/relationships/image" Target="../media/image611.jpg"/><Relationship Id="rId23" Type="http://schemas.openxmlformats.org/officeDocument/2006/relationships/image" Target="../media/image612.png"/><Relationship Id="rId24" Type="http://schemas.openxmlformats.org/officeDocument/2006/relationships/image" Target="../media/image613.jpg"/><Relationship Id="rId25" Type="http://schemas.openxmlformats.org/officeDocument/2006/relationships/image" Target="../media/image614.png"/><Relationship Id="rId26" Type="http://schemas.openxmlformats.org/officeDocument/2006/relationships/image" Target="../media/image615.png"/><Relationship Id="rId27" Type="http://schemas.openxmlformats.org/officeDocument/2006/relationships/image" Target="../media/image616.jpg"/><Relationship Id="rId28" Type="http://schemas.openxmlformats.org/officeDocument/2006/relationships/image" Target="../media/image617.png"/><Relationship Id="rId29" Type="http://schemas.openxmlformats.org/officeDocument/2006/relationships/image" Target="../media/image618.png"/><Relationship Id="rId30" Type="http://schemas.openxmlformats.org/officeDocument/2006/relationships/image" Target="../media/image619.jpg"/><Relationship Id="rId31" Type="http://schemas.openxmlformats.org/officeDocument/2006/relationships/image" Target="../media/image620.png"/><Relationship Id="rId32" Type="http://schemas.openxmlformats.org/officeDocument/2006/relationships/image" Target="../media/image621.png"/><Relationship Id="rId33" Type="http://schemas.openxmlformats.org/officeDocument/2006/relationships/image" Target="../media/image622.png"/><Relationship Id="rId34" Type="http://schemas.openxmlformats.org/officeDocument/2006/relationships/image" Target="../media/image623.png"/><Relationship Id="rId35" Type="http://schemas.openxmlformats.org/officeDocument/2006/relationships/image" Target="../media/image624.png"/><Relationship Id="rId36" Type="http://schemas.openxmlformats.org/officeDocument/2006/relationships/image" Target="../media/image625.png"/><Relationship Id="rId37" Type="http://schemas.openxmlformats.org/officeDocument/2006/relationships/image" Target="../media/image626.png"/><Relationship Id="rId38" Type="http://schemas.openxmlformats.org/officeDocument/2006/relationships/image" Target="../media/image627.png"/><Relationship Id="rId39" Type="http://schemas.openxmlformats.org/officeDocument/2006/relationships/image" Target="../media/image628.png"/><Relationship Id="rId40" Type="http://schemas.openxmlformats.org/officeDocument/2006/relationships/image" Target="../media/image629.png"/><Relationship Id="rId41" Type="http://schemas.openxmlformats.org/officeDocument/2006/relationships/image" Target="../media/image630.png"/><Relationship Id="rId42" Type="http://schemas.openxmlformats.org/officeDocument/2006/relationships/image" Target="../media/image631.jpg"/><Relationship Id="rId43" Type="http://schemas.openxmlformats.org/officeDocument/2006/relationships/image" Target="../media/image632.png"/><Relationship Id="rId44" Type="http://schemas.openxmlformats.org/officeDocument/2006/relationships/image" Target="../media/image633.png"/><Relationship Id="rId45" Type="http://schemas.openxmlformats.org/officeDocument/2006/relationships/image" Target="../media/image634.jpg"/><Relationship Id="rId46" Type="http://schemas.openxmlformats.org/officeDocument/2006/relationships/image" Target="../media/image635.png"/><Relationship Id="rId47" Type="http://schemas.openxmlformats.org/officeDocument/2006/relationships/image" Target="../media/image636.png"/><Relationship Id="rId48" Type="http://schemas.openxmlformats.org/officeDocument/2006/relationships/image" Target="../media/image637.jpg"/><Relationship Id="rId49" Type="http://schemas.openxmlformats.org/officeDocument/2006/relationships/image" Target="../media/image638.png"/><Relationship Id="rId50" Type="http://schemas.openxmlformats.org/officeDocument/2006/relationships/image" Target="../media/image639.png"/><Relationship Id="rId51" Type="http://schemas.openxmlformats.org/officeDocument/2006/relationships/image" Target="../media/image640.jpg"/><Relationship Id="rId52" Type="http://schemas.openxmlformats.org/officeDocument/2006/relationships/image" Target="../media/image641.png"/><Relationship Id="rId53" Type="http://schemas.openxmlformats.org/officeDocument/2006/relationships/image" Target="../media/image642.png"/><Relationship Id="rId54" Type="http://schemas.openxmlformats.org/officeDocument/2006/relationships/image" Target="../media/image643.png"/><Relationship Id="rId55" Type="http://schemas.openxmlformats.org/officeDocument/2006/relationships/image" Target="../media/image644.jpg"/><Relationship Id="rId56" Type="http://schemas.openxmlformats.org/officeDocument/2006/relationships/image" Target="../media/image645.jpg"/><Relationship Id="rId57" Type="http://schemas.openxmlformats.org/officeDocument/2006/relationships/image" Target="../media/image646.png"/><Relationship Id="rId58" Type="http://schemas.openxmlformats.org/officeDocument/2006/relationships/image" Target="../media/image647.png"/><Relationship Id="rId59" Type="http://schemas.openxmlformats.org/officeDocument/2006/relationships/image" Target="../media/image648.png"/><Relationship Id="rId60" Type="http://schemas.openxmlformats.org/officeDocument/2006/relationships/image" Target="../media/image649.png"/><Relationship Id="rId61" Type="http://schemas.openxmlformats.org/officeDocument/2006/relationships/image" Target="../media/image650.png"/><Relationship Id="rId62" Type="http://schemas.openxmlformats.org/officeDocument/2006/relationships/image" Target="../media/image651.png"/><Relationship Id="rId63" Type="http://schemas.openxmlformats.org/officeDocument/2006/relationships/image" Target="../media/image652.pn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5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50.png"/><Relationship Id="rId7" Type="http://schemas.openxmlformats.org/officeDocument/2006/relationships/image" Target="../media/image451.png"/><Relationship Id="rId8" Type="http://schemas.openxmlformats.org/officeDocument/2006/relationships/image" Target="../media/image654.png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56.png"/><Relationship Id="rId6" Type="http://schemas.openxmlformats.org/officeDocument/2006/relationships/image" Target="../media/image657.png"/><Relationship Id="rId7" Type="http://schemas.openxmlformats.org/officeDocument/2006/relationships/image" Target="../media/image658.png"/><Relationship Id="rId8" Type="http://schemas.openxmlformats.org/officeDocument/2006/relationships/image" Target="../media/image659.png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6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61.png"/><Relationship Id="rId6" Type="http://schemas.openxmlformats.org/officeDocument/2006/relationships/image" Target="../media/image662.jpg"/><Relationship Id="rId7" Type="http://schemas.openxmlformats.org/officeDocument/2006/relationships/image" Target="../media/image659.pn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6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50.png"/><Relationship Id="rId7" Type="http://schemas.openxmlformats.org/officeDocument/2006/relationships/image" Target="../media/image451.png"/><Relationship Id="rId8" Type="http://schemas.openxmlformats.org/officeDocument/2006/relationships/image" Target="../media/image664.png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66.png"/><Relationship Id="rId6" Type="http://schemas.openxmlformats.org/officeDocument/2006/relationships/image" Target="../media/image667.png"/><Relationship Id="rId7" Type="http://schemas.openxmlformats.org/officeDocument/2006/relationships/image" Target="../media/image668.png"/><Relationship Id="rId8" Type="http://schemas.openxmlformats.org/officeDocument/2006/relationships/image" Target="../media/image669.png"/><Relationship Id="rId9" Type="http://schemas.openxmlformats.org/officeDocument/2006/relationships/image" Target="../media/image670.png"/><Relationship Id="rId10" Type="http://schemas.openxmlformats.org/officeDocument/2006/relationships/image" Target="../media/image671.png"/><Relationship Id="rId11" Type="http://schemas.openxmlformats.org/officeDocument/2006/relationships/image" Target="../media/image672.png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74.png"/><Relationship Id="rId6" Type="http://schemas.openxmlformats.org/officeDocument/2006/relationships/image" Target="../media/image675.png"/><Relationship Id="rId7" Type="http://schemas.openxmlformats.org/officeDocument/2006/relationships/image" Target="../media/image676.png"/><Relationship Id="rId8" Type="http://schemas.openxmlformats.org/officeDocument/2006/relationships/image" Target="../media/image677.png"/><Relationship Id="rId9" Type="http://schemas.openxmlformats.org/officeDocument/2006/relationships/image" Target="../media/image678.png"/><Relationship Id="rId10" Type="http://schemas.openxmlformats.org/officeDocument/2006/relationships/image" Target="../media/image679.png"/><Relationship Id="rId11" Type="http://schemas.openxmlformats.org/officeDocument/2006/relationships/image" Target="../media/image680.png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681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450.png"/><Relationship Id="rId7" Type="http://schemas.openxmlformats.org/officeDocument/2006/relationships/image" Target="../media/image451.png"/><Relationship Id="rId8" Type="http://schemas.openxmlformats.org/officeDocument/2006/relationships/image" Target="../media/image682.png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3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84.png"/><Relationship Id="rId6" Type="http://schemas.openxmlformats.org/officeDocument/2006/relationships/image" Target="../media/image685.png"/><Relationship Id="rId7" Type="http://schemas.openxmlformats.org/officeDocument/2006/relationships/image" Target="../media/image686.png"/><Relationship Id="rId8" Type="http://schemas.openxmlformats.org/officeDocument/2006/relationships/image" Target="../media/image687.jpg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88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89.png"/><Relationship Id="rId6" Type="http://schemas.openxmlformats.org/officeDocument/2006/relationships/image" Target="../media/image690.png"/><Relationship Id="rId7" Type="http://schemas.openxmlformats.org/officeDocument/2006/relationships/image" Target="../media/image691.png"/><Relationship Id="rId8" Type="http://schemas.openxmlformats.org/officeDocument/2006/relationships/image" Target="../media/image692.jpg"/><Relationship Id="rId9" Type="http://schemas.openxmlformats.org/officeDocument/2006/relationships/image" Target="../media/image693.png"/><Relationship Id="rId10" Type="http://schemas.openxmlformats.org/officeDocument/2006/relationships/image" Target="../media/image694.png"/><Relationship Id="rId11" Type="http://schemas.openxmlformats.org/officeDocument/2006/relationships/image" Target="../media/image695.png"/><Relationship Id="rId12" Type="http://schemas.openxmlformats.org/officeDocument/2006/relationships/image" Target="../media/image696.png"/><Relationship Id="rId13" Type="http://schemas.openxmlformats.org/officeDocument/2006/relationships/image" Target="../media/image697.png"/><Relationship Id="rId14" Type="http://schemas.openxmlformats.org/officeDocument/2006/relationships/image" Target="../media/image698.png"/><Relationship Id="rId15" Type="http://schemas.openxmlformats.org/officeDocument/2006/relationships/image" Target="../media/image699.png"/><Relationship Id="rId16" Type="http://schemas.openxmlformats.org/officeDocument/2006/relationships/image" Target="../media/image700.jpg"/><Relationship Id="rId17" Type="http://schemas.openxmlformats.org/officeDocument/2006/relationships/image" Target="../media/image701.jpg"/><Relationship Id="rId18" Type="http://schemas.openxmlformats.org/officeDocument/2006/relationships/image" Target="../media/image702.png"/><Relationship Id="rId19" Type="http://schemas.openxmlformats.org/officeDocument/2006/relationships/image" Target="../media/image703.jpg"/><Relationship Id="rId20" Type="http://schemas.openxmlformats.org/officeDocument/2006/relationships/image" Target="../media/image704.png"/><Relationship Id="rId21" Type="http://schemas.openxmlformats.org/officeDocument/2006/relationships/image" Target="../media/image705.png"/><Relationship Id="rId22" Type="http://schemas.openxmlformats.org/officeDocument/2006/relationships/image" Target="../media/image706.png"/><Relationship Id="rId23" Type="http://schemas.openxmlformats.org/officeDocument/2006/relationships/image" Target="../media/image707.jpg"/><Relationship Id="rId24" Type="http://schemas.openxmlformats.org/officeDocument/2006/relationships/image" Target="../media/image708.png"/><Relationship Id="rId25" Type="http://schemas.openxmlformats.org/officeDocument/2006/relationships/image" Target="../media/image709.png"/><Relationship Id="rId26" Type="http://schemas.openxmlformats.org/officeDocument/2006/relationships/image" Target="../media/image710.png"/><Relationship Id="rId27" Type="http://schemas.openxmlformats.org/officeDocument/2006/relationships/image" Target="../media/image711.png"/><Relationship Id="rId28" Type="http://schemas.openxmlformats.org/officeDocument/2006/relationships/image" Target="../media/image712.png"/><Relationship Id="rId29" Type="http://schemas.openxmlformats.org/officeDocument/2006/relationships/image" Target="../media/image713.png"/><Relationship Id="rId30" Type="http://schemas.openxmlformats.org/officeDocument/2006/relationships/image" Target="../media/image714.png"/><Relationship Id="rId31" Type="http://schemas.openxmlformats.org/officeDocument/2006/relationships/image" Target="../media/image715.png"/><Relationship Id="rId32" Type="http://schemas.openxmlformats.org/officeDocument/2006/relationships/image" Target="../media/image716.png"/><Relationship Id="rId33" Type="http://schemas.openxmlformats.org/officeDocument/2006/relationships/image" Target="../media/image717.png"/><Relationship Id="rId34" Type="http://schemas.openxmlformats.org/officeDocument/2006/relationships/image" Target="../media/image718.pn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20.png"/><Relationship Id="rId6" Type="http://schemas.openxmlformats.org/officeDocument/2006/relationships/image" Target="../media/image690.png"/><Relationship Id="rId7" Type="http://schemas.openxmlformats.org/officeDocument/2006/relationships/image" Target="../media/image721.png"/><Relationship Id="rId8" Type="http://schemas.openxmlformats.org/officeDocument/2006/relationships/image" Target="../media/image722.png"/><Relationship Id="rId9" Type="http://schemas.openxmlformats.org/officeDocument/2006/relationships/image" Target="../media/image723.jpg"/><Relationship Id="rId10" Type="http://schemas.openxmlformats.org/officeDocument/2006/relationships/image" Target="../media/image724.jpg"/><Relationship Id="rId11" Type="http://schemas.openxmlformats.org/officeDocument/2006/relationships/image" Target="../media/image725.png"/><Relationship Id="rId12" Type="http://schemas.openxmlformats.org/officeDocument/2006/relationships/image" Target="../media/image726.png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727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728.png"/><Relationship Id="rId7" Type="http://schemas.openxmlformats.org/officeDocument/2006/relationships/image" Target="../media/image729.png"/><Relationship Id="rId8" Type="http://schemas.openxmlformats.org/officeDocument/2006/relationships/image" Target="../media/image730.png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32.png"/><Relationship Id="rId6" Type="http://schemas.openxmlformats.org/officeDocument/2006/relationships/image" Target="../media/image733.png"/><Relationship Id="rId7" Type="http://schemas.openxmlformats.org/officeDocument/2006/relationships/image" Target="../media/image734.png"/><Relationship Id="rId8" Type="http://schemas.openxmlformats.org/officeDocument/2006/relationships/image" Target="../media/image735.png"/><Relationship Id="rId9" Type="http://schemas.openxmlformats.org/officeDocument/2006/relationships/image" Target="../media/image736.png"/><Relationship Id="rId10" Type="http://schemas.openxmlformats.org/officeDocument/2006/relationships/image" Target="../media/image737.png"/><Relationship Id="rId11" Type="http://schemas.openxmlformats.org/officeDocument/2006/relationships/image" Target="../media/image738.png"/><Relationship Id="rId12" Type="http://schemas.openxmlformats.org/officeDocument/2006/relationships/image" Target="../media/image739.png"/><Relationship Id="rId13" Type="http://schemas.openxmlformats.org/officeDocument/2006/relationships/image" Target="../media/image740.png"/><Relationship Id="rId14" Type="http://schemas.openxmlformats.org/officeDocument/2006/relationships/image" Target="../media/image741.png"/><Relationship Id="rId15" Type="http://schemas.openxmlformats.org/officeDocument/2006/relationships/image" Target="../media/image742.png"/><Relationship Id="rId16" Type="http://schemas.openxmlformats.org/officeDocument/2006/relationships/image" Target="../media/image743.png"/><Relationship Id="rId17" Type="http://schemas.openxmlformats.org/officeDocument/2006/relationships/image" Target="../media/image744.png"/><Relationship Id="rId18" Type="http://schemas.openxmlformats.org/officeDocument/2006/relationships/image" Target="../media/image745.png"/><Relationship Id="rId19" Type="http://schemas.openxmlformats.org/officeDocument/2006/relationships/image" Target="../media/image746.png"/><Relationship Id="rId20" Type="http://schemas.openxmlformats.org/officeDocument/2006/relationships/image" Target="../media/image747.png"/><Relationship Id="rId21" Type="http://schemas.openxmlformats.org/officeDocument/2006/relationships/image" Target="../media/image748.png"/><Relationship Id="rId22" Type="http://schemas.openxmlformats.org/officeDocument/2006/relationships/image" Target="../media/image749.png"/><Relationship Id="rId23" Type="http://schemas.openxmlformats.org/officeDocument/2006/relationships/image" Target="../media/image750.png"/><Relationship Id="rId24" Type="http://schemas.openxmlformats.org/officeDocument/2006/relationships/image" Target="../media/image751.png"/><Relationship Id="rId25" Type="http://schemas.openxmlformats.org/officeDocument/2006/relationships/image" Target="../media/image752.png"/><Relationship Id="rId26" Type="http://schemas.openxmlformats.org/officeDocument/2006/relationships/image" Target="../media/image753.png"/><Relationship Id="rId27" Type="http://schemas.openxmlformats.org/officeDocument/2006/relationships/image" Target="../media/image754.png"/><Relationship Id="rId28" Type="http://schemas.openxmlformats.org/officeDocument/2006/relationships/image" Target="../media/image755.png"/><Relationship Id="rId29" Type="http://schemas.openxmlformats.org/officeDocument/2006/relationships/image" Target="../media/image756.png"/><Relationship Id="rId30" Type="http://schemas.openxmlformats.org/officeDocument/2006/relationships/image" Target="../media/image757.png"/><Relationship Id="rId31" Type="http://schemas.openxmlformats.org/officeDocument/2006/relationships/image" Target="../media/image758.png"/><Relationship Id="rId32" Type="http://schemas.openxmlformats.org/officeDocument/2006/relationships/image" Target="../media/image759.png"/><Relationship Id="rId33" Type="http://schemas.openxmlformats.org/officeDocument/2006/relationships/image" Target="../media/image760.png"/><Relationship Id="rId34" Type="http://schemas.openxmlformats.org/officeDocument/2006/relationships/image" Target="../media/image761.png"/><Relationship Id="rId35" Type="http://schemas.openxmlformats.org/officeDocument/2006/relationships/image" Target="../media/image762.png"/><Relationship Id="rId36" Type="http://schemas.openxmlformats.org/officeDocument/2006/relationships/image" Target="../media/image763.png"/><Relationship Id="rId37" Type="http://schemas.openxmlformats.org/officeDocument/2006/relationships/image" Target="../media/image764.png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765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728.png"/><Relationship Id="rId7" Type="http://schemas.openxmlformats.org/officeDocument/2006/relationships/image" Target="../media/image729.png"/><Relationship Id="rId8" Type="http://schemas.openxmlformats.org/officeDocument/2006/relationships/image" Target="../media/image766.png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6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68.png"/><Relationship Id="rId6" Type="http://schemas.openxmlformats.org/officeDocument/2006/relationships/image" Target="../media/image769.png"/><Relationship Id="rId7" Type="http://schemas.openxmlformats.org/officeDocument/2006/relationships/image" Target="../media/image770.png"/><Relationship Id="rId8" Type="http://schemas.openxmlformats.org/officeDocument/2006/relationships/image" Target="../media/image771.png"/><Relationship Id="rId9" Type="http://schemas.openxmlformats.org/officeDocument/2006/relationships/image" Target="../media/image772.png"/><Relationship Id="rId10" Type="http://schemas.openxmlformats.org/officeDocument/2006/relationships/image" Target="../media/image773.png"/><Relationship Id="rId11" Type="http://schemas.openxmlformats.org/officeDocument/2006/relationships/image" Target="../media/image774.png"/><Relationship Id="rId12" Type="http://schemas.openxmlformats.org/officeDocument/2006/relationships/image" Target="../media/image775.png"/><Relationship Id="rId13" Type="http://schemas.openxmlformats.org/officeDocument/2006/relationships/image" Target="../media/image776.png"/><Relationship Id="rId14" Type="http://schemas.openxmlformats.org/officeDocument/2006/relationships/image" Target="../media/image777.png"/><Relationship Id="rId15" Type="http://schemas.openxmlformats.org/officeDocument/2006/relationships/image" Target="../media/image778.png"/><Relationship Id="rId16" Type="http://schemas.openxmlformats.org/officeDocument/2006/relationships/image" Target="../media/image779.png"/><Relationship Id="rId17" Type="http://schemas.openxmlformats.org/officeDocument/2006/relationships/image" Target="../media/image780.png"/><Relationship Id="rId18" Type="http://schemas.openxmlformats.org/officeDocument/2006/relationships/image" Target="../media/image781.png"/><Relationship Id="rId19" Type="http://schemas.openxmlformats.org/officeDocument/2006/relationships/image" Target="../media/image782.png"/><Relationship Id="rId20" Type="http://schemas.openxmlformats.org/officeDocument/2006/relationships/image" Target="../media/image783.png"/><Relationship Id="rId21" Type="http://schemas.openxmlformats.org/officeDocument/2006/relationships/image" Target="../media/image784.png"/><Relationship Id="rId22" Type="http://schemas.openxmlformats.org/officeDocument/2006/relationships/image" Target="../media/image785.png"/><Relationship Id="rId23" Type="http://schemas.openxmlformats.org/officeDocument/2006/relationships/image" Target="../media/image786.png"/><Relationship Id="rId24" Type="http://schemas.openxmlformats.org/officeDocument/2006/relationships/image" Target="../media/image787.png"/><Relationship Id="rId25" Type="http://schemas.openxmlformats.org/officeDocument/2006/relationships/image" Target="../media/image788.png"/><Relationship Id="rId26" Type="http://schemas.openxmlformats.org/officeDocument/2006/relationships/image" Target="../media/image789.png"/><Relationship Id="rId27" Type="http://schemas.openxmlformats.org/officeDocument/2006/relationships/image" Target="../media/image790.png"/><Relationship Id="rId28" Type="http://schemas.openxmlformats.org/officeDocument/2006/relationships/image" Target="../media/image791.png"/><Relationship Id="rId29" Type="http://schemas.openxmlformats.org/officeDocument/2006/relationships/image" Target="../media/image792.pn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79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728.png"/><Relationship Id="rId7" Type="http://schemas.openxmlformats.org/officeDocument/2006/relationships/image" Target="../media/image729.png"/><Relationship Id="rId8" Type="http://schemas.openxmlformats.org/officeDocument/2006/relationships/image" Target="../media/image794.png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9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796.png"/><Relationship Id="rId6" Type="http://schemas.openxmlformats.org/officeDocument/2006/relationships/image" Target="../media/image797.png"/><Relationship Id="rId7" Type="http://schemas.openxmlformats.org/officeDocument/2006/relationships/image" Target="../media/image798.png"/><Relationship Id="rId8" Type="http://schemas.openxmlformats.org/officeDocument/2006/relationships/image" Target="../media/image799.jpg"/><Relationship Id="rId9" Type="http://schemas.openxmlformats.org/officeDocument/2006/relationships/image" Target="../media/image800.png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1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02.png"/><Relationship Id="rId6" Type="http://schemas.openxmlformats.org/officeDocument/2006/relationships/image" Target="../media/image803.jpg"/><Relationship Id="rId7" Type="http://schemas.openxmlformats.org/officeDocument/2006/relationships/image" Target="../media/image796.png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804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728.png"/><Relationship Id="rId7" Type="http://schemas.openxmlformats.org/officeDocument/2006/relationships/image" Target="../media/image729.png"/><Relationship Id="rId8" Type="http://schemas.openxmlformats.org/officeDocument/2006/relationships/image" Target="../media/image805.png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07.png"/><Relationship Id="rId6" Type="http://schemas.openxmlformats.org/officeDocument/2006/relationships/image" Target="../media/image808.png"/><Relationship Id="rId7" Type="http://schemas.openxmlformats.org/officeDocument/2006/relationships/image" Target="../media/image809.png"/><Relationship Id="rId8" Type="http://schemas.openxmlformats.org/officeDocument/2006/relationships/image" Target="../media/image810.png"/><Relationship Id="rId9" Type="http://schemas.openxmlformats.org/officeDocument/2006/relationships/image" Target="../media/image811.png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1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13.jpg"/><Relationship Id="rId6" Type="http://schemas.openxmlformats.org/officeDocument/2006/relationships/image" Target="../media/image814.png"/><Relationship Id="rId7" Type="http://schemas.openxmlformats.org/officeDocument/2006/relationships/image" Target="../media/image815.png"/><Relationship Id="rId8" Type="http://schemas.openxmlformats.org/officeDocument/2006/relationships/image" Target="../media/image816.png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817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728.png"/><Relationship Id="rId7" Type="http://schemas.openxmlformats.org/officeDocument/2006/relationships/image" Target="../media/image729.png"/><Relationship Id="rId8" Type="http://schemas.openxmlformats.org/officeDocument/2006/relationships/image" Target="../media/image818.png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20.png"/><Relationship Id="rId6" Type="http://schemas.openxmlformats.org/officeDocument/2006/relationships/image" Target="../media/image821.png"/><Relationship Id="rId7" Type="http://schemas.openxmlformats.org/officeDocument/2006/relationships/image" Target="../media/image822.png"/><Relationship Id="rId8" Type="http://schemas.openxmlformats.org/officeDocument/2006/relationships/image" Target="../media/image823.jpg"/><Relationship Id="rId9" Type="http://schemas.openxmlformats.org/officeDocument/2006/relationships/image" Target="../media/image824.png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26.jpg"/><Relationship Id="rId6" Type="http://schemas.openxmlformats.org/officeDocument/2006/relationships/image" Target="../media/image827.png"/><Relationship Id="rId7" Type="http://schemas.openxmlformats.org/officeDocument/2006/relationships/image" Target="../media/image820.png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828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728.png"/><Relationship Id="rId7" Type="http://schemas.openxmlformats.org/officeDocument/2006/relationships/image" Target="../media/image729.png"/><Relationship Id="rId8" Type="http://schemas.openxmlformats.org/officeDocument/2006/relationships/image" Target="../media/image829.png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0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31.png"/><Relationship Id="rId6" Type="http://schemas.openxmlformats.org/officeDocument/2006/relationships/image" Target="../media/image832.png"/><Relationship Id="rId7" Type="http://schemas.openxmlformats.org/officeDocument/2006/relationships/image" Target="../media/image833.png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35.png"/><Relationship Id="rId6" Type="http://schemas.openxmlformats.org/officeDocument/2006/relationships/image" Target="../media/image836.png"/><Relationship Id="rId7" Type="http://schemas.openxmlformats.org/officeDocument/2006/relationships/image" Target="../media/image831.png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7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38.png"/><Relationship Id="rId6" Type="http://schemas.openxmlformats.org/officeDocument/2006/relationships/image" Target="../media/image831.png"/><Relationship Id="rId7" Type="http://schemas.openxmlformats.org/officeDocument/2006/relationships/image" Target="../media/image839.jpg"/><Relationship Id="rId8" Type="http://schemas.openxmlformats.org/officeDocument/2006/relationships/image" Target="../media/image840.jpg"/><Relationship Id="rId9" Type="http://schemas.openxmlformats.org/officeDocument/2006/relationships/image" Target="../media/image841.jpg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84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728.png"/><Relationship Id="rId7" Type="http://schemas.openxmlformats.org/officeDocument/2006/relationships/image" Target="../media/image729.png"/><Relationship Id="rId8" Type="http://schemas.openxmlformats.org/officeDocument/2006/relationships/image" Target="../media/image843.png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4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45.jpg"/><Relationship Id="rId6" Type="http://schemas.openxmlformats.org/officeDocument/2006/relationships/image" Target="../media/image846.png"/><Relationship Id="rId7" Type="http://schemas.openxmlformats.org/officeDocument/2006/relationships/image" Target="../media/image847.png"/><Relationship Id="rId8" Type="http://schemas.openxmlformats.org/officeDocument/2006/relationships/image" Target="../media/image848.png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49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50.png"/><Relationship Id="rId6" Type="http://schemas.openxmlformats.org/officeDocument/2006/relationships/image" Target="../media/image851.jpg"/><Relationship Id="rId7" Type="http://schemas.openxmlformats.org/officeDocument/2006/relationships/image" Target="../media/image848.png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852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853.png"/><Relationship Id="rId7" Type="http://schemas.openxmlformats.org/officeDocument/2006/relationships/image" Target="../media/image854.png"/><Relationship Id="rId8" Type="http://schemas.openxmlformats.org/officeDocument/2006/relationships/image" Target="../media/image855.png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6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57.png"/><Relationship Id="rId6" Type="http://schemas.openxmlformats.org/officeDocument/2006/relationships/image" Target="../media/image858.png"/><Relationship Id="rId7" Type="http://schemas.openxmlformats.org/officeDocument/2006/relationships/image" Target="../media/image859.png"/><Relationship Id="rId8" Type="http://schemas.openxmlformats.org/officeDocument/2006/relationships/image" Target="../media/image860.png"/><Relationship Id="rId9" Type="http://schemas.openxmlformats.org/officeDocument/2006/relationships/image" Target="../media/image861.png"/><Relationship Id="rId10" Type="http://schemas.openxmlformats.org/officeDocument/2006/relationships/image" Target="../media/image862.png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863.png"/><Relationship Id="rId4" Type="http://schemas.openxmlformats.org/officeDocument/2006/relationships/image" Target="../media/image8.png"/><Relationship Id="rId5" Type="http://schemas.openxmlformats.org/officeDocument/2006/relationships/image" Target="../media/image13.png"/><Relationship Id="rId6" Type="http://schemas.openxmlformats.org/officeDocument/2006/relationships/image" Target="../media/image853.png"/><Relationship Id="rId7" Type="http://schemas.openxmlformats.org/officeDocument/2006/relationships/image" Target="../media/image854.png"/><Relationship Id="rId8" Type="http://schemas.openxmlformats.org/officeDocument/2006/relationships/image" Target="../media/image864.png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5.png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866.png"/><Relationship Id="rId6" Type="http://schemas.openxmlformats.org/officeDocument/2006/relationships/image" Target="../media/image867.png"/><Relationship Id="rId7" Type="http://schemas.openxmlformats.org/officeDocument/2006/relationships/image" Target="../media/image868.png"/><Relationship Id="rId8" Type="http://schemas.openxmlformats.org/officeDocument/2006/relationships/image" Target="../media/image869.png"/><Relationship Id="rId9" Type="http://schemas.openxmlformats.org/officeDocument/2006/relationships/image" Target="../media/image870.png"/><Relationship Id="rId10" Type="http://schemas.openxmlformats.org/officeDocument/2006/relationships/image" Target="../media/image871.png"/><Relationship Id="rId11" Type="http://schemas.openxmlformats.org/officeDocument/2006/relationships/image" Target="../media/image872.png"/><Relationship Id="rId12" Type="http://schemas.openxmlformats.org/officeDocument/2006/relationships/image" Target="../media/image873.png"/><Relationship Id="rId13" Type="http://schemas.openxmlformats.org/officeDocument/2006/relationships/image" Target="../media/image874.png"/><Relationship Id="rId14" Type="http://schemas.openxmlformats.org/officeDocument/2006/relationships/image" Target="../media/image875.png"/><Relationship Id="rId15" Type="http://schemas.openxmlformats.org/officeDocument/2006/relationships/image" Target="../media/image876.png"/><Relationship Id="rId16" Type="http://schemas.openxmlformats.org/officeDocument/2006/relationships/image" Target="../media/image877.png"/><Relationship Id="rId17" Type="http://schemas.openxmlformats.org/officeDocument/2006/relationships/image" Target="../media/image878.png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79.jpg"/><Relationship Id="rId3" Type="http://schemas.openxmlformats.org/officeDocument/2006/relationships/image" Target="../media/image880.png"/><Relationship Id="rId4" Type="http://schemas.openxmlformats.org/officeDocument/2006/relationships/image" Target="../media/image881.png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2.png"/><Relationship Id="rId3" Type="http://schemas.openxmlformats.org/officeDocument/2006/relationships/image" Target="../media/image883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903460" cy="6858000"/>
            <a:chOff x="0" y="0"/>
            <a:chExt cx="990346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902952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49580" y="449580"/>
              <a:ext cx="1282065" cy="198120"/>
            </a:xfrm>
            <a:custGeom>
              <a:avLst/>
              <a:gdLst/>
              <a:ahLst/>
              <a:cxnLst/>
              <a:rect l="l" t="t" r="r" b="b"/>
              <a:pathLst>
                <a:path w="1282064" h="198120">
                  <a:moveTo>
                    <a:pt x="48818" y="130556"/>
                  </a:moveTo>
                  <a:lnTo>
                    <a:pt x="0" y="130556"/>
                  </a:lnTo>
                  <a:lnTo>
                    <a:pt x="44" y="144982"/>
                  </a:lnTo>
                  <a:lnTo>
                    <a:pt x="5587" y="170366"/>
                  </a:lnTo>
                  <a:lnTo>
                    <a:pt x="20439" y="186785"/>
                  </a:lnTo>
                  <a:lnTo>
                    <a:pt x="41689" y="195536"/>
                  </a:lnTo>
                  <a:lnTo>
                    <a:pt x="66471" y="198120"/>
                  </a:lnTo>
                  <a:lnTo>
                    <a:pt x="89894" y="195871"/>
                  </a:lnTo>
                  <a:lnTo>
                    <a:pt x="109624" y="188610"/>
                  </a:lnTo>
                  <a:lnTo>
                    <a:pt x="123952" y="175563"/>
                  </a:lnTo>
                  <a:lnTo>
                    <a:pt x="127895" y="164846"/>
                  </a:lnTo>
                  <a:lnTo>
                    <a:pt x="55879" y="164846"/>
                  </a:lnTo>
                  <a:lnTo>
                    <a:pt x="49403" y="158369"/>
                  </a:lnTo>
                  <a:lnTo>
                    <a:pt x="49286" y="144780"/>
                  </a:lnTo>
                  <a:lnTo>
                    <a:pt x="48818" y="130556"/>
                  </a:lnTo>
                  <a:close/>
                </a:path>
                <a:path w="1282064" h="198120">
                  <a:moveTo>
                    <a:pt x="65874" y="0"/>
                  </a:moveTo>
                  <a:lnTo>
                    <a:pt x="23748" y="9429"/>
                  </a:lnTo>
                  <a:lnTo>
                    <a:pt x="2349" y="41529"/>
                  </a:lnTo>
                  <a:lnTo>
                    <a:pt x="584" y="49784"/>
                  </a:lnTo>
                  <a:lnTo>
                    <a:pt x="584" y="56896"/>
                  </a:lnTo>
                  <a:lnTo>
                    <a:pt x="2349" y="66421"/>
                  </a:lnTo>
                  <a:lnTo>
                    <a:pt x="17379" y="90144"/>
                  </a:lnTo>
                  <a:lnTo>
                    <a:pt x="43159" y="107711"/>
                  </a:lnTo>
                  <a:lnTo>
                    <a:pt x="69270" y="122731"/>
                  </a:lnTo>
                  <a:lnTo>
                    <a:pt x="85293" y="138811"/>
                  </a:lnTo>
                  <a:lnTo>
                    <a:pt x="87058" y="143002"/>
                  </a:lnTo>
                  <a:lnTo>
                    <a:pt x="86461" y="148844"/>
                  </a:lnTo>
                  <a:lnTo>
                    <a:pt x="85293" y="152400"/>
                  </a:lnTo>
                  <a:lnTo>
                    <a:pt x="84112" y="158369"/>
                  </a:lnTo>
                  <a:lnTo>
                    <a:pt x="79997" y="164846"/>
                  </a:lnTo>
                  <a:lnTo>
                    <a:pt x="127895" y="164846"/>
                  </a:lnTo>
                  <a:lnTo>
                    <a:pt x="131165" y="155956"/>
                  </a:lnTo>
                  <a:lnTo>
                    <a:pt x="132240" y="144982"/>
                  </a:lnTo>
                  <a:lnTo>
                    <a:pt x="132270" y="136175"/>
                  </a:lnTo>
                  <a:lnTo>
                    <a:pt x="131747" y="129702"/>
                  </a:lnTo>
                  <a:lnTo>
                    <a:pt x="131165" y="125730"/>
                  </a:lnTo>
                  <a:lnTo>
                    <a:pt x="115818" y="101016"/>
                  </a:lnTo>
                  <a:lnTo>
                    <a:pt x="89111" y="83185"/>
                  </a:lnTo>
                  <a:lnTo>
                    <a:pt x="62844" y="68687"/>
                  </a:lnTo>
                  <a:lnTo>
                    <a:pt x="48818" y="53975"/>
                  </a:lnTo>
                  <a:lnTo>
                    <a:pt x="47637" y="49784"/>
                  </a:lnTo>
                  <a:lnTo>
                    <a:pt x="48128" y="46862"/>
                  </a:lnTo>
                  <a:lnTo>
                    <a:pt x="48234" y="43942"/>
                  </a:lnTo>
                  <a:lnTo>
                    <a:pt x="49403" y="37973"/>
                  </a:lnTo>
                  <a:lnTo>
                    <a:pt x="53530" y="31496"/>
                  </a:lnTo>
                  <a:lnTo>
                    <a:pt x="124381" y="31496"/>
                  </a:lnTo>
                  <a:lnTo>
                    <a:pt x="122128" y="22502"/>
                  </a:lnTo>
                  <a:lnTo>
                    <a:pt x="106759" y="8286"/>
                  </a:lnTo>
                  <a:lnTo>
                    <a:pt x="86537" y="1643"/>
                  </a:lnTo>
                  <a:lnTo>
                    <a:pt x="65874" y="0"/>
                  </a:lnTo>
                  <a:close/>
                </a:path>
                <a:path w="1282064" h="198120">
                  <a:moveTo>
                    <a:pt x="124381" y="31496"/>
                  </a:moveTo>
                  <a:lnTo>
                    <a:pt x="75882" y="31496"/>
                  </a:lnTo>
                  <a:lnTo>
                    <a:pt x="82346" y="38608"/>
                  </a:lnTo>
                  <a:lnTo>
                    <a:pt x="82346" y="59944"/>
                  </a:lnTo>
                  <a:lnTo>
                    <a:pt x="128231" y="59944"/>
                  </a:lnTo>
                  <a:lnTo>
                    <a:pt x="128231" y="46862"/>
                  </a:lnTo>
                  <a:lnTo>
                    <a:pt x="124381" y="31496"/>
                  </a:lnTo>
                  <a:close/>
                </a:path>
                <a:path w="1282064" h="198120">
                  <a:moveTo>
                    <a:pt x="645248" y="129921"/>
                  </a:moveTo>
                  <a:lnTo>
                    <a:pt x="596430" y="129921"/>
                  </a:lnTo>
                  <a:lnTo>
                    <a:pt x="596516" y="144545"/>
                  </a:lnTo>
                  <a:lnTo>
                    <a:pt x="601926" y="169652"/>
                  </a:lnTo>
                  <a:lnTo>
                    <a:pt x="616575" y="185896"/>
                  </a:lnTo>
                  <a:lnTo>
                    <a:pt x="637620" y="194472"/>
                  </a:lnTo>
                  <a:lnTo>
                    <a:pt x="662305" y="196977"/>
                  </a:lnTo>
                  <a:lnTo>
                    <a:pt x="685643" y="194738"/>
                  </a:lnTo>
                  <a:lnTo>
                    <a:pt x="705177" y="187547"/>
                  </a:lnTo>
                  <a:lnTo>
                    <a:pt x="719304" y="174688"/>
                  </a:lnTo>
                  <a:lnTo>
                    <a:pt x="723136" y="164337"/>
                  </a:lnTo>
                  <a:lnTo>
                    <a:pt x="651725" y="164337"/>
                  </a:lnTo>
                  <a:lnTo>
                    <a:pt x="645248" y="157734"/>
                  </a:lnTo>
                  <a:lnTo>
                    <a:pt x="645248" y="129921"/>
                  </a:lnTo>
                  <a:close/>
                </a:path>
                <a:path w="1282064" h="198120">
                  <a:moveTo>
                    <a:pt x="661720" y="1143"/>
                  </a:moveTo>
                  <a:lnTo>
                    <a:pt x="619813" y="10271"/>
                  </a:lnTo>
                  <a:lnTo>
                    <a:pt x="598195" y="42164"/>
                  </a:lnTo>
                  <a:lnTo>
                    <a:pt x="597027" y="49784"/>
                  </a:lnTo>
                  <a:lnTo>
                    <a:pt x="597027" y="57531"/>
                  </a:lnTo>
                  <a:lnTo>
                    <a:pt x="598779" y="66421"/>
                  </a:lnTo>
                  <a:lnTo>
                    <a:pt x="613708" y="90044"/>
                  </a:lnTo>
                  <a:lnTo>
                    <a:pt x="639222" y="107394"/>
                  </a:lnTo>
                  <a:lnTo>
                    <a:pt x="664955" y="122195"/>
                  </a:lnTo>
                  <a:lnTo>
                    <a:pt x="680542" y="138175"/>
                  </a:lnTo>
                  <a:lnTo>
                    <a:pt x="682307" y="143002"/>
                  </a:lnTo>
                  <a:lnTo>
                    <a:pt x="681723" y="148336"/>
                  </a:lnTo>
                  <a:lnTo>
                    <a:pt x="681139" y="151892"/>
                  </a:lnTo>
                  <a:lnTo>
                    <a:pt x="679373" y="158369"/>
                  </a:lnTo>
                  <a:lnTo>
                    <a:pt x="675246" y="164337"/>
                  </a:lnTo>
                  <a:lnTo>
                    <a:pt x="723136" y="164337"/>
                  </a:lnTo>
                  <a:lnTo>
                    <a:pt x="726427" y="155448"/>
                  </a:lnTo>
                  <a:lnTo>
                    <a:pt x="727244" y="144545"/>
                  </a:lnTo>
                  <a:lnTo>
                    <a:pt x="727233" y="135858"/>
                  </a:lnTo>
                  <a:lnTo>
                    <a:pt x="710667" y="101070"/>
                  </a:lnTo>
                  <a:lnTo>
                    <a:pt x="658505" y="68768"/>
                  </a:lnTo>
                  <a:lnTo>
                    <a:pt x="644664" y="53975"/>
                  </a:lnTo>
                  <a:lnTo>
                    <a:pt x="643483" y="50419"/>
                  </a:lnTo>
                  <a:lnTo>
                    <a:pt x="644080" y="46862"/>
                  </a:lnTo>
                  <a:lnTo>
                    <a:pt x="644664" y="44450"/>
                  </a:lnTo>
                  <a:lnTo>
                    <a:pt x="645845" y="38608"/>
                  </a:lnTo>
                  <a:lnTo>
                    <a:pt x="649376" y="32004"/>
                  </a:lnTo>
                  <a:lnTo>
                    <a:pt x="719077" y="32004"/>
                  </a:lnTo>
                  <a:lnTo>
                    <a:pt x="716977" y="23485"/>
                  </a:lnTo>
                  <a:lnTo>
                    <a:pt x="702014" y="9413"/>
                  </a:lnTo>
                  <a:lnTo>
                    <a:pt x="682198" y="2795"/>
                  </a:lnTo>
                  <a:lnTo>
                    <a:pt x="661720" y="1143"/>
                  </a:lnTo>
                  <a:close/>
                </a:path>
                <a:path w="1282064" h="198120">
                  <a:moveTo>
                    <a:pt x="719077" y="32004"/>
                  </a:moveTo>
                  <a:lnTo>
                    <a:pt x="671728" y="32004"/>
                  </a:lnTo>
                  <a:lnTo>
                    <a:pt x="677608" y="39116"/>
                  </a:lnTo>
                  <a:lnTo>
                    <a:pt x="677608" y="60452"/>
                  </a:lnTo>
                  <a:lnTo>
                    <a:pt x="722896" y="60452"/>
                  </a:lnTo>
                  <a:lnTo>
                    <a:pt x="722896" y="47498"/>
                  </a:lnTo>
                  <a:lnTo>
                    <a:pt x="719077" y="32004"/>
                  </a:lnTo>
                  <a:close/>
                </a:path>
                <a:path w="1282064" h="198120">
                  <a:moveTo>
                    <a:pt x="1017524" y="5969"/>
                  </a:moveTo>
                  <a:lnTo>
                    <a:pt x="949325" y="5969"/>
                  </a:lnTo>
                  <a:lnTo>
                    <a:pt x="949325" y="189230"/>
                  </a:lnTo>
                  <a:lnTo>
                    <a:pt x="994663" y="189230"/>
                  </a:lnTo>
                  <a:lnTo>
                    <a:pt x="991743" y="35560"/>
                  </a:lnTo>
                  <a:lnTo>
                    <a:pt x="1026083" y="35560"/>
                  </a:lnTo>
                  <a:lnTo>
                    <a:pt x="1017524" y="5969"/>
                  </a:lnTo>
                  <a:close/>
                </a:path>
                <a:path w="1282064" h="198120">
                  <a:moveTo>
                    <a:pt x="1026083" y="35560"/>
                  </a:moveTo>
                  <a:lnTo>
                    <a:pt x="991743" y="35560"/>
                  </a:lnTo>
                  <a:lnTo>
                    <a:pt x="1038225" y="189230"/>
                  </a:lnTo>
                  <a:lnTo>
                    <a:pt x="1103503" y="189230"/>
                  </a:lnTo>
                  <a:lnTo>
                    <a:pt x="1103503" y="154812"/>
                  </a:lnTo>
                  <a:lnTo>
                    <a:pt x="1060577" y="154812"/>
                  </a:lnTo>
                  <a:lnTo>
                    <a:pt x="1026083" y="35560"/>
                  </a:lnTo>
                  <a:close/>
                </a:path>
                <a:path w="1282064" h="198120">
                  <a:moveTo>
                    <a:pt x="1103503" y="5969"/>
                  </a:moveTo>
                  <a:lnTo>
                    <a:pt x="1058164" y="5969"/>
                  </a:lnTo>
                  <a:lnTo>
                    <a:pt x="1060577" y="154812"/>
                  </a:lnTo>
                  <a:lnTo>
                    <a:pt x="1103503" y="154812"/>
                  </a:lnTo>
                  <a:lnTo>
                    <a:pt x="1103503" y="5969"/>
                  </a:lnTo>
                  <a:close/>
                </a:path>
                <a:path w="1282064" h="198120">
                  <a:moveTo>
                    <a:pt x="277634" y="5969"/>
                  </a:moveTo>
                  <a:lnTo>
                    <a:pt x="195872" y="5969"/>
                  </a:lnTo>
                  <a:lnTo>
                    <a:pt x="162344" y="191008"/>
                  </a:lnTo>
                  <a:lnTo>
                    <a:pt x="211747" y="191008"/>
                  </a:lnTo>
                  <a:lnTo>
                    <a:pt x="237045" y="19558"/>
                  </a:lnTo>
                  <a:lnTo>
                    <a:pt x="280096" y="19558"/>
                  </a:lnTo>
                  <a:lnTo>
                    <a:pt x="277634" y="5969"/>
                  </a:lnTo>
                  <a:close/>
                </a:path>
                <a:path w="1282064" h="198120">
                  <a:moveTo>
                    <a:pt x="280096" y="19558"/>
                  </a:moveTo>
                  <a:lnTo>
                    <a:pt x="237045" y="19558"/>
                  </a:lnTo>
                  <a:lnTo>
                    <a:pt x="262331" y="191008"/>
                  </a:lnTo>
                  <a:lnTo>
                    <a:pt x="311162" y="191008"/>
                  </a:lnTo>
                  <a:lnTo>
                    <a:pt x="280096" y="19558"/>
                  </a:lnTo>
                  <a:close/>
                </a:path>
                <a:path w="1282064" h="198120">
                  <a:moveTo>
                    <a:pt x="426440" y="5969"/>
                  </a:moveTo>
                  <a:lnTo>
                    <a:pt x="351739" y="5969"/>
                  </a:lnTo>
                  <a:lnTo>
                    <a:pt x="348208" y="191008"/>
                  </a:lnTo>
                  <a:lnTo>
                    <a:pt x="393509" y="191008"/>
                  </a:lnTo>
                  <a:lnTo>
                    <a:pt x="394677" y="19558"/>
                  </a:lnTo>
                  <a:lnTo>
                    <a:pt x="428651" y="19558"/>
                  </a:lnTo>
                  <a:lnTo>
                    <a:pt x="426440" y="5969"/>
                  </a:lnTo>
                  <a:close/>
                </a:path>
                <a:path w="1282064" h="198120">
                  <a:moveTo>
                    <a:pt x="428651" y="19558"/>
                  </a:moveTo>
                  <a:lnTo>
                    <a:pt x="394677" y="19558"/>
                  </a:lnTo>
                  <a:lnTo>
                    <a:pt x="426440" y="191008"/>
                  </a:lnTo>
                  <a:lnTo>
                    <a:pt x="472909" y="191008"/>
                  </a:lnTo>
                  <a:lnTo>
                    <a:pt x="480391" y="150622"/>
                  </a:lnTo>
                  <a:lnTo>
                    <a:pt x="449973" y="150622"/>
                  </a:lnTo>
                  <a:lnTo>
                    <a:pt x="428651" y="19558"/>
                  </a:lnTo>
                  <a:close/>
                </a:path>
                <a:path w="1282064" h="198120">
                  <a:moveTo>
                    <a:pt x="547913" y="19558"/>
                  </a:moveTo>
                  <a:lnTo>
                    <a:pt x="504672" y="19558"/>
                  </a:lnTo>
                  <a:lnTo>
                    <a:pt x="505853" y="191008"/>
                  </a:lnTo>
                  <a:lnTo>
                    <a:pt x="551726" y="191008"/>
                  </a:lnTo>
                  <a:lnTo>
                    <a:pt x="547913" y="19558"/>
                  </a:lnTo>
                  <a:close/>
                </a:path>
                <a:path w="1282064" h="198120">
                  <a:moveTo>
                    <a:pt x="547611" y="5969"/>
                  </a:moveTo>
                  <a:lnTo>
                    <a:pt x="472909" y="5969"/>
                  </a:lnTo>
                  <a:lnTo>
                    <a:pt x="449973" y="150622"/>
                  </a:lnTo>
                  <a:lnTo>
                    <a:pt x="480391" y="150622"/>
                  </a:lnTo>
                  <a:lnTo>
                    <a:pt x="504672" y="19558"/>
                  </a:lnTo>
                  <a:lnTo>
                    <a:pt x="547913" y="19558"/>
                  </a:lnTo>
                  <a:lnTo>
                    <a:pt x="547611" y="5969"/>
                  </a:lnTo>
                  <a:close/>
                </a:path>
                <a:path w="1282064" h="198120">
                  <a:moveTo>
                    <a:pt x="816419" y="5969"/>
                  </a:moveTo>
                  <a:lnTo>
                    <a:pt x="769950" y="5969"/>
                  </a:lnTo>
                  <a:lnTo>
                    <a:pt x="769950" y="148844"/>
                  </a:lnTo>
                  <a:lnTo>
                    <a:pt x="770534" y="150622"/>
                  </a:lnTo>
                  <a:lnTo>
                    <a:pt x="776987" y="172285"/>
                  </a:lnTo>
                  <a:lnTo>
                    <a:pt x="790822" y="186388"/>
                  </a:lnTo>
                  <a:lnTo>
                    <a:pt x="810382" y="194038"/>
                  </a:lnTo>
                  <a:lnTo>
                    <a:pt x="834008" y="196342"/>
                  </a:lnTo>
                  <a:lnTo>
                    <a:pt x="858031" y="194038"/>
                  </a:lnTo>
                  <a:lnTo>
                    <a:pt x="877792" y="186388"/>
                  </a:lnTo>
                  <a:lnTo>
                    <a:pt x="891694" y="172285"/>
                  </a:lnTo>
                  <a:lnTo>
                    <a:pt x="894438" y="163068"/>
                  </a:lnTo>
                  <a:lnTo>
                    <a:pt x="821689" y="163068"/>
                  </a:lnTo>
                  <a:lnTo>
                    <a:pt x="817600" y="154178"/>
                  </a:lnTo>
                  <a:lnTo>
                    <a:pt x="817003" y="150114"/>
                  </a:lnTo>
                  <a:lnTo>
                    <a:pt x="816419" y="147700"/>
                  </a:lnTo>
                  <a:lnTo>
                    <a:pt x="816419" y="5969"/>
                  </a:lnTo>
                  <a:close/>
                </a:path>
                <a:path w="1282064" h="198120">
                  <a:moveTo>
                    <a:pt x="898779" y="5969"/>
                  </a:moveTo>
                  <a:lnTo>
                    <a:pt x="852297" y="5969"/>
                  </a:lnTo>
                  <a:lnTo>
                    <a:pt x="852297" y="147700"/>
                  </a:lnTo>
                  <a:lnTo>
                    <a:pt x="851662" y="150114"/>
                  </a:lnTo>
                  <a:lnTo>
                    <a:pt x="851154" y="154178"/>
                  </a:lnTo>
                  <a:lnTo>
                    <a:pt x="846963" y="163068"/>
                  </a:lnTo>
                  <a:lnTo>
                    <a:pt x="894438" y="163068"/>
                  </a:lnTo>
                  <a:lnTo>
                    <a:pt x="898144" y="150622"/>
                  </a:lnTo>
                  <a:lnTo>
                    <a:pt x="898779" y="148844"/>
                  </a:lnTo>
                  <a:lnTo>
                    <a:pt x="898779" y="5969"/>
                  </a:lnTo>
                  <a:close/>
                </a:path>
                <a:path w="1282064" h="198120">
                  <a:moveTo>
                    <a:pt x="1216406" y="1143"/>
                  </a:moveTo>
                  <a:lnTo>
                    <a:pt x="1173718" y="11096"/>
                  </a:lnTo>
                  <a:lnTo>
                    <a:pt x="1152270" y="46862"/>
                  </a:lnTo>
                  <a:lnTo>
                    <a:pt x="1151636" y="49784"/>
                  </a:lnTo>
                  <a:lnTo>
                    <a:pt x="1151636" y="143002"/>
                  </a:lnTo>
                  <a:lnTo>
                    <a:pt x="1173289" y="184419"/>
                  </a:lnTo>
                  <a:lnTo>
                    <a:pt x="1216406" y="194564"/>
                  </a:lnTo>
                  <a:lnTo>
                    <a:pt x="1239972" y="192188"/>
                  </a:lnTo>
                  <a:lnTo>
                    <a:pt x="1259967" y="184419"/>
                  </a:lnTo>
                  <a:lnTo>
                    <a:pt x="1274341" y="170293"/>
                  </a:lnTo>
                  <a:lnTo>
                    <a:pt x="1277157" y="161290"/>
                  </a:lnTo>
                  <a:lnTo>
                    <a:pt x="1202817" y="161290"/>
                  </a:lnTo>
                  <a:lnTo>
                    <a:pt x="1198752" y="153035"/>
                  </a:lnTo>
                  <a:lnTo>
                    <a:pt x="1197609" y="147700"/>
                  </a:lnTo>
                  <a:lnTo>
                    <a:pt x="1197609" y="145923"/>
                  </a:lnTo>
                  <a:lnTo>
                    <a:pt x="1196975" y="143002"/>
                  </a:lnTo>
                  <a:lnTo>
                    <a:pt x="1197085" y="52832"/>
                  </a:lnTo>
                  <a:lnTo>
                    <a:pt x="1197609" y="50419"/>
                  </a:lnTo>
                  <a:lnTo>
                    <a:pt x="1198214" y="46862"/>
                  </a:lnTo>
                  <a:lnTo>
                    <a:pt x="1198752" y="43307"/>
                  </a:lnTo>
                  <a:lnTo>
                    <a:pt x="1202817" y="34417"/>
                  </a:lnTo>
                  <a:lnTo>
                    <a:pt x="1277121" y="34417"/>
                  </a:lnTo>
                  <a:lnTo>
                    <a:pt x="1274127" y="24931"/>
                  </a:lnTo>
                  <a:lnTo>
                    <a:pt x="1259776" y="10858"/>
                  </a:lnTo>
                  <a:lnTo>
                    <a:pt x="1239901" y="3357"/>
                  </a:lnTo>
                  <a:lnTo>
                    <a:pt x="1216406" y="1143"/>
                  </a:lnTo>
                  <a:close/>
                </a:path>
                <a:path w="1282064" h="198120">
                  <a:moveTo>
                    <a:pt x="1281683" y="87249"/>
                  </a:moveTo>
                  <a:lnTo>
                    <a:pt x="1217040" y="87249"/>
                  </a:lnTo>
                  <a:lnTo>
                    <a:pt x="1217040" y="113919"/>
                  </a:lnTo>
                  <a:lnTo>
                    <a:pt x="1235837" y="113919"/>
                  </a:lnTo>
                  <a:lnTo>
                    <a:pt x="1235837" y="145923"/>
                  </a:lnTo>
                  <a:lnTo>
                    <a:pt x="1235202" y="147700"/>
                  </a:lnTo>
                  <a:lnTo>
                    <a:pt x="1234567" y="153035"/>
                  </a:lnTo>
                  <a:lnTo>
                    <a:pt x="1229868" y="161290"/>
                  </a:lnTo>
                  <a:lnTo>
                    <a:pt x="1277157" y="161290"/>
                  </a:lnTo>
                  <a:lnTo>
                    <a:pt x="1281049" y="148844"/>
                  </a:lnTo>
                  <a:lnTo>
                    <a:pt x="1281683" y="143002"/>
                  </a:lnTo>
                  <a:lnTo>
                    <a:pt x="1281683" y="87249"/>
                  </a:lnTo>
                  <a:close/>
                </a:path>
                <a:path w="1282064" h="198120">
                  <a:moveTo>
                    <a:pt x="1277121" y="34417"/>
                  </a:moveTo>
                  <a:lnTo>
                    <a:pt x="1230502" y="34417"/>
                  </a:lnTo>
                  <a:lnTo>
                    <a:pt x="1234058" y="43942"/>
                  </a:lnTo>
                  <a:lnTo>
                    <a:pt x="1234567" y="47498"/>
                  </a:lnTo>
                  <a:lnTo>
                    <a:pt x="1235202" y="50419"/>
                  </a:lnTo>
                  <a:lnTo>
                    <a:pt x="1235202" y="65278"/>
                  </a:lnTo>
                  <a:lnTo>
                    <a:pt x="1281049" y="65278"/>
                  </a:lnTo>
                  <a:lnTo>
                    <a:pt x="1281049" y="58674"/>
                  </a:lnTo>
                  <a:lnTo>
                    <a:pt x="1281683" y="52832"/>
                  </a:lnTo>
                  <a:lnTo>
                    <a:pt x="1281049" y="46862"/>
                  </a:lnTo>
                  <a:lnTo>
                    <a:pt x="1277121" y="34417"/>
                  </a:lnTo>
                  <a:close/>
                </a:path>
              </a:pathLst>
            </a:custGeom>
            <a:solidFill>
              <a:srgbClr val="0923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5676" y="6141720"/>
              <a:ext cx="1371600" cy="44958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9995" y="1865376"/>
              <a:ext cx="2815590" cy="20429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9075" y="4386046"/>
              <a:ext cx="3729990" cy="30558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23900" y="4319015"/>
              <a:ext cx="55244" cy="361315"/>
            </a:xfrm>
            <a:custGeom>
              <a:avLst/>
              <a:gdLst/>
              <a:ahLst/>
              <a:cxnLst/>
              <a:rect l="l" t="t" r="r" b="b"/>
              <a:pathLst>
                <a:path w="55245" h="361314">
                  <a:moveTo>
                    <a:pt x="54864" y="0"/>
                  </a:moveTo>
                  <a:lnTo>
                    <a:pt x="0" y="0"/>
                  </a:lnTo>
                  <a:lnTo>
                    <a:pt x="0" y="361187"/>
                  </a:lnTo>
                  <a:lnTo>
                    <a:pt x="54864" y="361187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13289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5172" y="2670035"/>
            <a:ext cx="6432041" cy="4076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8219" y="2125967"/>
            <a:ext cx="1128521" cy="252234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719327" y="2095500"/>
            <a:ext cx="60960" cy="1577340"/>
          </a:xfrm>
          <a:custGeom>
            <a:avLst/>
            <a:gdLst/>
            <a:ahLst/>
            <a:cxnLst/>
            <a:rect l="l" t="t" r="r" b="b"/>
            <a:pathLst>
              <a:path w="60959" h="1577339">
                <a:moveTo>
                  <a:pt x="60959" y="0"/>
                </a:moveTo>
                <a:lnTo>
                  <a:pt x="0" y="0"/>
                </a:lnTo>
                <a:lnTo>
                  <a:pt x="0" y="1577339"/>
                </a:lnTo>
                <a:lnTo>
                  <a:pt x="60959" y="1577339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89075" y="4213834"/>
            <a:ext cx="3271266" cy="26901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719327" y="4157471"/>
            <a:ext cx="60960" cy="323215"/>
          </a:xfrm>
          <a:custGeom>
            <a:avLst/>
            <a:gdLst/>
            <a:ahLst/>
            <a:cxnLst/>
            <a:rect l="l" t="t" r="r" b="b"/>
            <a:pathLst>
              <a:path w="60959" h="323214">
                <a:moveTo>
                  <a:pt x="60959" y="0"/>
                </a:moveTo>
                <a:lnTo>
                  <a:pt x="0" y="0"/>
                </a:lnTo>
                <a:lnTo>
                  <a:pt x="0" y="323088"/>
                </a:lnTo>
                <a:lnTo>
                  <a:pt x="60959" y="323088"/>
                </a:lnTo>
                <a:lnTo>
                  <a:pt x="60959" y="0"/>
                </a:lnTo>
                <a:close/>
              </a:path>
            </a:pathLst>
          </a:custGeom>
          <a:solidFill>
            <a:srgbClr val="13289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02563" y="1609344"/>
            <a:ext cx="8648700" cy="2019300"/>
            <a:chOff x="702563" y="1609344"/>
            <a:chExt cx="8648700" cy="2019300"/>
          </a:xfrm>
        </p:grpSpPr>
        <p:sp>
          <p:nvSpPr>
            <p:cNvPr id="7" name="object 7"/>
            <p:cNvSpPr/>
            <p:nvPr/>
          </p:nvSpPr>
          <p:spPr>
            <a:xfrm>
              <a:off x="712469" y="1619250"/>
              <a:ext cx="8629015" cy="1999614"/>
            </a:xfrm>
            <a:custGeom>
              <a:avLst/>
              <a:gdLst/>
              <a:ahLst/>
              <a:cxnLst/>
              <a:rect l="l" t="t" r="r" b="b"/>
              <a:pathLst>
                <a:path w="8629015" h="1999614">
                  <a:moveTo>
                    <a:pt x="0" y="1999488"/>
                  </a:moveTo>
                  <a:lnTo>
                    <a:pt x="8628888" y="1999488"/>
                  </a:lnTo>
                  <a:lnTo>
                    <a:pt x="8628888" y="0"/>
                  </a:lnTo>
                  <a:lnTo>
                    <a:pt x="0" y="0"/>
                  </a:lnTo>
                  <a:lnTo>
                    <a:pt x="0" y="1999488"/>
                  </a:lnTo>
                  <a:close/>
                </a:path>
              </a:pathLst>
            </a:custGeom>
            <a:ln w="1981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151" y="1796796"/>
              <a:ext cx="8202934" cy="1456181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4755" y="1335024"/>
            <a:ext cx="1448562" cy="18059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03859" y="1249680"/>
            <a:ext cx="291465" cy="311150"/>
            <a:chOff x="403859" y="1249680"/>
            <a:chExt cx="291465" cy="31115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959" y="1287780"/>
              <a:ext cx="214884" cy="23466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41959" y="1287780"/>
              <a:ext cx="215265" cy="234950"/>
            </a:xfrm>
            <a:custGeom>
              <a:avLst/>
              <a:gdLst/>
              <a:ahLst/>
              <a:cxnLst/>
              <a:rect l="l" t="t" r="r" b="b"/>
              <a:pathLst>
                <a:path w="215265" h="234950">
                  <a:moveTo>
                    <a:pt x="0" y="82550"/>
                  </a:moveTo>
                  <a:lnTo>
                    <a:pt x="23990" y="40512"/>
                  </a:lnTo>
                  <a:lnTo>
                    <a:pt x="83451" y="5715"/>
                  </a:lnTo>
                  <a:lnTo>
                    <a:pt x="107442" y="0"/>
                  </a:lnTo>
                  <a:lnTo>
                    <a:pt x="120224" y="1428"/>
                  </a:lnTo>
                  <a:lnTo>
                    <a:pt x="190893" y="40512"/>
                  </a:lnTo>
                  <a:lnTo>
                    <a:pt x="214884" y="82550"/>
                  </a:lnTo>
                  <a:lnTo>
                    <a:pt x="214884" y="152146"/>
                  </a:lnTo>
                  <a:lnTo>
                    <a:pt x="190893" y="194183"/>
                  </a:lnTo>
                  <a:lnTo>
                    <a:pt x="131432" y="228854"/>
                  </a:lnTo>
                  <a:lnTo>
                    <a:pt x="107442" y="234664"/>
                  </a:lnTo>
                  <a:lnTo>
                    <a:pt x="94659" y="233211"/>
                  </a:lnTo>
                  <a:lnTo>
                    <a:pt x="23990" y="194183"/>
                  </a:lnTo>
                  <a:lnTo>
                    <a:pt x="0" y="152146"/>
                  </a:lnTo>
                  <a:lnTo>
                    <a:pt x="0" y="8255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23900" y="3907535"/>
            <a:ext cx="1340358" cy="180594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11480" y="3822191"/>
            <a:ext cx="8940165" cy="2056130"/>
            <a:chOff x="411480" y="3822191"/>
            <a:chExt cx="8940165" cy="2056130"/>
          </a:xfrm>
        </p:grpSpPr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9580" y="3860291"/>
              <a:ext cx="216408" cy="23466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49580" y="3860291"/>
              <a:ext cx="216535" cy="234950"/>
            </a:xfrm>
            <a:custGeom>
              <a:avLst/>
              <a:gdLst/>
              <a:ahLst/>
              <a:cxnLst/>
              <a:rect l="l" t="t" r="r" b="b"/>
              <a:pathLst>
                <a:path w="216534" h="234950">
                  <a:moveTo>
                    <a:pt x="0" y="82550"/>
                  </a:moveTo>
                  <a:lnTo>
                    <a:pt x="24168" y="40513"/>
                  </a:lnTo>
                  <a:lnTo>
                    <a:pt x="84048" y="5715"/>
                  </a:lnTo>
                  <a:lnTo>
                    <a:pt x="108204" y="0"/>
                  </a:lnTo>
                  <a:lnTo>
                    <a:pt x="121074" y="1428"/>
                  </a:lnTo>
                  <a:lnTo>
                    <a:pt x="192239" y="40513"/>
                  </a:lnTo>
                  <a:lnTo>
                    <a:pt x="216408" y="82550"/>
                  </a:lnTo>
                  <a:lnTo>
                    <a:pt x="216408" y="152146"/>
                  </a:lnTo>
                  <a:lnTo>
                    <a:pt x="192239" y="194183"/>
                  </a:lnTo>
                  <a:lnTo>
                    <a:pt x="132359" y="228854"/>
                  </a:lnTo>
                  <a:lnTo>
                    <a:pt x="108204" y="234664"/>
                  </a:lnTo>
                  <a:lnTo>
                    <a:pt x="95333" y="233211"/>
                  </a:lnTo>
                  <a:lnTo>
                    <a:pt x="24168" y="194183"/>
                  </a:lnTo>
                  <a:lnTo>
                    <a:pt x="0" y="152146"/>
                  </a:lnTo>
                  <a:lnTo>
                    <a:pt x="0" y="82550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12470" y="4165853"/>
              <a:ext cx="8629015" cy="1702435"/>
            </a:xfrm>
            <a:custGeom>
              <a:avLst/>
              <a:gdLst/>
              <a:ahLst/>
              <a:cxnLst/>
              <a:rect l="l" t="t" r="r" b="b"/>
              <a:pathLst>
                <a:path w="8629015" h="1702435">
                  <a:moveTo>
                    <a:pt x="0" y="1702308"/>
                  </a:moveTo>
                  <a:lnTo>
                    <a:pt x="8628888" y="1702308"/>
                  </a:lnTo>
                  <a:lnTo>
                    <a:pt x="8628888" y="0"/>
                  </a:lnTo>
                  <a:lnTo>
                    <a:pt x="0" y="0"/>
                  </a:lnTo>
                  <a:lnTo>
                    <a:pt x="0" y="1702308"/>
                  </a:lnTo>
                  <a:close/>
                </a:path>
              </a:pathLst>
            </a:custGeom>
            <a:ln w="19812">
              <a:solidFill>
                <a:srgbClr val="F1F1F1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62584" y="4343399"/>
              <a:ext cx="2788157" cy="1358646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37184" y="430784"/>
            <a:ext cx="27038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002E8E"/>
                </a:solidFill>
              </a:rPr>
              <a:t>Chapter</a:t>
            </a:r>
            <a:r>
              <a:rPr dirty="0" sz="2400" spc="-70">
                <a:solidFill>
                  <a:srgbClr val="002E8E"/>
                </a:solidFill>
              </a:rPr>
              <a:t> </a:t>
            </a:r>
            <a:r>
              <a:rPr dirty="0" sz="2400" spc="-5">
                <a:solidFill>
                  <a:srgbClr val="002E8E"/>
                </a:solidFill>
              </a:rPr>
              <a:t>Description</a:t>
            </a:r>
            <a:endParaRPr sz="2400"/>
          </a:p>
        </p:txBody>
      </p:sp>
      <p:sp>
        <p:nvSpPr>
          <p:cNvPr id="20" name="object 20"/>
          <p:cNvSpPr/>
          <p:nvPr/>
        </p:nvSpPr>
        <p:spPr>
          <a:xfrm>
            <a:off x="3616452" y="630936"/>
            <a:ext cx="5833110" cy="0"/>
          </a:xfrm>
          <a:custGeom>
            <a:avLst/>
            <a:gdLst/>
            <a:ahLst/>
            <a:cxnLst/>
            <a:rect l="l" t="t" r="r" b="b"/>
            <a:pathLst>
              <a:path w="5833109" h="0">
                <a:moveTo>
                  <a:pt x="0" y="0"/>
                </a:moveTo>
                <a:lnTo>
                  <a:pt x="5832602" y="0"/>
                </a:lnTo>
              </a:path>
            </a:pathLst>
          </a:custGeom>
          <a:ln w="12192">
            <a:solidFill>
              <a:srgbClr val="13289F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07728" y="6524434"/>
            <a:ext cx="4183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470141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933181" cy="21206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604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0154"/>
            <a:ext cx="3806190" cy="305587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59308" y="1914144"/>
            <a:ext cx="36830" cy="180340"/>
          </a:xfrm>
          <a:custGeom>
            <a:avLst/>
            <a:gdLst/>
            <a:ahLst/>
            <a:cxnLst/>
            <a:rect l="l" t="t" r="r" b="b"/>
            <a:pathLst>
              <a:path w="36829" h="180339">
                <a:moveTo>
                  <a:pt x="36576" y="0"/>
                </a:moveTo>
                <a:lnTo>
                  <a:pt x="0" y="0"/>
                </a:lnTo>
                <a:lnTo>
                  <a:pt x="0" y="179832"/>
                </a:lnTo>
                <a:lnTo>
                  <a:pt x="36576" y="179832"/>
                </a:lnTo>
                <a:lnTo>
                  <a:pt x="36576" y="0"/>
                </a:lnTo>
                <a:close/>
              </a:path>
            </a:pathLst>
          </a:custGeom>
          <a:solidFill>
            <a:srgbClr val="183DA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23934" y="1941649"/>
            <a:ext cx="511267" cy="13937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38400" y="2310371"/>
            <a:ext cx="6733794" cy="1053858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73608" y="2266188"/>
            <a:ext cx="1576070" cy="1830705"/>
            <a:chOff x="673608" y="2266188"/>
            <a:chExt cx="1576070" cy="1830705"/>
          </a:xfrm>
        </p:grpSpPr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82752" y="2275332"/>
              <a:ext cx="1557528" cy="181203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78180" y="2270760"/>
              <a:ext cx="1567180" cy="1821180"/>
            </a:xfrm>
            <a:custGeom>
              <a:avLst/>
              <a:gdLst/>
              <a:ahLst/>
              <a:cxnLst/>
              <a:rect l="l" t="t" r="r" b="b"/>
              <a:pathLst>
                <a:path w="1567180" h="1821179">
                  <a:moveTo>
                    <a:pt x="0" y="1821180"/>
                  </a:moveTo>
                  <a:lnTo>
                    <a:pt x="1566671" y="1821180"/>
                  </a:lnTo>
                  <a:lnTo>
                    <a:pt x="1566671" y="0"/>
                  </a:lnTo>
                  <a:lnTo>
                    <a:pt x="0" y="0"/>
                  </a:lnTo>
                  <a:lnTo>
                    <a:pt x="0" y="1821180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8076" y="4259579"/>
            <a:ext cx="1383030" cy="151637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589276" y="3901440"/>
            <a:ext cx="4875530" cy="212090"/>
            <a:chOff x="2589276" y="3901440"/>
            <a:chExt cx="4875530" cy="212090"/>
          </a:xfrm>
        </p:grpSpPr>
        <p:sp>
          <p:nvSpPr>
            <p:cNvPr id="14" name="object 14"/>
            <p:cNvSpPr/>
            <p:nvPr/>
          </p:nvSpPr>
          <p:spPr>
            <a:xfrm>
              <a:off x="2589276" y="3901440"/>
              <a:ext cx="4875530" cy="212090"/>
            </a:xfrm>
            <a:custGeom>
              <a:avLst/>
              <a:gdLst/>
              <a:ahLst/>
              <a:cxnLst/>
              <a:rect l="l" t="t" r="r" b="b"/>
              <a:pathLst>
                <a:path w="4875530" h="212089">
                  <a:moveTo>
                    <a:pt x="4769358" y="0"/>
                  </a:moveTo>
                  <a:lnTo>
                    <a:pt x="105918" y="0"/>
                  </a:lnTo>
                  <a:lnTo>
                    <a:pt x="64668" y="8316"/>
                  </a:lnTo>
                  <a:lnTo>
                    <a:pt x="31003" y="31003"/>
                  </a:lnTo>
                  <a:lnTo>
                    <a:pt x="8316" y="64668"/>
                  </a:lnTo>
                  <a:lnTo>
                    <a:pt x="0" y="105918"/>
                  </a:lnTo>
                  <a:lnTo>
                    <a:pt x="8316" y="147167"/>
                  </a:lnTo>
                  <a:lnTo>
                    <a:pt x="31003" y="180832"/>
                  </a:lnTo>
                  <a:lnTo>
                    <a:pt x="64668" y="203519"/>
                  </a:lnTo>
                  <a:lnTo>
                    <a:pt x="105918" y="211836"/>
                  </a:lnTo>
                  <a:lnTo>
                    <a:pt x="4769358" y="211836"/>
                  </a:lnTo>
                  <a:lnTo>
                    <a:pt x="4810607" y="203519"/>
                  </a:lnTo>
                  <a:lnTo>
                    <a:pt x="4844272" y="180832"/>
                  </a:lnTo>
                  <a:lnTo>
                    <a:pt x="4866959" y="147167"/>
                  </a:lnTo>
                  <a:lnTo>
                    <a:pt x="4875276" y="105918"/>
                  </a:lnTo>
                  <a:lnTo>
                    <a:pt x="4866959" y="64668"/>
                  </a:lnTo>
                  <a:lnTo>
                    <a:pt x="4844272" y="31003"/>
                  </a:lnTo>
                  <a:lnTo>
                    <a:pt x="4810607" y="8316"/>
                  </a:lnTo>
                  <a:lnTo>
                    <a:pt x="476935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29356" y="3957828"/>
              <a:ext cx="3597402" cy="12573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37489" y="431419"/>
            <a:ext cx="3789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Definition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Artificial</a:t>
            </a:r>
            <a:r>
              <a:rPr dirty="0" sz="1800" spc="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Intelligence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311133" cy="125806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37890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1.1.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Definition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Artificial</a:t>
            </a:r>
            <a:r>
              <a:rPr dirty="0" sz="1800" spc="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Intelligence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3865626" cy="18973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176272" y="3422903"/>
            <a:ext cx="5550535" cy="2807335"/>
            <a:chOff x="2176272" y="3422903"/>
            <a:chExt cx="5550535" cy="280733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76272" y="3422903"/>
              <a:ext cx="5550408" cy="280720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244852" y="3441191"/>
              <a:ext cx="3011805" cy="299085"/>
            </a:xfrm>
            <a:custGeom>
              <a:avLst/>
              <a:gdLst/>
              <a:ahLst/>
              <a:cxnLst/>
              <a:rect l="l" t="t" r="r" b="b"/>
              <a:pathLst>
                <a:path w="3011804" h="299085">
                  <a:moveTo>
                    <a:pt x="3011424" y="0"/>
                  </a:moveTo>
                  <a:lnTo>
                    <a:pt x="0" y="0"/>
                  </a:lnTo>
                  <a:lnTo>
                    <a:pt x="0" y="298704"/>
                  </a:lnTo>
                  <a:lnTo>
                    <a:pt x="3011424" y="298704"/>
                  </a:lnTo>
                  <a:lnTo>
                    <a:pt x="3011424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44852" y="3505199"/>
              <a:ext cx="2169414" cy="16383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273808" y="3701795"/>
              <a:ext cx="779145" cy="161925"/>
            </a:xfrm>
            <a:custGeom>
              <a:avLst/>
              <a:gdLst/>
              <a:ahLst/>
              <a:cxnLst/>
              <a:rect l="l" t="t" r="r" b="b"/>
              <a:pathLst>
                <a:path w="779144" h="161925">
                  <a:moveTo>
                    <a:pt x="778763" y="0"/>
                  </a:moveTo>
                  <a:lnTo>
                    <a:pt x="0" y="0"/>
                  </a:lnTo>
                  <a:lnTo>
                    <a:pt x="0" y="161543"/>
                  </a:lnTo>
                  <a:lnTo>
                    <a:pt x="778763" y="161543"/>
                  </a:lnTo>
                  <a:lnTo>
                    <a:pt x="778763" y="0"/>
                  </a:lnTo>
                  <a:close/>
                </a:path>
              </a:pathLst>
            </a:custGeom>
            <a:solidFill>
              <a:srgbClr val="AAAAA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79904" y="3736847"/>
              <a:ext cx="611886" cy="9982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71928" y="3983735"/>
              <a:ext cx="2170430" cy="216535"/>
            </a:xfrm>
            <a:custGeom>
              <a:avLst/>
              <a:gdLst/>
              <a:ahLst/>
              <a:cxnLst/>
              <a:rect l="l" t="t" r="r" b="b"/>
              <a:pathLst>
                <a:path w="2170429" h="216535">
                  <a:moveTo>
                    <a:pt x="2170176" y="0"/>
                  </a:moveTo>
                  <a:lnTo>
                    <a:pt x="0" y="0"/>
                  </a:lnTo>
                  <a:lnTo>
                    <a:pt x="0" y="216407"/>
                  </a:lnTo>
                  <a:lnTo>
                    <a:pt x="2170176" y="216407"/>
                  </a:lnTo>
                  <a:lnTo>
                    <a:pt x="2170176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70404" y="4030979"/>
              <a:ext cx="1562862" cy="11963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513076" y="4259579"/>
              <a:ext cx="1542415" cy="737870"/>
            </a:xfrm>
            <a:custGeom>
              <a:avLst/>
              <a:gdLst/>
              <a:ahLst/>
              <a:cxnLst/>
              <a:rect l="l" t="t" r="r" b="b"/>
              <a:pathLst>
                <a:path w="1542414" h="737870">
                  <a:moveTo>
                    <a:pt x="1542288" y="0"/>
                  </a:moveTo>
                  <a:lnTo>
                    <a:pt x="0" y="0"/>
                  </a:lnTo>
                  <a:lnTo>
                    <a:pt x="0" y="737616"/>
                  </a:lnTo>
                  <a:lnTo>
                    <a:pt x="1542288" y="737616"/>
                  </a:lnTo>
                  <a:lnTo>
                    <a:pt x="1542288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511552" y="4297667"/>
              <a:ext cx="1314450" cy="47931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37660" y="4317491"/>
              <a:ext cx="2171700" cy="216535"/>
            </a:xfrm>
            <a:custGeom>
              <a:avLst/>
              <a:gdLst/>
              <a:ahLst/>
              <a:cxnLst/>
              <a:rect l="l" t="t" r="r" b="b"/>
              <a:pathLst>
                <a:path w="2171700" h="216535">
                  <a:moveTo>
                    <a:pt x="2171700" y="0"/>
                  </a:moveTo>
                  <a:lnTo>
                    <a:pt x="0" y="0"/>
                  </a:lnTo>
                  <a:lnTo>
                    <a:pt x="0" y="216407"/>
                  </a:lnTo>
                  <a:lnTo>
                    <a:pt x="2171700" y="216407"/>
                  </a:lnTo>
                  <a:lnTo>
                    <a:pt x="2171700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142232" y="4364735"/>
              <a:ext cx="1268730" cy="11963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157472" y="4532375"/>
              <a:ext cx="1651000" cy="1249680"/>
            </a:xfrm>
            <a:custGeom>
              <a:avLst/>
              <a:gdLst/>
              <a:ahLst/>
              <a:cxnLst/>
              <a:rect l="l" t="t" r="r" b="b"/>
              <a:pathLst>
                <a:path w="1651000" h="1249679">
                  <a:moveTo>
                    <a:pt x="1650492" y="0"/>
                  </a:moveTo>
                  <a:lnTo>
                    <a:pt x="0" y="0"/>
                  </a:lnTo>
                  <a:lnTo>
                    <a:pt x="0" y="1249680"/>
                  </a:lnTo>
                  <a:lnTo>
                    <a:pt x="1650492" y="1249680"/>
                  </a:lnTo>
                  <a:lnTo>
                    <a:pt x="1650492" y="0"/>
                  </a:lnTo>
                  <a:close/>
                </a:path>
              </a:pathLst>
            </a:custGeom>
            <a:solidFill>
              <a:srgbClr val="A2A2A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55948" y="4570463"/>
              <a:ext cx="1636014" cy="84507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858256" y="4678679"/>
              <a:ext cx="1381125" cy="215265"/>
            </a:xfrm>
            <a:custGeom>
              <a:avLst/>
              <a:gdLst/>
              <a:ahLst/>
              <a:cxnLst/>
              <a:rect l="l" t="t" r="r" b="b"/>
              <a:pathLst>
                <a:path w="1381125" h="215264">
                  <a:moveTo>
                    <a:pt x="1380744" y="0"/>
                  </a:moveTo>
                  <a:lnTo>
                    <a:pt x="0" y="0"/>
                  </a:lnTo>
                  <a:lnTo>
                    <a:pt x="0" y="214884"/>
                  </a:lnTo>
                  <a:lnTo>
                    <a:pt x="1380744" y="214884"/>
                  </a:lnTo>
                  <a:lnTo>
                    <a:pt x="1380744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65875" y="4724399"/>
              <a:ext cx="979170" cy="11963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878068" y="4895087"/>
              <a:ext cx="1607820" cy="990600"/>
            </a:xfrm>
            <a:custGeom>
              <a:avLst/>
              <a:gdLst/>
              <a:ahLst/>
              <a:cxnLst/>
              <a:rect l="l" t="t" r="r" b="b"/>
              <a:pathLst>
                <a:path w="1607820" h="990600">
                  <a:moveTo>
                    <a:pt x="1607819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607819" y="990600"/>
                  </a:lnTo>
                  <a:lnTo>
                    <a:pt x="1607819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75019" y="4934711"/>
              <a:ext cx="1573529" cy="66066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372868" y="6074663"/>
              <a:ext cx="387350" cy="132715"/>
            </a:xfrm>
            <a:custGeom>
              <a:avLst/>
              <a:gdLst/>
              <a:ahLst/>
              <a:cxnLst/>
              <a:rect l="l" t="t" r="r" b="b"/>
              <a:pathLst>
                <a:path w="387350" h="132714">
                  <a:moveTo>
                    <a:pt x="387095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387095" y="132588"/>
                  </a:lnTo>
                  <a:lnTo>
                    <a:pt x="387095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39924" y="6100571"/>
              <a:ext cx="261365" cy="7696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884931" y="6074663"/>
              <a:ext cx="387350" cy="132715"/>
            </a:xfrm>
            <a:custGeom>
              <a:avLst/>
              <a:gdLst/>
              <a:ahLst/>
              <a:cxnLst/>
              <a:rect l="l" t="t" r="r" b="b"/>
              <a:pathLst>
                <a:path w="387350" h="132714">
                  <a:moveTo>
                    <a:pt x="387095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387095" y="132588"/>
                  </a:lnTo>
                  <a:lnTo>
                    <a:pt x="387095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950463" y="6100571"/>
              <a:ext cx="261365" cy="7696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400044" y="6074663"/>
              <a:ext cx="388620" cy="132715"/>
            </a:xfrm>
            <a:custGeom>
              <a:avLst/>
              <a:gdLst/>
              <a:ahLst/>
              <a:cxnLst/>
              <a:rect l="l" t="t" r="r" b="b"/>
              <a:pathLst>
                <a:path w="388620" h="132714">
                  <a:moveTo>
                    <a:pt x="388620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388620" y="132588"/>
                  </a:lnTo>
                  <a:lnTo>
                    <a:pt x="388620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67100" y="6100571"/>
              <a:ext cx="261365" cy="7696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3933444" y="6074663"/>
              <a:ext cx="387350" cy="132715"/>
            </a:xfrm>
            <a:custGeom>
              <a:avLst/>
              <a:gdLst/>
              <a:ahLst/>
              <a:cxnLst/>
              <a:rect l="l" t="t" r="r" b="b"/>
              <a:pathLst>
                <a:path w="387350" h="132714">
                  <a:moveTo>
                    <a:pt x="387096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387096" y="132588"/>
                  </a:lnTo>
                  <a:lnTo>
                    <a:pt x="387096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00500" y="6100571"/>
              <a:ext cx="261365" cy="7696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504944" y="6074663"/>
              <a:ext cx="387350" cy="132715"/>
            </a:xfrm>
            <a:custGeom>
              <a:avLst/>
              <a:gdLst/>
              <a:ahLst/>
              <a:cxnLst/>
              <a:rect l="l" t="t" r="r" b="b"/>
              <a:pathLst>
                <a:path w="387350" h="132714">
                  <a:moveTo>
                    <a:pt x="387096" y="0"/>
                  </a:moveTo>
                  <a:lnTo>
                    <a:pt x="0" y="0"/>
                  </a:lnTo>
                  <a:lnTo>
                    <a:pt x="0" y="132588"/>
                  </a:lnTo>
                  <a:lnTo>
                    <a:pt x="387096" y="132588"/>
                  </a:lnTo>
                  <a:lnTo>
                    <a:pt x="387096" y="0"/>
                  </a:lnTo>
                  <a:close/>
                </a:path>
              </a:pathLst>
            </a:custGeom>
            <a:solidFill>
              <a:srgbClr val="90909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70476" y="6100571"/>
              <a:ext cx="262889" cy="7696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074920" y="6074663"/>
              <a:ext cx="387096" cy="13258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622036" y="6074663"/>
              <a:ext cx="387096" cy="132587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538984" y="4994147"/>
              <a:ext cx="1249680" cy="739140"/>
            </a:xfrm>
            <a:custGeom>
              <a:avLst/>
              <a:gdLst/>
              <a:ahLst/>
              <a:cxnLst/>
              <a:rect l="l" t="t" r="r" b="b"/>
              <a:pathLst>
                <a:path w="1249679" h="739139">
                  <a:moveTo>
                    <a:pt x="1249680" y="0"/>
                  </a:moveTo>
                  <a:lnTo>
                    <a:pt x="0" y="0"/>
                  </a:lnTo>
                  <a:lnTo>
                    <a:pt x="0" y="739139"/>
                  </a:lnTo>
                  <a:lnTo>
                    <a:pt x="1249680" y="739139"/>
                  </a:lnTo>
                  <a:lnTo>
                    <a:pt x="1249680" y="0"/>
                  </a:lnTo>
                  <a:close/>
                </a:path>
              </a:pathLst>
            </a:custGeom>
            <a:solidFill>
              <a:srgbClr val="6F6F6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77312" y="5027675"/>
              <a:ext cx="688848" cy="75438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826507" y="5309615"/>
              <a:ext cx="565403" cy="467868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603492" y="5751575"/>
              <a:ext cx="215265" cy="190500"/>
            </a:xfrm>
            <a:custGeom>
              <a:avLst/>
              <a:gdLst/>
              <a:ahLst/>
              <a:cxnLst/>
              <a:rect l="l" t="t" r="r" b="b"/>
              <a:pathLst>
                <a:path w="215265" h="190500">
                  <a:moveTo>
                    <a:pt x="214883" y="0"/>
                  </a:moveTo>
                  <a:lnTo>
                    <a:pt x="0" y="0"/>
                  </a:lnTo>
                  <a:lnTo>
                    <a:pt x="0" y="190500"/>
                  </a:lnTo>
                  <a:lnTo>
                    <a:pt x="214883" y="190500"/>
                  </a:lnTo>
                  <a:lnTo>
                    <a:pt x="214883" y="0"/>
                  </a:lnTo>
                  <a:close/>
                </a:path>
              </a:pathLst>
            </a:custGeom>
            <a:solidFill>
              <a:srgbClr val="C1C1C1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13832" y="6524434"/>
            <a:ext cx="3725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470141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933181" cy="21206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66344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1.2.</a:t>
            </a:r>
            <a:r>
              <a:rPr dirty="0" spc="-15"/>
              <a:t> </a:t>
            </a:r>
            <a:r>
              <a:rPr dirty="0" spc="-5"/>
              <a:t>Types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 spc="-5"/>
              <a:t>Subsets</a:t>
            </a:r>
            <a:r>
              <a:rPr dirty="0" spc="-15"/>
              <a:t> </a:t>
            </a:r>
            <a:r>
              <a:rPr dirty="0"/>
              <a:t>of</a:t>
            </a:r>
            <a:r>
              <a:rPr dirty="0" spc="-15"/>
              <a:t> </a:t>
            </a:r>
            <a:r>
              <a:rPr dirty="0" spc="-5"/>
              <a:t>Artificial</a:t>
            </a:r>
            <a:r>
              <a:rPr dirty="0" spc="15"/>
              <a:t> </a:t>
            </a:r>
            <a:r>
              <a:rPr dirty="0" spc="-5"/>
              <a:t>Intelligence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43330" y="2638044"/>
            <a:ext cx="5624195" cy="2854960"/>
            <a:chOff x="1243330" y="2638044"/>
            <a:chExt cx="5624195" cy="2854960"/>
          </a:xfrm>
        </p:grpSpPr>
        <p:sp>
          <p:nvSpPr>
            <p:cNvPr id="8" name="object 8"/>
            <p:cNvSpPr/>
            <p:nvPr/>
          </p:nvSpPr>
          <p:spPr>
            <a:xfrm>
              <a:off x="1253490" y="3220974"/>
              <a:ext cx="3716020" cy="2261870"/>
            </a:xfrm>
            <a:custGeom>
              <a:avLst/>
              <a:gdLst/>
              <a:ahLst/>
              <a:cxnLst/>
              <a:rect l="l" t="t" r="r" b="b"/>
              <a:pathLst>
                <a:path w="3716020" h="2261870">
                  <a:moveTo>
                    <a:pt x="0" y="2261616"/>
                  </a:moveTo>
                  <a:lnTo>
                    <a:pt x="3715512" y="2261616"/>
                  </a:lnTo>
                  <a:lnTo>
                    <a:pt x="3715512" y="0"/>
                  </a:lnTo>
                  <a:lnTo>
                    <a:pt x="0" y="0"/>
                  </a:lnTo>
                  <a:lnTo>
                    <a:pt x="0" y="2261616"/>
                  </a:lnTo>
                  <a:close/>
                </a:path>
              </a:pathLst>
            </a:custGeom>
            <a:ln w="19812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116580" y="2869692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20">
                  <a:moveTo>
                    <a:pt x="0" y="0"/>
                  </a:moveTo>
                  <a:lnTo>
                    <a:pt x="0" y="515112"/>
                  </a:lnTo>
                </a:path>
              </a:pathLst>
            </a:custGeom>
            <a:ln w="15239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116580" y="2869692"/>
              <a:ext cx="3743325" cy="0"/>
            </a:xfrm>
            <a:custGeom>
              <a:avLst/>
              <a:gdLst/>
              <a:ahLst/>
              <a:cxnLst/>
              <a:rect l="l" t="t" r="r" b="b"/>
              <a:pathLst>
                <a:path w="3743325" h="0">
                  <a:moveTo>
                    <a:pt x="0" y="0"/>
                  </a:moveTo>
                  <a:lnTo>
                    <a:pt x="3743325" y="0"/>
                  </a:lnTo>
                </a:path>
              </a:pathLst>
            </a:custGeom>
            <a:ln w="15240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859524" y="2869692"/>
              <a:ext cx="0" cy="515620"/>
            </a:xfrm>
            <a:custGeom>
              <a:avLst/>
              <a:gdLst/>
              <a:ahLst/>
              <a:cxnLst/>
              <a:rect l="l" t="t" r="r" b="b"/>
              <a:pathLst>
                <a:path w="0" h="515620">
                  <a:moveTo>
                    <a:pt x="0" y="0"/>
                  </a:moveTo>
                  <a:lnTo>
                    <a:pt x="0" y="515112"/>
                  </a:lnTo>
                </a:path>
              </a:pathLst>
            </a:custGeom>
            <a:ln w="15240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988051" y="2645664"/>
              <a:ext cx="0" cy="224154"/>
            </a:xfrm>
            <a:custGeom>
              <a:avLst/>
              <a:gdLst/>
              <a:ahLst/>
              <a:cxnLst/>
              <a:rect l="l" t="t" r="r" b="b"/>
              <a:pathLst>
                <a:path w="0" h="224155">
                  <a:moveTo>
                    <a:pt x="0" y="224155"/>
                  </a:moveTo>
                  <a:lnTo>
                    <a:pt x="0" y="0"/>
                  </a:lnTo>
                </a:path>
              </a:pathLst>
            </a:custGeom>
            <a:ln w="15240">
              <a:solidFill>
                <a:srgbClr val="13299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74648" y="3384804"/>
              <a:ext cx="3484245" cy="247015"/>
            </a:xfrm>
            <a:custGeom>
              <a:avLst/>
              <a:gdLst/>
              <a:ahLst/>
              <a:cxnLst/>
              <a:rect l="l" t="t" r="r" b="b"/>
              <a:pathLst>
                <a:path w="3484245" h="247014">
                  <a:moveTo>
                    <a:pt x="3483864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3483864" y="246888"/>
                  </a:lnTo>
                  <a:lnTo>
                    <a:pt x="3483864" y="0"/>
                  </a:lnTo>
                  <a:close/>
                </a:path>
              </a:pathLst>
            </a:custGeom>
            <a:solidFill>
              <a:srgbClr val="FFE6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20824" y="3425952"/>
              <a:ext cx="2186178" cy="19888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147316" y="3756647"/>
              <a:ext cx="1934718" cy="557034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3116579" y="2276855"/>
            <a:ext cx="3743325" cy="368935"/>
          </a:xfrm>
          <a:prstGeom prst="rect">
            <a:avLst/>
          </a:prstGeom>
          <a:solidFill>
            <a:srgbClr val="D0CECE"/>
          </a:solidFill>
        </p:spPr>
        <p:txBody>
          <a:bodyPr wrap="square" lIns="0" tIns="46355" rIns="0" bIns="0" rtlCol="0" vert="horz">
            <a:spAutoFit/>
          </a:bodyPr>
          <a:lstStyle/>
          <a:p>
            <a:pPr marL="1069340">
              <a:lnSpc>
                <a:spcPct val="100000"/>
              </a:lnSpc>
              <a:spcBef>
                <a:spcPts val="365"/>
              </a:spcBef>
            </a:pPr>
            <a:r>
              <a:rPr dirty="0" sz="1800" spc="-280" b="1">
                <a:solidFill>
                  <a:srgbClr val="13299F"/>
                </a:solidFill>
                <a:latin typeface="Tahoma"/>
                <a:cs typeface="Tahoma"/>
              </a:rPr>
              <a:t>Art</a:t>
            </a:r>
            <a:r>
              <a:rPr dirty="0" sz="1800" spc="-180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800" spc="-215" b="1">
                <a:solidFill>
                  <a:srgbClr val="13299F"/>
                </a:solidFill>
                <a:latin typeface="Tahoma"/>
                <a:cs typeface="Tahoma"/>
              </a:rPr>
              <a:t>f</a:t>
            </a:r>
            <a:r>
              <a:rPr dirty="0" sz="1800" spc="-21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800" spc="-250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800" spc="-21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800" spc="-280" b="1">
                <a:solidFill>
                  <a:srgbClr val="13299F"/>
                </a:solidFill>
                <a:latin typeface="Tahoma"/>
                <a:cs typeface="Tahoma"/>
              </a:rPr>
              <a:t>al</a:t>
            </a:r>
            <a:r>
              <a:rPr dirty="0" sz="1800" spc="-12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800" spc="-50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800" spc="-41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800" spc="-310" b="1">
                <a:solidFill>
                  <a:srgbClr val="13299F"/>
                </a:solidFill>
                <a:latin typeface="Tahoma"/>
                <a:cs typeface="Tahoma"/>
              </a:rPr>
              <a:t>te</a:t>
            </a:r>
            <a:r>
              <a:rPr dirty="0" sz="1800" spc="-204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800" spc="-215" b="1">
                <a:solidFill>
                  <a:srgbClr val="13299F"/>
                </a:solidFill>
                <a:latin typeface="Tahoma"/>
                <a:cs typeface="Tahoma"/>
              </a:rPr>
              <a:t>li</a:t>
            </a:r>
            <a:r>
              <a:rPr dirty="0" sz="1800" spc="-395" b="1">
                <a:solidFill>
                  <a:srgbClr val="13299F"/>
                </a:solidFill>
                <a:latin typeface="Tahoma"/>
                <a:cs typeface="Tahoma"/>
              </a:rPr>
              <a:t>g</a:t>
            </a:r>
            <a:r>
              <a:rPr dirty="0" sz="1800" spc="-37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800" spc="-39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800" spc="-250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800" spc="-35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3396" y="4459604"/>
            <a:ext cx="3705225" cy="916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18770" marR="767080" indent="-1727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19405" algn="l"/>
              </a:tabLst>
            </a:pPr>
            <a:r>
              <a:rPr dirty="0" sz="1300" spc="-250">
                <a:latin typeface="Trebuchet MS"/>
                <a:cs typeface="Trebuchet MS"/>
              </a:rPr>
              <a:t>A</a:t>
            </a:r>
            <a:r>
              <a:rPr dirty="0" sz="1300" spc="-130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04">
                <a:latin typeface="Trebuchet MS"/>
                <a:cs typeface="Trebuchet MS"/>
              </a:rPr>
              <a:t>y</a:t>
            </a:r>
            <a:r>
              <a:rPr dirty="0" sz="1300" spc="-235">
                <a:latin typeface="Trebuchet MS"/>
                <a:cs typeface="Trebuchet MS"/>
              </a:rPr>
              <a:t>pe</a:t>
            </a:r>
            <a:r>
              <a:rPr dirty="0" sz="1300" spc="-145">
                <a:latin typeface="Trebuchet MS"/>
                <a:cs typeface="Trebuchet MS"/>
              </a:rPr>
              <a:t> </a:t>
            </a:r>
            <a:r>
              <a:rPr dirty="0" sz="1300" spc="-190">
                <a:latin typeface="Trebuchet MS"/>
                <a:cs typeface="Trebuchet MS"/>
              </a:rPr>
              <a:t>of</a:t>
            </a:r>
            <a:r>
              <a:rPr dirty="0" sz="1300" spc="-135">
                <a:latin typeface="Trebuchet MS"/>
                <a:cs typeface="Trebuchet MS"/>
              </a:rPr>
              <a:t> 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rt</a:t>
            </a:r>
            <a:r>
              <a:rPr dirty="0" sz="1300" spc="-120">
                <a:latin typeface="Trebuchet MS"/>
                <a:cs typeface="Trebuchet MS"/>
              </a:rPr>
              <a:t>i</a:t>
            </a:r>
            <a:r>
              <a:rPr dirty="0" sz="1300" spc="-185">
                <a:latin typeface="Trebuchet MS"/>
                <a:cs typeface="Trebuchet MS"/>
              </a:rPr>
              <a:t>f</a:t>
            </a:r>
            <a:r>
              <a:rPr dirty="0" sz="1300" spc="-120">
                <a:latin typeface="Trebuchet MS"/>
                <a:cs typeface="Trebuchet MS"/>
              </a:rPr>
              <a:t>i</a:t>
            </a:r>
            <a:r>
              <a:rPr dirty="0" sz="1300" spc="-185">
                <a:latin typeface="Trebuchet MS"/>
                <a:cs typeface="Trebuchet MS"/>
              </a:rPr>
              <a:t>c</a:t>
            </a:r>
            <a:r>
              <a:rPr dirty="0" sz="1300" spc="-185">
                <a:latin typeface="Trebuchet MS"/>
                <a:cs typeface="Trebuchet MS"/>
              </a:rPr>
              <a:t>ia</a:t>
            </a:r>
            <a:r>
              <a:rPr dirty="0" sz="1300" spc="-135">
                <a:latin typeface="Trebuchet MS"/>
                <a:cs typeface="Trebuchet MS"/>
              </a:rPr>
              <a:t>l</a:t>
            </a:r>
            <a:r>
              <a:rPr dirty="0" sz="1300" spc="-130">
                <a:latin typeface="Trebuchet MS"/>
                <a:cs typeface="Trebuchet MS"/>
              </a:rPr>
              <a:t> </a:t>
            </a:r>
            <a:r>
              <a:rPr dirty="0" sz="1300" spc="-195">
                <a:latin typeface="Trebuchet MS"/>
                <a:cs typeface="Trebuchet MS"/>
              </a:rPr>
              <a:t>in</a:t>
            </a:r>
            <a:r>
              <a:rPr dirty="0" sz="1300" spc="-190">
                <a:latin typeface="Trebuchet MS"/>
                <a:cs typeface="Trebuchet MS"/>
              </a:rPr>
              <a:t>t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60">
                <a:latin typeface="Trebuchet MS"/>
                <a:cs typeface="Trebuchet MS"/>
              </a:rPr>
              <a:t>l</a:t>
            </a:r>
            <a:r>
              <a:rPr dirty="0" sz="1300" spc="-165">
                <a:latin typeface="Trebuchet MS"/>
                <a:cs typeface="Trebuchet MS"/>
              </a:rPr>
              <a:t>l</a:t>
            </a:r>
            <a:r>
              <a:rPr dirty="0" sz="1300" spc="-165">
                <a:latin typeface="Trebuchet MS"/>
                <a:cs typeface="Trebuchet MS"/>
              </a:rPr>
              <a:t>ig</a:t>
            </a:r>
            <a:r>
              <a:rPr dirty="0" sz="1300" spc="-215">
                <a:latin typeface="Trebuchet MS"/>
                <a:cs typeface="Trebuchet MS"/>
              </a:rPr>
              <a:t>e</a:t>
            </a:r>
            <a:r>
              <a:rPr dirty="0" sz="1300" spc="-204">
                <a:latin typeface="Trebuchet MS"/>
                <a:cs typeface="Trebuchet MS"/>
              </a:rPr>
              <a:t>n</a:t>
            </a:r>
            <a:r>
              <a:rPr dirty="0" sz="1300" spc="-175">
                <a:latin typeface="Trebuchet MS"/>
                <a:cs typeface="Trebuchet MS"/>
              </a:rPr>
              <a:t>c</a:t>
            </a:r>
            <a:r>
              <a:rPr dirty="0" sz="1300" spc="-229">
                <a:latin typeface="Trebuchet MS"/>
                <a:cs typeface="Trebuchet MS"/>
              </a:rPr>
              <a:t>e</a:t>
            </a:r>
            <a:r>
              <a:rPr dirty="0" sz="1300" spc="-120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15">
                <a:latin typeface="Trebuchet MS"/>
                <a:cs typeface="Trebuchet MS"/>
              </a:rPr>
              <a:t>h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r>
              <a:rPr dirty="0" sz="1300" spc="-190">
                <a:latin typeface="Trebuchet MS"/>
                <a:cs typeface="Trebuchet MS"/>
              </a:rPr>
              <a:t>t</a:t>
            </a:r>
            <a:r>
              <a:rPr dirty="0" sz="1300" spc="-160">
                <a:latin typeface="Trebuchet MS"/>
                <a:cs typeface="Trebuchet MS"/>
              </a:rPr>
              <a:t> 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10">
                <a:latin typeface="Trebuchet MS"/>
                <a:cs typeface="Trebuchet MS"/>
              </a:rPr>
              <a:t>o</a:t>
            </a:r>
            <a:r>
              <a:rPr dirty="0" sz="1300" spc="-200">
                <a:latin typeface="Trebuchet MS"/>
                <a:cs typeface="Trebuchet MS"/>
              </a:rPr>
              <a:t>v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90">
                <a:latin typeface="Trebuchet MS"/>
                <a:cs typeface="Trebuchet MS"/>
              </a:rPr>
              <a:t>r</a:t>
            </a:r>
            <a:r>
              <a:rPr dirty="0" sz="1300" spc="-65">
                <a:latin typeface="Trebuchet MS"/>
                <a:cs typeface="Trebuchet MS"/>
              </a:rPr>
              <a:t>s</a:t>
            </a:r>
            <a:r>
              <a:rPr dirty="0" sz="1300" spc="-165">
                <a:latin typeface="Trebuchet MS"/>
                <a:cs typeface="Trebuchet MS"/>
              </a:rPr>
              <a:t> </a:t>
            </a:r>
            <a:r>
              <a:rPr dirty="0" sz="1300" spc="-40">
                <a:latin typeface="Trebuchet MS"/>
                <a:cs typeface="Trebuchet MS"/>
              </a:rPr>
              <a:t>s</a:t>
            </a:r>
            <a:r>
              <a:rPr dirty="0" sz="1300" spc="-200">
                <a:latin typeface="Trebuchet MS"/>
                <a:cs typeface="Trebuchet MS"/>
              </a:rPr>
              <a:t>peci</a:t>
            </a:r>
            <a:r>
              <a:rPr dirty="0" sz="1300" spc="-165">
                <a:latin typeface="Trebuchet MS"/>
                <a:cs typeface="Trebuchet MS"/>
              </a:rPr>
              <a:t>f</a:t>
            </a:r>
            <a:r>
              <a:rPr dirty="0" sz="1300" spc="-145">
                <a:latin typeface="Trebuchet MS"/>
                <a:cs typeface="Trebuchet MS"/>
              </a:rPr>
              <a:t>ic  </a:t>
            </a:r>
            <a:r>
              <a:rPr dirty="0" sz="1300" spc="-185">
                <a:latin typeface="Trebuchet MS"/>
                <a:cs typeface="Trebuchet MS"/>
              </a:rPr>
              <a:t>f</a:t>
            </a:r>
            <a:r>
              <a:rPr dirty="0" sz="1300" spc="-225">
                <a:latin typeface="Trebuchet MS"/>
                <a:cs typeface="Trebuchet MS"/>
              </a:rPr>
              <a:t>un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90">
                <a:latin typeface="Trebuchet MS"/>
                <a:cs typeface="Trebuchet MS"/>
              </a:rPr>
              <a:t>ion</a:t>
            </a:r>
            <a:r>
              <a:rPr dirty="0" sz="1300" spc="-215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55">
                <a:latin typeface="Trebuchet MS"/>
                <a:cs typeface="Trebuchet MS"/>
              </a:rPr>
              <a:t>i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95">
                <a:latin typeface="Trebuchet MS"/>
                <a:cs typeface="Trebuchet MS"/>
              </a:rPr>
              <a:t>y</a:t>
            </a:r>
            <a:r>
              <a:rPr dirty="0" sz="1300" spc="-135">
                <a:latin typeface="Trebuchet MS"/>
                <a:cs typeface="Trebuchet MS"/>
              </a:rPr>
              <a:t> </a:t>
            </a:r>
            <a:r>
              <a:rPr dirty="0" sz="1300" spc="-225">
                <a:latin typeface="Trebuchet MS"/>
                <a:cs typeface="Trebuchet MS"/>
              </a:rPr>
              <a:t>hu</a:t>
            </a:r>
            <a:r>
              <a:rPr dirty="0" sz="1300" spc="-320">
                <a:latin typeface="Trebuchet MS"/>
                <a:cs typeface="Trebuchet MS"/>
              </a:rPr>
              <a:t>m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r>
              <a:rPr dirty="0" sz="1300" spc="-145">
                <a:latin typeface="Trebuchet MS"/>
                <a:cs typeface="Trebuchet MS"/>
              </a:rPr>
              <a:t>ns</a:t>
            </a:r>
            <a:r>
              <a:rPr dirty="0" sz="1300" spc="-155">
                <a:latin typeface="Trebuchet MS"/>
                <a:cs typeface="Trebuchet MS"/>
              </a:rPr>
              <a:t> 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25">
                <a:latin typeface="Trebuchet MS"/>
                <a:cs typeface="Trebuchet MS"/>
              </a:rPr>
              <a:t>n</a:t>
            </a:r>
            <a:r>
              <a:rPr dirty="0" sz="1300" spc="-165">
                <a:latin typeface="Trebuchet MS"/>
                <a:cs typeface="Trebuchet MS"/>
              </a:rPr>
              <a:t> </a:t>
            </a:r>
            <a:r>
              <a:rPr dirty="0" sz="1300" spc="-225">
                <a:latin typeface="Trebuchet MS"/>
                <a:cs typeface="Trebuchet MS"/>
              </a:rPr>
              <a:t>do</a:t>
            </a:r>
            <a:endParaRPr sz="1300">
              <a:latin typeface="Trebuchet MS"/>
              <a:cs typeface="Trebuchet MS"/>
            </a:endParaRPr>
          </a:p>
          <a:p>
            <a:pPr marL="318770" marR="168275" indent="-17272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319405" algn="l"/>
              </a:tabLst>
            </a:pPr>
            <a:r>
              <a:rPr dirty="0" sz="1300" spc="-265">
                <a:latin typeface="Trebuchet MS"/>
                <a:cs typeface="Trebuchet MS"/>
              </a:rPr>
              <a:t>M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180">
                <a:latin typeface="Trebuchet MS"/>
                <a:cs typeface="Trebuchet MS"/>
              </a:rPr>
              <a:t>jori</a:t>
            </a:r>
            <a:r>
              <a:rPr dirty="0" sz="1300" spc="-185">
                <a:latin typeface="Trebuchet MS"/>
                <a:cs typeface="Trebuchet MS"/>
              </a:rPr>
              <a:t>t</a:t>
            </a:r>
            <a:r>
              <a:rPr dirty="0" sz="1300" spc="-195">
                <a:latin typeface="Trebuchet MS"/>
                <a:cs typeface="Trebuchet MS"/>
              </a:rPr>
              <a:t>y</a:t>
            </a:r>
            <a:r>
              <a:rPr dirty="0" sz="1300" spc="-145">
                <a:latin typeface="Trebuchet MS"/>
                <a:cs typeface="Trebuchet MS"/>
              </a:rPr>
              <a:t> </a:t>
            </a:r>
            <a:r>
              <a:rPr dirty="0" sz="1300" spc="-190">
                <a:latin typeface="Trebuchet MS"/>
                <a:cs typeface="Trebuchet MS"/>
              </a:rPr>
              <a:t>of</a:t>
            </a:r>
            <a:r>
              <a:rPr dirty="0" sz="1300" spc="-150">
                <a:latin typeface="Trebuchet MS"/>
                <a:cs typeface="Trebuchet MS"/>
              </a:rPr>
              <a:t> </a:t>
            </a:r>
            <a:r>
              <a:rPr dirty="0" sz="1300" spc="-135">
                <a:latin typeface="Trebuchet MS"/>
                <a:cs typeface="Trebuchet MS"/>
              </a:rPr>
              <a:t>r</a:t>
            </a:r>
            <a:r>
              <a:rPr dirty="0" sz="1300" spc="-175">
                <a:latin typeface="Trebuchet MS"/>
                <a:cs typeface="Trebuchet MS"/>
              </a:rPr>
              <a:t>e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204">
                <a:latin typeface="Trebuchet MS"/>
                <a:cs typeface="Trebuchet MS"/>
              </a:rPr>
              <a:t>nt</a:t>
            </a:r>
            <a:r>
              <a:rPr dirty="0" sz="1300" spc="-180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25">
                <a:latin typeface="Trebuchet MS"/>
                <a:cs typeface="Trebuchet MS"/>
              </a:rPr>
              <a:t>hn</a:t>
            </a:r>
            <a:r>
              <a:rPr dirty="0" sz="1300" spc="-170">
                <a:latin typeface="Trebuchet MS"/>
                <a:cs typeface="Trebuchet MS"/>
              </a:rPr>
              <a:t>ologi</a:t>
            </a:r>
            <a:r>
              <a:rPr dirty="0" sz="1300" spc="-185">
                <a:latin typeface="Trebuchet MS"/>
                <a:cs typeface="Trebuchet MS"/>
              </a:rPr>
              <a:t>c</a:t>
            </a:r>
            <a:r>
              <a:rPr dirty="0" sz="1300" spc="-210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70">
                <a:latin typeface="Trebuchet MS"/>
                <a:cs typeface="Trebuchet MS"/>
              </a:rPr>
              <a:t> 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10">
                <a:latin typeface="Trebuchet MS"/>
                <a:cs typeface="Trebuchet MS"/>
              </a:rPr>
              <a:t>dvan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335">
                <a:latin typeface="Trebuchet MS"/>
                <a:cs typeface="Trebuchet MS"/>
              </a:rPr>
              <a:t>m</a:t>
            </a:r>
            <a:r>
              <a:rPr dirty="0" sz="1300" spc="-215">
                <a:latin typeface="Trebuchet MS"/>
                <a:cs typeface="Trebuchet MS"/>
              </a:rPr>
              <a:t>e</a:t>
            </a:r>
            <a:r>
              <a:rPr dirty="0" sz="1300" spc="-204">
                <a:latin typeface="Trebuchet MS"/>
                <a:cs typeface="Trebuchet MS"/>
              </a:rPr>
              <a:t>nt</a:t>
            </a:r>
            <a:r>
              <a:rPr dirty="0" sz="1300" spc="-180">
                <a:latin typeface="Trebuchet MS"/>
                <a:cs typeface="Trebuchet MS"/>
              </a:rPr>
              <a:t> </a:t>
            </a:r>
            <a:r>
              <a:rPr dirty="0" sz="1300" spc="-215">
                <a:latin typeface="Trebuchet MS"/>
                <a:cs typeface="Trebuchet MS"/>
              </a:rPr>
              <a:t>h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r>
              <a:rPr dirty="0" sz="1300" spc="-65">
                <a:latin typeface="Trebuchet MS"/>
                <a:cs typeface="Trebuchet MS"/>
              </a:rPr>
              <a:t>s</a:t>
            </a:r>
            <a:r>
              <a:rPr dirty="0" sz="1300" spc="-130">
                <a:latin typeface="Trebuchet MS"/>
                <a:cs typeface="Trebuchet MS"/>
              </a:rPr>
              <a:t> </a:t>
            </a:r>
            <a:r>
              <a:rPr dirty="0" sz="1300" spc="-195">
                <a:latin typeface="Trebuchet MS"/>
                <a:cs typeface="Trebuchet MS"/>
              </a:rPr>
              <a:t>o</a:t>
            </a:r>
            <a:r>
              <a:rPr dirty="0" sz="1300" spc="-170">
                <a:latin typeface="Trebuchet MS"/>
                <a:cs typeface="Trebuchet MS"/>
              </a:rPr>
              <a:t>c</a:t>
            </a:r>
            <a:r>
              <a:rPr dirty="0" sz="1300" spc="-190">
                <a:latin typeface="Trebuchet MS"/>
                <a:cs typeface="Trebuchet MS"/>
              </a:rPr>
              <a:t>c</a:t>
            </a:r>
            <a:r>
              <a:rPr dirty="0" sz="1300" spc="-204">
                <a:latin typeface="Trebuchet MS"/>
                <a:cs typeface="Trebuchet MS"/>
              </a:rPr>
              <a:t>u</a:t>
            </a:r>
            <a:r>
              <a:rPr dirty="0" sz="1300" spc="-90">
                <a:latin typeface="Trebuchet MS"/>
                <a:cs typeface="Trebuchet MS"/>
              </a:rPr>
              <a:t>r</a:t>
            </a:r>
            <a:r>
              <a:rPr dirty="0" sz="1300" spc="-175">
                <a:latin typeface="Trebuchet MS"/>
                <a:cs typeface="Trebuchet MS"/>
              </a:rPr>
              <a:t>re</a:t>
            </a:r>
            <a:r>
              <a:rPr dirty="0" sz="1300" spc="-204">
                <a:latin typeface="Trebuchet MS"/>
                <a:cs typeface="Trebuchet MS"/>
              </a:rPr>
              <a:t>d</a:t>
            </a:r>
            <a:r>
              <a:rPr dirty="0" sz="1300" spc="-170">
                <a:latin typeface="Trebuchet MS"/>
                <a:cs typeface="Trebuchet MS"/>
              </a:rPr>
              <a:t> </a:t>
            </a:r>
            <a:r>
              <a:rPr dirty="0" sz="1300" spc="-165">
                <a:latin typeface="Trebuchet MS"/>
                <a:cs typeface="Trebuchet MS"/>
              </a:rPr>
              <a:t>in 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45">
                <a:latin typeface="Trebuchet MS"/>
                <a:cs typeface="Trebuchet MS"/>
              </a:rPr>
              <a:t>his</a:t>
            </a:r>
            <a:r>
              <a:rPr dirty="0" sz="1300" spc="-140">
                <a:latin typeface="Trebuchet MS"/>
                <a:cs typeface="Trebuchet MS"/>
              </a:rPr>
              <a:t> 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135">
                <a:latin typeface="Trebuchet MS"/>
                <a:cs typeface="Trebuchet MS"/>
              </a:rPr>
              <a:t>r</a:t>
            </a:r>
            <a:r>
              <a:rPr dirty="0" sz="1300" spc="-170">
                <a:latin typeface="Trebuchet MS"/>
                <a:cs typeface="Trebuchet MS"/>
              </a:rPr>
              <a:t>e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374647" y="3384803"/>
            <a:ext cx="7228840" cy="1015365"/>
            <a:chOff x="1374647" y="3384803"/>
            <a:chExt cx="7228840" cy="1015365"/>
          </a:xfrm>
        </p:grpSpPr>
        <p:sp>
          <p:nvSpPr>
            <p:cNvPr id="19" name="object 19"/>
            <p:cNvSpPr/>
            <p:nvPr/>
          </p:nvSpPr>
          <p:spPr>
            <a:xfrm>
              <a:off x="1374647" y="4392167"/>
              <a:ext cx="3484879" cy="0"/>
            </a:xfrm>
            <a:custGeom>
              <a:avLst/>
              <a:gdLst/>
              <a:ahLst/>
              <a:cxnLst/>
              <a:rect l="l" t="t" r="r" b="b"/>
              <a:pathLst>
                <a:path w="3484879" h="0">
                  <a:moveTo>
                    <a:pt x="0" y="0"/>
                  </a:moveTo>
                  <a:lnTo>
                    <a:pt x="3484879" y="0"/>
                  </a:lnTo>
                </a:path>
              </a:pathLst>
            </a:custGeom>
            <a:ln w="1524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117591" y="3384803"/>
              <a:ext cx="3485515" cy="247015"/>
            </a:xfrm>
            <a:custGeom>
              <a:avLst/>
              <a:gdLst/>
              <a:ahLst/>
              <a:cxnLst/>
              <a:rect l="l" t="t" r="r" b="b"/>
              <a:pathLst>
                <a:path w="3485515" h="247014">
                  <a:moveTo>
                    <a:pt x="3485388" y="0"/>
                  </a:moveTo>
                  <a:lnTo>
                    <a:pt x="0" y="0"/>
                  </a:lnTo>
                  <a:lnTo>
                    <a:pt x="0" y="246888"/>
                  </a:lnTo>
                  <a:lnTo>
                    <a:pt x="3485388" y="246888"/>
                  </a:lnTo>
                  <a:lnTo>
                    <a:pt x="3485388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57671" y="3425951"/>
              <a:ext cx="2199894" cy="19888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60007" y="3756634"/>
              <a:ext cx="1398269" cy="35892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117591" y="4392167"/>
              <a:ext cx="3484879" cy="0"/>
            </a:xfrm>
            <a:custGeom>
              <a:avLst/>
              <a:gdLst/>
              <a:ahLst/>
              <a:cxnLst/>
              <a:rect l="l" t="t" r="r" b="b"/>
              <a:pathLst>
                <a:path w="3484879" h="0">
                  <a:moveTo>
                    <a:pt x="0" y="0"/>
                  </a:moveTo>
                  <a:lnTo>
                    <a:pt x="3484880" y="0"/>
                  </a:lnTo>
                </a:path>
              </a:pathLst>
            </a:custGeom>
            <a:ln w="1524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141721" y="4459604"/>
            <a:ext cx="3225800" cy="9169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4785" marR="217170" indent="-17272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5420" algn="l"/>
              </a:tabLst>
            </a:pPr>
            <a:r>
              <a:rPr dirty="0" sz="1300" spc="-250">
                <a:latin typeface="Trebuchet MS"/>
                <a:cs typeface="Trebuchet MS"/>
              </a:rPr>
              <a:t>A</a:t>
            </a:r>
            <a:r>
              <a:rPr dirty="0" sz="1300" spc="-135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04">
                <a:latin typeface="Trebuchet MS"/>
                <a:cs typeface="Trebuchet MS"/>
              </a:rPr>
              <a:t>y</a:t>
            </a:r>
            <a:r>
              <a:rPr dirty="0" sz="1300" spc="-235">
                <a:latin typeface="Trebuchet MS"/>
                <a:cs typeface="Trebuchet MS"/>
              </a:rPr>
              <a:t>pe</a:t>
            </a:r>
            <a:r>
              <a:rPr dirty="0" sz="1300" spc="-145">
                <a:latin typeface="Trebuchet MS"/>
                <a:cs typeface="Trebuchet MS"/>
              </a:rPr>
              <a:t> </a:t>
            </a:r>
            <a:r>
              <a:rPr dirty="0" sz="1300" spc="-190">
                <a:latin typeface="Trebuchet MS"/>
                <a:cs typeface="Trebuchet MS"/>
              </a:rPr>
              <a:t>of</a:t>
            </a:r>
            <a:r>
              <a:rPr dirty="0" sz="1300" spc="-135">
                <a:latin typeface="Trebuchet MS"/>
                <a:cs typeface="Trebuchet MS"/>
              </a:rPr>
              <a:t> 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rt</a:t>
            </a:r>
            <a:r>
              <a:rPr dirty="0" sz="1300" spc="-120">
                <a:latin typeface="Trebuchet MS"/>
                <a:cs typeface="Trebuchet MS"/>
              </a:rPr>
              <a:t>i</a:t>
            </a:r>
            <a:r>
              <a:rPr dirty="0" sz="1300" spc="-185">
                <a:latin typeface="Trebuchet MS"/>
                <a:cs typeface="Trebuchet MS"/>
              </a:rPr>
              <a:t>f</a:t>
            </a:r>
            <a:r>
              <a:rPr dirty="0" sz="1300" spc="-120">
                <a:latin typeface="Trebuchet MS"/>
                <a:cs typeface="Trebuchet MS"/>
              </a:rPr>
              <a:t>i</a:t>
            </a:r>
            <a:r>
              <a:rPr dirty="0" sz="1300" spc="-185">
                <a:latin typeface="Trebuchet MS"/>
                <a:cs typeface="Trebuchet MS"/>
              </a:rPr>
              <a:t>c</a:t>
            </a:r>
            <a:r>
              <a:rPr dirty="0" sz="1300" spc="-185">
                <a:latin typeface="Trebuchet MS"/>
                <a:cs typeface="Trebuchet MS"/>
              </a:rPr>
              <a:t>ia</a:t>
            </a:r>
            <a:r>
              <a:rPr dirty="0" sz="1300" spc="-135">
                <a:latin typeface="Trebuchet MS"/>
                <a:cs typeface="Trebuchet MS"/>
              </a:rPr>
              <a:t>l</a:t>
            </a:r>
            <a:r>
              <a:rPr dirty="0" sz="1300" spc="-130">
                <a:latin typeface="Trebuchet MS"/>
                <a:cs typeface="Trebuchet MS"/>
              </a:rPr>
              <a:t> </a:t>
            </a:r>
            <a:r>
              <a:rPr dirty="0" sz="1300" spc="-195">
                <a:latin typeface="Trebuchet MS"/>
                <a:cs typeface="Trebuchet MS"/>
              </a:rPr>
              <a:t>in</a:t>
            </a:r>
            <a:r>
              <a:rPr dirty="0" sz="1300" spc="-190">
                <a:latin typeface="Trebuchet MS"/>
                <a:cs typeface="Trebuchet MS"/>
              </a:rPr>
              <a:t>t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60">
                <a:latin typeface="Trebuchet MS"/>
                <a:cs typeface="Trebuchet MS"/>
              </a:rPr>
              <a:t>l</a:t>
            </a:r>
            <a:r>
              <a:rPr dirty="0" sz="1300" spc="-165">
                <a:latin typeface="Trebuchet MS"/>
                <a:cs typeface="Trebuchet MS"/>
              </a:rPr>
              <a:t>l</a:t>
            </a:r>
            <a:r>
              <a:rPr dirty="0" sz="1300" spc="-165">
                <a:latin typeface="Trebuchet MS"/>
                <a:cs typeface="Trebuchet MS"/>
              </a:rPr>
              <a:t>ig</a:t>
            </a:r>
            <a:r>
              <a:rPr dirty="0" sz="1300" spc="-215">
                <a:latin typeface="Trebuchet MS"/>
                <a:cs typeface="Trebuchet MS"/>
              </a:rPr>
              <a:t>e</a:t>
            </a:r>
            <a:r>
              <a:rPr dirty="0" sz="1300" spc="-204">
                <a:latin typeface="Trebuchet MS"/>
                <a:cs typeface="Trebuchet MS"/>
              </a:rPr>
              <a:t>n</a:t>
            </a:r>
            <a:r>
              <a:rPr dirty="0" sz="1300" spc="-175">
                <a:latin typeface="Trebuchet MS"/>
                <a:cs typeface="Trebuchet MS"/>
              </a:rPr>
              <a:t>c</a:t>
            </a:r>
            <a:r>
              <a:rPr dirty="0" sz="1300" spc="-229">
                <a:latin typeface="Trebuchet MS"/>
                <a:cs typeface="Trebuchet MS"/>
              </a:rPr>
              <a:t>e</a:t>
            </a:r>
            <a:r>
              <a:rPr dirty="0" sz="1300" spc="-130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15">
                <a:latin typeface="Trebuchet MS"/>
                <a:cs typeface="Trebuchet MS"/>
              </a:rPr>
              <a:t>h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r>
              <a:rPr dirty="0" sz="1300" spc="-190">
                <a:latin typeface="Trebuchet MS"/>
                <a:cs typeface="Trebuchet MS"/>
              </a:rPr>
              <a:t>t</a:t>
            </a:r>
            <a:r>
              <a:rPr dirty="0" sz="1300" spc="-160">
                <a:latin typeface="Trebuchet MS"/>
                <a:cs typeface="Trebuchet MS"/>
              </a:rPr>
              <a:t> 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25">
                <a:latin typeface="Trebuchet MS"/>
                <a:cs typeface="Trebuchet MS"/>
              </a:rPr>
              <a:t>n</a:t>
            </a:r>
            <a:r>
              <a:rPr dirty="0" sz="1300" spc="-175">
                <a:latin typeface="Trebuchet MS"/>
                <a:cs typeface="Trebuchet MS"/>
              </a:rPr>
              <a:t> </a:t>
            </a:r>
            <a:r>
              <a:rPr dirty="0" sz="1300" spc="-235">
                <a:latin typeface="Trebuchet MS"/>
                <a:cs typeface="Trebuchet MS"/>
              </a:rPr>
              <a:t>p</a:t>
            </a:r>
            <a:r>
              <a:rPr dirty="0" sz="1300" spc="-220">
                <a:latin typeface="Trebuchet MS"/>
                <a:cs typeface="Trebuchet MS"/>
              </a:rPr>
              <a:t>e</a:t>
            </a:r>
            <a:r>
              <a:rPr dirty="0" sz="1300" spc="-135">
                <a:latin typeface="Trebuchet MS"/>
                <a:cs typeface="Trebuchet MS"/>
              </a:rPr>
              <a:t>r</a:t>
            </a:r>
            <a:r>
              <a:rPr dirty="0" sz="1300" spc="-135">
                <a:latin typeface="Trebuchet MS"/>
                <a:cs typeface="Trebuchet MS"/>
              </a:rPr>
              <a:t>f</a:t>
            </a:r>
            <a:r>
              <a:rPr dirty="0" sz="1300" spc="-204">
                <a:latin typeface="Trebuchet MS"/>
                <a:cs typeface="Trebuchet MS"/>
              </a:rPr>
              <a:t>orm</a:t>
            </a:r>
            <a:r>
              <a:rPr dirty="0" sz="1300" spc="-135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r>
              <a:rPr dirty="0" sz="1300" spc="-160">
                <a:latin typeface="Trebuchet MS"/>
                <a:cs typeface="Trebuchet MS"/>
              </a:rPr>
              <a:t>l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35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75">
                <a:latin typeface="Trebuchet MS"/>
                <a:cs typeface="Trebuchet MS"/>
              </a:rPr>
              <a:t>he  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30">
                <a:latin typeface="Trebuchet MS"/>
                <a:cs typeface="Trebuchet MS"/>
              </a:rPr>
              <a:t>i</a:t>
            </a:r>
            <a:r>
              <a:rPr dirty="0" sz="1300" spc="-220">
                <a:latin typeface="Trebuchet MS"/>
                <a:cs typeface="Trebuchet MS"/>
              </a:rPr>
              <a:t>v</a:t>
            </a:r>
            <a:r>
              <a:rPr dirty="0" sz="1300" spc="-145">
                <a:latin typeface="Trebuchet MS"/>
                <a:cs typeface="Trebuchet MS"/>
              </a:rPr>
              <a:t>i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35">
                <a:latin typeface="Trebuchet MS"/>
                <a:cs typeface="Trebuchet MS"/>
              </a:rPr>
              <a:t>i</a:t>
            </a:r>
            <a:r>
              <a:rPr dirty="0" sz="1300" spc="-240">
                <a:latin typeface="Trebuchet MS"/>
                <a:cs typeface="Trebuchet MS"/>
              </a:rPr>
              <a:t>e</a:t>
            </a:r>
            <a:r>
              <a:rPr dirty="0" sz="1300" spc="-65">
                <a:latin typeface="Trebuchet MS"/>
                <a:cs typeface="Trebuchet MS"/>
              </a:rPr>
              <a:t>s</a:t>
            </a:r>
            <a:r>
              <a:rPr dirty="0" sz="1300" spc="-140">
                <a:latin typeface="Trebuchet MS"/>
                <a:cs typeface="Trebuchet MS"/>
              </a:rPr>
              <a:t> </a:t>
            </a:r>
            <a:r>
              <a:rPr dirty="0" sz="1300" spc="-225">
                <a:latin typeface="Trebuchet MS"/>
                <a:cs typeface="Trebuchet MS"/>
              </a:rPr>
              <a:t>hu</a:t>
            </a:r>
            <a:r>
              <a:rPr dirty="0" sz="1300" spc="-320">
                <a:latin typeface="Trebuchet MS"/>
                <a:cs typeface="Trebuchet MS"/>
              </a:rPr>
              <a:t>m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r>
              <a:rPr dirty="0" sz="1300" spc="-145">
                <a:latin typeface="Trebuchet MS"/>
                <a:cs typeface="Trebuchet MS"/>
              </a:rPr>
              <a:t>ns</a:t>
            </a:r>
            <a:r>
              <a:rPr dirty="0" sz="1300" spc="-145">
                <a:latin typeface="Trebuchet MS"/>
                <a:cs typeface="Trebuchet MS"/>
              </a:rPr>
              <a:t> 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25">
                <a:latin typeface="Trebuchet MS"/>
                <a:cs typeface="Trebuchet MS"/>
              </a:rPr>
              <a:t>n</a:t>
            </a:r>
            <a:r>
              <a:rPr dirty="0" sz="1300" spc="-170">
                <a:latin typeface="Trebuchet MS"/>
                <a:cs typeface="Trebuchet MS"/>
              </a:rPr>
              <a:t> </a:t>
            </a:r>
            <a:r>
              <a:rPr dirty="0" sz="1300" spc="-225">
                <a:latin typeface="Trebuchet MS"/>
                <a:cs typeface="Trebuchet MS"/>
              </a:rPr>
              <a:t>do</a:t>
            </a:r>
            <a:endParaRPr sz="1300">
              <a:latin typeface="Trebuchet MS"/>
              <a:cs typeface="Trebuchet MS"/>
            </a:endParaRPr>
          </a:p>
          <a:p>
            <a:pPr marL="184785" marR="5080" indent="-17272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185420" algn="l"/>
              </a:tabLst>
            </a:pPr>
            <a:r>
              <a:rPr dirty="0" sz="1300" spc="-330">
                <a:latin typeface="Trebuchet MS"/>
                <a:cs typeface="Trebuchet MS"/>
              </a:rPr>
              <a:t>T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25">
                <a:latin typeface="Trebuchet MS"/>
                <a:cs typeface="Trebuchet MS"/>
              </a:rPr>
              <a:t>hn</a:t>
            </a:r>
            <a:r>
              <a:rPr dirty="0" sz="1300" spc="-170">
                <a:latin typeface="Trebuchet MS"/>
                <a:cs typeface="Trebuchet MS"/>
              </a:rPr>
              <a:t>ologi</a:t>
            </a:r>
            <a:r>
              <a:rPr dirty="0" sz="1300" spc="-185">
                <a:latin typeface="Trebuchet MS"/>
                <a:cs typeface="Trebuchet MS"/>
              </a:rPr>
              <a:t>c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70">
                <a:latin typeface="Trebuchet MS"/>
                <a:cs typeface="Trebuchet MS"/>
              </a:rPr>
              <a:t> 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10">
                <a:latin typeface="Trebuchet MS"/>
                <a:cs typeface="Trebuchet MS"/>
              </a:rPr>
              <a:t>dvan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335">
                <a:latin typeface="Trebuchet MS"/>
                <a:cs typeface="Trebuchet MS"/>
              </a:rPr>
              <a:t>m</a:t>
            </a:r>
            <a:r>
              <a:rPr dirty="0" sz="1300" spc="-215">
                <a:latin typeface="Trebuchet MS"/>
                <a:cs typeface="Trebuchet MS"/>
              </a:rPr>
              <a:t>e</a:t>
            </a:r>
            <a:r>
              <a:rPr dirty="0" sz="1300" spc="-204">
                <a:latin typeface="Trebuchet MS"/>
                <a:cs typeface="Trebuchet MS"/>
              </a:rPr>
              <a:t>nt</a:t>
            </a:r>
            <a:r>
              <a:rPr dirty="0" sz="1300" spc="-180">
                <a:latin typeface="Trebuchet MS"/>
                <a:cs typeface="Trebuchet MS"/>
              </a:rPr>
              <a:t> </a:t>
            </a:r>
            <a:r>
              <a:rPr dirty="0" sz="1300" spc="-130">
                <a:latin typeface="Trebuchet MS"/>
                <a:cs typeface="Trebuchet MS"/>
              </a:rPr>
              <a:t>i</a:t>
            </a:r>
            <a:r>
              <a:rPr dirty="0" sz="1300" spc="-240">
                <a:latin typeface="Trebuchet MS"/>
                <a:cs typeface="Trebuchet MS"/>
              </a:rPr>
              <a:t>n</a:t>
            </a:r>
            <a:r>
              <a:rPr dirty="0" sz="1300" spc="-140">
                <a:latin typeface="Trebuchet MS"/>
                <a:cs typeface="Trebuchet MS"/>
              </a:rPr>
              <a:t> </a:t>
            </a:r>
            <a:r>
              <a:rPr dirty="0" sz="1300" spc="-235">
                <a:latin typeface="Trebuchet MS"/>
                <a:cs typeface="Trebuchet MS"/>
              </a:rPr>
              <a:t>A</a:t>
            </a:r>
            <a:r>
              <a:rPr dirty="0" sz="1300" spc="-335">
                <a:latin typeface="Trebuchet MS"/>
                <a:cs typeface="Trebuchet MS"/>
              </a:rPr>
              <a:t>G</a:t>
            </a:r>
            <a:r>
              <a:rPr dirty="0" sz="1300" spc="-105">
                <a:latin typeface="Trebuchet MS"/>
                <a:cs typeface="Trebuchet MS"/>
              </a:rPr>
              <a:t>I</a:t>
            </a:r>
            <a:r>
              <a:rPr dirty="0" sz="1300" spc="-140">
                <a:latin typeface="Trebuchet MS"/>
                <a:cs typeface="Trebuchet MS"/>
              </a:rPr>
              <a:t> </a:t>
            </a:r>
            <a:r>
              <a:rPr dirty="0" sz="1300" spc="-90">
                <a:latin typeface="Trebuchet MS"/>
                <a:cs typeface="Trebuchet MS"/>
              </a:rPr>
              <a:t>i</a:t>
            </a:r>
            <a:r>
              <a:rPr dirty="0" sz="1300" spc="-120">
                <a:latin typeface="Trebuchet MS"/>
                <a:cs typeface="Trebuchet MS"/>
              </a:rPr>
              <a:t>s</a:t>
            </a:r>
            <a:r>
              <a:rPr dirty="0" sz="1300" spc="-145">
                <a:latin typeface="Trebuchet MS"/>
                <a:cs typeface="Trebuchet MS"/>
              </a:rPr>
              <a:t> </a:t>
            </a:r>
            <a:r>
              <a:rPr dirty="0" sz="1300" spc="-135">
                <a:latin typeface="Trebuchet MS"/>
                <a:cs typeface="Trebuchet MS"/>
              </a:rPr>
              <a:t>r</a:t>
            </a:r>
            <a:r>
              <a:rPr dirty="0" sz="1300" spc="-170">
                <a:latin typeface="Trebuchet MS"/>
                <a:cs typeface="Trebuchet MS"/>
              </a:rPr>
              <a:t>e</a:t>
            </a:r>
            <a:r>
              <a:rPr dirty="0" sz="1300" spc="-190">
                <a:latin typeface="Trebuchet MS"/>
                <a:cs typeface="Trebuchet MS"/>
              </a:rPr>
              <a:t>lat</a:t>
            </a:r>
            <a:r>
              <a:rPr dirty="0" sz="1300" spc="-140">
                <a:latin typeface="Trebuchet MS"/>
                <a:cs typeface="Trebuchet MS"/>
              </a:rPr>
              <a:t>i</a:t>
            </a:r>
            <a:r>
              <a:rPr dirty="0" sz="1300" spc="-200">
                <a:latin typeface="Trebuchet MS"/>
                <a:cs typeface="Trebuchet MS"/>
              </a:rPr>
              <a:t>v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35">
                <a:latin typeface="Trebuchet MS"/>
                <a:cs typeface="Trebuchet MS"/>
              </a:rPr>
              <a:t>l</a:t>
            </a:r>
            <a:r>
              <a:rPr dirty="0" sz="1300" spc="-215">
                <a:latin typeface="Trebuchet MS"/>
                <a:cs typeface="Trebuchet MS"/>
              </a:rPr>
              <a:t>y</a:t>
            </a:r>
            <a:r>
              <a:rPr dirty="0" sz="1300" spc="-125">
                <a:latin typeface="Trebuchet MS"/>
                <a:cs typeface="Trebuchet MS"/>
              </a:rPr>
              <a:t> </a:t>
            </a:r>
            <a:r>
              <a:rPr dirty="0" sz="1300" spc="-40">
                <a:latin typeface="Trebuchet MS"/>
                <a:cs typeface="Trebuchet MS"/>
              </a:rPr>
              <a:t>s</a:t>
            </a:r>
            <a:r>
              <a:rPr dirty="0" sz="1300" spc="-185">
                <a:latin typeface="Trebuchet MS"/>
                <a:cs typeface="Trebuchet MS"/>
              </a:rPr>
              <a:t>lo</a:t>
            </a:r>
            <a:r>
              <a:rPr dirty="0" sz="1300" spc="-310">
                <a:latin typeface="Trebuchet MS"/>
                <a:cs typeface="Trebuchet MS"/>
              </a:rPr>
              <a:t>w</a:t>
            </a:r>
            <a:r>
              <a:rPr dirty="0" sz="1300" spc="-185">
                <a:latin typeface="Trebuchet MS"/>
                <a:cs typeface="Trebuchet MS"/>
              </a:rPr>
              <a:t>e</a:t>
            </a:r>
            <a:r>
              <a:rPr dirty="0" sz="1300" spc="-130">
                <a:latin typeface="Trebuchet MS"/>
                <a:cs typeface="Trebuchet MS"/>
              </a:rPr>
              <a:t>r</a:t>
            </a:r>
            <a:r>
              <a:rPr dirty="0" sz="1300" spc="-180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15">
                <a:latin typeface="Trebuchet MS"/>
                <a:cs typeface="Trebuchet MS"/>
              </a:rPr>
              <a:t>h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n 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15">
                <a:latin typeface="Trebuchet MS"/>
                <a:cs typeface="Trebuchet MS"/>
              </a:rPr>
              <a:t>h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r>
              <a:rPr dirty="0" sz="1300" spc="-190">
                <a:latin typeface="Trebuchet MS"/>
                <a:cs typeface="Trebuchet MS"/>
              </a:rPr>
              <a:t>t</a:t>
            </a:r>
            <a:r>
              <a:rPr dirty="0" sz="1300" spc="-160">
                <a:latin typeface="Trebuchet MS"/>
                <a:cs typeface="Trebuchet MS"/>
              </a:rPr>
              <a:t> </a:t>
            </a:r>
            <a:r>
              <a:rPr dirty="0" sz="1300" spc="-130">
                <a:latin typeface="Trebuchet MS"/>
                <a:cs typeface="Trebuchet MS"/>
              </a:rPr>
              <a:t>i</a:t>
            </a:r>
            <a:r>
              <a:rPr dirty="0" sz="1300" spc="-240">
                <a:latin typeface="Trebuchet MS"/>
                <a:cs typeface="Trebuchet MS"/>
              </a:rPr>
              <a:t>n</a:t>
            </a:r>
            <a:r>
              <a:rPr dirty="0" sz="1300" spc="-140">
                <a:latin typeface="Trebuchet MS"/>
                <a:cs typeface="Trebuchet MS"/>
              </a:rPr>
              <a:t> </a:t>
            </a:r>
            <a:r>
              <a:rPr dirty="0" sz="1300" spc="-235">
                <a:latin typeface="Trebuchet MS"/>
                <a:cs typeface="Trebuchet MS"/>
              </a:rPr>
              <a:t>A</a:t>
            </a:r>
            <a:r>
              <a:rPr dirty="0" sz="1300" spc="-260">
                <a:latin typeface="Trebuchet MS"/>
                <a:cs typeface="Trebuchet MS"/>
              </a:rPr>
              <a:t>N</a:t>
            </a:r>
            <a:r>
              <a:rPr dirty="0" sz="1300" spc="-105">
                <a:latin typeface="Trebuchet MS"/>
                <a:cs typeface="Trebuchet MS"/>
              </a:rPr>
              <a:t>I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60398" y="5595315"/>
            <a:ext cx="29140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5" b="1">
                <a:solidFill>
                  <a:srgbClr val="183DAF"/>
                </a:solidFill>
                <a:latin typeface="Tahoma"/>
                <a:cs typeface="Tahoma"/>
              </a:rPr>
              <a:t>Main</a:t>
            </a:r>
            <a:r>
              <a:rPr dirty="0" sz="1400" spc="-240" b="1">
                <a:solidFill>
                  <a:srgbClr val="183DAF"/>
                </a:solidFill>
                <a:latin typeface="Tahoma"/>
                <a:cs typeface="Tahoma"/>
              </a:rPr>
              <a:t> </a:t>
            </a:r>
            <a:r>
              <a:rPr dirty="0" sz="1400" spc="-235" b="1">
                <a:solidFill>
                  <a:srgbClr val="183DAF"/>
                </a:solidFill>
                <a:latin typeface="Tahoma"/>
                <a:cs typeface="Tahoma"/>
              </a:rPr>
              <a:t>focus</a:t>
            </a:r>
            <a:r>
              <a:rPr dirty="0" sz="1400" spc="-135" b="1">
                <a:solidFill>
                  <a:srgbClr val="183DAF"/>
                </a:solidFill>
                <a:latin typeface="Tahoma"/>
                <a:cs typeface="Tahoma"/>
              </a:rPr>
              <a:t> </a:t>
            </a:r>
            <a:r>
              <a:rPr dirty="0" sz="1400" spc="-235" b="1">
                <a:solidFill>
                  <a:srgbClr val="183DAF"/>
                </a:solidFill>
                <a:latin typeface="Tahoma"/>
                <a:cs typeface="Tahoma"/>
              </a:rPr>
              <a:t>of</a:t>
            </a:r>
            <a:r>
              <a:rPr dirty="0" sz="1400" spc="-135" b="1">
                <a:solidFill>
                  <a:srgbClr val="183DAF"/>
                </a:solidFill>
                <a:latin typeface="Tahoma"/>
                <a:cs typeface="Tahoma"/>
              </a:rPr>
              <a:t> </a:t>
            </a:r>
            <a:r>
              <a:rPr dirty="0" sz="1400" spc="-215" b="1">
                <a:solidFill>
                  <a:srgbClr val="183DAF"/>
                </a:solidFill>
                <a:latin typeface="Tahoma"/>
                <a:cs typeface="Tahoma"/>
              </a:rPr>
              <a:t>this</a:t>
            </a:r>
            <a:r>
              <a:rPr dirty="0" sz="1400" spc="-135" b="1">
                <a:solidFill>
                  <a:srgbClr val="183DAF"/>
                </a:solidFill>
                <a:latin typeface="Tahoma"/>
                <a:cs typeface="Tahoma"/>
              </a:rPr>
              <a:t> </a:t>
            </a:r>
            <a:r>
              <a:rPr dirty="0" sz="1400" spc="-210" b="1">
                <a:solidFill>
                  <a:srgbClr val="183DAF"/>
                </a:solidFill>
                <a:latin typeface="Tahoma"/>
                <a:cs typeface="Tahoma"/>
              </a:rPr>
              <a:t>lecture</a:t>
            </a:r>
            <a:r>
              <a:rPr dirty="0" sz="1400" spc="-160" b="1">
                <a:solidFill>
                  <a:srgbClr val="183DAF"/>
                </a:solidFill>
                <a:latin typeface="Tahoma"/>
                <a:cs typeface="Tahoma"/>
              </a:rPr>
              <a:t> </a:t>
            </a:r>
            <a:r>
              <a:rPr dirty="0" sz="1400" spc="-300" b="1">
                <a:solidFill>
                  <a:srgbClr val="183DAF"/>
                </a:solidFill>
                <a:latin typeface="Tahoma"/>
                <a:cs typeface="Tahoma"/>
              </a:rPr>
              <a:t>and</a:t>
            </a:r>
            <a:r>
              <a:rPr dirty="0" sz="1400" spc="-130" b="1">
                <a:solidFill>
                  <a:srgbClr val="183DAF"/>
                </a:solidFill>
                <a:latin typeface="Tahoma"/>
                <a:cs typeface="Tahoma"/>
              </a:rPr>
              <a:t> </a:t>
            </a:r>
            <a:r>
              <a:rPr dirty="0" sz="1400" spc="-265" b="1">
                <a:solidFill>
                  <a:srgbClr val="183DAF"/>
                </a:solidFill>
                <a:latin typeface="Tahoma"/>
                <a:cs typeface="Tahoma"/>
              </a:rPr>
              <a:t>the</a:t>
            </a:r>
            <a:r>
              <a:rPr dirty="0" sz="1400" spc="-125" b="1">
                <a:solidFill>
                  <a:srgbClr val="183DAF"/>
                </a:solidFill>
                <a:latin typeface="Tahoma"/>
                <a:cs typeface="Tahoma"/>
              </a:rPr>
              <a:t> </a:t>
            </a:r>
            <a:r>
              <a:rPr dirty="0" sz="1400" spc="-215" b="1">
                <a:solidFill>
                  <a:srgbClr val="183DAF"/>
                </a:solidFill>
                <a:latin typeface="Tahoma"/>
                <a:cs typeface="Tahoma"/>
              </a:rPr>
              <a:t>entire</a:t>
            </a:r>
            <a:r>
              <a:rPr dirty="0" sz="1400" spc="-140" b="1">
                <a:solidFill>
                  <a:srgbClr val="183DAF"/>
                </a:solidFill>
                <a:latin typeface="Tahoma"/>
                <a:cs typeface="Tahoma"/>
              </a:rPr>
              <a:t> </a:t>
            </a:r>
            <a:r>
              <a:rPr dirty="0" sz="1400" spc="-220" b="1">
                <a:solidFill>
                  <a:srgbClr val="183DAF"/>
                </a:solidFill>
                <a:latin typeface="Tahoma"/>
                <a:cs typeface="Tahoma"/>
              </a:rPr>
              <a:t>course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2627" y="1440154"/>
            <a:ext cx="3932682" cy="3055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6212" y="6524434"/>
            <a:ext cx="3725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0154"/>
            <a:ext cx="3149346" cy="2370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46634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1.2.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Types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Subsets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Artificial</a:t>
            </a:r>
            <a:r>
              <a:rPr dirty="0" sz="1800" spc="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Intelligence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128515" y="2078735"/>
            <a:ext cx="5116195" cy="4017645"/>
            <a:chOff x="4128515" y="2078735"/>
            <a:chExt cx="5116195" cy="4017645"/>
          </a:xfrm>
        </p:grpSpPr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1683" y="2078735"/>
              <a:ext cx="3872484" cy="3854196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18503" y="2711195"/>
              <a:ext cx="1411986" cy="16230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5851" y="3820667"/>
              <a:ext cx="1181861" cy="16383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57771" y="5166359"/>
              <a:ext cx="942594" cy="15773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128516" y="2749295"/>
              <a:ext cx="2266315" cy="2470785"/>
            </a:xfrm>
            <a:custGeom>
              <a:avLst/>
              <a:gdLst/>
              <a:ahLst/>
              <a:cxnLst/>
              <a:rect l="l" t="t" r="r" b="b"/>
              <a:pathLst>
                <a:path w="2266315" h="2470785">
                  <a:moveTo>
                    <a:pt x="1940433" y="1158240"/>
                  </a:moveTo>
                  <a:lnTo>
                    <a:pt x="1939150" y="1151890"/>
                  </a:lnTo>
                  <a:lnTo>
                    <a:pt x="1937435" y="1143393"/>
                  </a:lnTo>
                  <a:lnTo>
                    <a:pt x="1929282" y="1131290"/>
                  </a:lnTo>
                  <a:lnTo>
                    <a:pt x="1917179" y="1123137"/>
                  </a:lnTo>
                  <a:lnTo>
                    <a:pt x="1902333" y="1120140"/>
                  </a:lnTo>
                  <a:lnTo>
                    <a:pt x="1887474" y="1123137"/>
                  </a:lnTo>
                  <a:lnTo>
                    <a:pt x="1875370" y="1131290"/>
                  </a:lnTo>
                  <a:lnTo>
                    <a:pt x="1867217" y="1143393"/>
                  </a:lnTo>
                  <a:lnTo>
                    <a:pt x="1865503" y="1151890"/>
                  </a:lnTo>
                  <a:lnTo>
                    <a:pt x="74917" y="1151890"/>
                  </a:lnTo>
                  <a:lnTo>
                    <a:pt x="73202" y="1143393"/>
                  </a:lnTo>
                  <a:lnTo>
                    <a:pt x="65049" y="1131290"/>
                  </a:lnTo>
                  <a:lnTo>
                    <a:pt x="52946" y="1123137"/>
                  </a:lnTo>
                  <a:lnTo>
                    <a:pt x="38100" y="1120140"/>
                  </a:lnTo>
                  <a:lnTo>
                    <a:pt x="23241" y="1123137"/>
                  </a:lnTo>
                  <a:lnTo>
                    <a:pt x="11137" y="1131290"/>
                  </a:lnTo>
                  <a:lnTo>
                    <a:pt x="2984" y="1143393"/>
                  </a:lnTo>
                  <a:lnTo>
                    <a:pt x="0" y="1158240"/>
                  </a:lnTo>
                  <a:lnTo>
                    <a:pt x="2984" y="1173099"/>
                  </a:lnTo>
                  <a:lnTo>
                    <a:pt x="11137" y="1185202"/>
                  </a:lnTo>
                  <a:lnTo>
                    <a:pt x="23241" y="1193355"/>
                  </a:lnTo>
                  <a:lnTo>
                    <a:pt x="38100" y="1196340"/>
                  </a:lnTo>
                  <a:lnTo>
                    <a:pt x="52946" y="1193355"/>
                  </a:lnTo>
                  <a:lnTo>
                    <a:pt x="65049" y="1185202"/>
                  </a:lnTo>
                  <a:lnTo>
                    <a:pt x="73202" y="1173099"/>
                  </a:lnTo>
                  <a:lnTo>
                    <a:pt x="74917" y="1164590"/>
                  </a:lnTo>
                  <a:lnTo>
                    <a:pt x="1865503" y="1164590"/>
                  </a:lnTo>
                  <a:lnTo>
                    <a:pt x="1867217" y="1173099"/>
                  </a:lnTo>
                  <a:lnTo>
                    <a:pt x="1875370" y="1185202"/>
                  </a:lnTo>
                  <a:lnTo>
                    <a:pt x="1887474" y="1193355"/>
                  </a:lnTo>
                  <a:lnTo>
                    <a:pt x="1902333" y="1196340"/>
                  </a:lnTo>
                  <a:lnTo>
                    <a:pt x="1917179" y="1193355"/>
                  </a:lnTo>
                  <a:lnTo>
                    <a:pt x="1929282" y="1185202"/>
                  </a:lnTo>
                  <a:lnTo>
                    <a:pt x="1937435" y="1173099"/>
                  </a:lnTo>
                  <a:lnTo>
                    <a:pt x="1939150" y="1164590"/>
                  </a:lnTo>
                  <a:lnTo>
                    <a:pt x="1940433" y="1158240"/>
                  </a:lnTo>
                  <a:close/>
                </a:path>
                <a:path w="2266315" h="2470785">
                  <a:moveTo>
                    <a:pt x="1940433" y="38100"/>
                  </a:moveTo>
                  <a:lnTo>
                    <a:pt x="1939150" y="31750"/>
                  </a:lnTo>
                  <a:lnTo>
                    <a:pt x="1937435" y="23253"/>
                  </a:lnTo>
                  <a:lnTo>
                    <a:pt x="1929282" y="11150"/>
                  </a:lnTo>
                  <a:lnTo>
                    <a:pt x="1917179" y="2997"/>
                  </a:lnTo>
                  <a:lnTo>
                    <a:pt x="1902333" y="0"/>
                  </a:lnTo>
                  <a:lnTo>
                    <a:pt x="1887474" y="2997"/>
                  </a:lnTo>
                  <a:lnTo>
                    <a:pt x="1875370" y="11150"/>
                  </a:lnTo>
                  <a:lnTo>
                    <a:pt x="1867217" y="23253"/>
                  </a:lnTo>
                  <a:lnTo>
                    <a:pt x="1865503" y="31750"/>
                  </a:lnTo>
                  <a:lnTo>
                    <a:pt x="74917" y="31750"/>
                  </a:lnTo>
                  <a:lnTo>
                    <a:pt x="73202" y="23253"/>
                  </a:lnTo>
                  <a:lnTo>
                    <a:pt x="65049" y="11150"/>
                  </a:lnTo>
                  <a:lnTo>
                    <a:pt x="52946" y="2997"/>
                  </a:lnTo>
                  <a:lnTo>
                    <a:pt x="38100" y="0"/>
                  </a:lnTo>
                  <a:lnTo>
                    <a:pt x="23241" y="2997"/>
                  </a:lnTo>
                  <a:lnTo>
                    <a:pt x="11137" y="11150"/>
                  </a:lnTo>
                  <a:lnTo>
                    <a:pt x="2984" y="23253"/>
                  </a:lnTo>
                  <a:lnTo>
                    <a:pt x="0" y="38100"/>
                  </a:lnTo>
                  <a:lnTo>
                    <a:pt x="2984" y="52959"/>
                  </a:lnTo>
                  <a:lnTo>
                    <a:pt x="11137" y="65062"/>
                  </a:lnTo>
                  <a:lnTo>
                    <a:pt x="23241" y="73215"/>
                  </a:lnTo>
                  <a:lnTo>
                    <a:pt x="38100" y="76200"/>
                  </a:lnTo>
                  <a:lnTo>
                    <a:pt x="52946" y="73215"/>
                  </a:lnTo>
                  <a:lnTo>
                    <a:pt x="65049" y="65062"/>
                  </a:lnTo>
                  <a:lnTo>
                    <a:pt x="73202" y="52959"/>
                  </a:lnTo>
                  <a:lnTo>
                    <a:pt x="74917" y="44450"/>
                  </a:lnTo>
                  <a:lnTo>
                    <a:pt x="1865503" y="44450"/>
                  </a:lnTo>
                  <a:lnTo>
                    <a:pt x="1867217" y="52959"/>
                  </a:lnTo>
                  <a:lnTo>
                    <a:pt x="1875370" y="65062"/>
                  </a:lnTo>
                  <a:lnTo>
                    <a:pt x="1887474" y="73215"/>
                  </a:lnTo>
                  <a:lnTo>
                    <a:pt x="1902333" y="76200"/>
                  </a:lnTo>
                  <a:lnTo>
                    <a:pt x="1917179" y="73215"/>
                  </a:lnTo>
                  <a:lnTo>
                    <a:pt x="1929282" y="65062"/>
                  </a:lnTo>
                  <a:lnTo>
                    <a:pt x="1937435" y="52959"/>
                  </a:lnTo>
                  <a:lnTo>
                    <a:pt x="1939150" y="44450"/>
                  </a:lnTo>
                  <a:lnTo>
                    <a:pt x="1940433" y="38100"/>
                  </a:lnTo>
                  <a:close/>
                </a:path>
                <a:path w="2266315" h="2470785">
                  <a:moveTo>
                    <a:pt x="2265807" y="2432304"/>
                  </a:moveTo>
                  <a:lnTo>
                    <a:pt x="2264524" y="2425954"/>
                  </a:lnTo>
                  <a:lnTo>
                    <a:pt x="2262809" y="2417457"/>
                  </a:lnTo>
                  <a:lnTo>
                    <a:pt x="2254656" y="2405354"/>
                  </a:lnTo>
                  <a:lnTo>
                    <a:pt x="2242553" y="2397201"/>
                  </a:lnTo>
                  <a:lnTo>
                    <a:pt x="2227707" y="2394204"/>
                  </a:lnTo>
                  <a:lnTo>
                    <a:pt x="2212911" y="2397201"/>
                  </a:lnTo>
                  <a:lnTo>
                    <a:pt x="2200795" y="2405354"/>
                  </a:lnTo>
                  <a:lnTo>
                    <a:pt x="2192604" y="2417457"/>
                  </a:lnTo>
                  <a:lnTo>
                    <a:pt x="2190889" y="2425954"/>
                  </a:lnTo>
                  <a:lnTo>
                    <a:pt x="74917" y="2425954"/>
                  </a:lnTo>
                  <a:lnTo>
                    <a:pt x="73202" y="2417457"/>
                  </a:lnTo>
                  <a:lnTo>
                    <a:pt x="65049" y="2405354"/>
                  </a:lnTo>
                  <a:lnTo>
                    <a:pt x="52946" y="2397201"/>
                  </a:lnTo>
                  <a:lnTo>
                    <a:pt x="38100" y="2394204"/>
                  </a:lnTo>
                  <a:lnTo>
                    <a:pt x="23241" y="2397201"/>
                  </a:lnTo>
                  <a:lnTo>
                    <a:pt x="11137" y="2405354"/>
                  </a:lnTo>
                  <a:lnTo>
                    <a:pt x="2984" y="2417457"/>
                  </a:lnTo>
                  <a:lnTo>
                    <a:pt x="0" y="2432304"/>
                  </a:lnTo>
                  <a:lnTo>
                    <a:pt x="2984" y="2447163"/>
                  </a:lnTo>
                  <a:lnTo>
                    <a:pt x="11137" y="2459266"/>
                  </a:lnTo>
                  <a:lnTo>
                    <a:pt x="23241" y="2467419"/>
                  </a:lnTo>
                  <a:lnTo>
                    <a:pt x="38100" y="2470404"/>
                  </a:lnTo>
                  <a:lnTo>
                    <a:pt x="52946" y="2467419"/>
                  </a:lnTo>
                  <a:lnTo>
                    <a:pt x="65049" y="2459266"/>
                  </a:lnTo>
                  <a:lnTo>
                    <a:pt x="73202" y="2447163"/>
                  </a:lnTo>
                  <a:lnTo>
                    <a:pt x="74917" y="2438654"/>
                  </a:lnTo>
                  <a:lnTo>
                    <a:pt x="2190877" y="2438654"/>
                  </a:lnTo>
                  <a:lnTo>
                    <a:pt x="2192604" y="2447163"/>
                  </a:lnTo>
                  <a:lnTo>
                    <a:pt x="2200795" y="2459266"/>
                  </a:lnTo>
                  <a:lnTo>
                    <a:pt x="2212911" y="2467419"/>
                  </a:lnTo>
                  <a:lnTo>
                    <a:pt x="2227707" y="2470404"/>
                  </a:lnTo>
                  <a:lnTo>
                    <a:pt x="2242553" y="2467419"/>
                  </a:lnTo>
                  <a:lnTo>
                    <a:pt x="2254656" y="2459266"/>
                  </a:lnTo>
                  <a:lnTo>
                    <a:pt x="2262809" y="2447163"/>
                  </a:lnTo>
                  <a:lnTo>
                    <a:pt x="2264524" y="2438654"/>
                  </a:lnTo>
                  <a:lnTo>
                    <a:pt x="2265807" y="24323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25995" y="2212847"/>
              <a:ext cx="403859" cy="40386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825995" y="3272027"/>
              <a:ext cx="403859" cy="40386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25995" y="4587239"/>
              <a:ext cx="403859" cy="405384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831835" y="5884164"/>
              <a:ext cx="1412875" cy="212090"/>
            </a:xfrm>
            <a:custGeom>
              <a:avLst/>
              <a:gdLst/>
              <a:ahLst/>
              <a:cxnLst/>
              <a:rect l="l" t="t" r="r" b="b"/>
              <a:pathLst>
                <a:path w="1412875" h="212089">
                  <a:moveTo>
                    <a:pt x="1306830" y="0"/>
                  </a:moveTo>
                  <a:lnTo>
                    <a:pt x="105918" y="0"/>
                  </a:lnTo>
                  <a:lnTo>
                    <a:pt x="64668" y="8323"/>
                  </a:lnTo>
                  <a:lnTo>
                    <a:pt x="31003" y="31022"/>
                  </a:lnTo>
                  <a:lnTo>
                    <a:pt x="8316" y="64690"/>
                  </a:lnTo>
                  <a:lnTo>
                    <a:pt x="0" y="105918"/>
                  </a:lnTo>
                  <a:lnTo>
                    <a:pt x="8316" y="147145"/>
                  </a:lnTo>
                  <a:lnTo>
                    <a:pt x="31003" y="180813"/>
                  </a:lnTo>
                  <a:lnTo>
                    <a:pt x="64668" y="203512"/>
                  </a:lnTo>
                  <a:lnTo>
                    <a:pt x="105918" y="211836"/>
                  </a:lnTo>
                  <a:lnTo>
                    <a:pt x="1306830" y="211836"/>
                  </a:lnTo>
                  <a:lnTo>
                    <a:pt x="1348079" y="203512"/>
                  </a:lnTo>
                  <a:lnTo>
                    <a:pt x="1381744" y="180813"/>
                  </a:lnTo>
                  <a:lnTo>
                    <a:pt x="1404431" y="147145"/>
                  </a:lnTo>
                  <a:lnTo>
                    <a:pt x="1412748" y="105918"/>
                  </a:lnTo>
                  <a:lnTo>
                    <a:pt x="1404431" y="64690"/>
                  </a:lnTo>
                  <a:lnTo>
                    <a:pt x="1381744" y="31022"/>
                  </a:lnTo>
                  <a:lnTo>
                    <a:pt x="1348079" y="8323"/>
                  </a:lnTo>
                  <a:lnTo>
                    <a:pt x="1306830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116823" y="5940551"/>
              <a:ext cx="840485" cy="125730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560575" y="2525255"/>
            <a:ext cx="1892046" cy="56008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050036" y="3601199"/>
            <a:ext cx="2905506" cy="56008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28700" y="4925555"/>
            <a:ext cx="2952750" cy="52503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54736" y="1923288"/>
            <a:ext cx="1893570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2016" y="6524434"/>
            <a:ext cx="6297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470141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933181" cy="21206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9652" y="6524434"/>
            <a:ext cx="353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2508504" y="3420085"/>
            <a:ext cx="4625340" cy="2792095"/>
            <a:chOff x="2508504" y="3420085"/>
            <a:chExt cx="4625340" cy="279209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1685" y="3420085"/>
              <a:ext cx="4352758" cy="265165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688080" y="4742687"/>
              <a:ext cx="2467610" cy="471170"/>
            </a:xfrm>
            <a:custGeom>
              <a:avLst/>
              <a:gdLst/>
              <a:ahLst/>
              <a:cxnLst/>
              <a:rect l="l" t="t" r="r" b="b"/>
              <a:pathLst>
                <a:path w="2467610" h="471170">
                  <a:moveTo>
                    <a:pt x="2467355" y="0"/>
                  </a:moveTo>
                  <a:lnTo>
                    <a:pt x="0" y="0"/>
                  </a:lnTo>
                  <a:lnTo>
                    <a:pt x="0" y="470916"/>
                  </a:lnTo>
                  <a:lnTo>
                    <a:pt x="2467355" y="470916"/>
                  </a:lnTo>
                  <a:lnTo>
                    <a:pt x="24673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223004" y="4847805"/>
              <a:ext cx="1407414" cy="25835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3688080" y="4279391"/>
              <a:ext cx="2467610" cy="515620"/>
            </a:xfrm>
            <a:custGeom>
              <a:avLst/>
              <a:gdLst/>
              <a:ahLst/>
              <a:cxnLst/>
              <a:rect l="l" t="t" r="r" b="b"/>
              <a:pathLst>
                <a:path w="2467610" h="515620">
                  <a:moveTo>
                    <a:pt x="2467355" y="0"/>
                  </a:moveTo>
                  <a:lnTo>
                    <a:pt x="0" y="0"/>
                  </a:lnTo>
                  <a:lnTo>
                    <a:pt x="0" y="515111"/>
                  </a:lnTo>
                  <a:lnTo>
                    <a:pt x="2467355" y="515111"/>
                  </a:lnTo>
                  <a:lnTo>
                    <a:pt x="246735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206239" y="4396689"/>
              <a:ext cx="1431798" cy="2842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12236" y="4012691"/>
              <a:ext cx="767080" cy="325120"/>
            </a:xfrm>
            <a:custGeom>
              <a:avLst/>
              <a:gdLst/>
              <a:ahLst/>
              <a:cxnLst/>
              <a:rect l="l" t="t" r="r" b="b"/>
              <a:pathLst>
                <a:path w="767079" h="325120">
                  <a:moveTo>
                    <a:pt x="766572" y="0"/>
                  </a:moveTo>
                  <a:lnTo>
                    <a:pt x="0" y="0"/>
                  </a:lnTo>
                  <a:lnTo>
                    <a:pt x="0" y="324611"/>
                  </a:lnTo>
                  <a:lnTo>
                    <a:pt x="766572" y="324611"/>
                  </a:lnTo>
                  <a:lnTo>
                    <a:pt x="766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26536" y="4047705"/>
              <a:ext cx="538746" cy="2675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645664" y="4617719"/>
              <a:ext cx="767080" cy="131445"/>
            </a:xfrm>
            <a:custGeom>
              <a:avLst/>
              <a:gdLst/>
              <a:ahLst/>
              <a:cxnLst/>
              <a:rect l="l" t="t" r="r" b="b"/>
              <a:pathLst>
                <a:path w="767079" h="131445">
                  <a:moveTo>
                    <a:pt x="766572" y="0"/>
                  </a:moveTo>
                  <a:lnTo>
                    <a:pt x="0" y="0"/>
                  </a:lnTo>
                  <a:lnTo>
                    <a:pt x="0" y="131063"/>
                  </a:lnTo>
                  <a:lnTo>
                    <a:pt x="766572" y="131063"/>
                  </a:lnTo>
                  <a:lnTo>
                    <a:pt x="766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8752" y="4639055"/>
              <a:ext cx="110489" cy="9829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508504" y="5489447"/>
              <a:ext cx="1049020" cy="157480"/>
            </a:xfrm>
            <a:custGeom>
              <a:avLst/>
              <a:gdLst/>
              <a:ahLst/>
              <a:cxnLst/>
              <a:rect l="l" t="t" r="r" b="b"/>
              <a:pathLst>
                <a:path w="1049020" h="157479">
                  <a:moveTo>
                    <a:pt x="1048512" y="0"/>
                  </a:moveTo>
                  <a:lnTo>
                    <a:pt x="0" y="0"/>
                  </a:lnTo>
                  <a:lnTo>
                    <a:pt x="0" y="156971"/>
                  </a:lnTo>
                  <a:lnTo>
                    <a:pt x="1048512" y="156971"/>
                  </a:lnTo>
                  <a:lnTo>
                    <a:pt x="10485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662428" y="5521451"/>
              <a:ext cx="744474" cy="10439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81172" y="5875019"/>
              <a:ext cx="1047115" cy="161925"/>
            </a:xfrm>
            <a:custGeom>
              <a:avLst/>
              <a:gdLst/>
              <a:ahLst/>
              <a:cxnLst/>
              <a:rect l="l" t="t" r="r" b="b"/>
              <a:pathLst>
                <a:path w="1047114" h="161925">
                  <a:moveTo>
                    <a:pt x="1046988" y="0"/>
                  </a:moveTo>
                  <a:lnTo>
                    <a:pt x="0" y="0"/>
                  </a:lnTo>
                  <a:lnTo>
                    <a:pt x="0" y="161543"/>
                  </a:lnTo>
                  <a:lnTo>
                    <a:pt x="1046988" y="161543"/>
                  </a:lnTo>
                  <a:lnTo>
                    <a:pt x="10469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84804" y="5913119"/>
              <a:ext cx="835913" cy="10286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59224" y="5868923"/>
              <a:ext cx="818515" cy="342900"/>
            </a:xfrm>
            <a:custGeom>
              <a:avLst/>
              <a:gdLst/>
              <a:ahLst/>
              <a:cxnLst/>
              <a:rect l="l" t="t" r="r" b="b"/>
              <a:pathLst>
                <a:path w="818514" h="342900">
                  <a:moveTo>
                    <a:pt x="818388" y="0"/>
                  </a:moveTo>
                  <a:lnTo>
                    <a:pt x="0" y="0"/>
                  </a:lnTo>
                  <a:lnTo>
                    <a:pt x="0" y="342899"/>
                  </a:lnTo>
                  <a:lnTo>
                    <a:pt x="818388" y="342899"/>
                  </a:lnTo>
                  <a:lnTo>
                    <a:pt x="8183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78096" y="5913119"/>
              <a:ext cx="582942" cy="267500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554980" y="5911595"/>
              <a:ext cx="862965" cy="157480"/>
            </a:xfrm>
            <a:custGeom>
              <a:avLst/>
              <a:gdLst/>
              <a:ahLst/>
              <a:cxnLst/>
              <a:rect l="l" t="t" r="r" b="b"/>
              <a:pathLst>
                <a:path w="862964" h="157479">
                  <a:moveTo>
                    <a:pt x="862584" y="0"/>
                  </a:moveTo>
                  <a:lnTo>
                    <a:pt x="0" y="0"/>
                  </a:lnTo>
                  <a:lnTo>
                    <a:pt x="0" y="156971"/>
                  </a:lnTo>
                  <a:lnTo>
                    <a:pt x="862584" y="156971"/>
                  </a:lnTo>
                  <a:lnTo>
                    <a:pt x="8625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634227" y="5943600"/>
              <a:ext cx="700277" cy="104393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67272" y="5489447"/>
              <a:ext cx="767080" cy="121920"/>
            </a:xfrm>
            <a:custGeom>
              <a:avLst/>
              <a:gdLst/>
              <a:ahLst/>
              <a:cxnLst/>
              <a:rect l="l" t="t" r="r" b="b"/>
              <a:pathLst>
                <a:path w="767079" h="121920">
                  <a:moveTo>
                    <a:pt x="766572" y="0"/>
                  </a:moveTo>
                  <a:lnTo>
                    <a:pt x="0" y="0"/>
                  </a:lnTo>
                  <a:lnTo>
                    <a:pt x="0" y="121919"/>
                  </a:lnTo>
                  <a:lnTo>
                    <a:pt x="766572" y="121919"/>
                  </a:lnTo>
                  <a:lnTo>
                    <a:pt x="766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05956" y="5507735"/>
              <a:ext cx="482346" cy="98297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367272" y="4617719"/>
              <a:ext cx="767080" cy="121920"/>
            </a:xfrm>
            <a:custGeom>
              <a:avLst/>
              <a:gdLst/>
              <a:ahLst/>
              <a:cxnLst/>
              <a:rect l="l" t="t" r="r" b="b"/>
              <a:pathLst>
                <a:path w="767079" h="121920">
                  <a:moveTo>
                    <a:pt x="766572" y="0"/>
                  </a:moveTo>
                  <a:lnTo>
                    <a:pt x="0" y="0"/>
                  </a:lnTo>
                  <a:lnTo>
                    <a:pt x="0" y="121919"/>
                  </a:lnTo>
                  <a:lnTo>
                    <a:pt x="766572" y="121919"/>
                  </a:lnTo>
                  <a:lnTo>
                    <a:pt x="766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73951" y="4631435"/>
              <a:ext cx="557022" cy="10439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695188" y="4061459"/>
              <a:ext cx="767080" cy="121920"/>
            </a:xfrm>
            <a:custGeom>
              <a:avLst/>
              <a:gdLst/>
              <a:ahLst/>
              <a:cxnLst/>
              <a:rect l="l" t="t" r="r" b="b"/>
              <a:pathLst>
                <a:path w="767079" h="121920">
                  <a:moveTo>
                    <a:pt x="766572" y="0"/>
                  </a:moveTo>
                  <a:lnTo>
                    <a:pt x="0" y="0"/>
                  </a:lnTo>
                  <a:lnTo>
                    <a:pt x="0" y="121919"/>
                  </a:lnTo>
                  <a:lnTo>
                    <a:pt x="766572" y="121919"/>
                  </a:lnTo>
                  <a:lnTo>
                    <a:pt x="766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853683" y="4076699"/>
              <a:ext cx="453389" cy="10286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468368" y="4066031"/>
              <a:ext cx="767080" cy="121920"/>
            </a:xfrm>
            <a:custGeom>
              <a:avLst/>
              <a:gdLst/>
              <a:ahLst/>
              <a:cxnLst/>
              <a:rect l="l" t="t" r="r" b="b"/>
              <a:pathLst>
                <a:path w="767079" h="121920">
                  <a:moveTo>
                    <a:pt x="766572" y="0"/>
                  </a:moveTo>
                  <a:lnTo>
                    <a:pt x="0" y="0"/>
                  </a:lnTo>
                  <a:lnTo>
                    <a:pt x="0" y="121920"/>
                  </a:lnTo>
                  <a:lnTo>
                    <a:pt x="766572" y="121920"/>
                  </a:lnTo>
                  <a:lnTo>
                    <a:pt x="7665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32376" y="4081271"/>
              <a:ext cx="633222" cy="10286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37489" y="431419"/>
            <a:ext cx="3539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1.3.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Definition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73963" y="1440154"/>
            <a:ext cx="4112514" cy="30558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10183" y="2427732"/>
            <a:ext cx="8608314" cy="855726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554736" y="1882139"/>
            <a:ext cx="8654034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5394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1.3.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Definition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02239" y="2893765"/>
            <a:ext cx="2430632" cy="18702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9516" y="5087099"/>
            <a:ext cx="8462010" cy="40158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647431"/>
            <a:ext cx="8952738" cy="9547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470141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933181" cy="21206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8002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44563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1.4.</a:t>
            </a:r>
            <a:r>
              <a:rPr dirty="0" spc="-10"/>
              <a:t> Disciplines</a:t>
            </a:r>
            <a:r>
              <a:rPr dirty="0" spc="15"/>
              <a:t> </a:t>
            </a:r>
            <a:r>
              <a:rPr dirty="0" spc="-5"/>
              <a:t>Related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15"/>
              <a:t> </a:t>
            </a:r>
            <a:r>
              <a:rPr dirty="0" spc="-5"/>
              <a:t>Learning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93715" y="2975639"/>
            <a:ext cx="7348855" cy="3320415"/>
            <a:chOff x="1393715" y="2975639"/>
            <a:chExt cx="7348855" cy="332041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10884" y="4291558"/>
              <a:ext cx="2431541" cy="35892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93715" y="2975639"/>
              <a:ext cx="4901139" cy="332030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64335" y="5150611"/>
            <a:ext cx="38544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76200">
              <a:lnSpc>
                <a:spcPct val="100000"/>
              </a:lnSpc>
              <a:spcBef>
                <a:spcPts val="105"/>
              </a:spcBef>
            </a:pPr>
            <a:r>
              <a:rPr dirty="0" sz="1050" spc="-220" b="1">
                <a:solidFill>
                  <a:srgbClr val="252525"/>
                </a:solidFill>
                <a:latin typeface="Tahoma"/>
                <a:cs typeface="Tahoma"/>
              </a:rPr>
              <a:t>Data </a:t>
            </a:r>
            <a:r>
              <a:rPr dirty="0" sz="1050" spc="-21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050" spc="-16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050" spc="-10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22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050" spc="-254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050" spc="-20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02789" y="5019547"/>
            <a:ext cx="54610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95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050" spc="-20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050" spc="-16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050" spc="-21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050" spc="-355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050" spc="-11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185" b="1">
                <a:solidFill>
                  <a:srgbClr val="252525"/>
                </a:solidFill>
                <a:latin typeface="Tahoma"/>
                <a:cs typeface="Tahoma"/>
              </a:rPr>
              <a:t>ni</a:t>
            </a:r>
            <a:r>
              <a:rPr dirty="0" sz="1050" spc="-254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050" spc="-229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2698" y="3776852"/>
            <a:ext cx="46164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50" b="1">
                <a:solidFill>
                  <a:srgbClr val="252525"/>
                </a:solidFill>
                <a:latin typeface="Tahoma"/>
                <a:cs typeface="Tahoma"/>
              </a:rPr>
              <a:t>Statistics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83455" y="3309366"/>
            <a:ext cx="96393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9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050" spc="-4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050" spc="-14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050" spc="-11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050" spc="-9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15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050" spc="-11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22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050" spc="-114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050" spc="-14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050" spc="-30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229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050" spc="-14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050" spc="-20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050" spc="-114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050" spc="-12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210" b="1">
                <a:solidFill>
                  <a:srgbClr val="252525"/>
                </a:solidFill>
                <a:latin typeface="Tahoma"/>
                <a:cs typeface="Tahoma"/>
              </a:rPr>
              <a:t>gence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03267" y="4118864"/>
            <a:ext cx="422909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12065">
              <a:lnSpc>
                <a:spcPct val="100000"/>
              </a:lnSpc>
              <a:spcBef>
                <a:spcPts val="105"/>
              </a:spcBef>
            </a:pPr>
            <a:r>
              <a:rPr dirty="0" sz="1050" spc="-355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1050" spc="-2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050" spc="-13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1050" spc="-254" b="1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dirty="0" sz="1050" spc="-114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050" spc="-254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1050" spc="-135" b="1">
                <a:solidFill>
                  <a:srgbClr val="FFFFFF"/>
                </a:solidFill>
                <a:latin typeface="Tahoma"/>
                <a:cs typeface="Tahoma"/>
              </a:rPr>
              <a:t>e  </a:t>
            </a:r>
            <a:r>
              <a:rPr dirty="0" sz="1050" spc="-245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1050" spc="-18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050" spc="-20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050" spc="-55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050" spc="-245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1050" spc="-13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050" spc="-240" b="1">
                <a:solidFill>
                  <a:srgbClr val="FFFFFF"/>
                </a:solidFill>
                <a:latin typeface="Tahoma"/>
                <a:cs typeface="Tahoma"/>
              </a:rPr>
              <a:t>ng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22926" y="5369814"/>
            <a:ext cx="68707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5715">
              <a:lnSpc>
                <a:spcPct val="100000"/>
              </a:lnSpc>
              <a:spcBef>
                <a:spcPts val="105"/>
              </a:spcBef>
            </a:pPr>
            <a:r>
              <a:rPr dirty="0" sz="1050" spc="-210" b="1">
                <a:solidFill>
                  <a:srgbClr val="252525"/>
                </a:solidFill>
                <a:latin typeface="Tahoma"/>
                <a:cs typeface="Tahoma"/>
              </a:rPr>
              <a:t>Computational </a:t>
            </a:r>
            <a:r>
              <a:rPr dirty="0" sz="1050" spc="-29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050" spc="-28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050" spc="-20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050" spc="-175" b="1">
                <a:solidFill>
                  <a:srgbClr val="252525"/>
                </a:solidFill>
                <a:latin typeface="Tahoma"/>
                <a:cs typeface="Tahoma"/>
              </a:rPr>
              <a:t>ur</a:t>
            </a:r>
            <a:r>
              <a:rPr dirty="0" sz="1050" spc="-190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050" spc="-14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050" spc="-16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050" spc="-10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22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050" spc="-254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050" spc="-20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316348" y="4784217"/>
            <a:ext cx="3606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1120">
              <a:lnSpc>
                <a:spcPct val="100000"/>
              </a:lnSpc>
              <a:spcBef>
                <a:spcPts val="100"/>
              </a:spcBef>
            </a:pPr>
            <a:r>
              <a:rPr dirty="0" sz="900" spc="-204" b="1">
                <a:solidFill>
                  <a:srgbClr val="FFFFFF"/>
                </a:solidFill>
                <a:latin typeface="Tahoma"/>
                <a:cs typeface="Tahoma"/>
              </a:rPr>
              <a:t>Deep </a:t>
            </a:r>
            <a:r>
              <a:rPr dirty="0" sz="900" spc="-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04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900" spc="-150" b="1">
                <a:solidFill>
                  <a:srgbClr val="FFFFFF"/>
                </a:solidFill>
                <a:latin typeface="Tahoma"/>
                <a:cs typeface="Tahoma"/>
              </a:rPr>
              <a:t>ea</a:t>
            </a:r>
            <a:r>
              <a:rPr dirty="0" sz="900" spc="-10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900" spc="-22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900" spc="-22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900" spc="-200" b="1">
                <a:solidFill>
                  <a:srgbClr val="FFFFFF"/>
                </a:solidFill>
                <a:latin typeface="Tahoma"/>
                <a:cs typeface="Tahoma"/>
              </a:rPr>
              <a:t>g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40353" y="3340353"/>
            <a:ext cx="55689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 indent="91440">
              <a:lnSpc>
                <a:spcPct val="100000"/>
              </a:lnSpc>
              <a:spcBef>
                <a:spcPts val="105"/>
              </a:spcBef>
            </a:pPr>
            <a:r>
              <a:rPr dirty="0" sz="1050" spc="-175" b="1">
                <a:solidFill>
                  <a:srgbClr val="252525"/>
                </a:solidFill>
                <a:latin typeface="Tahoma"/>
                <a:cs typeface="Tahoma"/>
              </a:rPr>
              <a:t>Pattern </a:t>
            </a:r>
            <a:r>
              <a:rPr dirty="0" sz="1050" spc="-17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050" spc="-26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050" spc="-20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050" spc="-220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050" spc="-245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050" spc="-24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15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050" spc="-12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229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050" spc="-24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34539" y="5599277"/>
            <a:ext cx="445134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10" b="1">
                <a:solidFill>
                  <a:srgbClr val="252525"/>
                </a:solidFill>
                <a:latin typeface="Tahoma"/>
                <a:cs typeface="Tahoma"/>
              </a:rPr>
              <a:t>Database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173211"/>
            <a:ext cx="8404098" cy="55703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736" y="1872995"/>
            <a:ext cx="2138934" cy="19126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3963" y="1443177"/>
            <a:ext cx="5317998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798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430006" cy="211759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4445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1.4.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Disciplines</a:t>
            </a:r>
            <a:r>
              <a:rPr dirty="0" sz="1800" spc="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Related</a:t>
            </a:r>
            <a:r>
              <a:rPr dirty="0" sz="1800" spc="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844802" cy="18973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83919" y="4724400"/>
            <a:ext cx="8316595" cy="1513840"/>
            <a:chOff x="883919" y="4724400"/>
            <a:chExt cx="8316595" cy="1513840"/>
          </a:xfrm>
        </p:grpSpPr>
        <p:sp>
          <p:nvSpPr>
            <p:cNvPr id="10" name="object 10"/>
            <p:cNvSpPr/>
            <p:nvPr/>
          </p:nvSpPr>
          <p:spPr>
            <a:xfrm>
              <a:off x="883919" y="4724400"/>
              <a:ext cx="8316595" cy="1513840"/>
            </a:xfrm>
            <a:custGeom>
              <a:avLst/>
              <a:gdLst/>
              <a:ahLst/>
              <a:cxnLst/>
              <a:rect l="l" t="t" r="r" b="b"/>
              <a:pathLst>
                <a:path w="8316595" h="1513839">
                  <a:moveTo>
                    <a:pt x="8316468" y="0"/>
                  </a:moveTo>
                  <a:lnTo>
                    <a:pt x="0" y="0"/>
                  </a:lnTo>
                  <a:lnTo>
                    <a:pt x="0" y="1513332"/>
                  </a:lnTo>
                  <a:lnTo>
                    <a:pt x="8316468" y="1513332"/>
                  </a:lnTo>
                  <a:lnTo>
                    <a:pt x="831646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63468" y="4824984"/>
              <a:ext cx="3325367" cy="1309115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859778" y="5452059"/>
            <a:ext cx="5689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45" b="1">
                <a:solidFill>
                  <a:srgbClr val="252525"/>
                </a:solidFill>
                <a:latin typeface="Arial"/>
                <a:cs typeface="Arial"/>
              </a:rPr>
              <a:t>Statistics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74417" y="5389245"/>
            <a:ext cx="111506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130" b="1">
                <a:solidFill>
                  <a:srgbClr val="252525"/>
                </a:solidFill>
                <a:latin typeface="Arial"/>
                <a:cs typeface="Arial"/>
              </a:rPr>
              <a:t>M</a:t>
            </a:r>
            <a:r>
              <a:rPr dirty="0" sz="1300" spc="-210" b="1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dirty="0" sz="1300" spc="-215" b="1">
                <a:solidFill>
                  <a:srgbClr val="252525"/>
                </a:solidFill>
                <a:latin typeface="Arial"/>
                <a:cs typeface="Arial"/>
              </a:rPr>
              <a:t>c</a:t>
            </a:r>
            <a:r>
              <a:rPr dirty="0" sz="1300" spc="-145" b="1">
                <a:solidFill>
                  <a:srgbClr val="252525"/>
                </a:solidFill>
                <a:latin typeface="Arial"/>
                <a:cs typeface="Arial"/>
              </a:rPr>
              <a:t>hin</a:t>
            </a:r>
            <a:r>
              <a:rPr dirty="0" sz="1300" spc="-155" b="1">
                <a:solidFill>
                  <a:srgbClr val="252525"/>
                </a:solidFill>
                <a:latin typeface="Arial"/>
                <a:cs typeface="Arial"/>
              </a:rPr>
              <a:t>e</a:t>
            </a:r>
            <a:r>
              <a:rPr dirty="0" sz="1300" spc="-40" b="1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dirty="0" sz="1300" spc="-335" b="1">
                <a:solidFill>
                  <a:srgbClr val="252525"/>
                </a:solidFill>
                <a:latin typeface="Arial"/>
                <a:cs typeface="Arial"/>
              </a:rPr>
              <a:t>L</a:t>
            </a:r>
            <a:r>
              <a:rPr dirty="0" sz="1300" spc="-135" b="1">
                <a:solidFill>
                  <a:srgbClr val="252525"/>
                </a:solidFill>
                <a:latin typeface="Arial"/>
                <a:cs typeface="Arial"/>
              </a:rPr>
              <a:t>earning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350758" cy="195453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4445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1.4.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Disciplines</a:t>
            </a:r>
            <a:r>
              <a:rPr dirty="0" sz="1800" spc="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Related</a:t>
            </a:r>
            <a:r>
              <a:rPr dirty="0" sz="1800" spc="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956054" cy="18973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47344" y="4509515"/>
            <a:ext cx="3896867" cy="162305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924044" y="4399811"/>
            <a:ext cx="4223000" cy="17647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2704" y="6524434"/>
            <a:ext cx="5838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4222" y="4045377"/>
            <a:ext cx="1636805" cy="169282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44456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1.4.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Disciplines</a:t>
            </a:r>
            <a:r>
              <a:rPr dirty="0" sz="1800" spc="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Related</a:t>
            </a:r>
            <a:r>
              <a:rPr dirty="0" sz="1800" spc="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to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1805939"/>
            <a:ext cx="6483858" cy="195910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449324"/>
            <a:ext cx="2041398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470141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933181" cy="21160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1907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7720" y="2133600"/>
            <a:ext cx="8787765" cy="4177665"/>
            <a:chOff x="557720" y="2133600"/>
            <a:chExt cx="8787765" cy="4177665"/>
          </a:xfrm>
        </p:grpSpPr>
        <p:sp>
          <p:nvSpPr>
            <p:cNvPr id="8" name="object 8"/>
            <p:cNvSpPr/>
            <p:nvPr/>
          </p:nvSpPr>
          <p:spPr>
            <a:xfrm>
              <a:off x="559308" y="2296668"/>
              <a:ext cx="8784590" cy="4013200"/>
            </a:xfrm>
            <a:custGeom>
              <a:avLst/>
              <a:gdLst/>
              <a:ahLst/>
              <a:cxnLst/>
              <a:rect l="l" t="t" r="r" b="b"/>
              <a:pathLst>
                <a:path w="8784590" h="4013200">
                  <a:moveTo>
                    <a:pt x="0" y="4012691"/>
                  </a:moveTo>
                  <a:lnTo>
                    <a:pt x="8784336" y="4012691"/>
                  </a:lnTo>
                  <a:lnTo>
                    <a:pt x="8784336" y="0"/>
                  </a:lnTo>
                  <a:lnTo>
                    <a:pt x="0" y="0"/>
                  </a:lnTo>
                  <a:lnTo>
                    <a:pt x="0" y="4012691"/>
                  </a:lnTo>
                  <a:close/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438143" y="2133600"/>
              <a:ext cx="3025140" cy="368935"/>
            </a:xfrm>
            <a:custGeom>
              <a:avLst/>
              <a:gdLst/>
              <a:ahLst/>
              <a:cxnLst/>
              <a:rect l="l" t="t" r="r" b="b"/>
              <a:pathLst>
                <a:path w="3025140" h="368935">
                  <a:moveTo>
                    <a:pt x="3025140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3025140" y="368808"/>
                  </a:lnTo>
                  <a:lnTo>
                    <a:pt x="30251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3871340" y="2165096"/>
            <a:ext cx="21564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50" b="1">
                <a:solidFill>
                  <a:srgbClr val="13299F"/>
                </a:solidFill>
                <a:latin typeface="Tahoma"/>
                <a:cs typeface="Tahoma"/>
              </a:rPr>
              <a:t>Ma</a:t>
            </a:r>
            <a:r>
              <a:rPr dirty="0" sz="1800" spc="-325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800" spc="-415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r>
              <a:rPr dirty="0" sz="1800" spc="-21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800" spc="-41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800" spc="-35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800" spc="-15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800" spc="-315" b="1">
                <a:solidFill>
                  <a:srgbClr val="13299F"/>
                </a:solidFill>
                <a:latin typeface="Tahoma"/>
                <a:cs typeface="Tahoma"/>
              </a:rPr>
              <a:t>Lear</a:t>
            </a:r>
            <a:r>
              <a:rPr dirty="0" sz="1800" spc="-360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800" spc="-21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800" spc="-41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800" spc="-400" b="1">
                <a:solidFill>
                  <a:srgbClr val="13299F"/>
                </a:solidFill>
                <a:latin typeface="Tahoma"/>
                <a:cs typeface="Tahoma"/>
              </a:rPr>
              <a:t>g</a:t>
            </a:r>
            <a:r>
              <a:rPr dirty="0" sz="1800" spc="-15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800" spc="-700" b="1">
                <a:solidFill>
                  <a:srgbClr val="13299F"/>
                </a:solidFill>
                <a:latin typeface="Tahoma"/>
                <a:cs typeface="Tahoma"/>
              </a:rPr>
              <a:t>W</a:t>
            </a:r>
            <a:r>
              <a:rPr dirty="0" sz="1800" spc="-400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800" spc="-270" b="1">
                <a:solidFill>
                  <a:srgbClr val="13299F"/>
                </a:solidFill>
                <a:latin typeface="Tahoma"/>
                <a:cs typeface="Tahoma"/>
              </a:rPr>
              <a:t>rk</a:t>
            </a:r>
            <a:r>
              <a:rPr dirty="0" sz="1800" spc="-195" b="1">
                <a:solidFill>
                  <a:srgbClr val="13299F"/>
                </a:solidFill>
                <a:latin typeface="Tahoma"/>
                <a:cs typeface="Tahoma"/>
              </a:rPr>
              <a:t>f</a:t>
            </a:r>
            <a:r>
              <a:rPr dirty="0" sz="1800" spc="-215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800" spc="-400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800" spc="-625" b="1">
                <a:solidFill>
                  <a:srgbClr val="13299F"/>
                </a:solidFill>
                <a:latin typeface="Tahoma"/>
                <a:cs typeface="Tahoma"/>
              </a:rPr>
              <a:t>w</a:t>
            </a:r>
            <a:endParaRPr sz="18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30096" y="2694432"/>
            <a:ext cx="7680959" cy="3538854"/>
            <a:chOff x="1530096" y="2694432"/>
            <a:chExt cx="7680959" cy="3538854"/>
          </a:xfrm>
        </p:grpSpPr>
        <p:sp>
          <p:nvSpPr>
            <p:cNvPr id="12" name="object 12"/>
            <p:cNvSpPr/>
            <p:nvPr/>
          </p:nvSpPr>
          <p:spPr>
            <a:xfrm>
              <a:off x="8014716" y="6021323"/>
              <a:ext cx="1196340" cy="212090"/>
            </a:xfrm>
            <a:custGeom>
              <a:avLst/>
              <a:gdLst/>
              <a:ahLst/>
              <a:cxnLst/>
              <a:rect l="l" t="t" r="r" b="b"/>
              <a:pathLst>
                <a:path w="1196340" h="212089">
                  <a:moveTo>
                    <a:pt x="1090422" y="0"/>
                  </a:moveTo>
                  <a:lnTo>
                    <a:pt x="105917" y="0"/>
                  </a:lnTo>
                  <a:lnTo>
                    <a:pt x="64668" y="8323"/>
                  </a:lnTo>
                  <a:lnTo>
                    <a:pt x="31003" y="31022"/>
                  </a:lnTo>
                  <a:lnTo>
                    <a:pt x="8316" y="64690"/>
                  </a:lnTo>
                  <a:lnTo>
                    <a:pt x="0" y="105917"/>
                  </a:lnTo>
                  <a:lnTo>
                    <a:pt x="8316" y="147145"/>
                  </a:lnTo>
                  <a:lnTo>
                    <a:pt x="31003" y="180813"/>
                  </a:lnTo>
                  <a:lnTo>
                    <a:pt x="64668" y="203512"/>
                  </a:lnTo>
                  <a:lnTo>
                    <a:pt x="105917" y="211835"/>
                  </a:lnTo>
                  <a:lnTo>
                    <a:pt x="1090422" y="211835"/>
                  </a:lnTo>
                  <a:lnTo>
                    <a:pt x="1131671" y="203512"/>
                  </a:lnTo>
                  <a:lnTo>
                    <a:pt x="1165336" y="180813"/>
                  </a:lnTo>
                  <a:lnTo>
                    <a:pt x="1188023" y="147145"/>
                  </a:lnTo>
                  <a:lnTo>
                    <a:pt x="1196339" y="105917"/>
                  </a:lnTo>
                  <a:lnTo>
                    <a:pt x="1188023" y="64690"/>
                  </a:lnTo>
                  <a:lnTo>
                    <a:pt x="1165336" y="31022"/>
                  </a:lnTo>
                  <a:lnTo>
                    <a:pt x="1131671" y="8323"/>
                  </a:lnTo>
                  <a:lnTo>
                    <a:pt x="109042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77427" y="6077711"/>
              <a:ext cx="470153" cy="10287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771893" y="3448050"/>
              <a:ext cx="1384300" cy="1384300"/>
            </a:xfrm>
            <a:custGeom>
              <a:avLst/>
              <a:gdLst/>
              <a:ahLst/>
              <a:cxnLst/>
              <a:rect l="l" t="t" r="r" b="b"/>
              <a:pathLst>
                <a:path w="1384300" h="1384300">
                  <a:moveTo>
                    <a:pt x="0" y="1383792"/>
                  </a:moveTo>
                  <a:lnTo>
                    <a:pt x="1383792" y="1383792"/>
                  </a:lnTo>
                  <a:lnTo>
                    <a:pt x="1383792" y="0"/>
                  </a:lnTo>
                  <a:lnTo>
                    <a:pt x="0" y="0"/>
                  </a:lnTo>
                  <a:lnTo>
                    <a:pt x="0" y="1383792"/>
                  </a:lnTo>
                  <a:close/>
                </a:path>
              </a:pathLst>
            </a:custGeom>
            <a:ln w="1981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87737" y="3598164"/>
              <a:ext cx="981060" cy="10607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002780" y="3671315"/>
              <a:ext cx="944880" cy="939165"/>
            </a:xfrm>
            <a:custGeom>
              <a:avLst/>
              <a:gdLst/>
              <a:ahLst/>
              <a:cxnLst/>
              <a:rect l="l" t="t" r="r" b="b"/>
              <a:pathLst>
                <a:path w="944879" h="939164">
                  <a:moveTo>
                    <a:pt x="62484" y="31242"/>
                  </a:moveTo>
                  <a:lnTo>
                    <a:pt x="60020" y="19075"/>
                  </a:lnTo>
                  <a:lnTo>
                    <a:pt x="53340" y="9144"/>
                  </a:lnTo>
                  <a:lnTo>
                    <a:pt x="43408" y="2463"/>
                  </a:lnTo>
                  <a:lnTo>
                    <a:pt x="31242" y="0"/>
                  </a:lnTo>
                  <a:lnTo>
                    <a:pt x="19062" y="2463"/>
                  </a:lnTo>
                  <a:lnTo>
                    <a:pt x="9144" y="9144"/>
                  </a:lnTo>
                  <a:lnTo>
                    <a:pt x="2451" y="19075"/>
                  </a:lnTo>
                  <a:lnTo>
                    <a:pt x="0" y="31242"/>
                  </a:lnTo>
                  <a:lnTo>
                    <a:pt x="2451" y="43421"/>
                  </a:lnTo>
                  <a:lnTo>
                    <a:pt x="9144" y="53340"/>
                  </a:lnTo>
                  <a:lnTo>
                    <a:pt x="19062" y="60032"/>
                  </a:lnTo>
                  <a:lnTo>
                    <a:pt x="31242" y="62484"/>
                  </a:lnTo>
                  <a:lnTo>
                    <a:pt x="43408" y="60032"/>
                  </a:lnTo>
                  <a:lnTo>
                    <a:pt x="53340" y="53340"/>
                  </a:lnTo>
                  <a:lnTo>
                    <a:pt x="60020" y="43421"/>
                  </a:lnTo>
                  <a:lnTo>
                    <a:pt x="62484" y="31242"/>
                  </a:lnTo>
                  <a:close/>
                </a:path>
                <a:path w="944879" h="939164">
                  <a:moveTo>
                    <a:pt x="202692" y="439674"/>
                  </a:moveTo>
                  <a:lnTo>
                    <a:pt x="200228" y="427507"/>
                  </a:lnTo>
                  <a:lnTo>
                    <a:pt x="193548" y="417576"/>
                  </a:lnTo>
                  <a:lnTo>
                    <a:pt x="183616" y="410895"/>
                  </a:lnTo>
                  <a:lnTo>
                    <a:pt x="171450" y="408432"/>
                  </a:lnTo>
                  <a:lnTo>
                    <a:pt x="159270" y="410895"/>
                  </a:lnTo>
                  <a:lnTo>
                    <a:pt x="149352" y="417576"/>
                  </a:lnTo>
                  <a:lnTo>
                    <a:pt x="142659" y="427507"/>
                  </a:lnTo>
                  <a:lnTo>
                    <a:pt x="140208" y="439674"/>
                  </a:lnTo>
                  <a:lnTo>
                    <a:pt x="142659" y="451853"/>
                  </a:lnTo>
                  <a:lnTo>
                    <a:pt x="149352" y="461772"/>
                  </a:lnTo>
                  <a:lnTo>
                    <a:pt x="159270" y="468464"/>
                  </a:lnTo>
                  <a:lnTo>
                    <a:pt x="171450" y="470916"/>
                  </a:lnTo>
                  <a:lnTo>
                    <a:pt x="183616" y="468464"/>
                  </a:lnTo>
                  <a:lnTo>
                    <a:pt x="193548" y="461772"/>
                  </a:lnTo>
                  <a:lnTo>
                    <a:pt x="200228" y="451853"/>
                  </a:lnTo>
                  <a:lnTo>
                    <a:pt x="202692" y="439674"/>
                  </a:lnTo>
                  <a:close/>
                </a:path>
                <a:path w="944879" h="939164">
                  <a:moveTo>
                    <a:pt x="234696" y="176022"/>
                  </a:moveTo>
                  <a:lnTo>
                    <a:pt x="232232" y="163855"/>
                  </a:lnTo>
                  <a:lnTo>
                    <a:pt x="225552" y="153936"/>
                  </a:lnTo>
                  <a:lnTo>
                    <a:pt x="215620" y="147243"/>
                  </a:lnTo>
                  <a:lnTo>
                    <a:pt x="203454" y="144780"/>
                  </a:lnTo>
                  <a:lnTo>
                    <a:pt x="191274" y="147243"/>
                  </a:lnTo>
                  <a:lnTo>
                    <a:pt x="181356" y="153924"/>
                  </a:lnTo>
                  <a:lnTo>
                    <a:pt x="174663" y="163855"/>
                  </a:lnTo>
                  <a:lnTo>
                    <a:pt x="172212" y="176022"/>
                  </a:lnTo>
                  <a:lnTo>
                    <a:pt x="174663" y="188201"/>
                  </a:lnTo>
                  <a:lnTo>
                    <a:pt x="181356" y="198120"/>
                  </a:lnTo>
                  <a:lnTo>
                    <a:pt x="191274" y="204812"/>
                  </a:lnTo>
                  <a:lnTo>
                    <a:pt x="203454" y="207264"/>
                  </a:lnTo>
                  <a:lnTo>
                    <a:pt x="215620" y="204812"/>
                  </a:lnTo>
                  <a:lnTo>
                    <a:pt x="225552" y="198120"/>
                  </a:lnTo>
                  <a:lnTo>
                    <a:pt x="232232" y="188201"/>
                  </a:lnTo>
                  <a:lnTo>
                    <a:pt x="234696" y="176022"/>
                  </a:lnTo>
                  <a:close/>
                </a:path>
                <a:path w="944879" h="939164">
                  <a:moveTo>
                    <a:pt x="265176" y="837438"/>
                  </a:moveTo>
                  <a:lnTo>
                    <a:pt x="262712" y="825271"/>
                  </a:lnTo>
                  <a:lnTo>
                    <a:pt x="256032" y="815340"/>
                  </a:lnTo>
                  <a:lnTo>
                    <a:pt x="246100" y="808659"/>
                  </a:lnTo>
                  <a:lnTo>
                    <a:pt x="233934" y="806196"/>
                  </a:lnTo>
                  <a:lnTo>
                    <a:pt x="221754" y="808659"/>
                  </a:lnTo>
                  <a:lnTo>
                    <a:pt x="211836" y="815340"/>
                  </a:lnTo>
                  <a:lnTo>
                    <a:pt x="205143" y="825271"/>
                  </a:lnTo>
                  <a:lnTo>
                    <a:pt x="202692" y="837438"/>
                  </a:lnTo>
                  <a:lnTo>
                    <a:pt x="205143" y="849617"/>
                  </a:lnTo>
                  <a:lnTo>
                    <a:pt x="211836" y="859536"/>
                  </a:lnTo>
                  <a:lnTo>
                    <a:pt x="221754" y="866228"/>
                  </a:lnTo>
                  <a:lnTo>
                    <a:pt x="233934" y="868680"/>
                  </a:lnTo>
                  <a:lnTo>
                    <a:pt x="246100" y="866228"/>
                  </a:lnTo>
                  <a:lnTo>
                    <a:pt x="256032" y="859536"/>
                  </a:lnTo>
                  <a:lnTo>
                    <a:pt x="262712" y="849617"/>
                  </a:lnTo>
                  <a:lnTo>
                    <a:pt x="265176" y="837438"/>
                  </a:lnTo>
                  <a:close/>
                </a:path>
                <a:path w="944879" h="939164">
                  <a:moveTo>
                    <a:pt x="409956" y="408432"/>
                  </a:moveTo>
                  <a:lnTo>
                    <a:pt x="407492" y="395986"/>
                  </a:lnTo>
                  <a:lnTo>
                    <a:pt x="400812" y="385813"/>
                  </a:lnTo>
                  <a:lnTo>
                    <a:pt x="390880" y="378955"/>
                  </a:lnTo>
                  <a:lnTo>
                    <a:pt x="378714" y="376428"/>
                  </a:lnTo>
                  <a:lnTo>
                    <a:pt x="366534" y="378955"/>
                  </a:lnTo>
                  <a:lnTo>
                    <a:pt x="356616" y="385813"/>
                  </a:lnTo>
                  <a:lnTo>
                    <a:pt x="349923" y="395986"/>
                  </a:lnTo>
                  <a:lnTo>
                    <a:pt x="347472" y="408432"/>
                  </a:lnTo>
                  <a:lnTo>
                    <a:pt x="349923" y="420890"/>
                  </a:lnTo>
                  <a:lnTo>
                    <a:pt x="356616" y="431063"/>
                  </a:lnTo>
                  <a:lnTo>
                    <a:pt x="366534" y="437921"/>
                  </a:lnTo>
                  <a:lnTo>
                    <a:pt x="378714" y="440436"/>
                  </a:lnTo>
                  <a:lnTo>
                    <a:pt x="390880" y="437921"/>
                  </a:lnTo>
                  <a:lnTo>
                    <a:pt x="400799" y="431063"/>
                  </a:lnTo>
                  <a:lnTo>
                    <a:pt x="407492" y="420890"/>
                  </a:lnTo>
                  <a:lnTo>
                    <a:pt x="409956" y="408432"/>
                  </a:lnTo>
                  <a:close/>
                </a:path>
                <a:path w="944879" h="939164">
                  <a:moveTo>
                    <a:pt x="496824" y="899922"/>
                  </a:moveTo>
                  <a:lnTo>
                    <a:pt x="494296" y="887755"/>
                  </a:lnTo>
                  <a:lnTo>
                    <a:pt x="487438" y="877836"/>
                  </a:lnTo>
                  <a:lnTo>
                    <a:pt x="477266" y="871143"/>
                  </a:lnTo>
                  <a:lnTo>
                    <a:pt x="464820" y="868680"/>
                  </a:lnTo>
                  <a:lnTo>
                    <a:pt x="452361" y="871143"/>
                  </a:lnTo>
                  <a:lnTo>
                    <a:pt x="442188" y="877824"/>
                  </a:lnTo>
                  <a:lnTo>
                    <a:pt x="435330" y="887755"/>
                  </a:lnTo>
                  <a:lnTo>
                    <a:pt x="432816" y="899922"/>
                  </a:lnTo>
                  <a:lnTo>
                    <a:pt x="435330" y="912101"/>
                  </a:lnTo>
                  <a:lnTo>
                    <a:pt x="442188" y="922020"/>
                  </a:lnTo>
                  <a:lnTo>
                    <a:pt x="452361" y="928712"/>
                  </a:lnTo>
                  <a:lnTo>
                    <a:pt x="464820" y="931164"/>
                  </a:lnTo>
                  <a:lnTo>
                    <a:pt x="477266" y="928712"/>
                  </a:lnTo>
                  <a:lnTo>
                    <a:pt x="487438" y="922020"/>
                  </a:lnTo>
                  <a:lnTo>
                    <a:pt x="494296" y="912101"/>
                  </a:lnTo>
                  <a:lnTo>
                    <a:pt x="496824" y="899922"/>
                  </a:lnTo>
                  <a:close/>
                </a:path>
                <a:path w="944879" h="939164">
                  <a:moveTo>
                    <a:pt x="542544" y="176022"/>
                  </a:moveTo>
                  <a:lnTo>
                    <a:pt x="540080" y="163855"/>
                  </a:lnTo>
                  <a:lnTo>
                    <a:pt x="533400" y="153936"/>
                  </a:lnTo>
                  <a:lnTo>
                    <a:pt x="523468" y="147243"/>
                  </a:lnTo>
                  <a:lnTo>
                    <a:pt x="511302" y="144780"/>
                  </a:lnTo>
                  <a:lnTo>
                    <a:pt x="499122" y="147243"/>
                  </a:lnTo>
                  <a:lnTo>
                    <a:pt x="489204" y="153924"/>
                  </a:lnTo>
                  <a:lnTo>
                    <a:pt x="482511" y="163855"/>
                  </a:lnTo>
                  <a:lnTo>
                    <a:pt x="480060" y="176022"/>
                  </a:lnTo>
                  <a:lnTo>
                    <a:pt x="482511" y="188201"/>
                  </a:lnTo>
                  <a:lnTo>
                    <a:pt x="489204" y="198120"/>
                  </a:lnTo>
                  <a:lnTo>
                    <a:pt x="499122" y="204812"/>
                  </a:lnTo>
                  <a:lnTo>
                    <a:pt x="511302" y="207264"/>
                  </a:lnTo>
                  <a:lnTo>
                    <a:pt x="523468" y="204812"/>
                  </a:lnTo>
                  <a:lnTo>
                    <a:pt x="533400" y="198120"/>
                  </a:lnTo>
                  <a:lnTo>
                    <a:pt x="540080" y="188201"/>
                  </a:lnTo>
                  <a:lnTo>
                    <a:pt x="542544" y="176022"/>
                  </a:lnTo>
                  <a:close/>
                </a:path>
                <a:path w="944879" h="939164">
                  <a:moveTo>
                    <a:pt x="598932" y="377952"/>
                  </a:moveTo>
                  <a:lnTo>
                    <a:pt x="596468" y="365506"/>
                  </a:lnTo>
                  <a:lnTo>
                    <a:pt x="589788" y="355333"/>
                  </a:lnTo>
                  <a:lnTo>
                    <a:pt x="579856" y="348475"/>
                  </a:lnTo>
                  <a:lnTo>
                    <a:pt x="567690" y="345948"/>
                  </a:lnTo>
                  <a:lnTo>
                    <a:pt x="555510" y="348475"/>
                  </a:lnTo>
                  <a:lnTo>
                    <a:pt x="545592" y="355333"/>
                  </a:lnTo>
                  <a:lnTo>
                    <a:pt x="538899" y="365506"/>
                  </a:lnTo>
                  <a:lnTo>
                    <a:pt x="536448" y="377952"/>
                  </a:lnTo>
                  <a:lnTo>
                    <a:pt x="538899" y="390410"/>
                  </a:lnTo>
                  <a:lnTo>
                    <a:pt x="545592" y="400583"/>
                  </a:lnTo>
                  <a:lnTo>
                    <a:pt x="555510" y="407441"/>
                  </a:lnTo>
                  <a:lnTo>
                    <a:pt x="567690" y="409956"/>
                  </a:lnTo>
                  <a:lnTo>
                    <a:pt x="579856" y="407441"/>
                  </a:lnTo>
                  <a:lnTo>
                    <a:pt x="589775" y="400583"/>
                  </a:lnTo>
                  <a:lnTo>
                    <a:pt x="596468" y="390410"/>
                  </a:lnTo>
                  <a:lnTo>
                    <a:pt x="598932" y="377952"/>
                  </a:lnTo>
                  <a:close/>
                </a:path>
                <a:path w="944879" h="939164">
                  <a:moveTo>
                    <a:pt x="664464" y="907542"/>
                  </a:moveTo>
                  <a:lnTo>
                    <a:pt x="661936" y="895375"/>
                  </a:lnTo>
                  <a:lnTo>
                    <a:pt x="655078" y="885444"/>
                  </a:lnTo>
                  <a:lnTo>
                    <a:pt x="644906" y="878763"/>
                  </a:lnTo>
                  <a:lnTo>
                    <a:pt x="632460" y="876300"/>
                  </a:lnTo>
                  <a:lnTo>
                    <a:pt x="620001" y="878763"/>
                  </a:lnTo>
                  <a:lnTo>
                    <a:pt x="609828" y="885444"/>
                  </a:lnTo>
                  <a:lnTo>
                    <a:pt x="602970" y="895375"/>
                  </a:lnTo>
                  <a:lnTo>
                    <a:pt x="600456" y="907542"/>
                  </a:lnTo>
                  <a:lnTo>
                    <a:pt x="602970" y="919721"/>
                  </a:lnTo>
                  <a:lnTo>
                    <a:pt x="609828" y="929640"/>
                  </a:lnTo>
                  <a:lnTo>
                    <a:pt x="620001" y="936332"/>
                  </a:lnTo>
                  <a:lnTo>
                    <a:pt x="632460" y="938784"/>
                  </a:lnTo>
                  <a:lnTo>
                    <a:pt x="644906" y="936332"/>
                  </a:lnTo>
                  <a:lnTo>
                    <a:pt x="655078" y="929640"/>
                  </a:lnTo>
                  <a:lnTo>
                    <a:pt x="661936" y="919721"/>
                  </a:lnTo>
                  <a:lnTo>
                    <a:pt x="664464" y="907542"/>
                  </a:lnTo>
                  <a:close/>
                </a:path>
                <a:path w="944879" h="939164">
                  <a:moveTo>
                    <a:pt x="664464" y="43434"/>
                  </a:moveTo>
                  <a:lnTo>
                    <a:pt x="661936" y="31267"/>
                  </a:lnTo>
                  <a:lnTo>
                    <a:pt x="655078" y="21336"/>
                  </a:lnTo>
                  <a:lnTo>
                    <a:pt x="644906" y="14655"/>
                  </a:lnTo>
                  <a:lnTo>
                    <a:pt x="632460" y="12192"/>
                  </a:lnTo>
                  <a:lnTo>
                    <a:pt x="620001" y="14655"/>
                  </a:lnTo>
                  <a:lnTo>
                    <a:pt x="609828" y="21336"/>
                  </a:lnTo>
                  <a:lnTo>
                    <a:pt x="602970" y="31267"/>
                  </a:lnTo>
                  <a:lnTo>
                    <a:pt x="600456" y="43434"/>
                  </a:lnTo>
                  <a:lnTo>
                    <a:pt x="602970" y="55613"/>
                  </a:lnTo>
                  <a:lnTo>
                    <a:pt x="609828" y="65532"/>
                  </a:lnTo>
                  <a:lnTo>
                    <a:pt x="620001" y="72224"/>
                  </a:lnTo>
                  <a:lnTo>
                    <a:pt x="632460" y="74676"/>
                  </a:lnTo>
                  <a:lnTo>
                    <a:pt x="644906" y="72224"/>
                  </a:lnTo>
                  <a:lnTo>
                    <a:pt x="655078" y="65532"/>
                  </a:lnTo>
                  <a:lnTo>
                    <a:pt x="661936" y="55613"/>
                  </a:lnTo>
                  <a:lnTo>
                    <a:pt x="664464" y="43434"/>
                  </a:lnTo>
                  <a:close/>
                </a:path>
                <a:path w="944879" h="939164">
                  <a:moveTo>
                    <a:pt x="944880" y="547878"/>
                  </a:moveTo>
                  <a:lnTo>
                    <a:pt x="942352" y="535711"/>
                  </a:lnTo>
                  <a:lnTo>
                    <a:pt x="935494" y="525792"/>
                  </a:lnTo>
                  <a:lnTo>
                    <a:pt x="925322" y="519099"/>
                  </a:lnTo>
                  <a:lnTo>
                    <a:pt x="912876" y="516636"/>
                  </a:lnTo>
                  <a:lnTo>
                    <a:pt x="900417" y="519099"/>
                  </a:lnTo>
                  <a:lnTo>
                    <a:pt x="890244" y="525780"/>
                  </a:lnTo>
                  <a:lnTo>
                    <a:pt x="883386" y="535711"/>
                  </a:lnTo>
                  <a:lnTo>
                    <a:pt x="880872" y="547878"/>
                  </a:lnTo>
                  <a:lnTo>
                    <a:pt x="883386" y="560057"/>
                  </a:lnTo>
                  <a:lnTo>
                    <a:pt x="890244" y="569976"/>
                  </a:lnTo>
                  <a:lnTo>
                    <a:pt x="900417" y="576668"/>
                  </a:lnTo>
                  <a:lnTo>
                    <a:pt x="912876" y="579120"/>
                  </a:lnTo>
                  <a:lnTo>
                    <a:pt x="925322" y="576668"/>
                  </a:lnTo>
                  <a:lnTo>
                    <a:pt x="935494" y="569976"/>
                  </a:lnTo>
                  <a:lnTo>
                    <a:pt x="942352" y="560057"/>
                  </a:lnTo>
                  <a:lnTo>
                    <a:pt x="944880" y="547878"/>
                  </a:lnTo>
                  <a:close/>
                </a:path>
              </a:pathLst>
            </a:custGeom>
            <a:solidFill>
              <a:srgbClr val="0077C7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904744" y="2886456"/>
              <a:ext cx="830580" cy="824865"/>
            </a:xfrm>
            <a:custGeom>
              <a:avLst/>
              <a:gdLst/>
              <a:ahLst/>
              <a:cxnLst/>
              <a:rect l="l" t="t" r="r" b="b"/>
              <a:pathLst>
                <a:path w="830579" h="824864">
                  <a:moveTo>
                    <a:pt x="126492" y="705612"/>
                  </a:moveTo>
                  <a:lnTo>
                    <a:pt x="830580" y="705612"/>
                  </a:lnTo>
                  <a:lnTo>
                    <a:pt x="830580" y="0"/>
                  </a:lnTo>
                  <a:lnTo>
                    <a:pt x="126492" y="0"/>
                  </a:lnTo>
                  <a:lnTo>
                    <a:pt x="126492" y="705612"/>
                  </a:lnTo>
                  <a:close/>
                </a:path>
                <a:path w="830579" h="824864">
                  <a:moveTo>
                    <a:pt x="62483" y="765048"/>
                  </a:moveTo>
                  <a:lnTo>
                    <a:pt x="768095" y="765048"/>
                  </a:lnTo>
                  <a:lnTo>
                    <a:pt x="768095" y="59436"/>
                  </a:lnTo>
                  <a:lnTo>
                    <a:pt x="62483" y="59436"/>
                  </a:lnTo>
                  <a:lnTo>
                    <a:pt x="62483" y="765048"/>
                  </a:lnTo>
                  <a:close/>
                </a:path>
                <a:path w="830579" h="824864">
                  <a:moveTo>
                    <a:pt x="0" y="824484"/>
                  </a:moveTo>
                  <a:lnTo>
                    <a:pt x="704087" y="824484"/>
                  </a:lnTo>
                  <a:lnTo>
                    <a:pt x="704087" y="118872"/>
                  </a:lnTo>
                  <a:lnTo>
                    <a:pt x="0" y="118872"/>
                  </a:lnTo>
                  <a:lnTo>
                    <a:pt x="0" y="824484"/>
                  </a:lnTo>
                  <a:close/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99232" y="3104388"/>
              <a:ext cx="513588" cy="513588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904744" y="4660392"/>
              <a:ext cx="830580" cy="822960"/>
            </a:xfrm>
            <a:custGeom>
              <a:avLst/>
              <a:gdLst/>
              <a:ahLst/>
              <a:cxnLst/>
              <a:rect l="l" t="t" r="r" b="b"/>
              <a:pathLst>
                <a:path w="830579" h="822960">
                  <a:moveTo>
                    <a:pt x="126492" y="705612"/>
                  </a:moveTo>
                  <a:lnTo>
                    <a:pt x="830580" y="705612"/>
                  </a:lnTo>
                  <a:lnTo>
                    <a:pt x="830580" y="0"/>
                  </a:lnTo>
                  <a:lnTo>
                    <a:pt x="126492" y="0"/>
                  </a:lnTo>
                  <a:lnTo>
                    <a:pt x="126492" y="705612"/>
                  </a:lnTo>
                  <a:close/>
                </a:path>
                <a:path w="830579" h="822960">
                  <a:moveTo>
                    <a:pt x="62483" y="765048"/>
                  </a:moveTo>
                  <a:lnTo>
                    <a:pt x="768095" y="765048"/>
                  </a:lnTo>
                  <a:lnTo>
                    <a:pt x="768095" y="59436"/>
                  </a:lnTo>
                  <a:lnTo>
                    <a:pt x="62483" y="59436"/>
                  </a:lnTo>
                  <a:lnTo>
                    <a:pt x="62483" y="765048"/>
                  </a:lnTo>
                  <a:close/>
                </a:path>
                <a:path w="830579" h="822960">
                  <a:moveTo>
                    <a:pt x="0" y="822960"/>
                  </a:moveTo>
                  <a:lnTo>
                    <a:pt x="704087" y="822960"/>
                  </a:lnTo>
                  <a:lnTo>
                    <a:pt x="704087" y="118872"/>
                  </a:lnTo>
                  <a:lnTo>
                    <a:pt x="0" y="118872"/>
                  </a:lnTo>
                  <a:lnTo>
                    <a:pt x="0" y="822960"/>
                  </a:lnTo>
                  <a:close/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00756" y="4850892"/>
              <a:ext cx="560832" cy="560832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75432" y="4924044"/>
              <a:ext cx="241300" cy="379730"/>
            </a:xfrm>
            <a:custGeom>
              <a:avLst/>
              <a:gdLst/>
              <a:ahLst/>
              <a:cxnLst/>
              <a:rect l="l" t="t" r="r" b="b"/>
              <a:pathLst>
                <a:path w="241300" h="379729">
                  <a:moveTo>
                    <a:pt x="35052" y="35560"/>
                  </a:moveTo>
                  <a:lnTo>
                    <a:pt x="27178" y="27432"/>
                  </a:lnTo>
                  <a:lnTo>
                    <a:pt x="7874" y="27432"/>
                  </a:lnTo>
                  <a:lnTo>
                    <a:pt x="0" y="35560"/>
                  </a:lnTo>
                  <a:lnTo>
                    <a:pt x="0" y="45720"/>
                  </a:lnTo>
                  <a:lnTo>
                    <a:pt x="0" y="55880"/>
                  </a:lnTo>
                  <a:lnTo>
                    <a:pt x="7874" y="64008"/>
                  </a:lnTo>
                  <a:lnTo>
                    <a:pt x="27178" y="64008"/>
                  </a:lnTo>
                  <a:lnTo>
                    <a:pt x="35052" y="55880"/>
                  </a:lnTo>
                  <a:lnTo>
                    <a:pt x="35052" y="35560"/>
                  </a:lnTo>
                  <a:close/>
                </a:path>
                <a:path w="241300" h="379729">
                  <a:moveTo>
                    <a:pt x="102108" y="8128"/>
                  </a:moveTo>
                  <a:lnTo>
                    <a:pt x="94234" y="0"/>
                  </a:lnTo>
                  <a:lnTo>
                    <a:pt x="74930" y="0"/>
                  </a:lnTo>
                  <a:lnTo>
                    <a:pt x="67056" y="8128"/>
                  </a:lnTo>
                  <a:lnTo>
                    <a:pt x="67056" y="18288"/>
                  </a:lnTo>
                  <a:lnTo>
                    <a:pt x="67056" y="28448"/>
                  </a:lnTo>
                  <a:lnTo>
                    <a:pt x="74930" y="36576"/>
                  </a:lnTo>
                  <a:lnTo>
                    <a:pt x="94234" y="36576"/>
                  </a:lnTo>
                  <a:lnTo>
                    <a:pt x="102108" y="28448"/>
                  </a:lnTo>
                  <a:lnTo>
                    <a:pt x="102108" y="8128"/>
                  </a:lnTo>
                  <a:close/>
                </a:path>
                <a:path w="241300" h="379729">
                  <a:moveTo>
                    <a:pt x="129540" y="155956"/>
                  </a:moveTo>
                  <a:lnTo>
                    <a:pt x="121666" y="147828"/>
                  </a:lnTo>
                  <a:lnTo>
                    <a:pt x="102362" y="147828"/>
                  </a:lnTo>
                  <a:lnTo>
                    <a:pt x="94488" y="155956"/>
                  </a:lnTo>
                  <a:lnTo>
                    <a:pt x="94488" y="166116"/>
                  </a:lnTo>
                  <a:lnTo>
                    <a:pt x="94488" y="176276"/>
                  </a:lnTo>
                  <a:lnTo>
                    <a:pt x="102362" y="184404"/>
                  </a:lnTo>
                  <a:lnTo>
                    <a:pt x="121666" y="184404"/>
                  </a:lnTo>
                  <a:lnTo>
                    <a:pt x="129540" y="176276"/>
                  </a:lnTo>
                  <a:lnTo>
                    <a:pt x="129540" y="155956"/>
                  </a:lnTo>
                  <a:close/>
                </a:path>
                <a:path w="241300" h="379729">
                  <a:moveTo>
                    <a:pt x="134112" y="99568"/>
                  </a:moveTo>
                  <a:lnTo>
                    <a:pt x="126238" y="91440"/>
                  </a:lnTo>
                  <a:lnTo>
                    <a:pt x="106934" y="91440"/>
                  </a:lnTo>
                  <a:lnTo>
                    <a:pt x="99060" y="99568"/>
                  </a:lnTo>
                  <a:lnTo>
                    <a:pt x="99060" y="109728"/>
                  </a:lnTo>
                  <a:lnTo>
                    <a:pt x="99060" y="119888"/>
                  </a:lnTo>
                  <a:lnTo>
                    <a:pt x="106934" y="128016"/>
                  </a:lnTo>
                  <a:lnTo>
                    <a:pt x="126238" y="128016"/>
                  </a:lnTo>
                  <a:lnTo>
                    <a:pt x="134112" y="119888"/>
                  </a:lnTo>
                  <a:lnTo>
                    <a:pt x="134112" y="99568"/>
                  </a:lnTo>
                  <a:close/>
                </a:path>
                <a:path w="241300" h="379729">
                  <a:moveTo>
                    <a:pt x="169164" y="351028"/>
                  </a:moveTo>
                  <a:lnTo>
                    <a:pt x="161290" y="342900"/>
                  </a:lnTo>
                  <a:lnTo>
                    <a:pt x="141986" y="342900"/>
                  </a:lnTo>
                  <a:lnTo>
                    <a:pt x="134112" y="351028"/>
                  </a:lnTo>
                  <a:lnTo>
                    <a:pt x="134112" y="361188"/>
                  </a:lnTo>
                  <a:lnTo>
                    <a:pt x="134112" y="371348"/>
                  </a:lnTo>
                  <a:lnTo>
                    <a:pt x="141986" y="379476"/>
                  </a:lnTo>
                  <a:lnTo>
                    <a:pt x="161290" y="379476"/>
                  </a:lnTo>
                  <a:lnTo>
                    <a:pt x="169164" y="371348"/>
                  </a:lnTo>
                  <a:lnTo>
                    <a:pt x="169164" y="351028"/>
                  </a:lnTo>
                  <a:close/>
                </a:path>
                <a:path w="241300" h="379729">
                  <a:moveTo>
                    <a:pt x="240792" y="221234"/>
                  </a:moveTo>
                  <a:lnTo>
                    <a:pt x="232918" y="213360"/>
                  </a:lnTo>
                  <a:lnTo>
                    <a:pt x="213614" y="213360"/>
                  </a:lnTo>
                  <a:lnTo>
                    <a:pt x="205740" y="221234"/>
                  </a:lnTo>
                  <a:lnTo>
                    <a:pt x="205740" y="230886"/>
                  </a:lnTo>
                  <a:lnTo>
                    <a:pt x="205740" y="240538"/>
                  </a:lnTo>
                  <a:lnTo>
                    <a:pt x="213614" y="248412"/>
                  </a:lnTo>
                  <a:lnTo>
                    <a:pt x="232918" y="248412"/>
                  </a:lnTo>
                  <a:lnTo>
                    <a:pt x="240792" y="240538"/>
                  </a:lnTo>
                  <a:lnTo>
                    <a:pt x="240792" y="221234"/>
                  </a:lnTo>
                  <a:close/>
                </a:path>
              </a:pathLst>
            </a:custGeom>
            <a:solidFill>
              <a:srgbClr val="00C3B1">
                <a:alpha val="7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904744" y="3773424"/>
              <a:ext cx="830580" cy="824865"/>
            </a:xfrm>
            <a:custGeom>
              <a:avLst/>
              <a:gdLst/>
              <a:ahLst/>
              <a:cxnLst/>
              <a:rect l="l" t="t" r="r" b="b"/>
              <a:pathLst>
                <a:path w="830579" h="824864">
                  <a:moveTo>
                    <a:pt x="126492" y="705612"/>
                  </a:moveTo>
                  <a:lnTo>
                    <a:pt x="830580" y="705612"/>
                  </a:lnTo>
                  <a:lnTo>
                    <a:pt x="830580" y="0"/>
                  </a:lnTo>
                  <a:lnTo>
                    <a:pt x="126492" y="0"/>
                  </a:lnTo>
                  <a:lnTo>
                    <a:pt x="126492" y="705612"/>
                  </a:lnTo>
                  <a:close/>
                </a:path>
                <a:path w="830579" h="824864">
                  <a:moveTo>
                    <a:pt x="62483" y="765048"/>
                  </a:moveTo>
                  <a:lnTo>
                    <a:pt x="768095" y="765048"/>
                  </a:lnTo>
                  <a:lnTo>
                    <a:pt x="768095" y="59436"/>
                  </a:lnTo>
                  <a:lnTo>
                    <a:pt x="62483" y="59436"/>
                  </a:lnTo>
                  <a:lnTo>
                    <a:pt x="62483" y="765048"/>
                  </a:lnTo>
                  <a:close/>
                </a:path>
                <a:path w="830579" h="824864">
                  <a:moveTo>
                    <a:pt x="0" y="824483"/>
                  </a:moveTo>
                  <a:lnTo>
                    <a:pt x="704087" y="824483"/>
                  </a:lnTo>
                  <a:lnTo>
                    <a:pt x="704087" y="118871"/>
                  </a:lnTo>
                  <a:lnTo>
                    <a:pt x="0" y="118871"/>
                  </a:lnTo>
                  <a:lnTo>
                    <a:pt x="0" y="824483"/>
                  </a:lnTo>
                  <a:close/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82468" y="3962400"/>
              <a:ext cx="550164" cy="55016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588008" y="2886456"/>
              <a:ext cx="832485" cy="1711960"/>
            </a:xfrm>
            <a:custGeom>
              <a:avLst/>
              <a:gdLst/>
              <a:ahLst/>
              <a:cxnLst/>
              <a:rect l="l" t="t" r="r" b="b"/>
              <a:pathLst>
                <a:path w="832485" h="1711960">
                  <a:moveTo>
                    <a:pt x="126491" y="1592580"/>
                  </a:moveTo>
                  <a:lnTo>
                    <a:pt x="832104" y="1592580"/>
                  </a:lnTo>
                  <a:lnTo>
                    <a:pt x="832104" y="886968"/>
                  </a:lnTo>
                  <a:lnTo>
                    <a:pt x="126491" y="886968"/>
                  </a:lnTo>
                  <a:lnTo>
                    <a:pt x="126491" y="1592580"/>
                  </a:lnTo>
                  <a:close/>
                </a:path>
                <a:path w="832485" h="1711960">
                  <a:moveTo>
                    <a:pt x="64008" y="1652016"/>
                  </a:moveTo>
                  <a:lnTo>
                    <a:pt x="768096" y="1652016"/>
                  </a:lnTo>
                  <a:lnTo>
                    <a:pt x="768096" y="946404"/>
                  </a:lnTo>
                  <a:lnTo>
                    <a:pt x="64008" y="946404"/>
                  </a:lnTo>
                  <a:lnTo>
                    <a:pt x="64008" y="1652016"/>
                  </a:lnTo>
                  <a:close/>
                </a:path>
                <a:path w="832485" h="1711960">
                  <a:moveTo>
                    <a:pt x="0" y="1711452"/>
                  </a:moveTo>
                  <a:lnTo>
                    <a:pt x="705612" y="1711452"/>
                  </a:lnTo>
                  <a:lnTo>
                    <a:pt x="705612" y="1005840"/>
                  </a:lnTo>
                  <a:lnTo>
                    <a:pt x="0" y="1005840"/>
                  </a:lnTo>
                  <a:lnTo>
                    <a:pt x="0" y="1711452"/>
                  </a:lnTo>
                  <a:close/>
                </a:path>
                <a:path w="832485" h="1711960">
                  <a:moveTo>
                    <a:pt x="126491" y="705612"/>
                  </a:moveTo>
                  <a:lnTo>
                    <a:pt x="832104" y="705612"/>
                  </a:lnTo>
                  <a:lnTo>
                    <a:pt x="832104" y="0"/>
                  </a:lnTo>
                  <a:lnTo>
                    <a:pt x="126491" y="0"/>
                  </a:lnTo>
                  <a:lnTo>
                    <a:pt x="126491" y="705612"/>
                  </a:lnTo>
                  <a:close/>
                </a:path>
                <a:path w="832485" h="1711960">
                  <a:moveTo>
                    <a:pt x="64008" y="765048"/>
                  </a:moveTo>
                  <a:lnTo>
                    <a:pt x="768096" y="765048"/>
                  </a:lnTo>
                  <a:lnTo>
                    <a:pt x="768096" y="59436"/>
                  </a:lnTo>
                  <a:lnTo>
                    <a:pt x="64008" y="59436"/>
                  </a:lnTo>
                  <a:lnTo>
                    <a:pt x="64008" y="765048"/>
                  </a:lnTo>
                  <a:close/>
                </a:path>
                <a:path w="832485" h="1711960">
                  <a:moveTo>
                    <a:pt x="0" y="824484"/>
                  </a:moveTo>
                  <a:lnTo>
                    <a:pt x="705612" y="824484"/>
                  </a:lnTo>
                  <a:lnTo>
                    <a:pt x="705612" y="118872"/>
                  </a:lnTo>
                  <a:lnTo>
                    <a:pt x="0" y="118872"/>
                  </a:lnTo>
                  <a:lnTo>
                    <a:pt x="0" y="824484"/>
                  </a:lnTo>
                  <a:close/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853434" y="2977134"/>
              <a:ext cx="236220" cy="2327275"/>
            </a:xfrm>
            <a:custGeom>
              <a:avLst/>
              <a:gdLst/>
              <a:ahLst/>
              <a:cxnLst/>
              <a:rect l="l" t="t" r="r" b="b"/>
              <a:pathLst>
                <a:path w="236220" h="2327275">
                  <a:moveTo>
                    <a:pt x="0" y="0"/>
                  </a:moveTo>
                  <a:lnTo>
                    <a:pt x="45993" y="9296"/>
                  </a:lnTo>
                  <a:lnTo>
                    <a:pt x="83534" y="34655"/>
                  </a:lnTo>
                  <a:lnTo>
                    <a:pt x="108835" y="72276"/>
                  </a:lnTo>
                  <a:lnTo>
                    <a:pt x="118110" y="118363"/>
                  </a:lnTo>
                  <a:lnTo>
                    <a:pt x="118110" y="169861"/>
                  </a:lnTo>
                  <a:lnTo>
                    <a:pt x="118110" y="221356"/>
                  </a:lnTo>
                  <a:lnTo>
                    <a:pt x="118110" y="1045209"/>
                  </a:lnTo>
                  <a:lnTo>
                    <a:pt x="127384" y="1091297"/>
                  </a:lnTo>
                  <a:lnTo>
                    <a:pt x="152685" y="1128918"/>
                  </a:lnTo>
                  <a:lnTo>
                    <a:pt x="190226" y="1154277"/>
                  </a:lnTo>
                  <a:lnTo>
                    <a:pt x="236219" y="1163573"/>
                  </a:lnTo>
                  <a:lnTo>
                    <a:pt x="190226" y="1172870"/>
                  </a:lnTo>
                  <a:lnTo>
                    <a:pt x="152685" y="1198229"/>
                  </a:lnTo>
                  <a:lnTo>
                    <a:pt x="127384" y="1235850"/>
                  </a:lnTo>
                  <a:lnTo>
                    <a:pt x="118110" y="1281938"/>
                  </a:lnTo>
                  <a:lnTo>
                    <a:pt x="118110" y="2208784"/>
                  </a:lnTo>
                  <a:lnTo>
                    <a:pt x="108835" y="2254871"/>
                  </a:lnTo>
                  <a:lnTo>
                    <a:pt x="83534" y="2292492"/>
                  </a:lnTo>
                  <a:lnTo>
                    <a:pt x="45993" y="2317851"/>
                  </a:lnTo>
                  <a:lnTo>
                    <a:pt x="0" y="2327147"/>
                  </a:lnTo>
                </a:path>
              </a:pathLst>
            </a:custGeom>
            <a:ln w="19812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662684" y="2694432"/>
              <a:ext cx="680466" cy="16230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913888" y="2694432"/>
              <a:ext cx="945641" cy="13335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369820" y="5652516"/>
              <a:ext cx="3990340" cy="109855"/>
            </a:xfrm>
            <a:custGeom>
              <a:avLst/>
              <a:gdLst/>
              <a:ahLst/>
              <a:cxnLst/>
              <a:rect l="l" t="t" r="r" b="b"/>
              <a:pathLst>
                <a:path w="3990340" h="109854">
                  <a:moveTo>
                    <a:pt x="306324" y="54864"/>
                  </a:moveTo>
                  <a:lnTo>
                    <a:pt x="251460" y="0"/>
                  </a:lnTo>
                  <a:lnTo>
                    <a:pt x="251460" y="27432"/>
                  </a:lnTo>
                  <a:lnTo>
                    <a:pt x="0" y="27432"/>
                  </a:lnTo>
                  <a:lnTo>
                    <a:pt x="0" y="82296"/>
                  </a:lnTo>
                  <a:lnTo>
                    <a:pt x="251460" y="82296"/>
                  </a:lnTo>
                  <a:lnTo>
                    <a:pt x="251460" y="109728"/>
                  </a:lnTo>
                  <a:lnTo>
                    <a:pt x="306324" y="54864"/>
                  </a:lnTo>
                  <a:close/>
                </a:path>
                <a:path w="3990340" h="109854">
                  <a:moveTo>
                    <a:pt x="1712976" y="54864"/>
                  </a:moveTo>
                  <a:lnTo>
                    <a:pt x="1658112" y="0"/>
                  </a:lnTo>
                  <a:lnTo>
                    <a:pt x="1658112" y="27432"/>
                  </a:lnTo>
                  <a:lnTo>
                    <a:pt x="1406652" y="27432"/>
                  </a:lnTo>
                  <a:lnTo>
                    <a:pt x="1406652" y="82296"/>
                  </a:lnTo>
                  <a:lnTo>
                    <a:pt x="1658112" y="82296"/>
                  </a:lnTo>
                  <a:lnTo>
                    <a:pt x="1658112" y="109728"/>
                  </a:lnTo>
                  <a:lnTo>
                    <a:pt x="1712976" y="54864"/>
                  </a:lnTo>
                  <a:close/>
                </a:path>
                <a:path w="3990340" h="109854">
                  <a:moveTo>
                    <a:pt x="3989832" y="54864"/>
                  </a:moveTo>
                  <a:lnTo>
                    <a:pt x="3934968" y="0"/>
                  </a:lnTo>
                  <a:lnTo>
                    <a:pt x="3934968" y="27432"/>
                  </a:lnTo>
                  <a:lnTo>
                    <a:pt x="3685032" y="27432"/>
                  </a:lnTo>
                  <a:lnTo>
                    <a:pt x="3685032" y="82296"/>
                  </a:lnTo>
                  <a:lnTo>
                    <a:pt x="3934968" y="82296"/>
                  </a:lnTo>
                  <a:lnTo>
                    <a:pt x="3934968" y="109728"/>
                  </a:lnTo>
                  <a:lnTo>
                    <a:pt x="3989832" y="54864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1530096" y="5580888"/>
              <a:ext cx="899160" cy="253365"/>
            </a:xfrm>
            <a:custGeom>
              <a:avLst/>
              <a:gdLst/>
              <a:ahLst/>
              <a:cxnLst/>
              <a:rect l="l" t="t" r="r" b="b"/>
              <a:pathLst>
                <a:path w="899160" h="253364">
                  <a:moveTo>
                    <a:pt x="856996" y="0"/>
                  </a:moveTo>
                  <a:lnTo>
                    <a:pt x="42163" y="0"/>
                  </a:lnTo>
                  <a:lnTo>
                    <a:pt x="25771" y="3312"/>
                  </a:lnTo>
                  <a:lnTo>
                    <a:pt x="12366" y="12347"/>
                  </a:lnTo>
                  <a:lnTo>
                    <a:pt x="3319" y="25749"/>
                  </a:lnTo>
                  <a:lnTo>
                    <a:pt x="0" y="42164"/>
                  </a:lnTo>
                  <a:lnTo>
                    <a:pt x="0" y="210820"/>
                  </a:lnTo>
                  <a:lnTo>
                    <a:pt x="3319" y="227234"/>
                  </a:lnTo>
                  <a:lnTo>
                    <a:pt x="12366" y="240636"/>
                  </a:lnTo>
                  <a:lnTo>
                    <a:pt x="25771" y="249671"/>
                  </a:lnTo>
                  <a:lnTo>
                    <a:pt x="42163" y="252984"/>
                  </a:lnTo>
                  <a:lnTo>
                    <a:pt x="856996" y="252984"/>
                  </a:lnTo>
                  <a:lnTo>
                    <a:pt x="873388" y="249671"/>
                  </a:lnTo>
                  <a:lnTo>
                    <a:pt x="886793" y="240636"/>
                  </a:lnTo>
                  <a:lnTo>
                    <a:pt x="895840" y="227234"/>
                  </a:lnTo>
                  <a:lnTo>
                    <a:pt x="899160" y="210820"/>
                  </a:lnTo>
                  <a:lnTo>
                    <a:pt x="899160" y="42164"/>
                  </a:lnTo>
                  <a:lnTo>
                    <a:pt x="895840" y="25749"/>
                  </a:lnTo>
                  <a:lnTo>
                    <a:pt x="886793" y="12347"/>
                  </a:lnTo>
                  <a:lnTo>
                    <a:pt x="873388" y="3312"/>
                  </a:lnTo>
                  <a:lnTo>
                    <a:pt x="85699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744472" y="5587695"/>
            <a:ext cx="4730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05" b="1">
                <a:solidFill>
                  <a:srgbClr val="404040"/>
                </a:solidFill>
                <a:latin typeface="Tahoma"/>
                <a:cs typeface="Tahoma"/>
              </a:rPr>
              <a:t>I</a:t>
            </a:r>
            <a:r>
              <a:rPr dirty="0" sz="1400" spc="-459" b="1">
                <a:solidFill>
                  <a:srgbClr val="404040"/>
                </a:solidFill>
                <a:latin typeface="Tahoma"/>
                <a:cs typeface="Tahoma"/>
              </a:rPr>
              <a:t>M</a:t>
            </a:r>
            <a:r>
              <a:rPr dirty="0" sz="1400" spc="-370" b="1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dirty="0" sz="1400" spc="-400" b="1">
                <a:solidFill>
                  <a:srgbClr val="404040"/>
                </a:solidFill>
                <a:latin typeface="Tahoma"/>
                <a:cs typeface="Tahoma"/>
              </a:rPr>
              <a:t>G</a:t>
            </a:r>
            <a:r>
              <a:rPr dirty="0" sz="1400" spc="-305" b="1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dirty="0" sz="1400" spc="-245" b="1">
                <a:solidFill>
                  <a:srgbClr val="404040"/>
                </a:solidFill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680716" y="5580888"/>
            <a:ext cx="1138555" cy="253365"/>
          </a:xfrm>
          <a:custGeom>
            <a:avLst/>
            <a:gdLst/>
            <a:ahLst/>
            <a:cxnLst/>
            <a:rect l="l" t="t" r="r" b="b"/>
            <a:pathLst>
              <a:path w="1138554" h="253364">
                <a:moveTo>
                  <a:pt x="1096263" y="0"/>
                </a:moveTo>
                <a:lnTo>
                  <a:pt x="42163" y="0"/>
                </a:lnTo>
                <a:lnTo>
                  <a:pt x="25771" y="3312"/>
                </a:lnTo>
                <a:lnTo>
                  <a:pt x="12366" y="12347"/>
                </a:lnTo>
                <a:lnTo>
                  <a:pt x="3319" y="25749"/>
                </a:lnTo>
                <a:lnTo>
                  <a:pt x="0" y="42164"/>
                </a:lnTo>
                <a:lnTo>
                  <a:pt x="0" y="210820"/>
                </a:lnTo>
                <a:lnTo>
                  <a:pt x="3319" y="227234"/>
                </a:lnTo>
                <a:lnTo>
                  <a:pt x="12366" y="240636"/>
                </a:lnTo>
                <a:lnTo>
                  <a:pt x="25771" y="249671"/>
                </a:lnTo>
                <a:lnTo>
                  <a:pt x="42163" y="252984"/>
                </a:lnTo>
                <a:lnTo>
                  <a:pt x="1096263" y="252984"/>
                </a:lnTo>
                <a:lnTo>
                  <a:pt x="1112656" y="249671"/>
                </a:lnTo>
                <a:lnTo>
                  <a:pt x="1126061" y="240636"/>
                </a:lnTo>
                <a:lnTo>
                  <a:pt x="1135108" y="227234"/>
                </a:lnTo>
                <a:lnTo>
                  <a:pt x="1138428" y="210820"/>
                </a:lnTo>
                <a:lnTo>
                  <a:pt x="1138428" y="42164"/>
                </a:lnTo>
                <a:lnTo>
                  <a:pt x="1135108" y="25749"/>
                </a:lnTo>
                <a:lnTo>
                  <a:pt x="1126061" y="12347"/>
                </a:lnTo>
                <a:lnTo>
                  <a:pt x="1112656" y="3312"/>
                </a:lnTo>
                <a:lnTo>
                  <a:pt x="1096263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937510" y="5587695"/>
            <a:ext cx="6267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25" b="1">
                <a:solidFill>
                  <a:srgbClr val="404040"/>
                </a:solidFill>
                <a:latin typeface="Tahoma"/>
                <a:cs typeface="Tahoma"/>
              </a:rPr>
              <a:t>FEATURES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75505" y="5455665"/>
            <a:ext cx="1969770" cy="505459"/>
            <a:chOff x="4175505" y="5455665"/>
            <a:chExt cx="1969770" cy="505459"/>
          </a:xfrm>
        </p:grpSpPr>
        <p:sp>
          <p:nvSpPr>
            <p:cNvPr id="34" name="object 34"/>
            <p:cNvSpPr/>
            <p:nvPr/>
          </p:nvSpPr>
          <p:spPr>
            <a:xfrm>
              <a:off x="4185665" y="5465825"/>
              <a:ext cx="1949450" cy="485140"/>
            </a:xfrm>
            <a:custGeom>
              <a:avLst/>
              <a:gdLst/>
              <a:ahLst/>
              <a:cxnLst/>
              <a:rect l="l" t="t" r="r" b="b"/>
              <a:pathLst>
                <a:path w="1949450" h="485139">
                  <a:moveTo>
                    <a:pt x="1868424" y="0"/>
                  </a:moveTo>
                  <a:lnTo>
                    <a:pt x="80772" y="0"/>
                  </a:lnTo>
                  <a:lnTo>
                    <a:pt x="49345" y="6351"/>
                  </a:lnTo>
                  <a:lnTo>
                    <a:pt x="23669" y="23669"/>
                  </a:lnTo>
                  <a:lnTo>
                    <a:pt x="6351" y="49345"/>
                  </a:lnTo>
                  <a:lnTo>
                    <a:pt x="0" y="80772"/>
                  </a:lnTo>
                  <a:lnTo>
                    <a:pt x="0" y="403860"/>
                  </a:lnTo>
                  <a:lnTo>
                    <a:pt x="6351" y="435297"/>
                  </a:lnTo>
                  <a:lnTo>
                    <a:pt x="23669" y="460971"/>
                  </a:lnTo>
                  <a:lnTo>
                    <a:pt x="49345" y="478283"/>
                  </a:lnTo>
                  <a:lnTo>
                    <a:pt x="80772" y="484632"/>
                  </a:lnTo>
                  <a:lnTo>
                    <a:pt x="1868424" y="484632"/>
                  </a:lnTo>
                  <a:lnTo>
                    <a:pt x="1899850" y="478283"/>
                  </a:lnTo>
                  <a:lnTo>
                    <a:pt x="1925526" y="460971"/>
                  </a:lnTo>
                  <a:lnTo>
                    <a:pt x="1942844" y="435297"/>
                  </a:lnTo>
                  <a:lnTo>
                    <a:pt x="1949196" y="403860"/>
                  </a:lnTo>
                  <a:lnTo>
                    <a:pt x="1949196" y="80772"/>
                  </a:lnTo>
                  <a:lnTo>
                    <a:pt x="1942844" y="49345"/>
                  </a:lnTo>
                  <a:lnTo>
                    <a:pt x="1925526" y="23669"/>
                  </a:lnTo>
                  <a:lnTo>
                    <a:pt x="1899850" y="6351"/>
                  </a:lnTo>
                  <a:lnTo>
                    <a:pt x="18684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185665" y="5465825"/>
              <a:ext cx="1949450" cy="485140"/>
            </a:xfrm>
            <a:custGeom>
              <a:avLst/>
              <a:gdLst/>
              <a:ahLst/>
              <a:cxnLst/>
              <a:rect l="l" t="t" r="r" b="b"/>
              <a:pathLst>
                <a:path w="1949450" h="485139">
                  <a:moveTo>
                    <a:pt x="0" y="80772"/>
                  </a:moveTo>
                  <a:lnTo>
                    <a:pt x="6351" y="49345"/>
                  </a:lnTo>
                  <a:lnTo>
                    <a:pt x="23669" y="23669"/>
                  </a:lnTo>
                  <a:lnTo>
                    <a:pt x="49345" y="6351"/>
                  </a:lnTo>
                  <a:lnTo>
                    <a:pt x="80772" y="0"/>
                  </a:lnTo>
                  <a:lnTo>
                    <a:pt x="1868424" y="0"/>
                  </a:lnTo>
                  <a:lnTo>
                    <a:pt x="1899850" y="6351"/>
                  </a:lnTo>
                  <a:lnTo>
                    <a:pt x="1925526" y="23669"/>
                  </a:lnTo>
                  <a:lnTo>
                    <a:pt x="1942844" y="49345"/>
                  </a:lnTo>
                  <a:lnTo>
                    <a:pt x="1949196" y="80772"/>
                  </a:lnTo>
                  <a:lnTo>
                    <a:pt x="1949196" y="403860"/>
                  </a:lnTo>
                  <a:lnTo>
                    <a:pt x="1942844" y="435297"/>
                  </a:lnTo>
                  <a:lnTo>
                    <a:pt x="1925526" y="460971"/>
                  </a:lnTo>
                  <a:lnTo>
                    <a:pt x="1899850" y="478283"/>
                  </a:lnTo>
                  <a:lnTo>
                    <a:pt x="1868424" y="484632"/>
                  </a:lnTo>
                  <a:lnTo>
                    <a:pt x="80772" y="484632"/>
                  </a:lnTo>
                  <a:lnTo>
                    <a:pt x="49345" y="478283"/>
                  </a:lnTo>
                  <a:lnTo>
                    <a:pt x="23669" y="460971"/>
                  </a:lnTo>
                  <a:lnTo>
                    <a:pt x="6351" y="435297"/>
                  </a:lnTo>
                  <a:lnTo>
                    <a:pt x="0" y="403860"/>
                  </a:lnTo>
                  <a:lnTo>
                    <a:pt x="0" y="80772"/>
                  </a:lnTo>
                  <a:close/>
                </a:path>
              </a:pathLst>
            </a:custGeom>
            <a:ln w="1981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4457827" y="5583123"/>
            <a:ext cx="14027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15" b="1">
                <a:solidFill>
                  <a:srgbClr val="404040"/>
                </a:solidFill>
                <a:latin typeface="Arial"/>
                <a:cs typeface="Arial"/>
              </a:rPr>
              <a:t>M</a:t>
            </a:r>
            <a:r>
              <a:rPr dirty="0" sz="1400" spc="-210" b="1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dirty="0" sz="1400" spc="-310" b="1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dirty="0" sz="1400" spc="-320" b="1">
                <a:solidFill>
                  <a:srgbClr val="404040"/>
                </a:solidFill>
                <a:latin typeface="Arial"/>
                <a:cs typeface="Arial"/>
              </a:rPr>
              <a:t>H</a:t>
            </a:r>
            <a:r>
              <a:rPr dirty="0" sz="1400" spc="-35" b="1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sz="1400" spc="-80" b="1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dirty="0" sz="1400" spc="-350" b="1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dirty="0" sz="1400" spc="-90" b="1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dirty="0" sz="1400" spc="-340" b="1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dirty="0" sz="1400" spc="-365" b="1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dirty="0" sz="1400" spc="-235" b="1">
                <a:solidFill>
                  <a:srgbClr val="404040"/>
                </a:solidFill>
                <a:latin typeface="Arial"/>
                <a:cs typeface="Arial"/>
              </a:rPr>
              <a:t>AR</a:t>
            </a:r>
            <a:r>
              <a:rPr dirty="0" sz="1400" spc="-229" b="1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dirty="0" sz="1400" spc="15" b="1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dirty="0" sz="1400" spc="-155" b="1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dirty="0" sz="1400" spc="-310" b="1">
                <a:solidFill>
                  <a:srgbClr val="404040"/>
                </a:solidFill>
                <a:latin typeface="Arial"/>
                <a:cs typeface="Arial"/>
              </a:rPr>
              <a:t>G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495288" y="5580888"/>
            <a:ext cx="1894839" cy="253365"/>
          </a:xfrm>
          <a:custGeom>
            <a:avLst/>
            <a:gdLst/>
            <a:ahLst/>
            <a:cxnLst/>
            <a:rect l="l" t="t" r="r" b="b"/>
            <a:pathLst>
              <a:path w="1894840" h="253364">
                <a:moveTo>
                  <a:pt x="1852167" y="0"/>
                </a:moveTo>
                <a:lnTo>
                  <a:pt x="42163" y="0"/>
                </a:lnTo>
                <a:lnTo>
                  <a:pt x="25771" y="3312"/>
                </a:lnTo>
                <a:lnTo>
                  <a:pt x="12366" y="12347"/>
                </a:lnTo>
                <a:lnTo>
                  <a:pt x="3319" y="25749"/>
                </a:lnTo>
                <a:lnTo>
                  <a:pt x="0" y="42164"/>
                </a:lnTo>
                <a:lnTo>
                  <a:pt x="0" y="210820"/>
                </a:lnTo>
                <a:lnTo>
                  <a:pt x="3319" y="227234"/>
                </a:lnTo>
                <a:lnTo>
                  <a:pt x="12366" y="240636"/>
                </a:lnTo>
                <a:lnTo>
                  <a:pt x="25771" y="249671"/>
                </a:lnTo>
                <a:lnTo>
                  <a:pt x="42163" y="252984"/>
                </a:lnTo>
                <a:lnTo>
                  <a:pt x="1852167" y="252984"/>
                </a:lnTo>
                <a:lnTo>
                  <a:pt x="1868560" y="249671"/>
                </a:lnTo>
                <a:lnTo>
                  <a:pt x="1881965" y="240636"/>
                </a:lnTo>
                <a:lnTo>
                  <a:pt x="1891012" y="227234"/>
                </a:lnTo>
                <a:lnTo>
                  <a:pt x="1894332" y="210820"/>
                </a:lnTo>
                <a:lnTo>
                  <a:pt x="1894332" y="42164"/>
                </a:lnTo>
                <a:lnTo>
                  <a:pt x="1891012" y="25749"/>
                </a:lnTo>
                <a:lnTo>
                  <a:pt x="1881965" y="12347"/>
                </a:lnTo>
                <a:lnTo>
                  <a:pt x="1868560" y="3312"/>
                </a:lnTo>
                <a:lnTo>
                  <a:pt x="1852167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6799580" y="5587695"/>
            <a:ext cx="12884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90" b="1">
                <a:solidFill>
                  <a:srgbClr val="404040"/>
                </a:solidFill>
                <a:latin typeface="Tahoma"/>
                <a:cs typeface="Tahoma"/>
              </a:rPr>
              <a:t>W</a:t>
            </a:r>
            <a:r>
              <a:rPr dirty="0" sz="1400" spc="-425" b="1">
                <a:solidFill>
                  <a:srgbClr val="404040"/>
                </a:solidFill>
                <a:latin typeface="Tahoma"/>
                <a:cs typeface="Tahoma"/>
              </a:rPr>
              <a:t>H</a:t>
            </a:r>
            <a:r>
              <a:rPr dirty="0" sz="1400" spc="-340" b="1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dirty="0" sz="1400" spc="-310" b="1">
                <a:solidFill>
                  <a:srgbClr val="404040"/>
                </a:solidFill>
                <a:latin typeface="Tahoma"/>
                <a:cs typeface="Tahoma"/>
              </a:rPr>
              <a:t>T</a:t>
            </a:r>
            <a:r>
              <a:rPr dirty="0" sz="1400" spc="-75" b="1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400" spc="-320" b="1">
                <a:solidFill>
                  <a:srgbClr val="404040"/>
                </a:solidFill>
                <a:latin typeface="Tahoma"/>
                <a:cs typeface="Tahoma"/>
              </a:rPr>
              <a:t>T</a:t>
            </a:r>
            <a:r>
              <a:rPr dirty="0" sz="1400" spc="-425" b="1">
                <a:solidFill>
                  <a:srgbClr val="404040"/>
                </a:solidFill>
                <a:latin typeface="Tahoma"/>
                <a:cs typeface="Tahoma"/>
              </a:rPr>
              <a:t>H</a:t>
            </a:r>
            <a:r>
              <a:rPr dirty="0" sz="1400" spc="-310" b="1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dirty="0" sz="1400" spc="-105" b="1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400" spc="-434" b="1">
                <a:solidFill>
                  <a:srgbClr val="404040"/>
                </a:solidFill>
                <a:latin typeface="Tahoma"/>
                <a:cs typeface="Tahoma"/>
              </a:rPr>
              <a:t>O</a:t>
            </a:r>
            <a:r>
              <a:rPr dirty="0" sz="1400" spc="-315" b="1">
                <a:solidFill>
                  <a:srgbClr val="404040"/>
                </a:solidFill>
                <a:latin typeface="Tahoma"/>
                <a:cs typeface="Tahoma"/>
              </a:rPr>
              <a:t>B</a:t>
            </a:r>
            <a:r>
              <a:rPr dirty="0" sz="1400" spc="-105" b="1">
                <a:solidFill>
                  <a:srgbClr val="404040"/>
                </a:solidFill>
                <a:latin typeface="Tahoma"/>
                <a:cs typeface="Tahoma"/>
              </a:rPr>
              <a:t>J</a:t>
            </a:r>
            <a:r>
              <a:rPr dirty="0" sz="1400" spc="-305" b="1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dirty="0" sz="1400" spc="-295" b="1">
                <a:solidFill>
                  <a:srgbClr val="404040"/>
                </a:solidFill>
                <a:latin typeface="Tahoma"/>
                <a:cs typeface="Tahoma"/>
              </a:rPr>
              <a:t>C</a:t>
            </a:r>
            <a:r>
              <a:rPr dirty="0" sz="1400" spc="-310" b="1">
                <a:solidFill>
                  <a:srgbClr val="404040"/>
                </a:solidFill>
                <a:latin typeface="Tahoma"/>
                <a:cs typeface="Tahoma"/>
              </a:rPr>
              <a:t>T</a:t>
            </a:r>
            <a:r>
              <a:rPr dirty="0" sz="1400" spc="-110" b="1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dirty="0" sz="1400" spc="-405" b="1">
                <a:solidFill>
                  <a:srgbClr val="404040"/>
                </a:solidFill>
                <a:latin typeface="Tahoma"/>
                <a:cs typeface="Tahoma"/>
              </a:rPr>
              <a:t>I</a:t>
            </a:r>
            <a:r>
              <a:rPr dirty="0" sz="1400" spc="-245" b="1">
                <a:solidFill>
                  <a:srgbClr val="404040"/>
                </a:solidFill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581911" y="3040367"/>
            <a:ext cx="6118225" cy="2449195"/>
            <a:chOff x="1581911" y="3040367"/>
            <a:chExt cx="6118225" cy="2449195"/>
          </a:xfrm>
        </p:grpSpPr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23767" y="3275212"/>
              <a:ext cx="476242" cy="12711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386891" y="4922546"/>
              <a:ext cx="162242" cy="128751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096000" y="3889248"/>
              <a:ext cx="399415" cy="501650"/>
            </a:xfrm>
            <a:custGeom>
              <a:avLst/>
              <a:gdLst/>
              <a:ahLst/>
              <a:cxnLst/>
              <a:rect l="l" t="t" r="r" b="b"/>
              <a:pathLst>
                <a:path w="399414" h="501650">
                  <a:moveTo>
                    <a:pt x="199644" y="0"/>
                  </a:moveTo>
                  <a:lnTo>
                    <a:pt x="0" y="0"/>
                  </a:lnTo>
                  <a:lnTo>
                    <a:pt x="199644" y="250697"/>
                  </a:lnTo>
                  <a:lnTo>
                    <a:pt x="0" y="501395"/>
                  </a:lnTo>
                  <a:lnTo>
                    <a:pt x="199644" y="501395"/>
                  </a:lnTo>
                  <a:lnTo>
                    <a:pt x="399288" y="250697"/>
                  </a:lnTo>
                  <a:lnTo>
                    <a:pt x="199644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53711" y="3040367"/>
              <a:ext cx="1015746" cy="329958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4639055" y="3450336"/>
              <a:ext cx="949960" cy="1385570"/>
            </a:xfrm>
            <a:custGeom>
              <a:avLst/>
              <a:gdLst/>
              <a:ahLst/>
              <a:cxnLst/>
              <a:rect l="l" t="t" r="r" b="b"/>
              <a:pathLst>
                <a:path w="949960" h="1385570">
                  <a:moveTo>
                    <a:pt x="949451" y="0"/>
                  </a:moveTo>
                  <a:lnTo>
                    <a:pt x="0" y="0"/>
                  </a:lnTo>
                  <a:lnTo>
                    <a:pt x="0" y="1385315"/>
                  </a:lnTo>
                  <a:lnTo>
                    <a:pt x="949451" y="1385315"/>
                  </a:lnTo>
                  <a:lnTo>
                    <a:pt x="949451" y="0"/>
                  </a:lnTo>
                  <a:close/>
                </a:path>
              </a:pathLst>
            </a:custGeom>
            <a:solidFill>
              <a:srgbClr val="00B3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390644" y="3450336"/>
              <a:ext cx="508000" cy="1382395"/>
            </a:xfrm>
            <a:custGeom>
              <a:avLst/>
              <a:gdLst/>
              <a:ahLst/>
              <a:cxnLst/>
              <a:rect l="l" t="t" r="r" b="b"/>
              <a:pathLst>
                <a:path w="508000" h="1382395">
                  <a:moveTo>
                    <a:pt x="350138" y="0"/>
                  </a:moveTo>
                  <a:lnTo>
                    <a:pt x="0" y="0"/>
                  </a:lnTo>
                  <a:lnTo>
                    <a:pt x="0" y="1382268"/>
                  </a:lnTo>
                  <a:lnTo>
                    <a:pt x="507491" y="1382268"/>
                  </a:lnTo>
                  <a:lnTo>
                    <a:pt x="350138" y="0"/>
                  </a:lnTo>
                  <a:close/>
                </a:path>
              </a:pathLst>
            </a:custGeom>
            <a:solidFill>
              <a:srgbClr val="0077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5256276" y="3450336"/>
              <a:ext cx="506095" cy="1382395"/>
            </a:xfrm>
            <a:custGeom>
              <a:avLst/>
              <a:gdLst/>
              <a:ahLst/>
              <a:cxnLst/>
              <a:rect l="l" t="t" r="r" b="b"/>
              <a:pathLst>
                <a:path w="506095" h="1382395">
                  <a:moveTo>
                    <a:pt x="505968" y="0"/>
                  </a:moveTo>
                  <a:lnTo>
                    <a:pt x="0" y="0"/>
                  </a:lnTo>
                  <a:lnTo>
                    <a:pt x="156845" y="1382268"/>
                  </a:lnTo>
                  <a:lnTo>
                    <a:pt x="505968" y="1382268"/>
                  </a:lnTo>
                  <a:lnTo>
                    <a:pt x="505968" y="0"/>
                  </a:lnTo>
                  <a:close/>
                </a:path>
              </a:pathLst>
            </a:custGeom>
            <a:solidFill>
              <a:srgbClr val="00C3B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391405" y="3396234"/>
              <a:ext cx="1440180" cy="1440180"/>
            </a:xfrm>
            <a:custGeom>
              <a:avLst/>
              <a:gdLst/>
              <a:ahLst/>
              <a:cxnLst/>
              <a:rect l="l" t="t" r="r" b="b"/>
              <a:pathLst>
                <a:path w="1440179" h="1440179">
                  <a:moveTo>
                    <a:pt x="0" y="0"/>
                  </a:moveTo>
                  <a:lnTo>
                    <a:pt x="0" y="1440052"/>
                  </a:lnTo>
                </a:path>
                <a:path w="1440179" h="1440179">
                  <a:moveTo>
                    <a:pt x="0" y="1440179"/>
                  </a:moveTo>
                  <a:lnTo>
                    <a:pt x="1440053" y="1440179"/>
                  </a:lnTo>
                </a:path>
              </a:pathLst>
            </a:custGeom>
            <a:ln w="1981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4491227" y="4610100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35813" y="0"/>
                  </a:moveTo>
                  <a:lnTo>
                    <a:pt x="21859" y="2809"/>
                  </a:lnTo>
                  <a:lnTo>
                    <a:pt x="10477" y="10477"/>
                  </a:lnTo>
                  <a:lnTo>
                    <a:pt x="2809" y="21859"/>
                  </a:lnTo>
                  <a:lnTo>
                    <a:pt x="0" y="35813"/>
                  </a:lnTo>
                  <a:lnTo>
                    <a:pt x="2809" y="49768"/>
                  </a:lnTo>
                  <a:lnTo>
                    <a:pt x="10477" y="61150"/>
                  </a:lnTo>
                  <a:lnTo>
                    <a:pt x="21859" y="68818"/>
                  </a:lnTo>
                  <a:lnTo>
                    <a:pt x="35813" y="71627"/>
                  </a:lnTo>
                  <a:lnTo>
                    <a:pt x="49768" y="68818"/>
                  </a:lnTo>
                  <a:lnTo>
                    <a:pt x="61150" y="61150"/>
                  </a:lnTo>
                  <a:lnTo>
                    <a:pt x="68818" y="49768"/>
                  </a:lnTo>
                  <a:lnTo>
                    <a:pt x="71627" y="35813"/>
                  </a:lnTo>
                  <a:lnTo>
                    <a:pt x="68818" y="21859"/>
                  </a:lnTo>
                  <a:lnTo>
                    <a:pt x="61150" y="10477"/>
                  </a:lnTo>
                  <a:lnTo>
                    <a:pt x="49768" y="2809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94860" y="4585716"/>
              <a:ext cx="71627" cy="7315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703063" y="4605527"/>
              <a:ext cx="71627" cy="71628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466844" y="4712208"/>
              <a:ext cx="71627" cy="71628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4579619" y="4689348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35813" y="0"/>
                  </a:moveTo>
                  <a:lnTo>
                    <a:pt x="21859" y="2809"/>
                  </a:lnTo>
                  <a:lnTo>
                    <a:pt x="10477" y="10477"/>
                  </a:lnTo>
                  <a:lnTo>
                    <a:pt x="2809" y="21859"/>
                  </a:lnTo>
                  <a:lnTo>
                    <a:pt x="0" y="35813"/>
                  </a:lnTo>
                  <a:lnTo>
                    <a:pt x="2809" y="49768"/>
                  </a:lnTo>
                  <a:lnTo>
                    <a:pt x="10477" y="61150"/>
                  </a:lnTo>
                  <a:lnTo>
                    <a:pt x="21859" y="68818"/>
                  </a:lnTo>
                  <a:lnTo>
                    <a:pt x="35813" y="71627"/>
                  </a:lnTo>
                  <a:lnTo>
                    <a:pt x="49768" y="68818"/>
                  </a:lnTo>
                  <a:lnTo>
                    <a:pt x="61150" y="61150"/>
                  </a:lnTo>
                  <a:lnTo>
                    <a:pt x="68818" y="49768"/>
                  </a:lnTo>
                  <a:lnTo>
                    <a:pt x="71627" y="35813"/>
                  </a:lnTo>
                  <a:lnTo>
                    <a:pt x="68818" y="21859"/>
                  </a:lnTo>
                  <a:lnTo>
                    <a:pt x="61150" y="10477"/>
                  </a:lnTo>
                  <a:lnTo>
                    <a:pt x="49768" y="2809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86300" y="4715255"/>
              <a:ext cx="71627" cy="7162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4335" y="4216908"/>
              <a:ext cx="71627" cy="7162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071871" y="4229100"/>
              <a:ext cx="71627" cy="7162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198364" y="4191000"/>
              <a:ext cx="73151" cy="71627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5125211" y="3829812"/>
              <a:ext cx="71755" cy="73660"/>
            </a:xfrm>
            <a:custGeom>
              <a:avLst/>
              <a:gdLst/>
              <a:ahLst/>
              <a:cxnLst/>
              <a:rect l="l" t="t" r="r" b="b"/>
              <a:pathLst>
                <a:path w="71754" h="73660">
                  <a:moveTo>
                    <a:pt x="35813" y="0"/>
                  </a:moveTo>
                  <a:lnTo>
                    <a:pt x="21859" y="2875"/>
                  </a:lnTo>
                  <a:lnTo>
                    <a:pt x="10477" y="10715"/>
                  </a:lnTo>
                  <a:lnTo>
                    <a:pt x="2809" y="22342"/>
                  </a:lnTo>
                  <a:lnTo>
                    <a:pt x="0" y="36575"/>
                  </a:lnTo>
                  <a:lnTo>
                    <a:pt x="2809" y="50809"/>
                  </a:lnTo>
                  <a:lnTo>
                    <a:pt x="10477" y="62436"/>
                  </a:lnTo>
                  <a:lnTo>
                    <a:pt x="21859" y="70276"/>
                  </a:lnTo>
                  <a:lnTo>
                    <a:pt x="35813" y="73151"/>
                  </a:lnTo>
                  <a:lnTo>
                    <a:pt x="49768" y="70276"/>
                  </a:lnTo>
                  <a:lnTo>
                    <a:pt x="61150" y="62436"/>
                  </a:lnTo>
                  <a:lnTo>
                    <a:pt x="68818" y="50809"/>
                  </a:lnTo>
                  <a:lnTo>
                    <a:pt x="71627" y="36575"/>
                  </a:lnTo>
                  <a:lnTo>
                    <a:pt x="68818" y="22342"/>
                  </a:lnTo>
                  <a:lnTo>
                    <a:pt x="61150" y="10715"/>
                  </a:lnTo>
                  <a:lnTo>
                    <a:pt x="49768" y="2875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158740" y="3959352"/>
              <a:ext cx="71627" cy="71628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13603" y="4052316"/>
              <a:ext cx="73151" cy="7162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116067" y="4096512"/>
              <a:ext cx="73152" cy="7162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000244" y="4099560"/>
              <a:ext cx="71627" cy="7162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061203" y="4003548"/>
              <a:ext cx="73151" cy="71627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052059" y="3887724"/>
              <a:ext cx="71755" cy="71755"/>
            </a:xfrm>
            <a:custGeom>
              <a:avLst/>
              <a:gdLst/>
              <a:ahLst/>
              <a:cxnLst/>
              <a:rect l="l" t="t" r="r" b="b"/>
              <a:pathLst>
                <a:path w="71754" h="71754">
                  <a:moveTo>
                    <a:pt x="35813" y="0"/>
                  </a:moveTo>
                  <a:lnTo>
                    <a:pt x="21859" y="2809"/>
                  </a:lnTo>
                  <a:lnTo>
                    <a:pt x="10477" y="10477"/>
                  </a:lnTo>
                  <a:lnTo>
                    <a:pt x="2809" y="21859"/>
                  </a:lnTo>
                  <a:lnTo>
                    <a:pt x="0" y="35813"/>
                  </a:lnTo>
                  <a:lnTo>
                    <a:pt x="2809" y="49768"/>
                  </a:lnTo>
                  <a:lnTo>
                    <a:pt x="10477" y="61150"/>
                  </a:lnTo>
                  <a:lnTo>
                    <a:pt x="21859" y="68818"/>
                  </a:lnTo>
                  <a:lnTo>
                    <a:pt x="35813" y="71627"/>
                  </a:lnTo>
                  <a:lnTo>
                    <a:pt x="49768" y="68818"/>
                  </a:lnTo>
                  <a:lnTo>
                    <a:pt x="61150" y="61150"/>
                  </a:lnTo>
                  <a:lnTo>
                    <a:pt x="68818" y="49768"/>
                  </a:lnTo>
                  <a:lnTo>
                    <a:pt x="71627" y="35813"/>
                  </a:lnTo>
                  <a:lnTo>
                    <a:pt x="68818" y="21859"/>
                  </a:lnTo>
                  <a:lnTo>
                    <a:pt x="61150" y="10477"/>
                  </a:lnTo>
                  <a:lnTo>
                    <a:pt x="49768" y="2809"/>
                  </a:lnTo>
                  <a:lnTo>
                    <a:pt x="3581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32476" y="3813048"/>
              <a:ext cx="71627" cy="7162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53811" y="4003548"/>
              <a:ext cx="71627" cy="71627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61432" y="3909060"/>
              <a:ext cx="71627" cy="7162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79720" y="3811524"/>
              <a:ext cx="295655" cy="37185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82731" y="4902734"/>
              <a:ext cx="162242" cy="128751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056651" y="4902773"/>
              <a:ext cx="179050" cy="15766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51379" y="4902734"/>
              <a:ext cx="331438" cy="128751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3073908" y="3104387"/>
              <a:ext cx="349250" cy="518159"/>
            </a:xfrm>
            <a:custGeom>
              <a:avLst/>
              <a:gdLst/>
              <a:ahLst/>
              <a:cxnLst/>
              <a:rect l="l" t="t" r="r" b="b"/>
              <a:pathLst>
                <a:path w="349250" h="518160">
                  <a:moveTo>
                    <a:pt x="36576" y="18288"/>
                  </a:moveTo>
                  <a:lnTo>
                    <a:pt x="35140" y="11150"/>
                  </a:lnTo>
                  <a:lnTo>
                    <a:pt x="31242" y="5334"/>
                  </a:lnTo>
                  <a:lnTo>
                    <a:pt x="25425" y="1435"/>
                  </a:lnTo>
                  <a:lnTo>
                    <a:pt x="18288" y="0"/>
                  </a:lnTo>
                  <a:lnTo>
                    <a:pt x="11137" y="1435"/>
                  </a:lnTo>
                  <a:lnTo>
                    <a:pt x="5334" y="5334"/>
                  </a:lnTo>
                  <a:lnTo>
                    <a:pt x="1422" y="11150"/>
                  </a:lnTo>
                  <a:lnTo>
                    <a:pt x="0" y="18288"/>
                  </a:lnTo>
                  <a:lnTo>
                    <a:pt x="1422" y="25438"/>
                  </a:lnTo>
                  <a:lnTo>
                    <a:pt x="5321" y="31242"/>
                  </a:lnTo>
                  <a:lnTo>
                    <a:pt x="11137" y="35153"/>
                  </a:lnTo>
                  <a:lnTo>
                    <a:pt x="18288" y="36576"/>
                  </a:lnTo>
                  <a:lnTo>
                    <a:pt x="25425" y="35153"/>
                  </a:lnTo>
                  <a:lnTo>
                    <a:pt x="31229" y="31242"/>
                  </a:lnTo>
                  <a:lnTo>
                    <a:pt x="35140" y="25438"/>
                  </a:lnTo>
                  <a:lnTo>
                    <a:pt x="36576" y="18288"/>
                  </a:lnTo>
                  <a:close/>
                </a:path>
                <a:path w="349250" h="518160">
                  <a:moveTo>
                    <a:pt x="41148" y="170688"/>
                  </a:moveTo>
                  <a:lnTo>
                    <a:pt x="39712" y="163550"/>
                  </a:lnTo>
                  <a:lnTo>
                    <a:pt x="35814" y="157734"/>
                  </a:lnTo>
                  <a:lnTo>
                    <a:pt x="29997" y="153835"/>
                  </a:lnTo>
                  <a:lnTo>
                    <a:pt x="22860" y="152400"/>
                  </a:lnTo>
                  <a:lnTo>
                    <a:pt x="15709" y="153835"/>
                  </a:lnTo>
                  <a:lnTo>
                    <a:pt x="9906" y="157734"/>
                  </a:lnTo>
                  <a:lnTo>
                    <a:pt x="5994" y="163550"/>
                  </a:lnTo>
                  <a:lnTo>
                    <a:pt x="4572" y="170688"/>
                  </a:lnTo>
                  <a:lnTo>
                    <a:pt x="5994" y="177838"/>
                  </a:lnTo>
                  <a:lnTo>
                    <a:pt x="9906" y="183642"/>
                  </a:lnTo>
                  <a:lnTo>
                    <a:pt x="15709" y="187553"/>
                  </a:lnTo>
                  <a:lnTo>
                    <a:pt x="22860" y="188976"/>
                  </a:lnTo>
                  <a:lnTo>
                    <a:pt x="29997" y="187553"/>
                  </a:lnTo>
                  <a:lnTo>
                    <a:pt x="35801" y="183642"/>
                  </a:lnTo>
                  <a:lnTo>
                    <a:pt x="39712" y="177838"/>
                  </a:lnTo>
                  <a:lnTo>
                    <a:pt x="41148" y="170688"/>
                  </a:lnTo>
                  <a:close/>
                </a:path>
                <a:path w="349250" h="518160">
                  <a:moveTo>
                    <a:pt x="41148" y="61468"/>
                  </a:moveTo>
                  <a:lnTo>
                    <a:pt x="33274" y="53340"/>
                  </a:lnTo>
                  <a:lnTo>
                    <a:pt x="13970" y="53340"/>
                  </a:lnTo>
                  <a:lnTo>
                    <a:pt x="6096" y="61468"/>
                  </a:lnTo>
                  <a:lnTo>
                    <a:pt x="6096" y="71628"/>
                  </a:lnTo>
                  <a:lnTo>
                    <a:pt x="6096" y="81788"/>
                  </a:lnTo>
                  <a:lnTo>
                    <a:pt x="13970" y="89916"/>
                  </a:lnTo>
                  <a:lnTo>
                    <a:pt x="33274" y="89916"/>
                  </a:lnTo>
                  <a:lnTo>
                    <a:pt x="41148" y="81788"/>
                  </a:lnTo>
                  <a:lnTo>
                    <a:pt x="41148" y="61468"/>
                  </a:lnTo>
                  <a:close/>
                </a:path>
                <a:path w="349250" h="518160">
                  <a:moveTo>
                    <a:pt x="68580" y="378206"/>
                  </a:moveTo>
                  <a:lnTo>
                    <a:pt x="60452" y="370332"/>
                  </a:lnTo>
                  <a:lnTo>
                    <a:pt x="40132" y="370332"/>
                  </a:lnTo>
                  <a:lnTo>
                    <a:pt x="32004" y="378206"/>
                  </a:lnTo>
                  <a:lnTo>
                    <a:pt x="32004" y="387858"/>
                  </a:lnTo>
                  <a:lnTo>
                    <a:pt x="32004" y="397510"/>
                  </a:lnTo>
                  <a:lnTo>
                    <a:pt x="40132" y="405384"/>
                  </a:lnTo>
                  <a:lnTo>
                    <a:pt x="60452" y="405384"/>
                  </a:lnTo>
                  <a:lnTo>
                    <a:pt x="68580" y="397510"/>
                  </a:lnTo>
                  <a:lnTo>
                    <a:pt x="68580" y="378206"/>
                  </a:lnTo>
                  <a:close/>
                </a:path>
                <a:path w="349250" h="518160">
                  <a:moveTo>
                    <a:pt x="117348" y="499872"/>
                  </a:moveTo>
                  <a:lnTo>
                    <a:pt x="115912" y="492734"/>
                  </a:lnTo>
                  <a:lnTo>
                    <a:pt x="112014" y="486930"/>
                  </a:lnTo>
                  <a:lnTo>
                    <a:pt x="106197" y="483019"/>
                  </a:lnTo>
                  <a:lnTo>
                    <a:pt x="99060" y="481584"/>
                  </a:lnTo>
                  <a:lnTo>
                    <a:pt x="91909" y="483019"/>
                  </a:lnTo>
                  <a:lnTo>
                    <a:pt x="86106" y="486930"/>
                  </a:lnTo>
                  <a:lnTo>
                    <a:pt x="82194" y="492734"/>
                  </a:lnTo>
                  <a:lnTo>
                    <a:pt x="80772" y="499872"/>
                  </a:lnTo>
                  <a:lnTo>
                    <a:pt x="82194" y="507022"/>
                  </a:lnTo>
                  <a:lnTo>
                    <a:pt x="86106" y="512826"/>
                  </a:lnTo>
                  <a:lnTo>
                    <a:pt x="91909" y="516737"/>
                  </a:lnTo>
                  <a:lnTo>
                    <a:pt x="99060" y="518160"/>
                  </a:lnTo>
                  <a:lnTo>
                    <a:pt x="106197" y="516737"/>
                  </a:lnTo>
                  <a:lnTo>
                    <a:pt x="112001" y="512838"/>
                  </a:lnTo>
                  <a:lnTo>
                    <a:pt x="115912" y="507022"/>
                  </a:lnTo>
                  <a:lnTo>
                    <a:pt x="117348" y="499872"/>
                  </a:lnTo>
                  <a:close/>
                </a:path>
                <a:path w="349250" h="518160">
                  <a:moveTo>
                    <a:pt x="128016" y="54864"/>
                  </a:moveTo>
                  <a:lnTo>
                    <a:pt x="126580" y="47726"/>
                  </a:lnTo>
                  <a:lnTo>
                    <a:pt x="122682" y="41910"/>
                  </a:lnTo>
                  <a:lnTo>
                    <a:pt x="116865" y="38011"/>
                  </a:lnTo>
                  <a:lnTo>
                    <a:pt x="109728" y="36576"/>
                  </a:lnTo>
                  <a:lnTo>
                    <a:pt x="102577" y="38011"/>
                  </a:lnTo>
                  <a:lnTo>
                    <a:pt x="96774" y="41910"/>
                  </a:lnTo>
                  <a:lnTo>
                    <a:pt x="92862" y="47726"/>
                  </a:lnTo>
                  <a:lnTo>
                    <a:pt x="91440" y="54864"/>
                  </a:lnTo>
                  <a:lnTo>
                    <a:pt x="92862" y="62014"/>
                  </a:lnTo>
                  <a:lnTo>
                    <a:pt x="96774" y="67818"/>
                  </a:lnTo>
                  <a:lnTo>
                    <a:pt x="102577" y="71729"/>
                  </a:lnTo>
                  <a:lnTo>
                    <a:pt x="109728" y="73152"/>
                  </a:lnTo>
                  <a:lnTo>
                    <a:pt x="116865" y="71729"/>
                  </a:lnTo>
                  <a:lnTo>
                    <a:pt x="122682" y="67818"/>
                  </a:lnTo>
                  <a:lnTo>
                    <a:pt x="126580" y="62014"/>
                  </a:lnTo>
                  <a:lnTo>
                    <a:pt x="128016" y="54864"/>
                  </a:lnTo>
                  <a:close/>
                </a:path>
                <a:path w="349250" h="518160">
                  <a:moveTo>
                    <a:pt x="179832" y="86868"/>
                  </a:moveTo>
                  <a:lnTo>
                    <a:pt x="178396" y="79730"/>
                  </a:lnTo>
                  <a:lnTo>
                    <a:pt x="174498" y="73914"/>
                  </a:lnTo>
                  <a:lnTo>
                    <a:pt x="168681" y="70015"/>
                  </a:lnTo>
                  <a:lnTo>
                    <a:pt x="161544" y="68580"/>
                  </a:lnTo>
                  <a:lnTo>
                    <a:pt x="154393" y="70015"/>
                  </a:lnTo>
                  <a:lnTo>
                    <a:pt x="148590" y="73914"/>
                  </a:lnTo>
                  <a:lnTo>
                    <a:pt x="144678" y="79730"/>
                  </a:lnTo>
                  <a:lnTo>
                    <a:pt x="143256" y="86868"/>
                  </a:lnTo>
                  <a:lnTo>
                    <a:pt x="144678" y="94018"/>
                  </a:lnTo>
                  <a:lnTo>
                    <a:pt x="148577" y="99822"/>
                  </a:lnTo>
                  <a:lnTo>
                    <a:pt x="154393" y="103733"/>
                  </a:lnTo>
                  <a:lnTo>
                    <a:pt x="161544" y="105156"/>
                  </a:lnTo>
                  <a:lnTo>
                    <a:pt x="168681" y="103733"/>
                  </a:lnTo>
                  <a:lnTo>
                    <a:pt x="174485" y="99822"/>
                  </a:lnTo>
                  <a:lnTo>
                    <a:pt x="178396" y="94018"/>
                  </a:lnTo>
                  <a:lnTo>
                    <a:pt x="179832" y="86868"/>
                  </a:lnTo>
                  <a:close/>
                </a:path>
                <a:path w="349250" h="518160">
                  <a:moveTo>
                    <a:pt x="211836" y="279400"/>
                  </a:moveTo>
                  <a:lnTo>
                    <a:pt x="203962" y="271272"/>
                  </a:lnTo>
                  <a:lnTo>
                    <a:pt x="184645" y="271272"/>
                  </a:lnTo>
                  <a:lnTo>
                    <a:pt x="176784" y="279400"/>
                  </a:lnTo>
                  <a:lnTo>
                    <a:pt x="176784" y="289560"/>
                  </a:lnTo>
                  <a:lnTo>
                    <a:pt x="176784" y="299720"/>
                  </a:lnTo>
                  <a:lnTo>
                    <a:pt x="184645" y="307848"/>
                  </a:lnTo>
                  <a:lnTo>
                    <a:pt x="203962" y="307848"/>
                  </a:lnTo>
                  <a:lnTo>
                    <a:pt x="211836" y="299720"/>
                  </a:lnTo>
                  <a:lnTo>
                    <a:pt x="211836" y="279400"/>
                  </a:lnTo>
                  <a:close/>
                </a:path>
                <a:path w="349250" h="518160">
                  <a:moveTo>
                    <a:pt x="329184" y="143510"/>
                  </a:moveTo>
                  <a:lnTo>
                    <a:pt x="321056" y="135636"/>
                  </a:lnTo>
                  <a:lnTo>
                    <a:pt x="300736" y="135636"/>
                  </a:lnTo>
                  <a:lnTo>
                    <a:pt x="292608" y="143510"/>
                  </a:lnTo>
                  <a:lnTo>
                    <a:pt x="292608" y="153162"/>
                  </a:lnTo>
                  <a:lnTo>
                    <a:pt x="292608" y="162814"/>
                  </a:lnTo>
                  <a:lnTo>
                    <a:pt x="300736" y="170688"/>
                  </a:lnTo>
                  <a:lnTo>
                    <a:pt x="321056" y="170688"/>
                  </a:lnTo>
                  <a:lnTo>
                    <a:pt x="329184" y="162814"/>
                  </a:lnTo>
                  <a:lnTo>
                    <a:pt x="329184" y="143510"/>
                  </a:lnTo>
                  <a:close/>
                </a:path>
                <a:path w="349250" h="518160">
                  <a:moveTo>
                    <a:pt x="330708" y="55372"/>
                  </a:moveTo>
                  <a:lnTo>
                    <a:pt x="322834" y="47244"/>
                  </a:lnTo>
                  <a:lnTo>
                    <a:pt x="303530" y="47244"/>
                  </a:lnTo>
                  <a:lnTo>
                    <a:pt x="295656" y="55372"/>
                  </a:lnTo>
                  <a:lnTo>
                    <a:pt x="295656" y="65532"/>
                  </a:lnTo>
                  <a:lnTo>
                    <a:pt x="295656" y="75692"/>
                  </a:lnTo>
                  <a:lnTo>
                    <a:pt x="303530" y="83820"/>
                  </a:lnTo>
                  <a:lnTo>
                    <a:pt x="322834" y="83820"/>
                  </a:lnTo>
                  <a:lnTo>
                    <a:pt x="330708" y="75692"/>
                  </a:lnTo>
                  <a:lnTo>
                    <a:pt x="330708" y="55372"/>
                  </a:lnTo>
                  <a:close/>
                </a:path>
                <a:path w="349250" h="518160">
                  <a:moveTo>
                    <a:pt x="348996" y="317500"/>
                  </a:moveTo>
                  <a:lnTo>
                    <a:pt x="341122" y="309372"/>
                  </a:lnTo>
                  <a:lnTo>
                    <a:pt x="321818" y="309372"/>
                  </a:lnTo>
                  <a:lnTo>
                    <a:pt x="313944" y="317500"/>
                  </a:lnTo>
                  <a:lnTo>
                    <a:pt x="313944" y="327660"/>
                  </a:lnTo>
                  <a:lnTo>
                    <a:pt x="313944" y="337820"/>
                  </a:lnTo>
                  <a:lnTo>
                    <a:pt x="321818" y="345948"/>
                  </a:lnTo>
                  <a:lnTo>
                    <a:pt x="341122" y="345948"/>
                  </a:lnTo>
                  <a:lnTo>
                    <a:pt x="348996" y="337820"/>
                  </a:lnTo>
                  <a:lnTo>
                    <a:pt x="348996" y="317500"/>
                  </a:lnTo>
                  <a:close/>
                </a:path>
              </a:pathLst>
            </a:custGeom>
            <a:solidFill>
              <a:srgbClr val="0077C7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3096768" y="3941063"/>
              <a:ext cx="393700" cy="559435"/>
            </a:xfrm>
            <a:custGeom>
              <a:avLst/>
              <a:gdLst/>
              <a:ahLst/>
              <a:cxnLst/>
              <a:rect l="l" t="t" r="r" b="b"/>
              <a:pathLst>
                <a:path w="393700" h="559435">
                  <a:moveTo>
                    <a:pt x="36576" y="519684"/>
                  </a:moveTo>
                  <a:lnTo>
                    <a:pt x="35140" y="512546"/>
                  </a:lnTo>
                  <a:lnTo>
                    <a:pt x="31242" y="506742"/>
                  </a:lnTo>
                  <a:lnTo>
                    <a:pt x="25425" y="502831"/>
                  </a:lnTo>
                  <a:lnTo>
                    <a:pt x="18288" y="501396"/>
                  </a:lnTo>
                  <a:lnTo>
                    <a:pt x="11137" y="502831"/>
                  </a:lnTo>
                  <a:lnTo>
                    <a:pt x="5334" y="506730"/>
                  </a:lnTo>
                  <a:lnTo>
                    <a:pt x="1422" y="512546"/>
                  </a:lnTo>
                  <a:lnTo>
                    <a:pt x="0" y="519684"/>
                  </a:lnTo>
                  <a:lnTo>
                    <a:pt x="1422" y="526834"/>
                  </a:lnTo>
                  <a:lnTo>
                    <a:pt x="5334" y="532638"/>
                  </a:lnTo>
                  <a:lnTo>
                    <a:pt x="11137" y="536549"/>
                  </a:lnTo>
                  <a:lnTo>
                    <a:pt x="18288" y="537972"/>
                  </a:lnTo>
                  <a:lnTo>
                    <a:pt x="25425" y="536549"/>
                  </a:lnTo>
                  <a:lnTo>
                    <a:pt x="31229" y="532650"/>
                  </a:lnTo>
                  <a:lnTo>
                    <a:pt x="35140" y="526834"/>
                  </a:lnTo>
                  <a:lnTo>
                    <a:pt x="36576" y="519684"/>
                  </a:lnTo>
                  <a:close/>
                </a:path>
                <a:path w="393700" h="559435">
                  <a:moveTo>
                    <a:pt x="74676" y="103632"/>
                  </a:moveTo>
                  <a:lnTo>
                    <a:pt x="73240" y="96494"/>
                  </a:lnTo>
                  <a:lnTo>
                    <a:pt x="69342" y="90678"/>
                  </a:lnTo>
                  <a:lnTo>
                    <a:pt x="63525" y="86779"/>
                  </a:lnTo>
                  <a:lnTo>
                    <a:pt x="56388" y="85344"/>
                  </a:lnTo>
                  <a:lnTo>
                    <a:pt x="49237" y="86779"/>
                  </a:lnTo>
                  <a:lnTo>
                    <a:pt x="43434" y="90678"/>
                  </a:lnTo>
                  <a:lnTo>
                    <a:pt x="39522" y="96494"/>
                  </a:lnTo>
                  <a:lnTo>
                    <a:pt x="38100" y="103632"/>
                  </a:lnTo>
                  <a:lnTo>
                    <a:pt x="39522" y="110782"/>
                  </a:lnTo>
                  <a:lnTo>
                    <a:pt x="43434" y="116586"/>
                  </a:lnTo>
                  <a:lnTo>
                    <a:pt x="49237" y="120497"/>
                  </a:lnTo>
                  <a:lnTo>
                    <a:pt x="56388" y="121920"/>
                  </a:lnTo>
                  <a:lnTo>
                    <a:pt x="63525" y="120497"/>
                  </a:lnTo>
                  <a:lnTo>
                    <a:pt x="69329" y="116586"/>
                  </a:lnTo>
                  <a:lnTo>
                    <a:pt x="73240" y="110782"/>
                  </a:lnTo>
                  <a:lnTo>
                    <a:pt x="74676" y="103632"/>
                  </a:lnTo>
                  <a:close/>
                </a:path>
                <a:path w="393700" h="559435">
                  <a:moveTo>
                    <a:pt x="109728" y="317500"/>
                  </a:moveTo>
                  <a:lnTo>
                    <a:pt x="101854" y="309372"/>
                  </a:lnTo>
                  <a:lnTo>
                    <a:pt x="82550" y="309372"/>
                  </a:lnTo>
                  <a:lnTo>
                    <a:pt x="74676" y="317500"/>
                  </a:lnTo>
                  <a:lnTo>
                    <a:pt x="74676" y="327660"/>
                  </a:lnTo>
                  <a:lnTo>
                    <a:pt x="74676" y="337820"/>
                  </a:lnTo>
                  <a:lnTo>
                    <a:pt x="82550" y="345948"/>
                  </a:lnTo>
                  <a:lnTo>
                    <a:pt x="101854" y="345948"/>
                  </a:lnTo>
                  <a:lnTo>
                    <a:pt x="109728" y="337820"/>
                  </a:lnTo>
                  <a:lnTo>
                    <a:pt x="109728" y="317500"/>
                  </a:lnTo>
                  <a:close/>
                </a:path>
                <a:path w="393700" h="559435">
                  <a:moveTo>
                    <a:pt x="227076" y="108204"/>
                  </a:moveTo>
                  <a:lnTo>
                    <a:pt x="225640" y="101066"/>
                  </a:lnTo>
                  <a:lnTo>
                    <a:pt x="221742" y="95262"/>
                  </a:lnTo>
                  <a:lnTo>
                    <a:pt x="215925" y="91351"/>
                  </a:lnTo>
                  <a:lnTo>
                    <a:pt x="208775" y="89916"/>
                  </a:lnTo>
                  <a:lnTo>
                    <a:pt x="201637" y="91351"/>
                  </a:lnTo>
                  <a:lnTo>
                    <a:pt x="195834" y="95250"/>
                  </a:lnTo>
                  <a:lnTo>
                    <a:pt x="191922" y="101066"/>
                  </a:lnTo>
                  <a:lnTo>
                    <a:pt x="190487" y="108204"/>
                  </a:lnTo>
                  <a:lnTo>
                    <a:pt x="191922" y="115354"/>
                  </a:lnTo>
                  <a:lnTo>
                    <a:pt x="195834" y="121158"/>
                  </a:lnTo>
                  <a:lnTo>
                    <a:pt x="201637" y="125069"/>
                  </a:lnTo>
                  <a:lnTo>
                    <a:pt x="208775" y="126492"/>
                  </a:lnTo>
                  <a:lnTo>
                    <a:pt x="215925" y="125069"/>
                  </a:lnTo>
                  <a:lnTo>
                    <a:pt x="221742" y="121158"/>
                  </a:lnTo>
                  <a:lnTo>
                    <a:pt x="225640" y="115354"/>
                  </a:lnTo>
                  <a:lnTo>
                    <a:pt x="227076" y="108204"/>
                  </a:lnTo>
                  <a:close/>
                </a:path>
                <a:path w="393700" h="559435">
                  <a:moveTo>
                    <a:pt x="231635" y="532130"/>
                  </a:moveTo>
                  <a:lnTo>
                    <a:pt x="223761" y="524256"/>
                  </a:lnTo>
                  <a:lnTo>
                    <a:pt x="204470" y="524256"/>
                  </a:lnTo>
                  <a:lnTo>
                    <a:pt x="196596" y="532130"/>
                  </a:lnTo>
                  <a:lnTo>
                    <a:pt x="196596" y="541782"/>
                  </a:lnTo>
                  <a:lnTo>
                    <a:pt x="196596" y="551434"/>
                  </a:lnTo>
                  <a:lnTo>
                    <a:pt x="204470" y="559308"/>
                  </a:lnTo>
                  <a:lnTo>
                    <a:pt x="223761" y="559308"/>
                  </a:lnTo>
                  <a:lnTo>
                    <a:pt x="231635" y="551434"/>
                  </a:lnTo>
                  <a:lnTo>
                    <a:pt x="231635" y="532130"/>
                  </a:lnTo>
                  <a:close/>
                </a:path>
                <a:path w="393700" h="559435">
                  <a:moveTo>
                    <a:pt x="233172" y="347472"/>
                  </a:moveTo>
                  <a:lnTo>
                    <a:pt x="231736" y="340334"/>
                  </a:lnTo>
                  <a:lnTo>
                    <a:pt x="227825" y="334530"/>
                  </a:lnTo>
                  <a:lnTo>
                    <a:pt x="222021" y="330619"/>
                  </a:lnTo>
                  <a:lnTo>
                    <a:pt x="214884" y="329184"/>
                  </a:lnTo>
                  <a:lnTo>
                    <a:pt x="207733" y="330619"/>
                  </a:lnTo>
                  <a:lnTo>
                    <a:pt x="201930" y="334518"/>
                  </a:lnTo>
                  <a:lnTo>
                    <a:pt x="198018" y="340334"/>
                  </a:lnTo>
                  <a:lnTo>
                    <a:pt x="196596" y="347472"/>
                  </a:lnTo>
                  <a:lnTo>
                    <a:pt x="198018" y="354622"/>
                  </a:lnTo>
                  <a:lnTo>
                    <a:pt x="201930" y="360426"/>
                  </a:lnTo>
                  <a:lnTo>
                    <a:pt x="207733" y="364337"/>
                  </a:lnTo>
                  <a:lnTo>
                    <a:pt x="214884" y="365760"/>
                  </a:lnTo>
                  <a:lnTo>
                    <a:pt x="222021" y="364337"/>
                  </a:lnTo>
                  <a:lnTo>
                    <a:pt x="227825" y="360438"/>
                  </a:lnTo>
                  <a:lnTo>
                    <a:pt x="231736" y="354622"/>
                  </a:lnTo>
                  <a:lnTo>
                    <a:pt x="233172" y="347472"/>
                  </a:lnTo>
                  <a:close/>
                </a:path>
                <a:path w="393700" h="559435">
                  <a:moveTo>
                    <a:pt x="252984" y="175260"/>
                  </a:moveTo>
                  <a:lnTo>
                    <a:pt x="251548" y="168122"/>
                  </a:lnTo>
                  <a:lnTo>
                    <a:pt x="247650" y="162318"/>
                  </a:lnTo>
                  <a:lnTo>
                    <a:pt x="241833" y="158407"/>
                  </a:lnTo>
                  <a:lnTo>
                    <a:pt x="234696" y="156972"/>
                  </a:lnTo>
                  <a:lnTo>
                    <a:pt x="227545" y="158407"/>
                  </a:lnTo>
                  <a:lnTo>
                    <a:pt x="221742" y="162306"/>
                  </a:lnTo>
                  <a:lnTo>
                    <a:pt x="217830" y="168122"/>
                  </a:lnTo>
                  <a:lnTo>
                    <a:pt x="216408" y="175260"/>
                  </a:lnTo>
                  <a:lnTo>
                    <a:pt x="217830" y="182410"/>
                  </a:lnTo>
                  <a:lnTo>
                    <a:pt x="221742" y="188214"/>
                  </a:lnTo>
                  <a:lnTo>
                    <a:pt x="227545" y="192125"/>
                  </a:lnTo>
                  <a:lnTo>
                    <a:pt x="234696" y="193548"/>
                  </a:lnTo>
                  <a:lnTo>
                    <a:pt x="241833" y="192125"/>
                  </a:lnTo>
                  <a:lnTo>
                    <a:pt x="247650" y="188226"/>
                  </a:lnTo>
                  <a:lnTo>
                    <a:pt x="251548" y="182410"/>
                  </a:lnTo>
                  <a:lnTo>
                    <a:pt x="252984" y="175260"/>
                  </a:lnTo>
                  <a:close/>
                </a:path>
                <a:path w="393700" h="559435">
                  <a:moveTo>
                    <a:pt x="326136" y="82550"/>
                  </a:moveTo>
                  <a:lnTo>
                    <a:pt x="318262" y="74676"/>
                  </a:lnTo>
                  <a:lnTo>
                    <a:pt x="298958" y="74676"/>
                  </a:lnTo>
                  <a:lnTo>
                    <a:pt x="291084" y="82550"/>
                  </a:lnTo>
                  <a:lnTo>
                    <a:pt x="291084" y="92202"/>
                  </a:lnTo>
                  <a:lnTo>
                    <a:pt x="291084" y="101854"/>
                  </a:lnTo>
                  <a:lnTo>
                    <a:pt x="298958" y="109728"/>
                  </a:lnTo>
                  <a:lnTo>
                    <a:pt x="318262" y="109728"/>
                  </a:lnTo>
                  <a:lnTo>
                    <a:pt x="326136" y="101854"/>
                  </a:lnTo>
                  <a:lnTo>
                    <a:pt x="326136" y="82550"/>
                  </a:lnTo>
                  <a:close/>
                </a:path>
                <a:path w="393700" h="559435">
                  <a:moveTo>
                    <a:pt x="342900" y="18288"/>
                  </a:moveTo>
                  <a:lnTo>
                    <a:pt x="341464" y="11150"/>
                  </a:lnTo>
                  <a:lnTo>
                    <a:pt x="337553" y="5334"/>
                  </a:lnTo>
                  <a:lnTo>
                    <a:pt x="331749" y="1435"/>
                  </a:lnTo>
                  <a:lnTo>
                    <a:pt x="324612" y="0"/>
                  </a:lnTo>
                  <a:lnTo>
                    <a:pt x="317461" y="1435"/>
                  </a:lnTo>
                  <a:lnTo>
                    <a:pt x="311658" y="5334"/>
                  </a:lnTo>
                  <a:lnTo>
                    <a:pt x="307746" y="11150"/>
                  </a:lnTo>
                  <a:lnTo>
                    <a:pt x="306324" y="18288"/>
                  </a:lnTo>
                  <a:lnTo>
                    <a:pt x="307746" y="25438"/>
                  </a:lnTo>
                  <a:lnTo>
                    <a:pt x="311658" y="31242"/>
                  </a:lnTo>
                  <a:lnTo>
                    <a:pt x="317461" y="35153"/>
                  </a:lnTo>
                  <a:lnTo>
                    <a:pt x="324612" y="36576"/>
                  </a:lnTo>
                  <a:lnTo>
                    <a:pt x="331749" y="35153"/>
                  </a:lnTo>
                  <a:lnTo>
                    <a:pt x="337553" y="31242"/>
                  </a:lnTo>
                  <a:lnTo>
                    <a:pt x="341464" y="25438"/>
                  </a:lnTo>
                  <a:lnTo>
                    <a:pt x="342900" y="18288"/>
                  </a:lnTo>
                  <a:close/>
                </a:path>
                <a:path w="393700" h="559435">
                  <a:moveTo>
                    <a:pt x="393192" y="537972"/>
                  </a:moveTo>
                  <a:lnTo>
                    <a:pt x="391756" y="530834"/>
                  </a:lnTo>
                  <a:lnTo>
                    <a:pt x="387858" y="525030"/>
                  </a:lnTo>
                  <a:lnTo>
                    <a:pt x="382041" y="521119"/>
                  </a:lnTo>
                  <a:lnTo>
                    <a:pt x="374904" y="519684"/>
                  </a:lnTo>
                  <a:lnTo>
                    <a:pt x="367753" y="521119"/>
                  </a:lnTo>
                  <a:lnTo>
                    <a:pt x="361950" y="525018"/>
                  </a:lnTo>
                  <a:lnTo>
                    <a:pt x="358038" y="530834"/>
                  </a:lnTo>
                  <a:lnTo>
                    <a:pt x="356616" y="537972"/>
                  </a:lnTo>
                  <a:lnTo>
                    <a:pt x="358038" y="545122"/>
                  </a:lnTo>
                  <a:lnTo>
                    <a:pt x="361950" y="550926"/>
                  </a:lnTo>
                  <a:lnTo>
                    <a:pt x="367753" y="554837"/>
                  </a:lnTo>
                  <a:lnTo>
                    <a:pt x="374904" y="556260"/>
                  </a:lnTo>
                  <a:lnTo>
                    <a:pt x="382041" y="554837"/>
                  </a:lnTo>
                  <a:lnTo>
                    <a:pt x="387858" y="550938"/>
                  </a:lnTo>
                  <a:lnTo>
                    <a:pt x="391756" y="545122"/>
                  </a:lnTo>
                  <a:lnTo>
                    <a:pt x="393192" y="537972"/>
                  </a:lnTo>
                  <a:close/>
                </a:path>
              </a:pathLst>
            </a:custGeom>
            <a:solidFill>
              <a:srgbClr val="00B3E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588007" y="4660391"/>
              <a:ext cx="832485" cy="822960"/>
            </a:xfrm>
            <a:custGeom>
              <a:avLst/>
              <a:gdLst/>
              <a:ahLst/>
              <a:cxnLst/>
              <a:rect l="l" t="t" r="r" b="b"/>
              <a:pathLst>
                <a:path w="832485" h="822960">
                  <a:moveTo>
                    <a:pt x="126491" y="705612"/>
                  </a:moveTo>
                  <a:lnTo>
                    <a:pt x="832104" y="705612"/>
                  </a:lnTo>
                  <a:lnTo>
                    <a:pt x="832104" y="0"/>
                  </a:lnTo>
                  <a:lnTo>
                    <a:pt x="126491" y="0"/>
                  </a:lnTo>
                  <a:lnTo>
                    <a:pt x="126491" y="705612"/>
                  </a:lnTo>
                  <a:close/>
                </a:path>
                <a:path w="832485" h="822960">
                  <a:moveTo>
                    <a:pt x="64008" y="765048"/>
                  </a:moveTo>
                  <a:lnTo>
                    <a:pt x="768096" y="765048"/>
                  </a:lnTo>
                  <a:lnTo>
                    <a:pt x="768096" y="59436"/>
                  </a:lnTo>
                  <a:lnTo>
                    <a:pt x="64008" y="59436"/>
                  </a:lnTo>
                  <a:lnTo>
                    <a:pt x="64008" y="765048"/>
                  </a:lnTo>
                  <a:close/>
                </a:path>
                <a:path w="832485" h="822960">
                  <a:moveTo>
                    <a:pt x="0" y="822960"/>
                  </a:moveTo>
                  <a:lnTo>
                    <a:pt x="705612" y="822960"/>
                  </a:lnTo>
                  <a:lnTo>
                    <a:pt x="705612" y="118872"/>
                  </a:lnTo>
                  <a:lnTo>
                    <a:pt x="0" y="118872"/>
                  </a:lnTo>
                  <a:lnTo>
                    <a:pt x="0" y="822960"/>
                  </a:lnTo>
                  <a:close/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71827" y="3962400"/>
              <a:ext cx="550163" cy="550163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71827" y="3104388"/>
              <a:ext cx="512063" cy="51358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65731" y="4850892"/>
              <a:ext cx="560832" cy="560832"/>
            </a:xfrm>
            <a:prstGeom prst="rect">
              <a:avLst/>
            </a:prstGeom>
          </p:spPr>
        </p:pic>
      </p:grpSp>
      <p:pic>
        <p:nvPicPr>
          <p:cNvPr id="77" name="object 7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54736" y="1857755"/>
            <a:ext cx="2111502" cy="189737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52627" y="1437119"/>
            <a:ext cx="7771638" cy="29338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474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543800" y="5804915"/>
            <a:ext cx="1667510" cy="213360"/>
            <a:chOff x="7543800" y="5804915"/>
            <a:chExt cx="1667510" cy="213360"/>
          </a:xfrm>
        </p:grpSpPr>
        <p:sp>
          <p:nvSpPr>
            <p:cNvPr id="8" name="object 8"/>
            <p:cNvSpPr/>
            <p:nvPr/>
          </p:nvSpPr>
          <p:spPr>
            <a:xfrm>
              <a:off x="7543800" y="5804915"/>
              <a:ext cx="1667510" cy="213360"/>
            </a:xfrm>
            <a:custGeom>
              <a:avLst/>
              <a:gdLst/>
              <a:ahLst/>
              <a:cxnLst/>
              <a:rect l="l" t="t" r="r" b="b"/>
              <a:pathLst>
                <a:path w="1667509" h="213360">
                  <a:moveTo>
                    <a:pt x="1560576" y="0"/>
                  </a:moveTo>
                  <a:lnTo>
                    <a:pt x="106679" y="0"/>
                  </a:lnTo>
                  <a:lnTo>
                    <a:pt x="65150" y="8383"/>
                  </a:lnTo>
                  <a:lnTo>
                    <a:pt x="31241" y="31246"/>
                  </a:lnTo>
                  <a:lnTo>
                    <a:pt x="8381" y="65156"/>
                  </a:lnTo>
                  <a:lnTo>
                    <a:pt x="0" y="106680"/>
                  </a:lnTo>
                  <a:lnTo>
                    <a:pt x="8382" y="148203"/>
                  </a:lnTo>
                  <a:lnTo>
                    <a:pt x="31242" y="182113"/>
                  </a:lnTo>
                  <a:lnTo>
                    <a:pt x="65150" y="204976"/>
                  </a:lnTo>
                  <a:lnTo>
                    <a:pt x="106679" y="213360"/>
                  </a:lnTo>
                  <a:lnTo>
                    <a:pt x="1560576" y="213360"/>
                  </a:lnTo>
                  <a:lnTo>
                    <a:pt x="1602105" y="204976"/>
                  </a:lnTo>
                  <a:lnTo>
                    <a:pt x="1636014" y="182113"/>
                  </a:lnTo>
                  <a:lnTo>
                    <a:pt x="1658874" y="148203"/>
                  </a:lnTo>
                  <a:lnTo>
                    <a:pt x="1667255" y="106680"/>
                  </a:lnTo>
                  <a:lnTo>
                    <a:pt x="1658873" y="65156"/>
                  </a:lnTo>
                  <a:lnTo>
                    <a:pt x="1636013" y="31246"/>
                  </a:lnTo>
                  <a:lnTo>
                    <a:pt x="1602104" y="8383"/>
                  </a:lnTo>
                  <a:lnTo>
                    <a:pt x="156057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21752" y="5861303"/>
              <a:ext cx="936498" cy="113537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409188" y="2653310"/>
            <a:ext cx="3100070" cy="2536825"/>
            <a:chOff x="3409188" y="2653310"/>
            <a:chExt cx="3100070" cy="2536825"/>
          </a:xfrm>
        </p:grpSpPr>
        <p:sp>
          <p:nvSpPr>
            <p:cNvPr id="11" name="object 11"/>
            <p:cNvSpPr/>
            <p:nvPr/>
          </p:nvSpPr>
          <p:spPr>
            <a:xfrm>
              <a:off x="5698998" y="3515106"/>
              <a:ext cx="800100" cy="800100"/>
            </a:xfrm>
            <a:custGeom>
              <a:avLst/>
              <a:gdLst/>
              <a:ahLst/>
              <a:cxnLst/>
              <a:rect l="l" t="t" r="r" b="b"/>
              <a:pathLst>
                <a:path w="800100" h="800100">
                  <a:moveTo>
                    <a:pt x="0" y="800100"/>
                  </a:moveTo>
                  <a:lnTo>
                    <a:pt x="800100" y="800100"/>
                  </a:lnTo>
                  <a:lnTo>
                    <a:pt x="800100" y="0"/>
                  </a:lnTo>
                  <a:lnTo>
                    <a:pt x="0" y="0"/>
                  </a:lnTo>
                  <a:lnTo>
                    <a:pt x="0" y="800100"/>
                  </a:lnTo>
                  <a:close/>
                </a:path>
              </a:pathLst>
            </a:custGeom>
            <a:ln w="1981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21387" y="4415054"/>
              <a:ext cx="162242" cy="1287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09188" y="5039868"/>
              <a:ext cx="1364741" cy="15011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02261" y="2653310"/>
              <a:ext cx="361940" cy="128751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59308" y="1845564"/>
            <a:ext cx="8784590" cy="4247515"/>
          </a:xfrm>
          <a:prstGeom prst="rect">
            <a:avLst/>
          </a:prstGeom>
          <a:ln w="3175">
            <a:solidFill>
              <a:srgbClr val="BEBEBE"/>
            </a:solidFill>
          </a:ln>
        </p:spPr>
        <p:txBody>
          <a:bodyPr wrap="square" lIns="0" tIns="1155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10"/>
              </a:spcBef>
            </a:pPr>
            <a:r>
              <a:rPr dirty="0" sz="1800" spc="-415" b="1">
                <a:solidFill>
                  <a:srgbClr val="13299F"/>
                </a:solidFill>
                <a:latin typeface="Tahoma"/>
                <a:cs typeface="Tahoma"/>
              </a:rPr>
              <a:t>Dee</a:t>
            </a:r>
            <a:r>
              <a:rPr dirty="0" sz="1800" spc="-395" b="1">
                <a:solidFill>
                  <a:srgbClr val="13299F"/>
                </a:solidFill>
                <a:latin typeface="Tahoma"/>
                <a:cs typeface="Tahoma"/>
              </a:rPr>
              <a:t>p</a:t>
            </a:r>
            <a:r>
              <a:rPr dirty="0" sz="1800" spc="-14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800" spc="-315" b="1">
                <a:solidFill>
                  <a:srgbClr val="13299F"/>
                </a:solidFill>
                <a:latin typeface="Tahoma"/>
                <a:cs typeface="Tahoma"/>
              </a:rPr>
              <a:t>Lear</a:t>
            </a:r>
            <a:r>
              <a:rPr dirty="0" sz="1800" spc="-360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800" spc="-21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800" spc="-41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800" spc="-400" b="1">
                <a:solidFill>
                  <a:srgbClr val="13299F"/>
                </a:solidFill>
                <a:latin typeface="Tahoma"/>
                <a:cs typeface="Tahoma"/>
              </a:rPr>
              <a:t>g</a:t>
            </a:r>
            <a:r>
              <a:rPr dirty="0" sz="1800" spc="-15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800" spc="-700" b="1">
                <a:solidFill>
                  <a:srgbClr val="13299F"/>
                </a:solidFill>
                <a:latin typeface="Tahoma"/>
                <a:cs typeface="Tahoma"/>
              </a:rPr>
              <a:t>W</a:t>
            </a:r>
            <a:r>
              <a:rPr dirty="0" sz="1800" spc="-400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800" spc="-270" b="1">
                <a:solidFill>
                  <a:srgbClr val="13299F"/>
                </a:solidFill>
                <a:latin typeface="Tahoma"/>
                <a:cs typeface="Tahoma"/>
              </a:rPr>
              <a:t>rk</a:t>
            </a:r>
            <a:r>
              <a:rPr dirty="0" sz="1800" spc="-185" b="1">
                <a:solidFill>
                  <a:srgbClr val="13299F"/>
                </a:solidFill>
                <a:latin typeface="Tahoma"/>
                <a:cs typeface="Tahoma"/>
              </a:rPr>
              <a:t>f</a:t>
            </a:r>
            <a:r>
              <a:rPr dirty="0" sz="1800" spc="-215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800" spc="-400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800" spc="-625" b="1">
                <a:solidFill>
                  <a:srgbClr val="13299F"/>
                </a:solidFill>
                <a:latin typeface="Tahoma"/>
                <a:cs typeface="Tahoma"/>
              </a:rPr>
              <a:t>w</a:t>
            </a:r>
            <a:endParaRPr sz="18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2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300">
              <a:latin typeface="Tahoma"/>
              <a:cs typeface="Tahoma"/>
            </a:endParaRPr>
          </a:p>
          <a:p>
            <a:pPr marL="5139055">
              <a:lnSpc>
                <a:spcPct val="100000"/>
              </a:lnSpc>
            </a:pPr>
            <a:r>
              <a:rPr dirty="0" sz="1300" spc="-395" b="1">
                <a:latin typeface="Tahoma"/>
                <a:cs typeface="Tahoma"/>
              </a:rPr>
              <a:t>N</a:t>
            </a:r>
            <a:r>
              <a:rPr dirty="0" sz="1300" spc="-270" b="1">
                <a:latin typeface="Tahoma"/>
                <a:cs typeface="Tahoma"/>
              </a:rPr>
              <a:t>e</a:t>
            </a:r>
            <a:r>
              <a:rPr dirty="0" sz="1300" spc="-310" b="1">
                <a:latin typeface="Tahoma"/>
                <a:cs typeface="Tahoma"/>
              </a:rPr>
              <a:t>u</a:t>
            </a:r>
            <a:r>
              <a:rPr dirty="0" sz="1300" spc="-90" b="1">
                <a:latin typeface="Tahoma"/>
                <a:cs typeface="Tahoma"/>
              </a:rPr>
              <a:t>r</a:t>
            </a:r>
            <a:r>
              <a:rPr dirty="0" sz="1300" spc="-204" b="1">
                <a:latin typeface="Tahoma"/>
                <a:cs typeface="Tahoma"/>
              </a:rPr>
              <a:t>al</a:t>
            </a:r>
            <a:r>
              <a:rPr dirty="0" sz="1300" spc="-75" b="1">
                <a:latin typeface="Tahoma"/>
                <a:cs typeface="Tahoma"/>
              </a:rPr>
              <a:t> </a:t>
            </a:r>
            <a:r>
              <a:rPr dirty="0" sz="1300" spc="-320" b="1">
                <a:latin typeface="Tahoma"/>
                <a:cs typeface="Tahoma"/>
              </a:rPr>
              <a:t>n</a:t>
            </a:r>
            <a:r>
              <a:rPr dirty="0" sz="1300" spc="-260" b="1">
                <a:latin typeface="Tahoma"/>
                <a:cs typeface="Tahoma"/>
              </a:rPr>
              <a:t>e</a:t>
            </a:r>
            <a:r>
              <a:rPr dirty="0" sz="1300" spc="-200" b="1">
                <a:latin typeface="Tahoma"/>
                <a:cs typeface="Tahoma"/>
              </a:rPr>
              <a:t>t</a:t>
            </a:r>
            <a:r>
              <a:rPr dirty="0" sz="1300" spc="-465" b="1">
                <a:latin typeface="Tahoma"/>
                <a:cs typeface="Tahoma"/>
              </a:rPr>
              <a:t>w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75" b="1">
                <a:latin typeface="Tahoma"/>
                <a:cs typeface="Tahoma"/>
              </a:rPr>
              <a:t>r</a:t>
            </a:r>
            <a:r>
              <a:rPr dirty="0" sz="1300" spc="-305" b="1">
                <a:latin typeface="Tahoma"/>
                <a:cs typeface="Tahoma"/>
              </a:rPr>
              <a:t>k</a:t>
            </a:r>
            <a:r>
              <a:rPr dirty="0" sz="1300" spc="-170" b="1">
                <a:latin typeface="Tahoma"/>
                <a:cs typeface="Tahoma"/>
              </a:rPr>
              <a:t>s</a:t>
            </a:r>
            <a:r>
              <a:rPr dirty="0" sz="1300" spc="-75" b="1">
                <a:latin typeface="Tahoma"/>
                <a:cs typeface="Tahoma"/>
              </a:rPr>
              <a:t> </a:t>
            </a:r>
            <a:r>
              <a:rPr dirty="0" sz="1300" spc="-465" b="1">
                <a:latin typeface="Tahoma"/>
                <a:cs typeface="Tahoma"/>
              </a:rPr>
              <a:t>w</a:t>
            </a:r>
            <a:r>
              <a:rPr dirty="0" sz="1300" spc="-195" b="1">
                <a:latin typeface="Tahoma"/>
                <a:cs typeface="Tahoma"/>
              </a:rPr>
              <a:t>e</a:t>
            </a:r>
            <a:r>
              <a:rPr dirty="0" sz="1300" spc="-155" b="1">
                <a:latin typeface="Tahoma"/>
                <a:cs typeface="Tahoma"/>
              </a:rPr>
              <a:t>r</a:t>
            </a:r>
            <a:r>
              <a:rPr dirty="0" sz="1300" spc="-254" b="1">
                <a:latin typeface="Tahoma"/>
                <a:cs typeface="Tahoma"/>
              </a:rPr>
              <a:t>e</a:t>
            </a:r>
            <a:r>
              <a:rPr dirty="0" sz="1300" spc="-80" b="1">
                <a:latin typeface="Tahoma"/>
                <a:cs typeface="Tahoma"/>
              </a:rPr>
              <a:t> 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320" b="1">
                <a:latin typeface="Tahoma"/>
                <a:cs typeface="Tahoma"/>
              </a:rPr>
              <a:t>n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254" b="1">
                <a:latin typeface="Tahoma"/>
                <a:cs typeface="Tahoma"/>
              </a:rPr>
              <a:t>a</a:t>
            </a:r>
            <a:r>
              <a:rPr dirty="0" sz="1300" spc="-140" b="1">
                <a:latin typeface="Tahoma"/>
                <a:cs typeface="Tahoma"/>
              </a:rPr>
              <a:t>l</a:t>
            </a:r>
            <a:r>
              <a:rPr dirty="0" sz="1300" spc="-145" b="1">
                <a:latin typeface="Tahoma"/>
                <a:cs typeface="Tahoma"/>
              </a:rPr>
              <a:t>l</a:t>
            </a:r>
            <a:r>
              <a:rPr dirty="0" sz="1300" spc="-245" b="1">
                <a:latin typeface="Tahoma"/>
                <a:cs typeface="Tahoma"/>
              </a:rPr>
              <a:t>y</a:t>
            </a:r>
            <a:r>
              <a:rPr dirty="0" sz="1300" spc="-80" b="1">
                <a:latin typeface="Tahoma"/>
                <a:cs typeface="Tahoma"/>
              </a:rPr>
              <a:t> 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320" b="1">
                <a:latin typeface="Tahoma"/>
                <a:cs typeface="Tahoma"/>
              </a:rPr>
              <a:t>n</a:t>
            </a:r>
            <a:r>
              <a:rPr dirty="0" sz="1300" spc="-160" b="1">
                <a:latin typeface="Tahoma"/>
                <a:cs typeface="Tahoma"/>
              </a:rPr>
              <a:t>s</a:t>
            </a:r>
            <a:r>
              <a:rPr dirty="0" sz="1300" spc="-305" b="1">
                <a:latin typeface="Tahoma"/>
                <a:cs typeface="Tahoma"/>
              </a:rPr>
              <a:t>p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90" b="1">
                <a:latin typeface="Tahoma"/>
                <a:cs typeface="Tahoma"/>
              </a:rPr>
              <a:t>r</a:t>
            </a:r>
            <a:r>
              <a:rPr dirty="0" sz="1300" spc="-275" b="1">
                <a:latin typeface="Tahoma"/>
                <a:cs typeface="Tahoma"/>
              </a:rPr>
              <a:t>ed</a:t>
            </a:r>
            <a:endParaRPr sz="1300">
              <a:latin typeface="Tahoma"/>
              <a:cs typeface="Tahoma"/>
            </a:endParaRPr>
          </a:p>
          <a:p>
            <a:pPr marL="5139055" marR="476250">
              <a:lnSpc>
                <a:spcPct val="100000"/>
              </a:lnSpc>
            </a:pPr>
            <a:r>
              <a:rPr dirty="0" sz="1300" spc="-310" b="1">
                <a:latin typeface="Tahoma"/>
                <a:cs typeface="Tahoma"/>
              </a:rPr>
              <a:t>b</a:t>
            </a:r>
            <a:r>
              <a:rPr dirty="0" sz="1300" spc="-245" b="1">
                <a:latin typeface="Tahoma"/>
                <a:cs typeface="Tahoma"/>
              </a:rPr>
              <a:t>y</a:t>
            </a:r>
            <a:r>
              <a:rPr dirty="0" sz="1300" spc="-110" b="1">
                <a:latin typeface="Tahoma"/>
                <a:cs typeface="Tahoma"/>
              </a:rPr>
              <a:t> 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320" b="1">
                <a:latin typeface="Tahoma"/>
                <a:cs typeface="Tahoma"/>
              </a:rPr>
              <a:t>h</a:t>
            </a:r>
            <a:r>
              <a:rPr dirty="0" sz="1300" spc="-254" b="1">
                <a:latin typeface="Tahoma"/>
                <a:cs typeface="Tahoma"/>
              </a:rPr>
              <a:t>e</a:t>
            </a:r>
            <a:r>
              <a:rPr dirty="0" sz="1300" spc="-75" b="1">
                <a:latin typeface="Tahoma"/>
                <a:cs typeface="Tahoma"/>
              </a:rPr>
              <a:t> </a:t>
            </a:r>
            <a:r>
              <a:rPr dirty="0" sz="1300" spc="-310" b="1">
                <a:latin typeface="Tahoma"/>
                <a:cs typeface="Tahoma"/>
              </a:rPr>
              <a:t>b</a:t>
            </a:r>
            <a:r>
              <a:rPr dirty="0" sz="1300" spc="-90" b="1">
                <a:latin typeface="Tahoma"/>
                <a:cs typeface="Tahoma"/>
              </a:rPr>
              <a:t>r</a:t>
            </a:r>
            <a:r>
              <a:rPr dirty="0" sz="1300" spc="-270" b="1">
                <a:latin typeface="Tahoma"/>
                <a:cs typeface="Tahoma"/>
              </a:rPr>
              <a:t>a</a:t>
            </a:r>
            <a:r>
              <a:rPr dirty="0" sz="1300" spc="-150" b="1">
                <a:latin typeface="Tahoma"/>
                <a:cs typeface="Tahoma"/>
              </a:rPr>
              <a:t>i</a:t>
            </a:r>
            <a:r>
              <a:rPr dirty="0" sz="1300" spc="-320" b="1">
                <a:latin typeface="Tahoma"/>
                <a:cs typeface="Tahoma"/>
              </a:rPr>
              <a:t>n</a:t>
            </a:r>
            <a:r>
              <a:rPr dirty="0" sz="1300" spc="-170" b="1">
                <a:latin typeface="Tahoma"/>
                <a:cs typeface="Tahoma"/>
              </a:rPr>
              <a:t>,</a:t>
            </a:r>
            <a:r>
              <a:rPr dirty="0" sz="1300" spc="-70" b="1">
                <a:latin typeface="Tahoma"/>
                <a:cs typeface="Tahoma"/>
              </a:rPr>
              <a:t> </a:t>
            </a:r>
            <a:r>
              <a:rPr dirty="0" sz="1300" spc="-310" b="1">
                <a:latin typeface="Tahoma"/>
                <a:cs typeface="Tahoma"/>
              </a:rPr>
              <a:t>b</a:t>
            </a:r>
            <a:r>
              <a:rPr dirty="0" sz="1300" spc="-320" b="1">
                <a:latin typeface="Tahoma"/>
                <a:cs typeface="Tahoma"/>
              </a:rPr>
              <a:t>u</a:t>
            </a:r>
            <a:r>
              <a:rPr dirty="0" sz="1300" spc="-185" b="1">
                <a:latin typeface="Tahoma"/>
                <a:cs typeface="Tahoma"/>
              </a:rPr>
              <a:t>t</a:t>
            </a:r>
            <a:r>
              <a:rPr dirty="0" sz="1300" spc="-70" b="1">
                <a:latin typeface="Tahoma"/>
                <a:cs typeface="Tahoma"/>
              </a:rPr>
              <a:t> 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320" b="1">
                <a:latin typeface="Tahoma"/>
                <a:cs typeface="Tahoma"/>
              </a:rPr>
              <a:t>h</a:t>
            </a:r>
            <a:r>
              <a:rPr dirty="0" sz="1300" spc="-254" b="1">
                <a:latin typeface="Tahoma"/>
                <a:cs typeface="Tahoma"/>
              </a:rPr>
              <a:t>e</a:t>
            </a:r>
            <a:r>
              <a:rPr dirty="0" sz="1300" spc="-75" b="1">
                <a:latin typeface="Tahoma"/>
                <a:cs typeface="Tahoma"/>
              </a:rPr>
              <a:t> </a:t>
            </a:r>
            <a:r>
              <a:rPr dirty="0" sz="1300" spc="-305" b="1">
                <a:latin typeface="Tahoma"/>
                <a:cs typeface="Tahoma"/>
              </a:rPr>
              <a:t>d</a:t>
            </a:r>
            <a:r>
              <a:rPr dirty="0" sz="1300" spc="-260" b="1">
                <a:latin typeface="Tahoma"/>
                <a:cs typeface="Tahoma"/>
              </a:rPr>
              <a:t>e</a:t>
            </a:r>
            <a:r>
              <a:rPr dirty="0" sz="1300" spc="-200" b="1">
                <a:latin typeface="Tahoma"/>
                <a:cs typeface="Tahoma"/>
              </a:rPr>
              <a:t>t</a:t>
            </a:r>
            <a:r>
              <a:rPr dirty="0" sz="1300" spc="-270" b="1">
                <a:latin typeface="Tahoma"/>
                <a:cs typeface="Tahoma"/>
              </a:rPr>
              <a:t>a</a:t>
            </a:r>
            <a:r>
              <a:rPr dirty="0" sz="1300" spc="-150" b="1">
                <a:latin typeface="Tahoma"/>
                <a:cs typeface="Tahoma"/>
              </a:rPr>
              <a:t>i</a:t>
            </a:r>
            <a:r>
              <a:rPr dirty="0" sz="1300" spc="-155" b="1">
                <a:latin typeface="Tahoma"/>
                <a:cs typeface="Tahoma"/>
              </a:rPr>
              <a:t>l</a:t>
            </a:r>
            <a:r>
              <a:rPr dirty="0" sz="1300" spc="-170" b="1">
                <a:latin typeface="Tahoma"/>
                <a:cs typeface="Tahoma"/>
              </a:rPr>
              <a:t>s</a:t>
            </a:r>
            <a:r>
              <a:rPr dirty="0" sz="1300" spc="-85" b="1">
                <a:latin typeface="Tahoma"/>
                <a:cs typeface="Tahoma"/>
              </a:rPr>
              <a:t> 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165" b="1">
                <a:latin typeface="Tahoma"/>
                <a:cs typeface="Tahoma"/>
              </a:rPr>
              <a:t>f</a:t>
            </a:r>
            <a:r>
              <a:rPr dirty="0" sz="1300" spc="-105" b="1">
                <a:latin typeface="Tahoma"/>
                <a:cs typeface="Tahoma"/>
              </a:rPr>
              <a:t> </a:t>
            </a:r>
            <a:r>
              <a:rPr dirty="0" sz="1300" spc="-320" b="1">
                <a:latin typeface="Tahoma"/>
                <a:cs typeface="Tahoma"/>
              </a:rPr>
              <a:t>h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455" b="1">
                <a:latin typeface="Tahoma"/>
                <a:cs typeface="Tahoma"/>
              </a:rPr>
              <a:t>w</a:t>
            </a:r>
            <a:r>
              <a:rPr dirty="0" sz="1300" spc="-95" b="1">
                <a:latin typeface="Tahoma"/>
                <a:cs typeface="Tahoma"/>
              </a:rPr>
              <a:t> 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320" b="1">
                <a:latin typeface="Tahoma"/>
                <a:cs typeface="Tahoma"/>
              </a:rPr>
              <a:t>h</a:t>
            </a:r>
            <a:r>
              <a:rPr dirty="0" sz="1300" spc="-250" b="1">
                <a:latin typeface="Tahoma"/>
                <a:cs typeface="Tahoma"/>
              </a:rPr>
              <a:t>ey</a:t>
            </a:r>
            <a:r>
              <a:rPr dirty="0" sz="1300" spc="-85" b="1">
                <a:latin typeface="Tahoma"/>
                <a:cs typeface="Tahoma"/>
              </a:rPr>
              <a:t> </a:t>
            </a:r>
            <a:r>
              <a:rPr dirty="0" sz="1300" spc="-465" b="1">
                <a:latin typeface="Tahoma"/>
                <a:cs typeface="Tahoma"/>
              </a:rPr>
              <a:t>w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90" b="1">
                <a:latin typeface="Tahoma"/>
                <a:cs typeface="Tahoma"/>
              </a:rPr>
              <a:t>r</a:t>
            </a:r>
            <a:r>
              <a:rPr dirty="0" sz="1300" spc="-295" b="1">
                <a:latin typeface="Tahoma"/>
                <a:cs typeface="Tahoma"/>
              </a:rPr>
              <a:t>k</a:t>
            </a:r>
            <a:r>
              <a:rPr dirty="0" sz="1300" spc="-105" b="1">
                <a:latin typeface="Tahoma"/>
                <a:cs typeface="Tahoma"/>
              </a:rPr>
              <a:t> </a:t>
            </a:r>
            <a:r>
              <a:rPr dirty="0" sz="1300" spc="-200" b="1">
                <a:latin typeface="Tahoma"/>
                <a:cs typeface="Tahoma"/>
              </a:rPr>
              <a:t>a</a:t>
            </a:r>
            <a:r>
              <a:rPr dirty="0" sz="1300" spc="-150" b="1">
                <a:latin typeface="Tahoma"/>
                <a:cs typeface="Tahoma"/>
              </a:rPr>
              <a:t>r</a:t>
            </a:r>
            <a:r>
              <a:rPr dirty="0" sz="1300" spc="-254" b="1">
                <a:latin typeface="Tahoma"/>
                <a:cs typeface="Tahoma"/>
              </a:rPr>
              <a:t>e</a:t>
            </a:r>
            <a:r>
              <a:rPr dirty="0" sz="1300" spc="-110" b="1">
                <a:latin typeface="Tahoma"/>
                <a:cs typeface="Tahoma"/>
              </a:rPr>
              <a:t> </a:t>
            </a:r>
            <a:r>
              <a:rPr dirty="0" sz="1300" spc="-270" b="1">
                <a:latin typeface="Tahoma"/>
                <a:cs typeface="Tahoma"/>
              </a:rPr>
              <a:t>a</a:t>
            </a:r>
            <a:r>
              <a:rPr dirty="0" sz="1300" spc="-150" b="1">
                <a:latin typeface="Tahoma"/>
                <a:cs typeface="Tahoma"/>
              </a:rPr>
              <a:t>l</a:t>
            </a:r>
            <a:r>
              <a:rPr dirty="0" sz="1300" spc="-455" b="1">
                <a:latin typeface="Tahoma"/>
                <a:cs typeface="Tahoma"/>
              </a:rPr>
              <a:t>m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160" b="1">
                <a:latin typeface="Tahoma"/>
                <a:cs typeface="Tahoma"/>
              </a:rPr>
              <a:t>s</a:t>
            </a:r>
            <a:r>
              <a:rPr dirty="0" sz="1300" spc="-150" b="1">
                <a:latin typeface="Tahoma"/>
                <a:cs typeface="Tahoma"/>
              </a:rPr>
              <a:t>t  </a:t>
            </a:r>
            <a:r>
              <a:rPr dirty="0" sz="1300" spc="-204" b="1">
                <a:latin typeface="Tahoma"/>
                <a:cs typeface="Tahoma"/>
              </a:rPr>
              <a:t>c</a:t>
            </a:r>
            <a:r>
              <a:rPr dirty="0" sz="1300" spc="-254" b="1">
                <a:latin typeface="Tahoma"/>
                <a:cs typeface="Tahoma"/>
              </a:rPr>
              <a:t>o</a:t>
            </a:r>
            <a:r>
              <a:rPr dirty="0" sz="1300" spc="-455" b="1">
                <a:latin typeface="Tahoma"/>
                <a:cs typeface="Tahoma"/>
              </a:rPr>
              <a:t>m</a:t>
            </a:r>
            <a:r>
              <a:rPr dirty="0" sz="1300" spc="-305" b="1">
                <a:latin typeface="Tahoma"/>
                <a:cs typeface="Tahoma"/>
              </a:rPr>
              <a:t>p</a:t>
            </a:r>
            <a:r>
              <a:rPr dirty="0" sz="1300" spc="-155" b="1">
                <a:latin typeface="Tahoma"/>
                <a:cs typeface="Tahoma"/>
              </a:rPr>
              <a:t>l</a:t>
            </a:r>
            <a:r>
              <a:rPr dirty="0" sz="1300" spc="-250" b="1">
                <a:latin typeface="Tahoma"/>
                <a:cs typeface="Tahoma"/>
              </a:rPr>
              <a:t>e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250" b="1">
                <a:latin typeface="Tahoma"/>
                <a:cs typeface="Tahoma"/>
              </a:rPr>
              <a:t>e</a:t>
            </a:r>
            <a:r>
              <a:rPr dirty="0" sz="1300" spc="-195" b="1">
                <a:latin typeface="Tahoma"/>
                <a:cs typeface="Tahoma"/>
              </a:rPr>
              <a:t>ly</a:t>
            </a:r>
            <a:r>
              <a:rPr dirty="0" sz="1300" spc="-75" b="1">
                <a:latin typeface="Tahoma"/>
                <a:cs typeface="Tahoma"/>
              </a:rPr>
              <a:t> </a:t>
            </a:r>
            <a:r>
              <a:rPr dirty="0" sz="1300" spc="-320" b="1">
                <a:latin typeface="Tahoma"/>
                <a:cs typeface="Tahoma"/>
              </a:rPr>
              <a:t>un</a:t>
            </a:r>
            <a:r>
              <a:rPr dirty="0" sz="1300" spc="-90" b="1">
                <a:latin typeface="Tahoma"/>
                <a:cs typeface="Tahoma"/>
              </a:rPr>
              <a:t>r</a:t>
            </a:r>
            <a:r>
              <a:rPr dirty="0" sz="1300" spc="-250" b="1">
                <a:latin typeface="Tahoma"/>
                <a:cs typeface="Tahoma"/>
              </a:rPr>
              <a:t>e</a:t>
            </a:r>
            <a:r>
              <a:rPr dirty="0" sz="1300" spc="-155" b="1">
                <a:latin typeface="Tahoma"/>
                <a:cs typeface="Tahoma"/>
              </a:rPr>
              <a:t>l</a:t>
            </a:r>
            <a:r>
              <a:rPr dirty="0" sz="1300" spc="-254" b="1">
                <a:latin typeface="Tahoma"/>
                <a:cs typeface="Tahoma"/>
              </a:rPr>
              <a:t>a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250" b="1">
                <a:latin typeface="Tahoma"/>
                <a:cs typeface="Tahoma"/>
              </a:rPr>
              <a:t>e</a:t>
            </a:r>
            <a:r>
              <a:rPr dirty="0" sz="1300" spc="-290" b="1">
                <a:latin typeface="Tahoma"/>
                <a:cs typeface="Tahoma"/>
              </a:rPr>
              <a:t>d</a:t>
            </a:r>
            <a:r>
              <a:rPr dirty="0" sz="1300" spc="-75" b="1">
                <a:latin typeface="Tahoma"/>
                <a:cs typeface="Tahoma"/>
              </a:rPr>
              <a:t> 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280" b="1">
                <a:latin typeface="Tahoma"/>
                <a:cs typeface="Tahoma"/>
              </a:rPr>
              <a:t>o</a:t>
            </a:r>
            <a:r>
              <a:rPr dirty="0" sz="1300" spc="-105" b="1">
                <a:latin typeface="Tahoma"/>
                <a:cs typeface="Tahoma"/>
              </a:rPr>
              <a:t> </a:t>
            </a:r>
            <a:r>
              <a:rPr dirty="0" sz="1300" spc="-320" b="1">
                <a:latin typeface="Tahoma"/>
                <a:cs typeface="Tahoma"/>
              </a:rPr>
              <a:t>h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455" b="1">
                <a:latin typeface="Tahoma"/>
                <a:cs typeface="Tahoma"/>
              </a:rPr>
              <a:t>w</a:t>
            </a:r>
            <a:r>
              <a:rPr dirty="0" sz="1300" spc="-95" b="1">
                <a:latin typeface="Tahoma"/>
                <a:cs typeface="Tahoma"/>
              </a:rPr>
              <a:t> </a:t>
            </a:r>
            <a:r>
              <a:rPr dirty="0" sz="1300" spc="-310" b="1">
                <a:latin typeface="Tahoma"/>
                <a:cs typeface="Tahoma"/>
              </a:rPr>
              <a:t>b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155" b="1">
                <a:latin typeface="Tahoma"/>
                <a:cs typeface="Tahoma"/>
              </a:rPr>
              <a:t>l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295" b="1">
                <a:latin typeface="Tahoma"/>
                <a:cs typeface="Tahoma"/>
              </a:rPr>
              <a:t>g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190" b="1">
                <a:latin typeface="Tahoma"/>
                <a:cs typeface="Tahoma"/>
              </a:rPr>
              <a:t>cal</a:t>
            </a:r>
            <a:r>
              <a:rPr dirty="0" sz="1300" spc="-75" b="1">
                <a:latin typeface="Tahoma"/>
                <a:cs typeface="Tahoma"/>
              </a:rPr>
              <a:t> </a:t>
            </a:r>
            <a:r>
              <a:rPr dirty="0" sz="1300" spc="-310" b="1">
                <a:latin typeface="Tahoma"/>
                <a:cs typeface="Tahoma"/>
              </a:rPr>
              <a:t>b</a:t>
            </a:r>
            <a:r>
              <a:rPr dirty="0" sz="1300" spc="-90" b="1">
                <a:latin typeface="Tahoma"/>
                <a:cs typeface="Tahoma"/>
              </a:rPr>
              <a:t>r</a:t>
            </a:r>
            <a:r>
              <a:rPr dirty="0" sz="1300" spc="-270" b="1">
                <a:latin typeface="Tahoma"/>
                <a:cs typeface="Tahoma"/>
              </a:rPr>
              <a:t>a</a:t>
            </a:r>
            <a:r>
              <a:rPr dirty="0" sz="1300" spc="-150" b="1">
                <a:latin typeface="Tahoma"/>
                <a:cs typeface="Tahoma"/>
              </a:rPr>
              <a:t>i</a:t>
            </a:r>
            <a:r>
              <a:rPr dirty="0" sz="1300" spc="-320" b="1">
                <a:latin typeface="Tahoma"/>
                <a:cs typeface="Tahoma"/>
              </a:rPr>
              <a:t>n</a:t>
            </a:r>
            <a:r>
              <a:rPr dirty="0" sz="1300" spc="-170" b="1">
                <a:latin typeface="Tahoma"/>
                <a:cs typeface="Tahoma"/>
              </a:rPr>
              <a:t>s</a:t>
            </a:r>
            <a:r>
              <a:rPr dirty="0" sz="1300" spc="-75" b="1">
                <a:latin typeface="Tahoma"/>
                <a:cs typeface="Tahoma"/>
              </a:rPr>
              <a:t> </a:t>
            </a:r>
            <a:r>
              <a:rPr dirty="0" sz="1300" spc="-465" b="1">
                <a:latin typeface="Tahoma"/>
                <a:cs typeface="Tahoma"/>
              </a:rPr>
              <a:t>w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90" b="1">
                <a:latin typeface="Tahoma"/>
                <a:cs typeface="Tahoma"/>
              </a:rPr>
              <a:t>r</a:t>
            </a:r>
            <a:r>
              <a:rPr dirty="0" sz="1300" spc="-305" b="1">
                <a:latin typeface="Tahoma"/>
                <a:cs typeface="Tahoma"/>
              </a:rPr>
              <a:t>k</a:t>
            </a:r>
            <a:r>
              <a:rPr dirty="0" sz="1300" spc="-170" b="1">
                <a:latin typeface="Tahoma"/>
                <a:cs typeface="Tahoma"/>
              </a:rPr>
              <a:t>.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03120" y="2420111"/>
            <a:ext cx="5495290" cy="2933700"/>
            <a:chOff x="2103120" y="2420111"/>
            <a:chExt cx="5495290" cy="2933700"/>
          </a:xfrm>
        </p:grpSpPr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03120" y="2420111"/>
              <a:ext cx="3986783" cy="29337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33160" y="2929127"/>
              <a:ext cx="1364741" cy="16230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115818" y="4677917"/>
              <a:ext cx="2326005" cy="236220"/>
            </a:xfrm>
            <a:custGeom>
              <a:avLst/>
              <a:gdLst/>
              <a:ahLst/>
              <a:cxnLst/>
              <a:rect l="l" t="t" r="r" b="b"/>
              <a:pathLst>
                <a:path w="2326004" h="236220">
                  <a:moveTo>
                    <a:pt x="2325623" y="0"/>
                  </a:moveTo>
                  <a:lnTo>
                    <a:pt x="2316327" y="45993"/>
                  </a:lnTo>
                  <a:lnTo>
                    <a:pt x="2290968" y="83534"/>
                  </a:lnTo>
                  <a:lnTo>
                    <a:pt x="2253347" y="108835"/>
                  </a:lnTo>
                  <a:lnTo>
                    <a:pt x="2207260" y="118109"/>
                  </a:lnTo>
                  <a:lnTo>
                    <a:pt x="2155804" y="118109"/>
                  </a:lnTo>
                  <a:lnTo>
                    <a:pt x="2104352" y="118109"/>
                  </a:lnTo>
                  <a:lnTo>
                    <a:pt x="1281176" y="118109"/>
                  </a:lnTo>
                  <a:lnTo>
                    <a:pt x="1235088" y="127384"/>
                  </a:lnTo>
                  <a:lnTo>
                    <a:pt x="1197467" y="152685"/>
                  </a:lnTo>
                  <a:lnTo>
                    <a:pt x="1172108" y="190226"/>
                  </a:lnTo>
                  <a:lnTo>
                    <a:pt x="1162811" y="236219"/>
                  </a:lnTo>
                  <a:lnTo>
                    <a:pt x="1153515" y="190226"/>
                  </a:lnTo>
                  <a:lnTo>
                    <a:pt x="1128156" y="152685"/>
                  </a:lnTo>
                  <a:lnTo>
                    <a:pt x="1090535" y="127384"/>
                  </a:lnTo>
                  <a:lnTo>
                    <a:pt x="1044447" y="118109"/>
                  </a:lnTo>
                  <a:lnTo>
                    <a:pt x="118363" y="118109"/>
                  </a:lnTo>
                  <a:lnTo>
                    <a:pt x="72276" y="108835"/>
                  </a:lnTo>
                  <a:lnTo>
                    <a:pt x="34655" y="83534"/>
                  </a:lnTo>
                  <a:lnTo>
                    <a:pt x="9296" y="45993"/>
                  </a:lnTo>
                  <a:lnTo>
                    <a:pt x="0" y="0"/>
                  </a:lnTo>
                </a:path>
              </a:pathLst>
            </a:custGeom>
            <a:ln w="19812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141976" y="5070347"/>
              <a:ext cx="468630" cy="76200"/>
            </a:xfrm>
            <a:custGeom>
              <a:avLst/>
              <a:gdLst/>
              <a:ahLst/>
              <a:cxnLst/>
              <a:rect l="l" t="t" r="r" b="b"/>
              <a:pathLst>
                <a:path w="468629" h="762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4921" y="44450"/>
                  </a:lnTo>
                  <a:lnTo>
                    <a:pt x="38100" y="44450"/>
                  </a:lnTo>
                  <a:lnTo>
                    <a:pt x="38100" y="31750"/>
                  </a:lnTo>
                  <a:lnTo>
                    <a:pt x="74921" y="3175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468629" h="76200">
                  <a:moveTo>
                    <a:pt x="74921" y="31750"/>
                  </a:moveTo>
                  <a:lnTo>
                    <a:pt x="38100" y="31750"/>
                  </a:lnTo>
                  <a:lnTo>
                    <a:pt x="38100" y="44450"/>
                  </a:lnTo>
                  <a:lnTo>
                    <a:pt x="74921" y="44450"/>
                  </a:lnTo>
                  <a:lnTo>
                    <a:pt x="76200" y="38100"/>
                  </a:lnTo>
                  <a:lnTo>
                    <a:pt x="74921" y="31750"/>
                  </a:lnTo>
                  <a:close/>
                </a:path>
                <a:path w="468629" h="76200">
                  <a:moveTo>
                    <a:pt x="468122" y="31750"/>
                  </a:moveTo>
                  <a:lnTo>
                    <a:pt x="74921" y="31750"/>
                  </a:lnTo>
                  <a:lnTo>
                    <a:pt x="76200" y="38100"/>
                  </a:lnTo>
                  <a:lnTo>
                    <a:pt x="74921" y="44450"/>
                  </a:lnTo>
                  <a:lnTo>
                    <a:pt x="468122" y="44450"/>
                  </a:lnTo>
                  <a:lnTo>
                    <a:pt x="468122" y="3175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97296" y="3605783"/>
              <a:ext cx="600455" cy="60045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02180" y="3366515"/>
              <a:ext cx="396239" cy="39624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02180" y="4860035"/>
              <a:ext cx="396239" cy="3962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97608" y="4119372"/>
              <a:ext cx="396239" cy="3962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197608" y="2606039"/>
              <a:ext cx="396239" cy="396239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54736" y="1449324"/>
            <a:ext cx="211150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315706" cy="3589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21964" y="2458973"/>
            <a:ext cx="2886456" cy="318592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650994" y="3864609"/>
            <a:ext cx="60452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1400" spc="-290" b="1">
                <a:solidFill>
                  <a:srgbClr val="252525"/>
                </a:solidFill>
                <a:latin typeface="Tahoma"/>
                <a:cs typeface="Tahoma"/>
              </a:rPr>
              <a:t>Data </a:t>
            </a:r>
            <a:r>
              <a:rPr dirty="0" sz="1400" spc="-28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400" spc="-290" b="1">
                <a:solidFill>
                  <a:srgbClr val="252525"/>
                </a:solidFill>
                <a:latin typeface="Tahoma"/>
                <a:cs typeface="Tahoma"/>
              </a:rPr>
              <a:t>Mining </a:t>
            </a:r>
            <a:r>
              <a:rPr dirty="0" sz="1400" spc="-28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400" spc="-300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400" spc="-16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400" spc="-220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400" spc="-229" b="1">
                <a:solidFill>
                  <a:srgbClr val="252525"/>
                </a:solidFill>
                <a:latin typeface="Tahoma"/>
                <a:cs typeface="Tahoma"/>
              </a:rPr>
              <a:t>bl</a:t>
            </a:r>
            <a:r>
              <a:rPr dirty="0" sz="1400" spc="-27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400" spc="-475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400" spc="-18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533388" y="3332988"/>
            <a:ext cx="227329" cy="192405"/>
            <a:chOff x="6533388" y="3332988"/>
            <a:chExt cx="227329" cy="19240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3388" y="3332988"/>
              <a:ext cx="227075" cy="19202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8920" y="3378708"/>
              <a:ext cx="99822" cy="10287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489953" y="2255188"/>
            <a:ext cx="2439670" cy="149098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dirty="0" sz="1400" spc="-225" b="1">
                <a:solidFill>
                  <a:srgbClr val="13299F"/>
                </a:solidFill>
                <a:latin typeface="Tahoma"/>
                <a:cs typeface="Tahoma"/>
              </a:rPr>
              <a:t>Clustering</a:t>
            </a:r>
            <a:endParaRPr sz="1400">
              <a:latin typeface="Tahoma"/>
              <a:cs typeface="Tahoma"/>
            </a:endParaRPr>
          </a:p>
          <a:p>
            <a:pPr marL="12700" marR="101600">
              <a:lnSpc>
                <a:spcPct val="100000"/>
              </a:lnSpc>
              <a:spcBef>
                <a:spcPts val="910"/>
              </a:spcBef>
            </a:pP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455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5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5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8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9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er</a:t>
            </a:r>
            <a:r>
              <a:rPr dirty="0" sz="1300" spc="-19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10" b="1">
                <a:solidFill>
                  <a:srgbClr val="252525"/>
                </a:solidFill>
                <a:latin typeface="Tahoma"/>
                <a:cs typeface="Tahoma"/>
              </a:rPr>
              <a:t>es</a:t>
            </a:r>
            <a:r>
              <a:rPr dirty="0" sz="1300" spc="-6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165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300" spc="-10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5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8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9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190" b="1">
                <a:solidFill>
                  <a:srgbClr val="252525"/>
                </a:solidFill>
                <a:latin typeface="Tahoma"/>
                <a:cs typeface="Tahoma"/>
              </a:rPr>
              <a:t>d  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300" spc="-28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9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455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14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290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8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13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u</a:t>
            </a:r>
            <a:r>
              <a:rPr dirty="0" sz="1300" spc="-16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b</a:t>
            </a:r>
            <a:r>
              <a:rPr dirty="0" sz="1300" spc="-23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9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ed</a:t>
            </a:r>
            <a:r>
              <a:rPr dirty="0" sz="1300" spc="-12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10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6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455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il</a:t>
            </a:r>
            <a:r>
              <a:rPr dirty="0" sz="1300" spc="-135" b="1">
                <a:solidFill>
                  <a:srgbClr val="252525"/>
                </a:solidFill>
                <a:latin typeface="Tahoma"/>
                <a:cs typeface="Tahoma"/>
              </a:rPr>
              <a:t>ar  </a:t>
            </a:r>
            <a:r>
              <a:rPr dirty="0" sz="1300" spc="-190" b="1">
                <a:solidFill>
                  <a:srgbClr val="252525"/>
                </a:solidFill>
                <a:latin typeface="Tahoma"/>
                <a:cs typeface="Tahoma"/>
              </a:rPr>
              <a:t>characteristics</a:t>
            </a:r>
            <a:endParaRPr sz="1300">
              <a:latin typeface="Tahoma"/>
              <a:cs typeface="Tahoma"/>
            </a:endParaRPr>
          </a:p>
          <a:p>
            <a:pPr marL="308610" marR="5080">
              <a:lnSpc>
                <a:spcPct val="100000"/>
              </a:lnSpc>
              <a:spcBef>
                <a:spcPts val="155"/>
              </a:spcBef>
            </a:pP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Clu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ri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z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io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pr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esse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4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im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lar 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rac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5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ic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out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riou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esses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89782" y="2458973"/>
            <a:ext cx="2728595" cy="3479800"/>
          </a:xfrm>
          <a:custGeom>
            <a:avLst/>
            <a:gdLst/>
            <a:ahLst/>
            <a:cxnLst/>
            <a:rect l="l" t="t" r="r" b="b"/>
            <a:pathLst>
              <a:path w="2728595" h="3479800">
                <a:moveTo>
                  <a:pt x="1163320" y="3180588"/>
                </a:moveTo>
                <a:lnTo>
                  <a:pt x="1157224" y="3186696"/>
                </a:lnTo>
                <a:lnTo>
                  <a:pt x="1157224" y="3169158"/>
                </a:lnTo>
                <a:lnTo>
                  <a:pt x="1140460" y="3169158"/>
                </a:lnTo>
                <a:lnTo>
                  <a:pt x="1140460" y="3429952"/>
                </a:lnTo>
                <a:lnTo>
                  <a:pt x="73888" y="3429952"/>
                </a:lnTo>
                <a:lnTo>
                  <a:pt x="73202" y="3426561"/>
                </a:lnTo>
                <a:lnTo>
                  <a:pt x="65049" y="3414445"/>
                </a:lnTo>
                <a:lnTo>
                  <a:pt x="52946" y="3406279"/>
                </a:lnTo>
                <a:lnTo>
                  <a:pt x="38100" y="3403282"/>
                </a:lnTo>
                <a:lnTo>
                  <a:pt x="23241" y="3406279"/>
                </a:lnTo>
                <a:lnTo>
                  <a:pt x="11137" y="3414445"/>
                </a:lnTo>
                <a:lnTo>
                  <a:pt x="2984" y="3426561"/>
                </a:lnTo>
                <a:lnTo>
                  <a:pt x="0" y="3441382"/>
                </a:lnTo>
                <a:lnTo>
                  <a:pt x="2984" y="3456216"/>
                </a:lnTo>
                <a:lnTo>
                  <a:pt x="11137" y="3468332"/>
                </a:lnTo>
                <a:lnTo>
                  <a:pt x="23241" y="3476498"/>
                </a:lnTo>
                <a:lnTo>
                  <a:pt x="38100" y="3479482"/>
                </a:lnTo>
                <a:lnTo>
                  <a:pt x="52946" y="3476498"/>
                </a:lnTo>
                <a:lnTo>
                  <a:pt x="65049" y="3468332"/>
                </a:lnTo>
                <a:lnTo>
                  <a:pt x="73202" y="3456216"/>
                </a:lnTo>
                <a:lnTo>
                  <a:pt x="73888" y="3452812"/>
                </a:lnTo>
                <a:lnTo>
                  <a:pt x="1163320" y="3452812"/>
                </a:lnTo>
                <a:lnTo>
                  <a:pt x="1163320" y="3441382"/>
                </a:lnTo>
                <a:lnTo>
                  <a:pt x="1163320" y="3429952"/>
                </a:lnTo>
                <a:lnTo>
                  <a:pt x="1163320" y="3192018"/>
                </a:lnTo>
                <a:lnTo>
                  <a:pt x="1163320" y="3180588"/>
                </a:lnTo>
                <a:close/>
              </a:path>
              <a:path w="2728595" h="3479800">
                <a:moveTo>
                  <a:pt x="1163320" y="26670"/>
                </a:moveTo>
                <a:lnTo>
                  <a:pt x="73888" y="26670"/>
                </a:lnTo>
                <a:lnTo>
                  <a:pt x="73202" y="23253"/>
                </a:lnTo>
                <a:lnTo>
                  <a:pt x="65049" y="11150"/>
                </a:lnTo>
                <a:lnTo>
                  <a:pt x="52946" y="2997"/>
                </a:lnTo>
                <a:lnTo>
                  <a:pt x="38100" y="0"/>
                </a:lnTo>
                <a:lnTo>
                  <a:pt x="23241" y="2997"/>
                </a:lnTo>
                <a:lnTo>
                  <a:pt x="11137" y="11150"/>
                </a:lnTo>
                <a:lnTo>
                  <a:pt x="2984" y="23253"/>
                </a:lnTo>
                <a:lnTo>
                  <a:pt x="0" y="38100"/>
                </a:lnTo>
                <a:lnTo>
                  <a:pt x="2984" y="52959"/>
                </a:lnTo>
                <a:lnTo>
                  <a:pt x="11137" y="65062"/>
                </a:lnTo>
                <a:lnTo>
                  <a:pt x="23241" y="73215"/>
                </a:lnTo>
                <a:lnTo>
                  <a:pt x="38100" y="76200"/>
                </a:lnTo>
                <a:lnTo>
                  <a:pt x="52946" y="73215"/>
                </a:lnTo>
                <a:lnTo>
                  <a:pt x="65049" y="65062"/>
                </a:lnTo>
                <a:lnTo>
                  <a:pt x="73202" y="52959"/>
                </a:lnTo>
                <a:lnTo>
                  <a:pt x="73888" y="49530"/>
                </a:lnTo>
                <a:lnTo>
                  <a:pt x="1140460" y="49530"/>
                </a:lnTo>
                <a:lnTo>
                  <a:pt x="1140460" y="310261"/>
                </a:lnTo>
                <a:lnTo>
                  <a:pt x="1157224" y="310261"/>
                </a:lnTo>
                <a:lnTo>
                  <a:pt x="1157224" y="292735"/>
                </a:lnTo>
                <a:lnTo>
                  <a:pt x="1163320" y="298831"/>
                </a:lnTo>
                <a:lnTo>
                  <a:pt x="1163320" y="287401"/>
                </a:lnTo>
                <a:lnTo>
                  <a:pt x="1163320" y="49530"/>
                </a:lnTo>
                <a:lnTo>
                  <a:pt x="1163320" y="38100"/>
                </a:lnTo>
                <a:lnTo>
                  <a:pt x="1163320" y="26670"/>
                </a:lnTo>
                <a:close/>
              </a:path>
              <a:path w="2728595" h="3479800">
                <a:moveTo>
                  <a:pt x="2728468" y="3441382"/>
                </a:moveTo>
                <a:lnTo>
                  <a:pt x="2705214" y="3406279"/>
                </a:lnTo>
                <a:lnTo>
                  <a:pt x="2690368" y="3403282"/>
                </a:lnTo>
                <a:lnTo>
                  <a:pt x="2675509" y="3406279"/>
                </a:lnTo>
                <a:lnTo>
                  <a:pt x="2663406" y="3414445"/>
                </a:lnTo>
                <a:lnTo>
                  <a:pt x="2655252" y="3426561"/>
                </a:lnTo>
                <a:lnTo>
                  <a:pt x="2654566" y="3429952"/>
                </a:lnTo>
                <a:lnTo>
                  <a:pt x="1588008" y="3429952"/>
                </a:lnTo>
                <a:lnTo>
                  <a:pt x="1588008" y="3192018"/>
                </a:lnTo>
                <a:lnTo>
                  <a:pt x="1588008" y="3169158"/>
                </a:lnTo>
                <a:lnTo>
                  <a:pt x="1571244" y="3169158"/>
                </a:lnTo>
                <a:lnTo>
                  <a:pt x="1571244" y="3186684"/>
                </a:lnTo>
                <a:lnTo>
                  <a:pt x="1565148" y="3180588"/>
                </a:lnTo>
                <a:lnTo>
                  <a:pt x="1565148" y="3452812"/>
                </a:lnTo>
                <a:lnTo>
                  <a:pt x="2654566" y="3452812"/>
                </a:lnTo>
                <a:lnTo>
                  <a:pt x="2655252" y="3456216"/>
                </a:lnTo>
                <a:lnTo>
                  <a:pt x="2663406" y="3468332"/>
                </a:lnTo>
                <a:lnTo>
                  <a:pt x="2675509" y="3476498"/>
                </a:lnTo>
                <a:lnTo>
                  <a:pt x="2690368" y="3479482"/>
                </a:lnTo>
                <a:lnTo>
                  <a:pt x="2705214" y="3476498"/>
                </a:lnTo>
                <a:lnTo>
                  <a:pt x="2717317" y="3468332"/>
                </a:lnTo>
                <a:lnTo>
                  <a:pt x="2725470" y="3456216"/>
                </a:lnTo>
                <a:lnTo>
                  <a:pt x="2726156" y="3452812"/>
                </a:lnTo>
                <a:lnTo>
                  <a:pt x="2728468" y="344138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5" name="object 15"/>
          <p:cNvGrpSpPr/>
          <p:nvPr/>
        </p:nvGrpSpPr>
        <p:grpSpPr>
          <a:xfrm>
            <a:off x="6533388" y="5676900"/>
            <a:ext cx="227329" cy="192405"/>
            <a:chOff x="6533388" y="5676900"/>
            <a:chExt cx="227329" cy="192405"/>
          </a:xfrm>
        </p:grpSpPr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33388" y="5676900"/>
              <a:ext cx="227075" cy="1920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8920" y="5722619"/>
              <a:ext cx="99822" cy="10286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6489953" y="4338472"/>
            <a:ext cx="2913380" cy="175006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dirty="0" sz="1400" spc="-35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5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16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305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400" spc="-190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400" spc="-215" b="1">
                <a:solidFill>
                  <a:srgbClr val="13299F"/>
                </a:solidFill>
                <a:latin typeface="Tahoma"/>
                <a:cs typeface="Tahoma"/>
              </a:rPr>
              <a:t>ia</a:t>
            </a:r>
            <a:r>
              <a:rPr dirty="0" sz="1400" spc="-195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400" spc="-16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400" spc="-305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400" spc="-32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400" spc="-16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280" b="1">
                <a:solidFill>
                  <a:srgbClr val="13299F"/>
                </a:solidFill>
                <a:latin typeface="Tahoma"/>
                <a:cs typeface="Tahoma"/>
              </a:rPr>
              <a:t>Rule</a:t>
            </a:r>
            <a:endParaRPr sz="1400">
              <a:latin typeface="Tahoma"/>
              <a:cs typeface="Tahoma"/>
            </a:endParaRPr>
          </a:p>
          <a:p>
            <a:pPr marL="12700" marR="429259">
              <a:lnSpc>
                <a:spcPct val="100000"/>
              </a:lnSpc>
              <a:spcBef>
                <a:spcPts val="905"/>
              </a:spcBef>
            </a:pPr>
            <a:r>
              <a:rPr dirty="0" sz="1300" spc="-37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300" spc="-27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19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300" spc="-235" b="1">
                <a:solidFill>
                  <a:srgbClr val="252525"/>
                </a:solidFill>
                <a:latin typeface="Tahoma"/>
                <a:cs typeface="Tahoma"/>
              </a:rPr>
              <a:t>yin</a:t>
            </a:r>
            <a:r>
              <a:rPr dirty="0" sz="1300" spc="-290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5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9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300" b="1">
                <a:solidFill>
                  <a:srgbClr val="252525"/>
                </a:solidFill>
                <a:latin typeface="Tahoma"/>
                <a:cs typeface="Tahoma"/>
              </a:rPr>
              <a:t>b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u</a:t>
            </a:r>
            <a:r>
              <a:rPr dirty="0" sz="1300" spc="-204" b="1">
                <a:solidFill>
                  <a:srgbClr val="252525"/>
                </a:solidFill>
                <a:latin typeface="Tahoma"/>
                <a:cs typeface="Tahoma"/>
              </a:rPr>
              <a:t>tes</a:t>
            </a:r>
            <a:r>
              <a:rPr dirty="0" sz="1300" spc="-6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8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14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9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8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15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16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120" b="1">
                <a:solidFill>
                  <a:srgbClr val="252525"/>
                </a:solidFill>
                <a:latin typeface="Tahoma"/>
                <a:cs typeface="Tahoma"/>
              </a:rPr>
              <a:t>s  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b</a:t>
            </a: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465" b="1">
                <a:solidFill>
                  <a:srgbClr val="252525"/>
                </a:solidFill>
                <a:latin typeface="Tahoma"/>
                <a:cs typeface="Tahoma"/>
              </a:rPr>
              <a:t>w</a:t>
            </a:r>
            <a:r>
              <a:rPr dirty="0" sz="1300" spc="-250" b="1">
                <a:solidFill>
                  <a:srgbClr val="252525"/>
                </a:solidFill>
                <a:latin typeface="Tahoma"/>
                <a:cs typeface="Tahoma"/>
              </a:rPr>
              <a:t>ee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445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6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280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10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465" b="1">
                <a:solidFill>
                  <a:srgbClr val="252525"/>
                </a:solidFill>
                <a:latin typeface="Tahoma"/>
                <a:cs typeface="Tahoma"/>
              </a:rPr>
              <a:t>w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40" b="1">
                <a:solidFill>
                  <a:srgbClr val="252525"/>
                </a:solidFill>
                <a:latin typeface="Tahoma"/>
                <a:cs typeface="Tahoma"/>
              </a:rPr>
              <a:t>ch</a:t>
            </a:r>
            <a:r>
              <a:rPr dirty="0" sz="1300" spc="-9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5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7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300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220" b="1">
                <a:solidFill>
                  <a:srgbClr val="252525"/>
                </a:solidFill>
                <a:latin typeface="Tahoma"/>
                <a:cs typeface="Tahoma"/>
              </a:rPr>
              <a:t>ea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215" b="1">
                <a:solidFill>
                  <a:srgbClr val="252525"/>
                </a:solidFill>
                <a:latin typeface="Tahoma"/>
                <a:cs typeface="Tahoma"/>
              </a:rPr>
              <a:t>ce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165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300" spc="-10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75" b="1">
                <a:solidFill>
                  <a:srgbClr val="252525"/>
                </a:solidFill>
                <a:latin typeface="Tahoma"/>
                <a:cs typeface="Tahoma"/>
              </a:rPr>
              <a:t>a  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215" b="1">
                <a:solidFill>
                  <a:srgbClr val="252525"/>
                </a:solidFill>
                <a:latin typeface="Tahoma"/>
                <a:cs typeface="Tahoma"/>
              </a:rPr>
              <a:t>ern</a:t>
            </a:r>
            <a:r>
              <a:rPr dirty="0" sz="1300" spc="-7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450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300" spc="-13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7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6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7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325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5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7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300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9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31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215" b="1">
                <a:solidFill>
                  <a:srgbClr val="252525"/>
                </a:solidFill>
                <a:latin typeface="Tahoma"/>
                <a:cs typeface="Tahoma"/>
              </a:rPr>
              <a:t>ce</a:t>
            </a:r>
            <a:r>
              <a:rPr dirty="0" sz="1300" spc="-8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165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300" spc="-11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31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8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65" b="1">
                <a:solidFill>
                  <a:srgbClr val="252525"/>
                </a:solidFill>
                <a:latin typeface="Tahoma"/>
                <a:cs typeface="Tahoma"/>
              </a:rPr>
              <a:t>r  </a:t>
            </a:r>
            <a:r>
              <a:rPr dirty="0" sz="1300" spc="-229" b="1">
                <a:solidFill>
                  <a:srgbClr val="252525"/>
                </a:solidFill>
                <a:latin typeface="Tahoma"/>
                <a:cs typeface="Tahoma"/>
              </a:rPr>
              <a:t>pattern</a:t>
            </a:r>
            <a:endParaRPr sz="1300">
              <a:latin typeface="Tahoma"/>
              <a:cs typeface="Tahoma"/>
            </a:endParaRPr>
          </a:p>
          <a:p>
            <a:pPr marL="308610" marR="5080">
              <a:lnSpc>
                <a:spcPct val="100000"/>
              </a:lnSpc>
              <a:spcBef>
                <a:spcPts val="645"/>
              </a:spcBef>
            </a:pP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Predicting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what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will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happen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entire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process 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9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bno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320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one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ess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30096" y="3386328"/>
            <a:ext cx="226060" cy="193675"/>
            <a:chOff x="1530096" y="3386328"/>
            <a:chExt cx="226060" cy="193675"/>
          </a:xfrm>
        </p:grpSpPr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30096" y="3386328"/>
              <a:ext cx="225552" cy="1935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95628" y="3433572"/>
              <a:ext cx="99822" cy="102870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1029716" y="2255188"/>
            <a:ext cx="2421890" cy="1945639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90"/>
              </a:spcBef>
            </a:pPr>
            <a:r>
              <a:rPr dirty="0" sz="1400" spc="-225" b="1">
                <a:solidFill>
                  <a:srgbClr val="13299F"/>
                </a:solidFill>
                <a:latin typeface="Tahoma"/>
                <a:cs typeface="Tahoma"/>
              </a:rPr>
              <a:t>Prediction</a:t>
            </a:r>
            <a:endParaRPr sz="1400">
              <a:latin typeface="Tahoma"/>
              <a:cs typeface="Tahoma"/>
            </a:endParaRPr>
          </a:p>
          <a:p>
            <a:pPr algn="r" marL="401320" marR="5080" indent="-388620">
              <a:lnSpc>
                <a:spcPct val="100000"/>
              </a:lnSpc>
              <a:spcBef>
                <a:spcPts val="910"/>
              </a:spcBef>
            </a:pPr>
            <a:r>
              <a:rPr dirty="0" sz="1300" spc="-434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28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290" b="1">
                <a:solidFill>
                  <a:srgbClr val="252525"/>
                </a:solidFill>
                <a:latin typeface="Tahoma"/>
                <a:cs typeface="Tahoma"/>
              </a:rPr>
              <a:t>k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290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10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14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455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el</a:t>
            </a:r>
            <a:r>
              <a:rPr dirty="0" sz="1300" spc="-9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b</a:t>
            </a:r>
            <a:r>
              <a:rPr dirty="0" sz="1300" spc="-23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9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ed</a:t>
            </a:r>
            <a:r>
              <a:rPr dirty="0" sz="1300" spc="-11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11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0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v</a:t>
            </a:r>
            <a:r>
              <a:rPr dirty="0" sz="1300" spc="-25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8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220" b="1">
                <a:solidFill>
                  <a:srgbClr val="252525"/>
                </a:solidFill>
                <a:latin typeface="Tahoma"/>
                <a:cs typeface="Tahoma"/>
              </a:rPr>
              <a:t>a,</a:t>
            </a:r>
            <a:r>
              <a:rPr dirty="0" sz="1300" spc="-9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04" b="1">
                <a:solidFill>
                  <a:srgbClr val="252525"/>
                </a:solidFill>
                <a:latin typeface="Tahoma"/>
                <a:cs typeface="Tahoma"/>
              </a:rPr>
              <a:t>en  </a:t>
            </a:r>
            <a:r>
              <a:rPr dirty="0" sz="1300" spc="-27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300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300" spc="-270" b="1">
                <a:solidFill>
                  <a:srgbClr val="252525"/>
                </a:solidFill>
                <a:latin typeface="Tahoma"/>
                <a:cs typeface="Tahoma"/>
              </a:rPr>
              <a:t>y</a:t>
            </a:r>
            <a:r>
              <a:rPr dirty="0" sz="1300" spc="-14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290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7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5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450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el</a:t>
            </a:r>
            <a:r>
              <a:rPr dirty="0" sz="1300" spc="-8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280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10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355" b="1">
                <a:solidFill>
                  <a:srgbClr val="252525"/>
                </a:solidFill>
                <a:latin typeface="Tahoma"/>
                <a:cs typeface="Tahoma"/>
              </a:rPr>
              <a:t>ew</a:t>
            </a:r>
            <a:r>
              <a:rPr dirty="0" sz="1300" spc="-9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04" b="1">
                <a:solidFill>
                  <a:srgbClr val="252525"/>
                </a:solidFill>
                <a:latin typeface="Tahoma"/>
                <a:cs typeface="Tahoma"/>
              </a:rPr>
              <a:t>ca</a:t>
            </a:r>
            <a:r>
              <a:rPr dirty="0" sz="1300" spc="-18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210" b="1">
                <a:solidFill>
                  <a:srgbClr val="252525"/>
                </a:solidFill>
                <a:latin typeface="Tahoma"/>
                <a:cs typeface="Tahoma"/>
              </a:rPr>
              <a:t>es</a:t>
            </a:r>
            <a:r>
              <a:rPr dirty="0" sz="1300" spc="-14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300" spc="-28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8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endParaRPr sz="1300">
              <a:latin typeface="Tahoma"/>
              <a:cs typeface="Tahoma"/>
            </a:endParaRPr>
          </a:p>
          <a:p>
            <a:pPr algn="r" marR="7620">
              <a:lnSpc>
                <a:spcPct val="100000"/>
              </a:lnSpc>
            </a:pPr>
            <a:r>
              <a:rPr dirty="0" sz="1300" spc="-215" b="1">
                <a:solidFill>
                  <a:srgbClr val="252525"/>
                </a:solidFill>
                <a:latin typeface="Tahoma"/>
                <a:cs typeface="Tahoma"/>
              </a:rPr>
              <a:t>predictions</a:t>
            </a:r>
            <a:endParaRPr sz="1300">
              <a:latin typeface="Tahoma"/>
              <a:cs typeface="Tahoma"/>
            </a:endParaRPr>
          </a:p>
          <a:p>
            <a:pPr algn="just" marL="248920" marR="15875" indent="8890">
              <a:lnSpc>
                <a:spcPct val="100000"/>
              </a:lnSpc>
              <a:spcBef>
                <a:spcPts val="615"/>
              </a:spcBef>
            </a:pP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Predicting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quality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specifications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from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ingr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di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nd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ironm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nt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(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pr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5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u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re, 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335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ur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6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hu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midi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dirty="0" sz="1300" spc="-265">
                <a:solidFill>
                  <a:srgbClr val="252525"/>
                </a:solidFill>
                <a:latin typeface="Trebuchet MS"/>
                <a:cs typeface="Trebuchet MS"/>
              </a:rPr>
              <a:t>,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80">
                <a:solidFill>
                  <a:srgbClr val="252525"/>
                </a:solidFill>
                <a:latin typeface="Trebuchet MS"/>
                <a:cs typeface="Trebuchet MS"/>
              </a:rPr>
              <a:t>.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)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he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9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0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hing</a:t>
            </a:r>
            <a:endParaRPr sz="1300">
              <a:latin typeface="Trebuchet MS"/>
              <a:cs typeface="Trebuchet MS"/>
            </a:endParaRPr>
          </a:p>
          <a:p>
            <a:pPr algn="r" marR="15240">
              <a:lnSpc>
                <a:spcPct val="100000"/>
              </a:lnSpc>
            </a:pP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industry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3165" y="4554626"/>
            <a:ext cx="2548255" cy="875030"/>
          </a:xfrm>
          <a:prstGeom prst="rect">
            <a:avLst/>
          </a:prstGeom>
        </p:spPr>
        <p:txBody>
          <a:bodyPr wrap="square" lIns="0" tIns="13779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85"/>
              </a:spcBef>
            </a:pPr>
            <a:r>
              <a:rPr dirty="0" sz="1400" spc="-215" b="1">
                <a:solidFill>
                  <a:srgbClr val="13299F"/>
                </a:solidFill>
                <a:latin typeface="Tahoma"/>
                <a:cs typeface="Tahoma"/>
              </a:rPr>
              <a:t>Classification</a:t>
            </a:r>
            <a:endParaRPr sz="1400">
              <a:latin typeface="Tahoma"/>
              <a:cs typeface="Tahoma"/>
            </a:endParaRPr>
          </a:p>
          <a:p>
            <a:pPr algn="r" marL="286385" marR="5080" indent="-274320">
              <a:lnSpc>
                <a:spcPct val="100000"/>
              </a:lnSpc>
              <a:spcBef>
                <a:spcPts val="905"/>
              </a:spcBef>
            </a:pPr>
            <a:r>
              <a:rPr dirty="0" sz="1300" spc="-380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445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14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14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290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465" b="1">
                <a:solidFill>
                  <a:srgbClr val="252525"/>
                </a:solidFill>
                <a:latin typeface="Tahoma"/>
                <a:cs typeface="Tahoma"/>
              </a:rPr>
              <a:t>w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5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14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5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15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280" b="1">
                <a:solidFill>
                  <a:srgbClr val="252525"/>
                </a:solidFill>
                <a:latin typeface="Tahoma"/>
                <a:cs typeface="Tahoma"/>
              </a:rPr>
              <a:t>u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300" spc="-175" b="1">
                <a:solidFill>
                  <a:srgbClr val="252525"/>
                </a:solidFill>
                <a:latin typeface="Tahoma"/>
                <a:cs typeface="Tahoma"/>
              </a:rPr>
              <a:t>ar</a:t>
            </a:r>
            <a:r>
              <a:rPr dirty="0" sz="1300" spc="-6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04" b="1">
                <a:solidFill>
                  <a:srgbClr val="252525"/>
                </a:solidFill>
                <a:latin typeface="Tahoma"/>
                <a:cs typeface="Tahoma"/>
              </a:rPr>
              <a:t>ca</a:t>
            </a:r>
            <a:r>
              <a:rPr dirty="0" sz="1300" spc="-18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254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3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b</a:t>
            </a: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300" spc="-290" b="1">
                <a:solidFill>
                  <a:srgbClr val="252525"/>
                </a:solidFill>
                <a:latin typeface="Tahoma"/>
                <a:cs typeface="Tahoma"/>
              </a:rPr>
              <a:t>on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120" b="1">
                <a:solidFill>
                  <a:srgbClr val="252525"/>
                </a:solidFill>
                <a:latin typeface="Tahoma"/>
                <a:cs typeface="Tahoma"/>
              </a:rPr>
              <a:t>s  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11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14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v</a:t>
            </a:r>
            <a:r>
              <a:rPr dirty="0" sz="1300" spc="-25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30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16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10" b="1">
                <a:solidFill>
                  <a:srgbClr val="252525"/>
                </a:solidFill>
                <a:latin typeface="Tahoma"/>
                <a:cs typeface="Tahoma"/>
              </a:rPr>
              <a:t>es</a:t>
            </a:r>
            <a:r>
              <a:rPr dirty="0" sz="1300" spc="-10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165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300" spc="-10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13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300" spc="-23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9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6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300" spc="-15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ed</a:t>
            </a:r>
            <a:r>
              <a:rPr dirty="0" sz="1300" spc="-12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25" b="1">
                <a:solidFill>
                  <a:srgbClr val="252525"/>
                </a:solidFill>
                <a:latin typeface="Tahoma"/>
                <a:cs typeface="Tahoma"/>
              </a:rPr>
              <a:t>ca</a:t>
            </a:r>
            <a:r>
              <a:rPr dirty="0" sz="1300" spc="-18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300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3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9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3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595627" y="5681471"/>
            <a:ext cx="227329" cy="193675"/>
            <a:chOff x="1595627" y="5681471"/>
            <a:chExt cx="227329" cy="193675"/>
          </a:xfrm>
        </p:grpSpPr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95627" y="5681471"/>
              <a:ext cx="227076" cy="19354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61159" y="5727191"/>
              <a:ext cx="99822" cy="10439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339722" y="5671515"/>
            <a:ext cx="210312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2065">
              <a:lnSpc>
                <a:spcPct val="100000"/>
              </a:lnSpc>
              <a:spcBef>
                <a:spcPts val="95"/>
              </a:spcBef>
            </a:pPr>
            <a:r>
              <a:rPr dirty="0" sz="1300" spc="-310">
                <a:solidFill>
                  <a:srgbClr val="252525"/>
                </a:solidFill>
                <a:latin typeface="Trebuchet MS"/>
                <a:cs typeface="Trebuchet MS"/>
              </a:rPr>
              <a:t>Q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u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Ra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ing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ro</a:t>
            </a:r>
            <a:r>
              <a:rPr dirty="0" sz="1300" spc="-290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go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od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/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no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320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l/b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,  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rminin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qu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315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od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u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4736" y="1449324"/>
            <a:ext cx="2751581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2052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27"/>
            <a:ext cx="8431530" cy="55703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2751581" cy="18973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964179" y="2598420"/>
            <a:ext cx="4110354" cy="3627120"/>
            <a:chOff x="2964179" y="2598420"/>
            <a:chExt cx="4110354" cy="362712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64179" y="2598420"/>
              <a:ext cx="4110228" cy="362712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416039" y="4058412"/>
              <a:ext cx="433070" cy="288290"/>
            </a:xfrm>
            <a:custGeom>
              <a:avLst/>
              <a:gdLst/>
              <a:ahLst/>
              <a:cxnLst/>
              <a:rect l="l" t="t" r="r" b="b"/>
              <a:pathLst>
                <a:path w="433070" h="288289">
                  <a:moveTo>
                    <a:pt x="216408" y="0"/>
                  </a:moveTo>
                  <a:lnTo>
                    <a:pt x="158882" y="5147"/>
                  </a:lnTo>
                  <a:lnTo>
                    <a:pt x="107187" y="19670"/>
                  </a:lnTo>
                  <a:lnTo>
                    <a:pt x="63388" y="42195"/>
                  </a:lnTo>
                  <a:lnTo>
                    <a:pt x="29548" y="71345"/>
                  </a:lnTo>
                  <a:lnTo>
                    <a:pt x="7731" y="105745"/>
                  </a:lnTo>
                  <a:lnTo>
                    <a:pt x="0" y="144018"/>
                  </a:lnTo>
                  <a:lnTo>
                    <a:pt x="7731" y="182290"/>
                  </a:lnTo>
                  <a:lnTo>
                    <a:pt x="29548" y="216690"/>
                  </a:lnTo>
                  <a:lnTo>
                    <a:pt x="63388" y="245840"/>
                  </a:lnTo>
                  <a:lnTo>
                    <a:pt x="107187" y="268365"/>
                  </a:lnTo>
                  <a:lnTo>
                    <a:pt x="158882" y="282888"/>
                  </a:lnTo>
                  <a:lnTo>
                    <a:pt x="216408" y="288036"/>
                  </a:lnTo>
                  <a:lnTo>
                    <a:pt x="273933" y="282888"/>
                  </a:lnTo>
                  <a:lnTo>
                    <a:pt x="325628" y="268365"/>
                  </a:lnTo>
                  <a:lnTo>
                    <a:pt x="369427" y="245840"/>
                  </a:lnTo>
                  <a:lnTo>
                    <a:pt x="403267" y="216690"/>
                  </a:lnTo>
                  <a:lnTo>
                    <a:pt x="425084" y="182290"/>
                  </a:lnTo>
                  <a:lnTo>
                    <a:pt x="432815" y="144018"/>
                  </a:lnTo>
                  <a:lnTo>
                    <a:pt x="425084" y="105745"/>
                  </a:lnTo>
                  <a:lnTo>
                    <a:pt x="403267" y="71345"/>
                  </a:lnTo>
                  <a:lnTo>
                    <a:pt x="369427" y="42195"/>
                  </a:lnTo>
                  <a:lnTo>
                    <a:pt x="325628" y="19670"/>
                  </a:lnTo>
                  <a:lnTo>
                    <a:pt x="273933" y="5147"/>
                  </a:lnTo>
                  <a:lnTo>
                    <a:pt x="216408" y="0"/>
                  </a:lnTo>
                  <a:close/>
                </a:path>
              </a:pathLst>
            </a:custGeom>
            <a:solidFill>
              <a:srgbClr val="EE635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14261" y="4128642"/>
            <a:ext cx="4654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60" b="1">
                <a:solidFill>
                  <a:srgbClr val="FFFFFF"/>
                </a:solidFill>
                <a:latin typeface="Tahoma"/>
                <a:cs typeface="Tahoma"/>
              </a:rPr>
              <a:t>Regression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15000" y="3483864"/>
            <a:ext cx="622300" cy="718185"/>
          </a:xfrm>
          <a:custGeom>
            <a:avLst/>
            <a:gdLst/>
            <a:ahLst/>
            <a:cxnLst/>
            <a:rect l="l" t="t" r="r" b="b"/>
            <a:pathLst>
              <a:path w="622300" h="718185">
                <a:moveTo>
                  <a:pt x="310896" y="0"/>
                </a:moveTo>
                <a:lnTo>
                  <a:pt x="264953" y="3890"/>
                </a:lnTo>
                <a:lnTo>
                  <a:pt x="221104" y="15193"/>
                </a:lnTo>
                <a:lnTo>
                  <a:pt x="179829" y="33352"/>
                </a:lnTo>
                <a:lnTo>
                  <a:pt x="141609" y="57813"/>
                </a:lnTo>
                <a:lnTo>
                  <a:pt x="106925" y="88022"/>
                </a:lnTo>
                <a:lnTo>
                  <a:pt x="76257" y="123423"/>
                </a:lnTo>
                <a:lnTo>
                  <a:pt x="50087" y="163462"/>
                </a:lnTo>
                <a:lnTo>
                  <a:pt x="28895" y="207584"/>
                </a:lnTo>
                <a:lnTo>
                  <a:pt x="13162" y="255235"/>
                </a:lnTo>
                <a:lnTo>
                  <a:pt x="3370" y="305859"/>
                </a:lnTo>
                <a:lnTo>
                  <a:pt x="0" y="358902"/>
                </a:lnTo>
                <a:lnTo>
                  <a:pt x="3370" y="411944"/>
                </a:lnTo>
                <a:lnTo>
                  <a:pt x="13162" y="462568"/>
                </a:lnTo>
                <a:lnTo>
                  <a:pt x="28895" y="510219"/>
                </a:lnTo>
                <a:lnTo>
                  <a:pt x="50087" y="554341"/>
                </a:lnTo>
                <a:lnTo>
                  <a:pt x="76257" y="594380"/>
                </a:lnTo>
                <a:lnTo>
                  <a:pt x="106925" y="629781"/>
                </a:lnTo>
                <a:lnTo>
                  <a:pt x="141609" y="659990"/>
                </a:lnTo>
                <a:lnTo>
                  <a:pt x="179829" y="684451"/>
                </a:lnTo>
                <a:lnTo>
                  <a:pt x="221104" y="702610"/>
                </a:lnTo>
                <a:lnTo>
                  <a:pt x="264953" y="713913"/>
                </a:lnTo>
                <a:lnTo>
                  <a:pt x="310896" y="717804"/>
                </a:lnTo>
                <a:lnTo>
                  <a:pt x="356838" y="713913"/>
                </a:lnTo>
                <a:lnTo>
                  <a:pt x="400687" y="702610"/>
                </a:lnTo>
                <a:lnTo>
                  <a:pt x="441962" y="684451"/>
                </a:lnTo>
                <a:lnTo>
                  <a:pt x="480182" y="659990"/>
                </a:lnTo>
                <a:lnTo>
                  <a:pt x="514866" y="629781"/>
                </a:lnTo>
                <a:lnTo>
                  <a:pt x="545534" y="594380"/>
                </a:lnTo>
                <a:lnTo>
                  <a:pt x="571704" y="554341"/>
                </a:lnTo>
                <a:lnTo>
                  <a:pt x="592896" y="510219"/>
                </a:lnTo>
                <a:lnTo>
                  <a:pt x="608629" y="462568"/>
                </a:lnTo>
                <a:lnTo>
                  <a:pt x="618421" y="411944"/>
                </a:lnTo>
                <a:lnTo>
                  <a:pt x="621791" y="358902"/>
                </a:lnTo>
                <a:lnTo>
                  <a:pt x="618421" y="305859"/>
                </a:lnTo>
                <a:lnTo>
                  <a:pt x="608629" y="255235"/>
                </a:lnTo>
                <a:lnTo>
                  <a:pt x="592896" y="207584"/>
                </a:lnTo>
                <a:lnTo>
                  <a:pt x="571704" y="163462"/>
                </a:lnTo>
                <a:lnTo>
                  <a:pt x="545534" y="123423"/>
                </a:lnTo>
                <a:lnTo>
                  <a:pt x="514866" y="88022"/>
                </a:lnTo>
                <a:lnTo>
                  <a:pt x="480182" y="57813"/>
                </a:lnTo>
                <a:lnTo>
                  <a:pt x="441962" y="33352"/>
                </a:lnTo>
                <a:lnTo>
                  <a:pt x="400687" y="15193"/>
                </a:lnTo>
                <a:lnTo>
                  <a:pt x="356838" y="3890"/>
                </a:lnTo>
                <a:lnTo>
                  <a:pt x="310896" y="0"/>
                </a:lnTo>
                <a:close/>
              </a:path>
            </a:pathLst>
          </a:custGeom>
          <a:solidFill>
            <a:srgbClr val="D547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756528" y="3685108"/>
            <a:ext cx="540385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17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050" spc="-245" b="1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dirty="0" sz="1050" spc="-250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1050" spc="-21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050" spc="-11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050" spc="-204" b="1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1050" spc="-105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050" spc="-10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050" spc="-20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050" spc="-229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050">
              <a:latin typeface="Tahoma"/>
              <a:cs typeface="Tahoma"/>
            </a:endParaRPr>
          </a:p>
          <a:p>
            <a:pPr marL="71755">
              <a:lnSpc>
                <a:spcPct val="100000"/>
              </a:lnSpc>
              <a:spcBef>
                <a:spcPts val="5"/>
              </a:spcBef>
            </a:pPr>
            <a:r>
              <a:rPr dirty="0" sz="1050" spc="-195" b="1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10432" y="4642230"/>
            <a:ext cx="556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900" spc="-170" b="1">
                <a:solidFill>
                  <a:srgbClr val="2AA6DC"/>
                </a:solidFill>
                <a:latin typeface="Tahoma"/>
                <a:cs typeface="Tahoma"/>
              </a:rPr>
              <a:t>Customer </a:t>
            </a:r>
            <a:r>
              <a:rPr dirty="0" sz="900" spc="-165" b="1">
                <a:solidFill>
                  <a:srgbClr val="2AA6DC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2AA6DC"/>
                </a:solidFill>
                <a:latin typeface="Tahoma"/>
                <a:cs typeface="Tahoma"/>
              </a:rPr>
              <a:t>S</a:t>
            </a:r>
            <a:r>
              <a:rPr dirty="0" sz="900" spc="-185" b="1">
                <a:solidFill>
                  <a:srgbClr val="2AA6DC"/>
                </a:solidFill>
                <a:latin typeface="Tahoma"/>
                <a:cs typeface="Tahoma"/>
              </a:rPr>
              <a:t>e</a:t>
            </a:r>
            <a:r>
              <a:rPr dirty="0" sz="900" spc="-204" b="1">
                <a:solidFill>
                  <a:srgbClr val="2AA6DC"/>
                </a:solidFill>
                <a:latin typeface="Tahoma"/>
                <a:cs typeface="Tahoma"/>
              </a:rPr>
              <a:t>g</a:t>
            </a:r>
            <a:r>
              <a:rPr dirty="0" sz="900" spc="-310" b="1">
                <a:solidFill>
                  <a:srgbClr val="2AA6DC"/>
                </a:solidFill>
                <a:latin typeface="Tahoma"/>
                <a:cs typeface="Tahoma"/>
              </a:rPr>
              <a:t>m</a:t>
            </a:r>
            <a:r>
              <a:rPr dirty="0" sz="900" spc="-185" b="1">
                <a:solidFill>
                  <a:srgbClr val="2AA6DC"/>
                </a:solidFill>
                <a:latin typeface="Tahoma"/>
                <a:cs typeface="Tahoma"/>
              </a:rPr>
              <a:t>e</a:t>
            </a:r>
            <a:r>
              <a:rPr dirty="0" sz="900" spc="-210" b="1">
                <a:solidFill>
                  <a:srgbClr val="2AA6DC"/>
                </a:solidFill>
                <a:latin typeface="Tahoma"/>
                <a:cs typeface="Tahoma"/>
              </a:rPr>
              <a:t>n</a:t>
            </a:r>
            <a:r>
              <a:rPr dirty="0" sz="900" spc="-130" b="1">
                <a:solidFill>
                  <a:srgbClr val="2AA6DC"/>
                </a:solidFill>
                <a:latin typeface="Tahoma"/>
                <a:cs typeface="Tahoma"/>
              </a:rPr>
              <a:t>t</a:t>
            </a:r>
            <a:r>
              <a:rPr dirty="0" sz="900" spc="-185" b="1">
                <a:solidFill>
                  <a:srgbClr val="2AA6DC"/>
                </a:solidFill>
                <a:latin typeface="Tahoma"/>
                <a:cs typeface="Tahoma"/>
              </a:rPr>
              <a:t>a</a:t>
            </a:r>
            <a:r>
              <a:rPr dirty="0" sz="900" spc="-125" b="1">
                <a:solidFill>
                  <a:srgbClr val="2AA6DC"/>
                </a:solidFill>
                <a:latin typeface="Tahoma"/>
                <a:cs typeface="Tahoma"/>
              </a:rPr>
              <a:t>t</a:t>
            </a:r>
            <a:r>
              <a:rPr dirty="0" sz="900" spc="-110" b="1">
                <a:solidFill>
                  <a:srgbClr val="2AA6DC"/>
                </a:solidFill>
                <a:latin typeface="Tahoma"/>
                <a:cs typeface="Tahoma"/>
              </a:rPr>
              <a:t>i</a:t>
            </a:r>
            <a:r>
              <a:rPr dirty="0" sz="900" spc="-204" b="1">
                <a:solidFill>
                  <a:srgbClr val="2AA6DC"/>
                </a:solidFill>
                <a:latin typeface="Tahoma"/>
                <a:cs typeface="Tahoma"/>
              </a:rPr>
              <a:t>o</a:t>
            </a:r>
            <a:r>
              <a:rPr dirty="0" sz="900" spc="-210" b="1">
                <a:solidFill>
                  <a:srgbClr val="2AA6DC"/>
                </a:solidFill>
                <a:latin typeface="Tahoma"/>
                <a:cs typeface="Tahoma"/>
              </a:rPr>
              <a:t>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54426" y="2992373"/>
            <a:ext cx="3390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90" b="1">
                <a:solidFill>
                  <a:srgbClr val="2AA6DC"/>
                </a:solidFill>
                <a:latin typeface="Tahoma"/>
                <a:cs typeface="Tahoma"/>
              </a:rPr>
              <a:t>B</a:t>
            </a:r>
            <a:r>
              <a:rPr dirty="0" sz="900" spc="-110" b="1">
                <a:solidFill>
                  <a:srgbClr val="2AA6DC"/>
                </a:solidFill>
                <a:latin typeface="Tahoma"/>
                <a:cs typeface="Tahoma"/>
              </a:rPr>
              <a:t>i</a:t>
            </a:r>
            <a:r>
              <a:rPr dirty="0" sz="900" spc="-200" b="1">
                <a:solidFill>
                  <a:srgbClr val="2AA6DC"/>
                </a:solidFill>
                <a:latin typeface="Tahoma"/>
                <a:cs typeface="Tahoma"/>
              </a:rPr>
              <a:t>g</a:t>
            </a:r>
            <a:r>
              <a:rPr dirty="0" sz="900" spc="-95" b="1">
                <a:solidFill>
                  <a:srgbClr val="2AA6DC"/>
                </a:solidFill>
                <a:latin typeface="Tahoma"/>
                <a:cs typeface="Tahoma"/>
              </a:rPr>
              <a:t> </a:t>
            </a:r>
            <a:r>
              <a:rPr dirty="0" sz="900" spc="-210" b="1">
                <a:solidFill>
                  <a:srgbClr val="2AA6DC"/>
                </a:solidFill>
                <a:latin typeface="Tahoma"/>
                <a:cs typeface="Tahoma"/>
              </a:rPr>
              <a:t>d</a:t>
            </a:r>
            <a:r>
              <a:rPr dirty="0" sz="900" spc="-185" b="1">
                <a:solidFill>
                  <a:srgbClr val="2AA6DC"/>
                </a:solidFill>
                <a:latin typeface="Tahoma"/>
                <a:cs typeface="Tahoma"/>
              </a:rPr>
              <a:t>a</a:t>
            </a:r>
            <a:r>
              <a:rPr dirty="0" sz="900" spc="-125" b="1">
                <a:solidFill>
                  <a:srgbClr val="2AA6DC"/>
                </a:solidFill>
                <a:latin typeface="Tahoma"/>
                <a:cs typeface="Tahoma"/>
              </a:rPr>
              <a:t>t</a:t>
            </a:r>
            <a:r>
              <a:rPr dirty="0" sz="900" spc="-185" b="1">
                <a:solidFill>
                  <a:srgbClr val="2AA6DC"/>
                </a:solidFill>
                <a:latin typeface="Tahoma"/>
                <a:cs typeface="Tahoma"/>
              </a:rPr>
              <a:t>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40579" y="4206240"/>
            <a:ext cx="803275" cy="220979"/>
          </a:xfrm>
          <a:prstGeom prst="rect">
            <a:avLst/>
          </a:prstGeom>
          <a:solidFill>
            <a:srgbClr val="6C5A54"/>
          </a:solidFill>
        </p:spPr>
        <p:txBody>
          <a:bodyPr wrap="square" lIns="0" tIns="0" rIns="0" bIns="0" rtlCol="0" vert="horz">
            <a:spAutoFit/>
          </a:bodyPr>
          <a:lstStyle/>
          <a:p>
            <a:pPr marL="141605">
              <a:lnSpc>
                <a:spcPts val="1739"/>
              </a:lnSpc>
            </a:pPr>
            <a:r>
              <a:rPr dirty="0" sz="1600" spc="-254">
                <a:solidFill>
                  <a:srgbClr val="FFFFFF"/>
                </a:solidFill>
                <a:latin typeface="Trebuchet MS"/>
                <a:cs typeface="Trebuchet MS"/>
              </a:rPr>
              <a:t>Machine</a:t>
            </a:r>
            <a:endParaRPr sz="1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1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356854" cy="105384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261109" cy="18973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5980176"/>
            <a:ext cx="4671822" cy="16230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914336" y="3406140"/>
            <a:ext cx="7858125" cy="2383790"/>
            <a:chOff x="914336" y="3406140"/>
            <a:chExt cx="7858125" cy="2383790"/>
          </a:xfrm>
        </p:grpSpPr>
        <p:sp>
          <p:nvSpPr>
            <p:cNvPr id="11" name="object 11"/>
            <p:cNvSpPr/>
            <p:nvPr/>
          </p:nvSpPr>
          <p:spPr>
            <a:xfrm>
              <a:off x="915924" y="3563112"/>
              <a:ext cx="7854950" cy="2225040"/>
            </a:xfrm>
            <a:custGeom>
              <a:avLst/>
              <a:gdLst/>
              <a:ahLst/>
              <a:cxnLst/>
              <a:rect l="l" t="t" r="r" b="b"/>
              <a:pathLst>
                <a:path w="7854950" h="2225040">
                  <a:moveTo>
                    <a:pt x="0" y="2225040"/>
                  </a:moveTo>
                  <a:lnTo>
                    <a:pt x="7854696" y="2225040"/>
                  </a:lnTo>
                  <a:lnTo>
                    <a:pt x="7854696" y="0"/>
                  </a:lnTo>
                  <a:lnTo>
                    <a:pt x="0" y="0"/>
                  </a:lnTo>
                  <a:lnTo>
                    <a:pt x="0" y="2225040"/>
                  </a:lnTo>
                  <a:close/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226820" y="3406140"/>
              <a:ext cx="7137400" cy="338455"/>
            </a:xfrm>
            <a:custGeom>
              <a:avLst/>
              <a:gdLst/>
              <a:ahLst/>
              <a:cxnLst/>
              <a:rect l="l" t="t" r="r" b="b"/>
              <a:pathLst>
                <a:path w="7137400" h="338454">
                  <a:moveTo>
                    <a:pt x="7136892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7136892" y="338328"/>
                  </a:lnTo>
                  <a:lnTo>
                    <a:pt x="713689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075433" y="3440684"/>
            <a:ext cx="54356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20" b="1">
                <a:solidFill>
                  <a:srgbClr val="13299F"/>
                </a:solidFill>
                <a:latin typeface="Tahoma"/>
                <a:cs typeface="Tahoma"/>
              </a:rPr>
              <a:t>Labeled</a:t>
            </a:r>
            <a:r>
              <a:rPr dirty="0" sz="1600" spc="-10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280" b="1">
                <a:solidFill>
                  <a:srgbClr val="13299F"/>
                </a:solidFill>
                <a:latin typeface="Tahoma"/>
                <a:cs typeface="Tahoma"/>
              </a:rPr>
              <a:t>Training</a:t>
            </a:r>
            <a:r>
              <a:rPr dirty="0" sz="1600" spc="-15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280" b="1">
                <a:solidFill>
                  <a:srgbClr val="13299F"/>
                </a:solidFill>
                <a:latin typeface="Tahoma"/>
                <a:cs typeface="Tahoma"/>
              </a:rPr>
              <a:t>Set</a:t>
            </a:r>
            <a:r>
              <a:rPr dirty="0" sz="1600" spc="-12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215" b="1">
                <a:solidFill>
                  <a:srgbClr val="13299F"/>
                </a:solidFill>
                <a:latin typeface="Tahoma"/>
                <a:cs typeface="Tahoma"/>
              </a:rPr>
              <a:t>for</a:t>
            </a:r>
            <a:r>
              <a:rPr dirty="0" sz="1600" spc="-14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80" b="1">
                <a:solidFill>
                  <a:srgbClr val="13299F"/>
                </a:solidFill>
                <a:latin typeface="Tahoma"/>
                <a:cs typeface="Tahoma"/>
              </a:rPr>
              <a:t>Spam</a:t>
            </a:r>
            <a:r>
              <a:rPr dirty="0" sz="1600" spc="-18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250" b="1">
                <a:solidFill>
                  <a:srgbClr val="13299F"/>
                </a:solidFill>
                <a:latin typeface="Tahoma"/>
                <a:cs typeface="Tahoma"/>
              </a:rPr>
              <a:t>Classification</a:t>
            </a:r>
            <a:r>
              <a:rPr dirty="0" sz="1600" spc="-12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35" b="1">
                <a:solidFill>
                  <a:srgbClr val="13299F"/>
                </a:solidFill>
                <a:latin typeface="Tahoma"/>
                <a:cs typeface="Tahoma"/>
              </a:rPr>
              <a:t>(Example</a:t>
            </a:r>
            <a:r>
              <a:rPr dirty="0" sz="1600" spc="-10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275" b="1">
                <a:solidFill>
                  <a:srgbClr val="13299F"/>
                </a:solidFill>
                <a:latin typeface="Tahoma"/>
                <a:cs typeface="Tahoma"/>
              </a:rPr>
              <a:t>of</a:t>
            </a:r>
            <a:r>
              <a:rPr dirty="0" sz="1600" spc="-14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285" b="1">
                <a:solidFill>
                  <a:srgbClr val="13299F"/>
                </a:solidFill>
                <a:latin typeface="Tahoma"/>
                <a:cs typeface="Tahoma"/>
              </a:rPr>
              <a:t>Supervised</a:t>
            </a:r>
            <a:r>
              <a:rPr dirty="0" sz="1600" spc="-9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295" b="1">
                <a:solidFill>
                  <a:srgbClr val="13299F"/>
                </a:solidFill>
                <a:latin typeface="Tahoma"/>
                <a:cs typeface="Tahoma"/>
              </a:rPr>
              <a:t>Learning)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12519" y="3855720"/>
            <a:ext cx="6870700" cy="1812289"/>
            <a:chOff x="1112519" y="3855720"/>
            <a:chExt cx="6870700" cy="1812289"/>
          </a:xfrm>
        </p:grpSpPr>
        <p:sp>
          <p:nvSpPr>
            <p:cNvPr id="15" name="object 15"/>
            <p:cNvSpPr/>
            <p:nvPr/>
          </p:nvSpPr>
          <p:spPr>
            <a:xfrm>
              <a:off x="5779008" y="4678680"/>
              <a:ext cx="462280" cy="373380"/>
            </a:xfrm>
            <a:custGeom>
              <a:avLst/>
              <a:gdLst/>
              <a:ahLst/>
              <a:cxnLst/>
              <a:rect l="l" t="t" r="r" b="b"/>
              <a:pathLst>
                <a:path w="462279" h="373379">
                  <a:moveTo>
                    <a:pt x="275081" y="0"/>
                  </a:moveTo>
                  <a:lnTo>
                    <a:pt x="275081" y="93345"/>
                  </a:lnTo>
                  <a:lnTo>
                    <a:pt x="0" y="93345"/>
                  </a:lnTo>
                  <a:lnTo>
                    <a:pt x="0" y="280035"/>
                  </a:lnTo>
                  <a:lnTo>
                    <a:pt x="275081" y="280035"/>
                  </a:lnTo>
                  <a:lnTo>
                    <a:pt x="275081" y="373380"/>
                  </a:lnTo>
                  <a:lnTo>
                    <a:pt x="461771" y="186690"/>
                  </a:lnTo>
                  <a:lnTo>
                    <a:pt x="275081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32904" y="4539865"/>
              <a:ext cx="749807" cy="5290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99695" y="4357116"/>
              <a:ext cx="665752" cy="62788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54863" y="4472432"/>
              <a:ext cx="367398" cy="36741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919722" y="4448304"/>
              <a:ext cx="313690" cy="127635"/>
            </a:xfrm>
            <a:custGeom>
              <a:avLst/>
              <a:gdLst/>
              <a:ahLst/>
              <a:cxnLst/>
              <a:rect l="l" t="t" r="r" b="b"/>
              <a:pathLst>
                <a:path w="313690" h="127635">
                  <a:moveTo>
                    <a:pt x="0" y="69847"/>
                  </a:moveTo>
                  <a:lnTo>
                    <a:pt x="30938" y="36383"/>
                  </a:lnTo>
                  <a:lnTo>
                    <a:pt x="72245" y="12966"/>
                  </a:lnTo>
                  <a:lnTo>
                    <a:pt x="120271" y="527"/>
                  </a:lnTo>
                  <a:lnTo>
                    <a:pt x="171362" y="0"/>
                  </a:lnTo>
                  <a:lnTo>
                    <a:pt x="221869" y="12316"/>
                  </a:lnTo>
                  <a:lnTo>
                    <a:pt x="259764" y="32672"/>
                  </a:lnTo>
                  <a:lnTo>
                    <a:pt x="288528" y="59814"/>
                  </a:lnTo>
                  <a:lnTo>
                    <a:pt x="306790" y="92005"/>
                  </a:lnTo>
                  <a:lnTo>
                    <a:pt x="313181" y="127505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12519" y="3855720"/>
              <a:ext cx="4554220" cy="1812289"/>
            </a:xfrm>
            <a:custGeom>
              <a:avLst/>
              <a:gdLst/>
              <a:ahLst/>
              <a:cxnLst/>
              <a:rect l="l" t="t" r="r" b="b"/>
              <a:pathLst>
                <a:path w="4554220" h="1812289">
                  <a:moveTo>
                    <a:pt x="4553711" y="0"/>
                  </a:moveTo>
                  <a:lnTo>
                    <a:pt x="0" y="0"/>
                  </a:lnTo>
                  <a:lnTo>
                    <a:pt x="0" y="1812035"/>
                  </a:lnTo>
                  <a:lnTo>
                    <a:pt x="4553711" y="1812035"/>
                  </a:lnTo>
                  <a:lnTo>
                    <a:pt x="455371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90216" y="4229100"/>
              <a:ext cx="385571" cy="38709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06952" y="4229100"/>
              <a:ext cx="387096" cy="38709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021579" y="4192524"/>
              <a:ext cx="385572" cy="38709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08275" y="5079492"/>
              <a:ext cx="387095" cy="38709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54096" y="4771644"/>
              <a:ext cx="387095" cy="38709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4484" y="5126736"/>
              <a:ext cx="387096" cy="387095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280275" y="5193029"/>
            <a:ext cx="6565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60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315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7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mple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65652" y="4003294"/>
            <a:ext cx="2825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4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806063" y="4660138"/>
            <a:ext cx="3943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mple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650364" y="4120311"/>
            <a:ext cx="3391535" cy="1336040"/>
            <a:chOff x="1650364" y="4120311"/>
            <a:chExt cx="3391535" cy="1336040"/>
          </a:xfrm>
        </p:grpSpPr>
        <p:pic>
          <p:nvPicPr>
            <p:cNvPr id="31" name="object 3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961429" y="4196460"/>
              <a:ext cx="418677" cy="37985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41778" y="4266191"/>
              <a:ext cx="244665" cy="244721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276601" y="4201205"/>
              <a:ext cx="270510" cy="110489"/>
            </a:xfrm>
            <a:custGeom>
              <a:avLst/>
              <a:gdLst/>
              <a:ahLst/>
              <a:cxnLst/>
              <a:rect l="l" t="t" r="r" b="b"/>
              <a:pathLst>
                <a:path w="270510" h="110489">
                  <a:moveTo>
                    <a:pt x="0" y="60533"/>
                  </a:moveTo>
                  <a:lnTo>
                    <a:pt x="26632" y="31592"/>
                  </a:lnTo>
                  <a:lnTo>
                    <a:pt x="62213" y="11308"/>
                  </a:lnTo>
                  <a:lnTo>
                    <a:pt x="103592" y="502"/>
                  </a:lnTo>
                  <a:lnTo>
                    <a:pt x="147616" y="0"/>
                  </a:lnTo>
                  <a:lnTo>
                    <a:pt x="191135" y="10622"/>
                  </a:lnTo>
                  <a:lnTo>
                    <a:pt x="223871" y="28233"/>
                  </a:lnTo>
                  <a:lnTo>
                    <a:pt x="248713" y="51690"/>
                  </a:lnTo>
                  <a:lnTo>
                    <a:pt x="264483" y="79505"/>
                  </a:lnTo>
                  <a:lnTo>
                    <a:pt x="270002" y="11019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39134" y="4181779"/>
              <a:ext cx="418591" cy="37993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19525" y="4251459"/>
              <a:ext cx="244601" cy="244721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553967" y="4186016"/>
              <a:ext cx="271780" cy="110489"/>
            </a:xfrm>
            <a:custGeom>
              <a:avLst/>
              <a:gdLst/>
              <a:ahLst/>
              <a:cxnLst/>
              <a:rect l="l" t="t" r="r" b="b"/>
              <a:pathLst>
                <a:path w="271779" h="110489">
                  <a:moveTo>
                    <a:pt x="0" y="60228"/>
                  </a:moveTo>
                  <a:lnTo>
                    <a:pt x="26812" y="31363"/>
                  </a:lnTo>
                  <a:lnTo>
                    <a:pt x="62616" y="11155"/>
                  </a:lnTo>
                  <a:lnTo>
                    <a:pt x="104241" y="426"/>
                  </a:lnTo>
                  <a:lnTo>
                    <a:pt x="148518" y="0"/>
                  </a:lnTo>
                  <a:lnTo>
                    <a:pt x="192278" y="10698"/>
                  </a:lnTo>
                  <a:lnTo>
                    <a:pt x="225034" y="28307"/>
                  </a:lnTo>
                  <a:lnTo>
                    <a:pt x="249920" y="51751"/>
                  </a:lnTo>
                  <a:lnTo>
                    <a:pt x="265733" y="79528"/>
                  </a:lnTo>
                  <a:lnTo>
                    <a:pt x="271272" y="110139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48801" y="5076240"/>
              <a:ext cx="418677" cy="37993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129150" y="5145920"/>
              <a:ext cx="244665" cy="24472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364482" y="5080553"/>
              <a:ext cx="270510" cy="110489"/>
            </a:xfrm>
            <a:custGeom>
              <a:avLst/>
              <a:gdLst/>
              <a:ahLst/>
              <a:cxnLst/>
              <a:rect l="l" t="t" r="r" b="b"/>
              <a:pathLst>
                <a:path w="270510" h="110489">
                  <a:moveTo>
                    <a:pt x="0" y="60533"/>
                  </a:moveTo>
                  <a:lnTo>
                    <a:pt x="26632" y="31592"/>
                  </a:lnTo>
                  <a:lnTo>
                    <a:pt x="62213" y="11308"/>
                  </a:lnTo>
                  <a:lnTo>
                    <a:pt x="103592" y="502"/>
                  </a:lnTo>
                  <a:lnTo>
                    <a:pt x="147616" y="0"/>
                  </a:lnTo>
                  <a:lnTo>
                    <a:pt x="191134" y="10622"/>
                  </a:lnTo>
                  <a:lnTo>
                    <a:pt x="223871" y="28233"/>
                  </a:lnTo>
                  <a:lnTo>
                    <a:pt x="248713" y="51690"/>
                  </a:lnTo>
                  <a:lnTo>
                    <a:pt x="264483" y="79505"/>
                  </a:lnTo>
                  <a:lnTo>
                    <a:pt x="270001" y="11019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92796" y="4718430"/>
              <a:ext cx="418678" cy="37985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607563" y="4814315"/>
              <a:ext cx="188975" cy="18897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2802889" y="4738155"/>
              <a:ext cx="260350" cy="111760"/>
            </a:xfrm>
            <a:custGeom>
              <a:avLst/>
              <a:gdLst/>
              <a:ahLst/>
              <a:cxnLst/>
              <a:rect l="l" t="t" r="r" b="b"/>
              <a:pathLst>
                <a:path w="260350" h="111760">
                  <a:moveTo>
                    <a:pt x="0" y="48728"/>
                  </a:moveTo>
                  <a:lnTo>
                    <a:pt x="31246" y="22827"/>
                  </a:lnTo>
                  <a:lnTo>
                    <a:pt x="69923" y="6418"/>
                  </a:lnTo>
                  <a:lnTo>
                    <a:pt x="112763" y="0"/>
                  </a:lnTo>
                  <a:lnTo>
                    <a:pt x="156500" y="4073"/>
                  </a:lnTo>
                  <a:lnTo>
                    <a:pt x="197866" y="19137"/>
                  </a:lnTo>
                  <a:lnTo>
                    <a:pt x="224131" y="37078"/>
                  </a:lnTo>
                  <a:lnTo>
                    <a:pt x="243776" y="59126"/>
                  </a:lnTo>
                  <a:lnTo>
                    <a:pt x="256087" y="84199"/>
                  </a:lnTo>
                  <a:lnTo>
                    <a:pt x="260350" y="111212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65614" y="4120311"/>
              <a:ext cx="418678" cy="37993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579619" y="4216907"/>
              <a:ext cx="190500" cy="18897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4774945" y="4140747"/>
              <a:ext cx="260350" cy="111760"/>
            </a:xfrm>
            <a:custGeom>
              <a:avLst/>
              <a:gdLst/>
              <a:ahLst/>
              <a:cxnLst/>
              <a:rect l="l" t="t" r="r" b="b"/>
              <a:pathLst>
                <a:path w="260350" h="111760">
                  <a:moveTo>
                    <a:pt x="0" y="48728"/>
                  </a:moveTo>
                  <a:lnTo>
                    <a:pt x="31246" y="22827"/>
                  </a:lnTo>
                  <a:lnTo>
                    <a:pt x="69923" y="6418"/>
                  </a:lnTo>
                  <a:lnTo>
                    <a:pt x="112763" y="0"/>
                  </a:lnTo>
                  <a:lnTo>
                    <a:pt x="156500" y="4073"/>
                  </a:lnTo>
                  <a:lnTo>
                    <a:pt x="197865" y="19137"/>
                  </a:lnTo>
                  <a:lnTo>
                    <a:pt x="224131" y="37078"/>
                  </a:lnTo>
                  <a:lnTo>
                    <a:pt x="243776" y="59126"/>
                  </a:lnTo>
                  <a:lnTo>
                    <a:pt x="256087" y="84199"/>
                  </a:lnTo>
                  <a:lnTo>
                    <a:pt x="260350" y="111212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50364" y="5014594"/>
              <a:ext cx="418591" cy="37985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64791" y="5109971"/>
              <a:ext cx="188975" cy="19049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1960117" y="5035335"/>
              <a:ext cx="260350" cy="111760"/>
            </a:xfrm>
            <a:custGeom>
              <a:avLst/>
              <a:gdLst/>
              <a:ahLst/>
              <a:cxnLst/>
              <a:rect l="l" t="t" r="r" b="b"/>
              <a:pathLst>
                <a:path w="260350" h="111760">
                  <a:moveTo>
                    <a:pt x="0" y="48728"/>
                  </a:moveTo>
                  <a:lnTo>
                    <a:pt x="31246" y="22827"/>
                  </a:lnTo>
                  <a:lnTo>
                    <a:pt x="69923" y="6418"/>
                  </a:lnTo>
                  <a:lnTo>
                    <a:pt x="112763" y="0"/>
                  </a:lnTo>
                  <a:lnTo>
                    <a:pt x="156500" y="4073"/>
                  </a:lnTo>
                  <a:lnTo>
                    <a:pt x="197865" y="19137"/>
                  </a:lnTo>
                  <a:lnTo>
                    <a:pt x="224131" y="37078"/>
                  </a:lnTo>
                  <a:lnTo>
                    <a:pt x="243776" y="59126"/>
                  </a:lnTo>
                  <a:lnTo>
                    <a:pt x="256087" y="84199"/>
                  </a:lnTo>
                  <a:lnTo>
                    <a:pt x="260350" y="111212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1343278" y="3944492"/>
            <a:ext cx="6407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95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200" spc="-80" b="1">
                <a:solidFill>
                  <a:srgbClr val="13299F"/>
                </a:solidFill>
                <a:latin typeface="Tahoma"/>
                <a:cs typeface="Tahoma"/>
              </a:rPr>
              <a:t>r</a:t>
            </a:r>
            <a:r>
              <a:rPr dirty="0" sz="1200" spc="-23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200" spc="-140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200" spc="-280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200" spc="-140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200" spc="-280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200" spc="-270" b="1">
                <a:solidFill>
                  <a:srgbClr val="13299F"/>
                </a:solidFill>
                <a:latin typeface="Tahoma"/>
                <a:cs typeface="Tahoma"/>
              </a:rPr>
              <a:t>g</a:t>
            </a:r>
            <a:r>
              <a:rPr dirty="0" sz="1200" spc="-9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200" spc="-21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200" spc="-225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200" spc="-170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27"/>
            <a:ext cx="8106918" cy="65761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261109" cy="1897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14342" y="5847994"/>
            <a:ext cx="1778635" cy="453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400" spc="-15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400" spc="-165" b="1">
                <a:solidFill>
                  <a:srgbClr val="252525"/>
                </a:solidFill>
                <a:latin typeface="Tahoma"/>
                <a:cs typeface="Tahoma"/>
              </a:rPr>
              <a:t>ci</a:t>
            </a:r>
            <a:r>
              <a:rPr dirty="0" sz="1400" spc="-330" b="1">
                <a:solidFill>
                  <a:srgbClr val="252525"/>
                </a:solidFill>
                <a:latin typeface="Tahoma"/>
                <a:cs typeface="Tahoma"/>
              </a:rPr>
              <a:t>k</a:t>
            </a:r>
            <a:r>
              <a:rPr dirty="0" sz="1400" spc="-14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400" spc="-19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400" spc="-180" b="1">
                <a:solidFill>
                  <a:srgbClr val="252525"/>
                </a:solidFill>
                <a:latin typeface="Tahoma"/>
                <a:cs typeface="Tahoma"/>
              </a:rPr>
              <a:t>-</a:t>
            </a:r>
            <a:r>
              <a:rPr dirty="0" sz="1400" spc="-210" b="1">
                <a:solidFill>
                  <a:srgbClr val="252525"/>
                </a:solidFill>
                <a:latin typeface="Tahoma"/>
                <a:cs typeface="Tahoma"/>
              </a:rPr>
              <a:t>le</a:t>
            </a:r>
            <a:r>
              <a:rPr dirty="0" sz="1400" spc="-27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9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400" spc="-32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400" spc="-16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4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229" b="1">
                <a:solidFill>
                  <a:srgbClr val="252525"/>
                </a:solidFill>
                <a:latin typeface="Tahoma"/>
                <a:cs typeface="Tahoma"/>
              </a:rPr>
              <a:t>lg</a:t>
            </a:r>
            <a:r>
              <a:rPr dirty="0" sz="1400" spc="-29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400" spc="-140" b="1">
                <a:solidFill>
                  <a:srgbClr val="252525"/>
                </a:solidFill>
                <a:latin typeface="Tahoma"/>
                <a:cs typeface="Tahoma"/>
              </a:rPr>
              <a:t>ri</a:t>
            </a:r>
            <a:r>
              <a:rPr dirty="0" sz="1400" spc="-14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4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400" spc="-470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400" spc="-16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400" spc="-17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400" spc="-315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400" spc="-27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400" spc="-28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4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400" spc="-175" b="1">
                <a:solidFill>
                  <a:srgbClr val="252525"/>
                </a:solidFill>
                <a:latin typeface="Tahoma"/>
                <a:cs typeface="Tahoma"/>
              </a:rPr>
              <a:t>-</a:t>
            </a:r>
            <a:endParaRPr sz="1400">
              <a:latin typeface="Tahoma"/>
              <a:cs typeface="Tahoma"/>
            </a:endParaRPr>
          </a:p>
          <a:p>
            <a:pPr algn="ctr" marL="1270">
              <a:lnSpc>
                <a:spcPct val="100000"/>
              </a:lnSpc>
            </a:pPr>
            <a:r>
              <a:rPr dirty="0" sz="1400" spc="-245" b="1">
                <a:solidFill>
                  <a:srgbClr val="252525"/>
                </a:solidFill>
                <a:latin typeface="Tahoma"/>
                <a:cs typeface="Tahoma"/>
              </a:rPr>
              <a:t>sheet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91767" y="2596895"/>
            <a:ext cx="7320280" cy="3689985"/>
            <a:chOff x="1191767" y="2596895"/>
            <a:chExt cx="7320280" cy="3689985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91767" y="2596895"/>
              <a:ext cx="7319772" cy="368960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509515" y="3012947"/>
              <a:ext cx="52069" cy="96520"/>
            </a:xfrm>
            <a:custGeom>
              <a:avLst/>
              <a:gdLst/>
              <a:ahLst/>
              <a:cxnLst/>
              <a:rect l="l" t="t" r="r" b="b"/>
              <a:pathLst>
                <a:path w="52070" h="96519">
                  <a:moveTo>
                    <a:pt x="51815" y="0"/>
                  </a:moveTo>
                  <a:lnTo>
                    <a:pt x="0" y="0"/>
                  </a:lnTo>
                  <a:lnTo>
                    <a:pt x="0" y="96012"/>
                  </a:lnTo>
                  <a:lnTo>
                    <a:pt x="51815" y="96012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D4DF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965960" y="3404615"/>
            <a:ext cx="576580" cy="193675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675"/>
              </a:lnSpc>
            </a:pPr>
            <a:r>
              <a:rPr dirty="0" sz="650" spc="-90">
                <a:solidFill>
                  <a:srgbClr val="353E39"/>
                </a:solidFill>
                <a:latin typeface="Trebuchet MS"/>
                <a:cs typeface="Trebuchet MS"/>
              </a:rPr>
              <a:t>kernel</a:t>
            </a:r>
            <a:endParaRPr sz="650">
              <a:latin typeface="Trebuchet MS"/>
              <a:cs typeface="Trebuchet MS"/>
            </a:endParaRPr>
          </a:p>
          <a:p>
            <a:pPr algn="ctr" marR="2540">
              <a:lnSpc>
                <a:spcPct val="100000"/>
              </a:lnSpc>
            </a:pP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approximation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07707" y="3893820"/>
            <a:ext cx="850900" cy="91440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marL="184785">
              <a:lnSpc>
                <a:spcPts val="720"/>
              </a:lnSpc>
            </a:pPr>
            <a:r>
              <a:rPr dirty="0" sz="650" spc="-45">
                <a:solidFill>
                  <a:srgbClr val="353E39"/>
                </a:solidFill>
                <a:latin typeface="Trebuchet MS"/>
                <a:cs typeface="Trebuchet MS"/>
              </a:rPr>
              <a:t>S</a:t>
            </a:r>
            <a:r>
              <a:rPr dirty="0" sz="650" spc="-170">
                <a:solidFill>
                  <a:srgbClr val="353E39"/>
                </a:solidFill>
                <a:latin typeface="Trebuchet MS"/>
                <a:cs typeface="Trebuchet MS"/>
              </a:rPr>
              <a:t>V</a:t>
            </a:r>
            <a:r>
              <a:rPr dirty="0" sz="650" spc="-10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4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50" spc="-75">
                <a:solidFill>
                  <a:srgbClr val="353E39"/>
                </a:solidFill>
                <a:latin typeface="Trebuchet MS"/>
                <a:cs typeface="Trebuchet MS"/>
              </a:rPr>
              <a:t>(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k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50" spc="-30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125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95">
                <a:solidFill>
                  <a:srgbClr val="353E39"/>
                </a:solidFill>
                <a:latin typeface="Trebuchet MS"/>
                <a:cs typeface="Trebuchet MS"/>
              </a:rPr>
              <a:t>el</a:t>
            </a:r>
            <a:r>
              <a:rPr dirty="0" sz="650" spc="-60">
                <a:solidFill>
                  <a:srgbClr val="353E39"/>
                </a:solidFill>
                <a:latin typeface="Trebuchet MS"/>
                <a:cs typeface="Trebuchet MS"/>
              </a:rPr>
              <a:t>=</a:t>
            </a:r>
            <a:r>
              <a:rPr dirty="0" sz="650" spc="-105">
                <a:solidFill>
                  <a:srgbClr val="353E39"/>
                </a:solidFill>
                <a:latin typeface="Trebuchet MS"/>
                <a:cs typeface="Trebuchet MS"/>
              </a:rPr>
              <a:t>‘l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i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r’)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86371" y="4174235"/>
            <a:ext cx="850900" cy="91440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marL="219710">
              <a:lnSpc>
                <a:spcPts val="720"/>
              </a:lnSpc>
            </a:pPr>
            <a:r>
              <a:rPr dirty="0" sz="650" spc="-45">
                <a:solidFill>
                  <a:srgbClr val="353E39"/>
                </a:solidFill>
                <a:latin typeface="Trebuchet MS"/>
                <a:cs typeface="Trebuchet MS"/>
              </a:rPr>
              <a:t>S</a:t>
            </a:r>
            <a:r>
              <a:rPr dirty="0" sz="650" spc="-170">
                <a:solidFill>
                  <a:srgbClr val="353E39"/>
                </a:solidFill>
                <a:latin typeface="Trebuchet MS"/>
                <a:cs typeface="Trebuchet MS"/>
              </a:rPr>
              <a:t>V</a:t>
            </a:r>
            <a:r>
              <a:rPr dirty="0" sz="650" spc="-10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4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50" spc="-75">
                <a:solidFill>
                  <a:srgbClr val="353E39"/>
                </a:solidFill>
                <a:latin typeface="Trebuchet MS"/>
                <a:cs typeface="Trebuchet MS"/>
              </a:rPr>
              <a:t>(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k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50" spc="-30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125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95">
                <a:solidFill>
                  <a:srgbClr val="353E39"/>
                </a:solidFill>
                <a:latin typeface="Trebuchet MS"/>
                <a:cs typeface="Trebuchet MS"/>
              </a:rPr>
              <a:t>el</a:t>
            </a:r>
            <a:r>
              <a:rPr dirty="0" sz="650" spc="-60">
                <a:solidFill>
                  <a:srgbClr val="353E39"/>
                </a:solidFill>
                <a:latin typeface="Trebuchet MS"/>
                <a:cs typeface="Trebuchet MS"/>
              </a:rPr>
              <a:t>=</a:t>
            </a:r>
            <a:r>
              <a:rPr dirty="0" sz="650" spc="-85">
                <a:solidFill>
                  <a:srgbClr val="353E39"/>
                </a:solidFill>
                <a:latin typeface="Trebuchet MS"/>
                <a:cs typeface="Trebuchet MS"/>
              </a:rPr>
              <a:t>‘r</a:t>
            </a:r>
            <a:r>
              <a:rPr dirty="0" sz="650" spc="-120">
                <a:solidFill>
                  <a:srgbClr val="353E39"/>
                </a:solidFill>
                <a:latin typeface="Trebuchet MS"/>
                <a:cs typeface="Trebuchet MS"/>
              </a:rPr>
              <a:t>b</a:t>
            </a:r>
            <a:r>
              <a:rPr dirty="0" sz="650" spc="-105">
                <a:solidFill>
                  <a:srgbClr val="353E39"/>
                </a:solidFill>
                <a:latin typeface="Trebuchet MS"/>
                <a:cs typeface="Trebuchet MS"/>
              </a:rPr>
              <a:t>f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’)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221479" y="3872484"/>
            <a:ext cx="487680" cy="81280"/>
          </a:xfrm>
          <a:custGeom>
            <a:avLst/>
            <a:gdLst/>
            <a:ahLst/>
            <a:cxnLst/>
            <a:rect l="l" t="t" r="r" b="b"/>
            <a:pathLst>
              <a:path w="487679" h="81279">
                <a:moveTo>
                  <a:pt x="487679" y="0"/>
                </a:moveTo>
                <a:lnTo>
                  <a:pt x="0" y="0"/>
                </a:lnTo>
                <a:lnTo>
                  <a:pt x="0" y="80772"/>
                </a:lnTo>
                <a:lnTo>
                  <a:pt x="487679" y="80772"/>
                </a:lnTo>
                <a:lnTo>
                  <a:pt x="487679" y="0"/>
                </a:lnTo>
                <a:close/>
              </a:path>
            </a:pathLst>
          </a:custGeom>
          <a:solidFill>
            <a:srgbClr val="D4DF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297171" y="3847338"/>
            <a:ext cx="339725" cy="124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l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650" spc="-114">
                <a:solidFill>
                  <a:srgbClr val="353E39"/>
                </a:solidFill>
                <a:latin typeface="Trebuchet MS"/>
                <a:cs typeface="Trebuchet MS"/>
              </a:rPr>
              <a:t>b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50" spc="-90">
                <a:solidFill>
                  <a:srgbClr val="353E39"/>
                </a:solidFill>
                <a:latin typeface="Trebuchet MS"/>
                <a:cs typeface="Trebuchet MS"/>
              </a:rPr>
              <a:t>l</a:t>
            </a:r>
            <a:r>
              <a:rPr dirty="0" sz="650" spc="-120">
                <a:solidFill>
                  <a:srgbClr val="353E39"/>
                </a:solidFill>
                <a:latin typeface="Trebuchet MS"/>
                <a:cs typeface="Trebuchet MS"/>
              </a:rPr>
              <a:t>ed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50" spc="-105">
                <a:solidFill>
                  <a:srgbClr val="353E39"/>
                </a:solidFill>
                <a:latin typeface="Trebuchet MS"/>
                <a:cs typeface="Trebuchet MS"/>
              </a:rPr>
              <a:t>d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650" spc="-130">
                <a:solidFill>
                  <a:srgbClr val="353E39"/>
                </a:solidFill>
                <a:latin typeface="Trebuchet MS"/>
                <a:cs typeface="Trebuchet MS"/>
              </a:rPr>
              <a:t>t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81300" y="5113020"/>
            <a:ext cx="929640" cy="222885"/>
          </a:xfrm>
          <a:custGeom>
            <a:avLst/>
            <a:gdLst/>
            <a:ahLst/>
            <a:cxnLst/>
            <a:rect l="l" t="t" r="r" b="b"/>
            <a:pathLst>
              <a:path w="929639" h="222885">
                <a:moveTo>
                  <a:pt x="464819" y="0"/>
                </a:moveTo>
                <a:lnTo>
                  <a:pt x="389434" y="1455"/>
                </a:lnTo>
                <a:lnTo>
                  <a:pt x="317918" y="5669"/>
                </a:lnTo>
                <a:lnTo>
                  <a:pt x="251228" y="12412"/>
                </a:lnTo>
                <a:lnTo>
                  <a:pt x="190323" y="21457"/>
                </a:lnTo>
                <a:lnTo>
                  <a:pt x="136159" y="32575"/>
                </a:lnTo>
                <a:lnTo>
                  <a:pt x="89696" y="45537"/>
                </a:lnTo>
                <a:lnTo>
                  <a:pt x="51891" y="60114"/>
                </a:lnTo>
                <a:lnTo>
                  <a:pt x="6084" y="93200"/>
                </a:lnTo>
                <a:lnTo>
                  <a:pt x="0" y="111251"/>
                </a:lnTo>
                <a:lnTo>
                  <a:pt x="6084" y="129303"/>
                </a:lnTo>
                <a:lnTo>
                  <a:pt x="51891" y="162389"/>
                </a:lnTo>
                <a:lnTo>
                  <a:pt x="89696" y="176966"/>
                </a:lnTo>
                <a:lnTo>
                  <a:pt x="136159" y="189928"/>
                </a:lnTo>
                <a:lnTo>
                  <a:pt x="190323" y="201046"/>
                </a:lnTo>
                <a:lnTo>
                  <a:pt x="251228" y="210091"/>
                </a:lnTo>
                <a:lnTo>
                  <a:pt x="317918" y="216834"/>
                </a:lnTo>
                <a:lnTo>
                  <a:pt x="389434" y="221048"/>
                </a:lnTo>
                <a:lnTo>
                  <a:pt x="464819" y="222503"/>
                </a:lnTo>
                <a:lnTo>
                  <a:pt x="540205" y="221048"/>
                </a:lnTo>
                <a:lnTo>
                  <a:pt x="611721" y="216834"/>
                </a:lnTo>
                <a:lnTo>
                  <a:pt x="678411" y="210091"/>
                </a:lnTo>
                <a:lnTo>
                  <a:pt x="739316" y="201046"/>
                </a:lnTo>
                <a:lnTo>
                  <a:pt x="793480" y="189928"/>
                </a:lnTo>
                <a:lnTo>
                  <a:pt x="839943" y="176966"/>
                </a:lnTo>
                <a:lnTo>
                  <a:pt x="877748" y="162389"/>
                </a:lnTo>
                <a:lnTo>
                  <a:pt x="923555" y="129303"/>
                </a:lnTo>
                <a:lnTo>
                  <a:pt x="929639" y="111251"/>
                </a:lnTo>
                <a:lnTo>
                  <a:pt x="923555" y="93200"/>
                </a:lnTo>
                <a:lnTo>
                  <a:pt x="877748" y="60114"/>
                </a:lnTo>
                <a:lnTo>
                  <a:pt x="839943" y="45537"/>
                </a:lnTo>
                <a:lnTo>
                  <a:pt x="793480" y="32575"/>
                </a:lnTo>
                <a:lnTo>
                  <a:pt x="739316" y="21457"/>
                </a:lnTo>
                <a:lnTo>
                  <a:pt x="678411" y="12412"/>
                </a:lnTo>
                <a:lnTo>
                  <a:pt x="611721" y="5669"/>
                </a:lnTo>
                <a:lnTo>
                  <a:pt x="540205" y="1455"/>
                </a:lnTo>
                <a:lnTo>
                  <a:pt x="464819" y="0"/>
                </a:lnTo>
                <a:close/>
              </a:path>
            </a:pathLst>
          </a:custGeom>
          <a:solidFill>
            <a:srgbClr val="D4DF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996310" y="5098541"/>
            <a:ext cx="4857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95"/>
              </a:spcBef>
            </a:pP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u</a:t>
            </a:r>
            <a:r>
              <a:rPr dirty="0" sz="650" spc="-150">
                <a:solidFill>
                  <a:srgbClr val="353E39"/>
                </a:solidFill>
                <a:latin typeface="Trebuchet MS"/>
                <a:cs typeface="Trebuchet MS"/>
              </a:rPr>
              <a:t>m</a:t>
            </a:r>
            <a:r>
              <a:rPr dirty="0" sz="650" spc="-114">
                <a:solidFill>
                  <a:srgbClr val="353E39"/>
                </a:solidFill>
                <a:latin typeface="Trebuchet MS"/>
                <a:cs typeface="Trebuchet MS"/>
              </a:rPr>
              <a:t>b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er</a:t>
            </a:r>
            <a:r>
              <a:rPr dirty="0" sz="650" spc="-114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50" spc="-90">
                <a:solidFill>
                  <a:srgbClr val="353E39"/>
                </a:solidFill>
                <a:latin typeface="Trebuchet MS"/>
                <a:cs typeface="Trebuchet MS"/>
              </a:rPr>
              <a:t>o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f  </a:t>
            </a:r>
            <a:r>
              <a:rPr dirty="0" sz="650" spc="-65">
                <a:solidFill>
                  <a:srgbClr val="353E39"/>
                </a:solidFill>
                <a:latin typeface="Trebuchet MS"/>
                <a:cs typeface="Trebuchet MS"/>
              </a:rPr>
              <a:t>c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650" spc="-130">
                <a:solidFill>
                  <a:srgbClr val="353E39"/>
                </a:solidFill>
                <a:latin typeface="Trebuchet MS"/>
                <a:cs typeface="Trebuchet MS"/>
              </a:rPr>
              <a:t>t</a:t>
            </a:r>
            <a:r>
              <a:rPr dirty="0" sz="650" spc="-95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g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o</a:t>
            </a:r>
            <a:r>
              <a:rPr dirty="0" sz="650" spc="-5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i</a:t>
            </a:r>
            <a:r>
              <a:rPr dirty="0" sz="650" spc="-75">
                <a:solidFill>
                  <a:srgbClr val="353E39"/>
                </a:solidFill>
                <a:latin typeface="Trebuchet MS"/>
                <a:cs typeface="Trebuchet MS"/>
              </a:rPr>
              <a:t>es</a:t>
            </a:r>
            <a:r>
              <a:rPr dirty="0" sz="650" spc="-9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k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90">
                <a:solidFill>
                  <a:srgbClr val="353E39"/>
                </a:solidFill>
                <a:latin typeface="Trebuchet MS"/>
                <a:cs typeface="Trebuchet MS"/>
              </a:rPr>
              <a:t>o</a:t>
            </a:r>
            <a:r>
              <a:rPr dirty="0" sz="650" spc="-165">
                <a:solidFill>
                  <a:srgbClr val="353E39"/>
                </a:solidFill>
                <a:latin typeface="Trebuchet MS"/>
                <a:cs typeface="Trebuchet MS"/>
              </a:rPr>
              <a:t>w</a:t>
            </a:r>
            <a:r>
              <a:rPr dirty="0" sz="650" spc="-114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22832" y="3793235"/>
            <a:ext cx="413384" cy="187960"/>
          </a:xfrm>
          <a:custGeom>
            <a:avLst/>
            <a:gdLst/>
            <a:ahLst/>
            <a:cxnLst/>
            <a:rect l="l" t="t" r="r" b="b"/>
            <a:pathLst>
              <a:path w="413385" h="187960">
                <a:moveTo>
                  <a:pt x="413004" y="0"/>
                </a:moveTo>
                <a:lnTo>
                  <a:pt x="0" y="0"/>
                </a:lnTo>
                <a:lnTo>
                  <a:pt x="0" y="187451"/>
                </a:lnTo>
                <a:lnTo>
                  <a:pt x="413004" y="187451"/>
                </a:lnTo>
                <a:lnTo>
                  <a:pt x="413004" y="0"/>
                </a:lnTo>
                <a:close/>
              </a:path>
            </a:pathLst>
          </a:custGeom>
          <a:solidFill>
            <a:srgbClr val="7ED6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22832" y="3793235"/>
            <a:ext cx="413384" cy="94615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marL="66040">
              <a:lnSpc>
                <a:spcPts val="735"/>
              </a:lnSpc>
            </a:pPr>
            <a:r>
              <a:rPr dirty="0" sz="700" spc="-114">
                <a:solidFill>
                  <a:srgbClr val="353E39"/>
                </a:solidFill>
                <a:latin typeface="Trebuchet MS"/>
                <a:cs typeface="Trebuchet MS"/>
              </a:rPr>
              <a:t>Ensemble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22832" y="3887504"/>
            <a:ext cx="413384" cy="93345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marL="48895">
              <a:lnSpc>
                <a:spcPts val="735"/>
              </a:lnSpc>
            </a:pPr>
            <a:r>
              <a:rPr dirty="0" sz="700" spc="-75">
                <a:solidFill>
                  <a:srgbClr val="353E39"/>
                </a:solidFill>
                <a:latin typeface="Trebuchet MS"/>
                <a:cs typeface="Trebuchet MS"/>
              </a:rPr>
              <a:t>Classifiers</a:t>
            </a:r>
            <a:endParaRPr sz="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7904226" cy="15567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831086" cy="15773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454332" y="3881564"/>
            <a:ext cx="2780030" cy="2070100"/>
            <a:chOff x="5454332" y="3881564"/>
            <a:chExt cx="2780030" cy="2070100"/>
          </a:xfrm>
        </p:grpSpPr>
        <p:sp>
          <p:nvSpPr>
            <p:cNvPr id="10" name="object 10"/>
            <p:cNvSpPr/>
            <p:nvPr/>
          </p:nvSpPr>
          <p:spPr>
            <a:xfrm>
              <a:off x="5455920" y="3883152"/>
              <a:ext cx="2776855" cy="2066925"/>
            </a:xfrm>
            <a:custGeom>
              <a:avLst/>
              <a:gdLst/>
              <a:ahLst/>
              <a:cxnLst/>
              <a:rect l="l" t="t" r="r" b="b"/>
              <a:pathLst>
                <a:path w="2776854" h="2066925">
                  <a:moveTo>
                    <a:pt x="0" y="2066544"/>
                  </a:moveTo>
                  <a:lnTo>
                    <a:pt x="2776728" y="2066544"/>
                  </a:lnTo>
                  <a:lnTo>
                    <a:pt x="2776728" y="0"/>
                  </a:lnTo>
                  <a:lnTo>
                    <a:pt x="0" y="0"/>
                  </a:lnTo>
                  <a:lnTo>
                    <a:pt x="0" y="2066544"/>
                  </a:lnTo>
                  <a:close/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972556" y="3941064"/>
              <a:ext cx="789940" cy="675640"/>
            </a:xfrm>
            <a:custGeom>
              <a:avLst/>
              <a:gdLst/>
              <a:ahLst/>
              <a:cxnLst/>
              <a:rect l="l" t="t" r="r" b="b"/>
              <a:pathLst>
                <a:path w="789940" h="675639">
                  <a:moveTo>
                    <a:pt x="394716" y="0"/>
                  </a:moveTo>
                  <a:lnTo>
                    <a:pt x="345191" y="2630"/>
                  </a:lnTo>
                  <a:lnTo>
                    <a:pt x="297505" y="10309"/>
                  </a:lnTo>
                  <a:lnTo>
                    <a:pt x="252028" y="22721"/>
                  </a:lnTo>
                  <a:lnTo>
                    <a:pt x="209129" y="39550"/>
                  </a:lnTo>
                  <a:lnTo>
                    <a:pt x="169178" y="60479"/>
                  </a:lnTo>
                  <a:lnTo>
                    <a:pt x="132543" y="85192"/>
                  </a:lnTo>
                  <a:lnTo>
                    <a:pt x="99595" y="113373"/>
                  </a:lnTo>
                  <a:lnTo>
                    <a:pt x="70702" y="144705"/>
                  </a:lnTo>
                  <a:lnTo>
                    <a:pt x="46234" y="178872"/>
                  </a:lnTo>
                  <a:lnTo>
                    <a:pt x="26561" y="215558"/>
                  </a:lnTo>
                  <a:lnTo>
                    <a:pt x="12051" y="254447"/>
                  </a:lnTo>
                  <a:lnTo>
                    <a:pt x="3074" y="295221"/>
                  </a:lnTo>
                  <a:lnTo>
                    <a:pt x="0" y="337566"/>
                  </a:lnTo>
                  <a:lnTo>
                    <a:pt x="3074" y="379910"/>
                  </a:lnTo>
                  <a:lnTo>
                    <a:pt x="12051" y="420684"/>
                  </a:lnTo>
                  <a:lnTo>
                    <a:pt x="26561" y="459573"/>
                  </a:lnTo>
                  <a:lnTo>
                    <a:pt x="46234" y="496259"/>
                  </a:lnTo>
                  <a:lnTo>
                    <a:pt x="70702" y="530426"/>
                  </a:lnTo>
                  <a:lnTo>
                    <a:pt x="99595" y="561758"/>
                  </a:lnTo>
                  <a:lnTo>
                    <a:pt x="132543" y="589939"/>
                  </a:lnTo>
                  <a:lnTo>
                    <a:pt x="169178" y="614652"/>
                  </a:lnTo>
                  <a:lnTo>
                    <a:pt x="209129" y="635581"/>
                  </a:lnTo>
                  <a:lnTo>
                    <a:pt x="252028" y="652410"/>
                  </a:lnTo>
                  <a:lnTo>
                    <a:pt x="297505" y="664822"/>
                  </a:lnTo>
                  <a:lnTo>
                    <a:pt x="345191" y="672501"/>
                  </a:lnTo>
                  <a:lnTo>
                    <a:pt x="394716" y="675132"/>
                  </a:lnTo>
                  <a:lnTo>
                    <a:pt x="444215" y="672501"/>
                  </a:lnTo>
                  <a:lnTo>
                    <a:pt x="491884" y="664822"/>
                  </a:lnTo>
                  <a:lnTo>
                    <a:pt x="537351" y="652410"/>
                  </a:lnTo>
                  <a:lnTo>
                    <a:pt x="580245" y="635581"/>
                  </a:lnTo>
                  <a:lnTo>
                    <a:pt x="620197" y="614652"/>
                  </a:lnTo>
                  <a:lnTo>
                    <a:pt x="656837" y="589939"/>
                  </a:lnTo>
                  <a:lnTo>
                    <a:pt x="689792" y="561758"/>
                  </a:lnTo>
                  <a:lnTo>
                    <a:pt x="718694" y="530426"/>
                  </a:lnTo>
                  <a:lnTo>
                    <a:pt x="743172" y="496259"/>
                  </a:lnTo>
                  <a:lnTo>
                    <a:pt x="762855" y="459573"/>
                  </a:lnTo>
                  <a:lnTo>
                    <a:pt x="777373" y="420684"/>
                  </a:lnTo>
                  <a:lnTo>
                    <a:pt x="786355" y="379910"/>
                  </a:lnTo>
                  <a:lnTo>
                    <a:pt x="789432" y="337566"/>
                  </a:lnTo>
                  <a:lnTo>
                    <a:pt x="786355" y="295221"/>
                  </a:lnTo>
                  <a:lnTo>
                    <a:pt x="777373" y="254447"/>
                  </a:lnTo>
                  <a:lnTo>
                    <a:pt x="762855" y="215558"/>
                  </a:lnTo>
                  <a:lnTo>
                    <a:pt x="743172" y="178872"/>
                  </a:lnTo>
                  <a:lnTo>
                    <a:pt x="718694" y="144705"/>
                  </a:lnTo>
                  <a:lnTo>
                    <a:pt x="689792" y="113373"/>
                  </a:lnTo>
                  <a:lnTo>
                    <a:pt x="656837" y="85192"/>
                  </a:lnTo>
                  <a:lnTo>
                    <a:pt x="620197" y="60479"/>
                  </a:lnTo>
                  <a:lnTo>
                    <a:pt x="580245" y="39550"/>
                  </a:lnTo>
                  <a:lnTo>
                    <a:pt x="537351" y="22721"/>
                  </a:lnTo>
                  <a:lnTo>
                    <a:pt x="491884" y="10309"/>
                  </a:lnTo>
                  <a:lnTo>
                    <a:pt x="444215" y="2630"/>
                  </a:lnTo>
                  <a:lnTo>
                    <a:pt x="394716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72556" y="3941064"/>
              <a:ext cx="789940" cy="675640"/>
            </a:xfrm>
            <a:custGeom>
              <a:avLst/>
              <a:gdLst/>
              <a:ahLst/>
              <a:cxnLst/>
              <a:rect l="l" t="t" r="r" b="b"/>
              <a:pathLst>
                <a:path w="789940" h="675639">
                  <a:moveTo>
                    <a:pt x="0" y="337566"/>
                  </a:moveTo>
                  <a:lnTo>
                    <a:pt x="3074" y="295221"/>
                  </a:lnTo>
                  <a:lnTo>
                    <a:pt x="12051" y="254447"/>
                  </a:lnTo>
                  <a:lnTo>
                    <a:pt x="26561" y="215558"/>
                  </a:lnTo>
                  <a:lnTo>
                    <a:pt x="46234" y="178872"/>
                  </a:lnTo>
                  <a:lnTo>
                    <a:pt x="70702" y="144705"/>
                  </a:lnTo>
                  <a:lnTo>
                    <a:pt x="99595" y="113373"/>
                  </a:lnTo>
                  <a:lnTo>
                    <a:pt x="132543" y="85192"/>
                  </a:lnTo>
                  <a:lnTo>
                    <a:pt x="169178" y="60479"/>
                  </a:lnTo>
                  <a:lnTo>
                    <a:pt x="209129" y="39550"/>
                  </a:lnTo>
                  <a:lnTo>
                    <a:pt x="252028" y="22721"/>
                  </a:lnTo>
                  <a:lnTo>
                    <a:pt x="297505" y="10309"/>
                  </a:lnTo>
                  <a:lnTo>
                    <a:pt x="345191" y="2630"/>
                  </a:lnTo>
                  <a:lnTo>
                    <a:pt x="394716" y="0"/>
                  </a:lnTo>
                  <a:lnTo>
                    <a:pt x="444215" y="2630"/>
                  </a:lnTo>
                  <a:lnTo>
                    <a:pt x="491884" y="10309"/>
                  </a:lnTo>
                  <a:lnTo>
                    <a:pt x="537351" y="22721"/>
                  </a:lnTo>
                  <a:lnTo>
                    <a:pt x="580245" y="39550"/>
                  </a:lnTo>
                  <a:lnTo>
                    <a:pt x="620197" y="60479"/>
                  </a:lnTo>
                  <a:lnTo>
                    <a:pt x="656837" y="85192"/>
                  </a:lnTo>
                  <a:lnTo>
                    <a:pt x="689792" y="113373"/>
                  </a:lnTo>
                  <a:lnTo>
                    <a:pt x="718694" y="144705"/>
                  </a:lnTo>
                  <a:lnTo>
                    <a:pt x="743172" y="178872"/>
                  </a:lnTo>
                  <a:lnTo>
                    <a:pt x="762855" y="215558"/>
                  </a:lnTo>
                  <a:lnTo>
                    <a:pt x="777373" y="254447"/>
                  </a:lnTo>
                  <a:lnTo>
                    <a:pt x="786355" y="295221"/>
                  </a:lnTo>
                  <a:lnTo>
                    <a:pt x="789432" y="337566"/>
                  </a:lnTo>
                  <a:lnTo>
                    <a:pt x="786355" y="379910"/>
                  </a:lnTo>
                  <a:lnTo>
                    <a:pt x="777373" y="420684"/>
                  </a:lnTo>
                  <a:lnTo>
                    <a:pt x="762855" y="459573"/>
                  </a:lnTo>
                  <a:lnTo>
                    <a:pt x="743172" y="496259"/>
                  </a:lnTo>
                  <a:lnTo>
                    <a:pt x="718694" y="530426"/>
                  </a:lnTo>
                  <a:lnTo>
                    <a:pt x="689792" y="561758"/>
                  </a:lnTo>
                  <a:lnTo>
                    <a:pt x="656837" y="589939"/>
                  </a:lnTo>
                  <a:lnTo>
                    <a:pt x="620197" y="614652"/>
                  </a:lnTo>
                  <a:lnTo>
                    <a:pt x="580245" y="635581"/>
                  </a:lnTo>
                  <a:lnTo>
                    <a:pt x="537351" y="652410"/>
                  </a:lnTo>
                  <a:lnTo>
                    <a:pt x="491884" y="664822"/>
                  </a:lnTo>
                  <a:lnTo>
                    <a:pt x="444215" y="672501"/>
                  </a:lnTo>
                  <a:lnTo>
                    <a:pt x="394716" y="675132"/>
                  </a:lnTo>
                  <a:lnTo>
                    <a:pt x="345191" y="672501"/>
                  </a:lnTo>
                  <a:lnTo>
                    <a:pt x="297505" y="664822"/>
                  </a:lnTo>
                  <a:lnTo>
                    <a:pt x="252028" y="652410"/>
                  </a:lnTo>
                  <a:lnTo>
                    <a:pt x="209129" y="635581"/>
                  </a:lnTo>
                  <a:lnTo>
                    <a:pt x="169178" y="614652"/>
                  </a:lnTo>
                  <a:lnTo>
                    <a:pt x="132543" y="589939"/>
                  </a:lnTo>
                  <a:lnTo>
                    <a:pt x="99595" y="561758"/>
                  </a:lnTo>
                  <a:lnTo>
                    <a:pt x="70702" y="530426"/>
                  </a:lnTo>
                  <a:lnTo>
                    <a:pt x="46234" y="496259"/>
                  </a:lnTo>
                  <a:lnTo>
                    <a:pt x="26561" y="459573"/>
                  </a:lnTo>
                  <a:lnTo>
                    <a:pt x="12051" y="420684"/>
                  </a:lnTo>
                  <a:lnTo>
                    <a:pt x="3074" y="379910"/>
                  </a:lnTo>
                  <a:lnTo>
                    <a:pt x="0" y="337566"/>
                  </a:lnTo>
                  <a:close/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192392" y="3968241"/>
            <a:ext cx="348615" cy="621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1100" spc="-200" b="1">
                <a:solidFill>
                  <a:srgbClr val="252525"/>
                </a:solidFill>
                <a:latin typeface="Tahoma"/>
                <a:cs typeface="Tahoma"/>
              </a:rPr>
              <a:t>get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400" spc="-280" b="1">
                <a:solidFill>
                  <a:srgbClr val="252525"/>
                </a:solidFill>
                <a:latin typeface="Tahoma"/>
                <a:cs typeface="Tahoma"/>
              </a:rPr>
              <a:t>more</a:t>
            </a:r>
            <a:endParaRPr sz="1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400" spc="-265" b="1">
                <a:solidFill>
                  <a:srgbClr val="252525"/>
                </a:solidFill>
                <a:latin typeface="Tahoma"/>
                <a:cs typeface="Tahoma"/>
              </a:rPr>
              <a:t>data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039102" y="4513834"/>
            <a:ext cx="825500" cy="688340"/>
            <a:chOff x="7039102" y="4513834"/>
            <a:chExt cx="825500" cy="688340"/>
          </a:xfrm>
        </p:grpSpPr>
        <p:sp>
          <p:nvSpPr>
            <p:cNvPr id="15" name="object 15"/>
            <p:cNvSpPr/>
            <p:nvPr/>
          </p:nvSpPr>
          <p:spPr>
            <a:xfrm>
              <a:off x="7045452" y="4520184"/>
              <a:ext cx="812800" cy="675640"/>
            </a:xfrm>
            <a:custGeom>
              <a:avLst/>
              <a:gdLst/>
              <a:ahLst/>
              <a:cxnLst/>
              <a:rect l="l" t="t" r="r" b="b"/>
              <a:pathLst>
                <a:path w="812800" h="675639">
                  <a:moveTo>
                    <a:pt x="406146" y="0"/>
                  </a:moveTo>
                  <a:lnTo>
                    <a:pt x="355205" y="2630"/>
                  </a:lnTo>
                  <a:lnTo>
                    <a:pt x="306150" y="10309"/>
                  </a:lnTo>
                  <a:lnTo>
                    <a:pt x="259364" y="22721"/>
                  </a:lnTo>
                  <a:lnTo>
                    <a:pt x="215226" y="39550"/>
                  </a:lnTo>
                  <a:lnTo>
                    <a:pt x="174117" y="60479"/>
                  </a:lnTo>
                  <a:lnTo>
                    <a:pt x="136418" y="85192"/>
                  </a:lnTo>
                  <a:lnTo>
                    <a:pt x="102511" y="113373"/>
                  </a:lnTo>
                  <a:lnTo>
                    <a:pt x="72774" y="144705"/>
                  </a:lnTo>
                  <a:lnTo>
                    <a:pt x="47591" y="178872"/>
                  </a:lnTo>
                  <a:lnTo>
                    <a:pt x="27341" y="215558"/>
                  </a:lnTo>
                  <a:lnTo>
                    <a:pt x="12405" y="254447"/>
                  </a:lnTo>
                  <a:lnTo>
                    <a:pt x="3164" y="295221"/>
                  </a:lnTo>
                  <a:lnTo>
                    <a:pt x="0" y="337566"/>
                  </a:lnTo>
                  <a:lnTo>
                    <a:pt x="3164" y="379910"/>
                  </a:lnTo>
                  <a:lnTo>
                    <a:pt x="12405" y="420684"/>
                  </a:lnTo>
                  <a:lnTo>
                    <a:pt x="27341" y="459573"/>
                  </a:lnTo>
                  <a:lnTo>
                    <a:pt x="47591" y="496259"/>
                  </a:lnTo>
                  <a:lnTo>
                    <a:pt x="72774" y="530426"/>
                  </a:lnTo>
                  <a:lnTo>
                    <a:pt x="102511" y="561758"/>
                  </a:lnTo>
                  <a:lnTo>
                    <a:pt x="136418" y="589939"/>
                  </a:lnTo>
                  <a:lnTo>
                    <a:pt x="174117" y="614652"/>
                  </a:lnTo>
                  <a:lnTo>
                    <a:pt x="215226" y="635581"/>
                  </a:lnTo>
                  <a:lnTo>
                    <a:pt x="259364" y="652410"/>
                  </a:lnTo>
                  <a:lnTo>
                    <a:pt x="306150" y="664822"/>
                  </a:lnTo>
                  <a:lnTo>
                    <a:pt x="355205" y="672501"/>
                  </a:lnTo>
                  <a:lnTo>
                    <a:pt x="406146" y="675132"/>
                  </a:lnTo>
                  <a:lnTo>
                    <a:pt x="457086" y="672501"/>
                  </a:lnTo>
                  <a:lnTo>
                    <a:pt x="506141" y="664822"/>
                  </a:lnTo>
                  <a:lnTo>
                    <a:pt x="552927" y="652410"/>
                  </a:lnTo>
                  <a:lnTo>
                    <a:pt x="597065" y="635581"/>
                  </a:lnTo>
                  <a:lnTo>
                    <a:pt x="638174" y="614652"/>
                  </a:lnTo>
                  <a:lnTo>
                    <a:pt x="675873" y="589939"/>
                  </a:lnTo>
                  <a:lnTo>
                    <a:pt x="709780" y="561758"/>
                  </a:lnTo>
                  <a:lnTo>
                    <a:pt x="739517" y="530426"/>
                  </a:lnTo>
                  <a:lnTo>
                    <a:pt x="764700" y="496259"/>
                  </a:lnTo>
                  <a:lnTo>
                    <a:pt x="784950" y="459573"/>
                  </a:lnTo>
                  <a:lnTo>
                    <a:pt x="799886" y="420684"/>
                  </a:lnTo>
                  <a:lnTo>
                    <a:pt x="809127" y="379910"/>
                  </a:lnTo>
                  <a:lnTo>
                    <a:pt x="812292" y="337566"/>
                  </a:lnTo>
                  <a:lnTo>
                    <a:pt x="809127" y="295221"/>
                  </a:lnTo>
                  <a:lnTo>
                    <a:pt x="799886" y="254447"/>
                  </a:lnTo>
                  <a:lnTo>
                    <a:pt x="784950" y="215558"/>
                  </a:lnTo>
                  <a:lnTo>
                    <a:pt x="764700" y="178872"/>
                  </a:lnTo>
                  <a:lnTo>
                    <a:pt x="739517" y="144705"/>
                  </a:lnTo>
                  <a:lnTo>
                    <a:pt x="709780" y="113373"/>
                  </a:lnTo>
                  <a:lnTo>
                    <a:pt x="675873" y="85192"/>
                  </a:lnTo>
                  <a:lnTo>
                    <a:pt x="638174" y="60479"/>
                  </a:lnTo>
                  <a:lnTo>
                    <a:pt x="597065" y="39550"/>
                  </a:lnTo>
                  <a:lnTo>
                    <a:pt x="552927" y="22721"/>
                  </a:lnTo>
                  <a:lnTo>
                    <a:pt x="506141" y="10309"/>
                  </a:lnTo>
                  <a:lnTo>
                    <a:pt x="457086" y="2630"/>
                  </a:lnTo>
                  <a:lnTo>
                    <a:pt x="406146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045452" y="4520184"/>
              <a:ext cx="812800" cy="675640"/>
            </a:xfrm>
            <a:custGeom>
              <a:avLst/>
              <a:gdLst/>
              <a:ahLst/>
              <a:cxnLst/>
              <a:rect l="l" t="t" r="r" b="b"/>
              <a:pathLst>
                <a:path w="812800" h="675639">
                  <a:moveTo>
                    <a:pt x="0" y="337566"/>
                  </a:moveTo>
                  <a:lnTo>
                    <a:pt x="3164" y="295221"/>
                  </a:lnTo>
                  <a:lnTo>
                    <a:pt x="12405" y="254447"/>
                  </a:lnTo>
                  <a:lnTo>
                    <a:pt x="27341" y="215558"/>
                  </a:lnTo>
                  <a:lnTo>
                    <a:pt x="47591" y="178872"/>
                  </a:lnTo>
                  <a:lnTo>
                    <a:pt x="72774" y="144705"/>
                  </a:lnTo>
                  <a:lnTo>
                    <a:pt x="102511" y="113373"/>
                  </a:lnTo>
                  <a:lnTo>
                    <a:pt x="136418" y="85192"/>
                  </a:lnTo>
                  <a:lnTo>
                    <a:pt x="174117" y="60479"/>
                  </a:lnTo>
                  <a:lnTo>
                    <a:pt x="215226" y="39550"/>
                  </a:lnTo>
                  <a:lnTo>
                    <a:pt x="259364" y="22721"/>
                  </a:lnTo>
                  <a:lnTo>
                    <a:pt x="306150" y="10309"/>
                  </a:lnTo>
                  <a:lnTo>
                    <a:pt x="355205" y="2630"/>
                  </a:lnTo>
                  <a:lnTo>
                    <a:pt x="406146" y="0"/>
                  </a:lnTo>
                  <a:lnTo>
                    <a:pt x="457086" y="2630"/>
                  </a:lnTo>
                  <a:lnTo>
                    <a:pt x="506141" y="10309"/>
                  </a:lnTo>
                  <a:lnTo>
                    <a:pt x="552927" y="22721"/>
                  </a:lnTo>
                  <a:lnTo>
                    <a:pt x="597065" y="39550"/>
                  </a:lnTo>
                  <a:lnTo>
                    <a:pt x="638174" y="60479"/>
                  </a:lnTo>
                  <a:lnTo>
                    <a:pt x="675873" y="85192"/>
                  </a:lnTo>
                  <a:lnTo>
                    <a:pt x="709780" y="113373"/>
                  </a:lnTo>
                  <a:lnTo>
                    <a:pt x="739517" y="144705"/>
                  </a:lnTo>
                  <a:lnTo>
                    <a:pt x="764700" y="178872"/>
                  </a:lnTo>
                  <a:lnTo>
                    <a:pt x="784950" y="215558"/>
                  </a:lnTo>
                  <a:lnTo>
                    <a:pt x="799886" y="254447"/>
                  </a:lnTo>
                  <a:lnTo>
                    <a:pt x="809127" y="295221"/>
                  </a:lnTo>
                  <a:lnTo>
                    <a:pt x="812292" y="337566"/>
                  </a:lnTo>
                  <a:lnTo>
                    <a:pt x="809127" y="379910"/>
                  </a:lnTo>
                  <a:lnTo>
                    <a:pt x="799886" y="420684"/>
                  </a:lnTo>
                  <a:lnTo>
                    <a:pt x="784950" y="459573"/>
                  </a:lnTo>
                  <a:lnTo>
                    <a:pt x="764700" y="496259"/>
                  </a:lnTo>
                  <a:lnTo>
                    <a:pt x="739517" y="530426"/>
                  </a:lnTo>
                  <a:lnTo>
                    <a:pt x="709780" y="561758"/>
                  </a:lnTo>
                  <a:lnTo>
                    <a:pt x="675873" y="589939"/>
                  </a:lnTo>
                  <a:lnTo>
                    <a:pt x="638174" y="614652"/>
                  </a:lnTo>
                  <a:lnTo>
                    <a:pt x="597065" y="635581"/>
                  </a:lnTo>
                  <a:lnTo>
                    <a:pt x="552927" y="652410"/>
                  </a:lnTo>
                  <a:lnTo>
                    <a:pt x="506141" y="664822"/>
                  </a:lnTo>
                  <a:lnTo>
                    <a:pt x="457086" y="672501"/>
                  </a:lnTo>
                  <a:lnTo>
                    <a:pt x="406146" y="675132"/>
                  </a:lnTo>
                  <a:lnTo>
                    <a:pt x="355205" y="672501"/>
                  </a:lnTo>
                  <a:lnTo>
                    <a:pt x="306150" y="664822"/>
                  </a:lnTo>
                  <a:lnTo>
                    <a:pt x="259364" y="652410"/>
                  </a:lnTo>
                  <a:lnTo>
                    <a:pt x="215226" y="635581"/>
                  </a:lnTo>
                  <a:lnTo>
                    <a:pt x="174117" y="614652"/>
                  </a:lnTo>
                  <a:lnTo>
                    <a:pt x="136418" y="589939"/>
                  </a:lnTo>
                  <a:lnTo>
                    <a:pt x="102511" y="561758"/>
                  </a:lnTo>
                  <a:lnTo>
                    <a:pt x="72774" y="530426"/>
                  </a:lnTo>
                  <a:lnTo>
                    <a:pt x="47591" y="496259"/>
                  </a:lnTo>
                  <a:lnTo>
                    <a:pt x="27341" y="459573"/>
                  </a:lnTo>
                  <a:lnTo>
                    <a:pt x="12405" y="420684"/>
                  </a:lnTo>
                  <a:lnTo>
                    <a:pt x="3164" y="379910"/>
                  </a:lnTo>
                  <a:lnTo>
                    <a:pt x="0" y="337566"/>
                  </a:lnTo>
                  <a:close/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7242429" y="4669028"/>
            <a:ext cx="419734" cy="376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320" b="1">
                <a:solidFill>
                  <a:srgbClr val="252525"/>
                </a:solidFill>
                <a:latin typeface="Tahoma"/>
                <a:cs typeface="Tahoma"/>
              </a:rPr>
              <a:t>&gt;50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100" spc="-204" b="1">
                <a:solidFill>
                  <a:srgbClr val="252525"/>
                </a:solidFill>
                <a:latin typeface="Tahoma"/>
                <a:cs typeface="Tahoma"/>
              </a:rPr>
              <a:t>samples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73826" y="5208778"/>
            <a:ext cx="977900" cy="688340"/>
            <a:chOff x="5973826" y="5208778"/>
            <a:chExt cx="977900" cy="688340"/>
          </a:xfrm>
        </p:grpSpPr>
        <p:sp>
          <p:nvSpPr>
            <p:cNvPr id="19" name="object 19"/>
            <p:cNvSpPr/>
            <p:nvPr/>
          </p:nvSpPr>
          <p:spPr>
            <a:xfrm>
              <a:off x="5980176" y="5215128"/>
              <a:ext cx="965200" cy="675640"/>
            </a:xfrm>
            <a:custGeom>
              <a:avLst/>
              <a:gdLst/>
              <a:ahLst/>
              <a:cxnLst/>
              <a:rect l="l" t="t" r="r" b="b"/>
              <a:pathLst>
                <a:path w="965200" h="675639">
                  <a:moveTo>
                    <a:pt x="482346" y="0"/>
                  </a:moveTo>
                  <a:lnTo>
                    <a:pt x="426084" y="2271"/>
                  </a:lnTo>
                  <a:lnTo>
                    <a:pt x="371731" y="8915"/>
                  </a:lnTo>
                  <a:lnTo>
                    <a:pt x="319649" y="19679"/>
                  </a:lnTo>
                  <a:lnTo>
                    <a:pt x="270198" y="34309"/>
                  </a:lnTo>
                  <a:lnTo>
                    <a:pt x="223742" y="52554"/>
                  </a:lnTo>
                  <a:lnTo>
                    <a:pt x="180640" y="74158"/>
                  </a:lnTo>
                  <a:lnTo>
                    <a:pt x="141255" y="98869"/>
                  </a:lnTo>
                  <a:lnTo>
                    <a:pt x="105949" y="126434"/>
                  </a:lnTo>
                  <a:lnTo>
                    <a:pt x="75082" y="156599"/>
                  </a:lnTo>
                  <a:lnTo>
                    <a:pt x="49016" y="189111"/>
                  </a:lnTo>
                  <a:lnTo>
                    <a:pt x="28114" y="223717"/>
                  </a:lnTo>
                  <a:lnTo>
                    <a:pt x="12736" y="260164"/>
                  </a:lnTo>
                  <a:lnTo>
                    <a:pt x="3244" y="298198"/>
                  </a:lnTo>
                  <a:lnTo>
                    <a:pt x="0" y="337566"/>
                  </a:lnTo>
                  <a:lnTo>
                    <a:pt x="3244" y="376933"/>
                  </a:lnTo>
                  <a:lnTo>
                    <a:pt x="12736" y="414967"/>
                  </a:lnTo>
                  <a:lnTo>
                    <a:pt x="28114" y="451414"/>
                  </a:lnTo>
                  <a:lnTo>
                    <a:pt x="49016" y="486020"/>
                  </a:lnTo>
                  <a:lnTo>
                    <a:pt x="75082" y="518532"/>
                  </a:lnTo>
                  <a:lnTo>
                    <a:pt x="105949" y="548697"/>
                  </a:lnTo>
                  <a:lnTo>
                    <a:pt x="141255" y="576262"/>
                  </a:lnTo>
                  <a:lnTo>
                    <a:pt x="180640" y="600973"/>
                  </a:lnTo>
                  <a:lnTo>
                    <a:pt x="223742" y="622577"/>
                  </a:lnTo>
                  <a:lnTo>
                    <a:pt x="270198" y="640822"/>
                  </a:lnTo>
                  <a:lnTo>
                    <a:pt x="319649" y="655452"/>
                  </a:lnTo>
                  <a:lnTo>
                    <a:pt x="371731" y="666216"/>
                  </a:lnTo>
                  <a:lnTo>
                    <a:pt x="426084" y="672860"/>
                  </a:lnTo>
                  <a:lnTo>
                    <a:pt x="482346" y="675132"/>
                  </a:lnTo>
                  <a:lnTo>
                    <a:pt x="538607" y="672860"/>
                  </a:lnTo>
                  <a:lnTo>
                    <a:pt x="592960" y="666216"/>
                  </a:lnTo>
                  <a:lnTo>
                    <a:pt x="645042" y="655452"/>
                  </a:lnTo>
                  <a:lnTo>
                    <a:pt x="694493" y="640822"/>
                  </a:lnTo>
                  <a:lnTo>
                    <a:pt x="740949" y="622577"/>
                  </a:lnTo>
                  <a:lnTo>
                    <a:pt x="784051" y="600973"/>
                  </a:lnTo>
                  <a:lnTo>
                    <a:pt x="823436" y="576262"/>
                  </a:lnTo>
                  <a:lnTo>
                    <a:pt x="858742" y="548697"/>
                  </a:lnTo>
                  <a:lnTo>
                    <a:pt x="889609" y="518532"/>
                  </a:lnTo>
                  <a:lnTo>
                    <a:pt x="915675" y="486020"/>
                  </a:lnTo>
                  <a:lnTo>
                    <a:pt x="936577" y="451414"/>
                  </a:lnTo>
                  <a:lnTo>
                    <a:pt x="951955" y="414967"/>
                  </a:lnTo>
                  <a:lnTo>
                    <a:pt x="961447" y="376933"/>
                  </a:lnTo>
                  <a:lnTo>
                    <a:pt x="964692" y="337566"/>
                  </a:lnTo>
                  <a:lnTo>
                    <a:pt x="961447" y="298198"/>
                  </a:lnTo>
                  <a:lnTo>
                    <a:pt x="951955" y="260164"/>
                  </a:lnTo>
                  <a:lnTo>
                    <a:pt x="936577" y="223717"/>
                  </a:lnTo>
                  <a:lnTo>
                    <a:pt x="915675" y="189111"/>
                  </a:lnTo>
                  <a:lnTo>
                    <a:pt x="889609" y="156599"/>
                  </a:lnTo>
                  <a:lnTo>
                    <a:pt x="858742" y="126434"/>
                  </a:lnTo>
                  <a:lnTo>
                    <a:pt x="823436" y="98869"/>
                  </a:lnTo>
                  <a:lnTo>
                    <a:pt x="784051" y="74158"/>
                  </a:lnTo>
                  <a:lnTo>
                    <a:pt x="740949" y="52554"/>
                  </a:lnTo>
                  <a:lnTo>
                    <a:pt x="694493" y="34309"/>
                  </a:lnTo>
                  <a:lnTo>
                    <a:pt x="645042" y="19679"/>
                  </a:lnTo>
                  <a:lnTo>
                    <a:pt x="592960" y="8915"/>
                  </a:lnTo>
                  <a:lnTo>
                    <a:pt x="538607" y="2271"/>
                  </a:lnTo>
                  <a:lnTo>
                    <a:pt x="482346" y="0"/>
                  </a:lnTo>
                  <a:close/>
                </a:path>
              </a:pathLst>
            </a:custGeom>
            <a:solidFill>
              <a:srgbClr val="BCD6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980176" y="5215128"/>
              <a:ext cx="965200" cy="675640"/>
            </a:xfrm>
            <a:custGeom>
              <a:avLst/>
              <a:gdLst/>
              <a:ahLst/>
              <a:cxnLst/>
              <a:rect l="l" t="t" r="r" b="b"/>
              <a:pathLst>
                <a:path w="965200" h="675639">
                  <a:moveTo>
                    <a:pt x="0" y="337566"/>
                  </a:moveTo>
                  <a:lnTo>
                    <a:pt x="3244" y="298198"/>
                  </a:lnTo>
                  <a:lnTo>
                    <a:pt x="12736" y="260164"/>
                  </a:lnTo>
                  <a:lnTo>
                    <a:pt x="28114" y="223717"/>
                  </a:lnTo>
                  <a:lnTo>
                    <a:pt x="49016" y="189111"/>
                  </a:lnTo>
                  <a:lnTo>
                    <a:pt x="75082" y="156599"/>
                  </a:lnTo>
                  <a:lnTo>
                    <a:pt x="105949" y="126434"/>
                  </a:lnTo>
                  <a:lnTo>
                    <a:pt x="141255" y="98869"/>
                  </a:lnTo>
                  <a:lnTo>
                    <a:pt x="180640" y="74158"/>
                  </a:lnTo>
                  <a:lnTo>
                    <a:pt x="223742" y="52554"/>
                  </a:lnTo>
                  <a:lnTo>
                    <a:pt x="270198" y="34309"/>
                  </a:lnTo>
                  <a:lnTo>
                    <a:pt x="319649" y="19679"/>
                  </a:lnTo>
                  <a:lnTo>
                    <a:pt x="371731" y="8915"/>
                  </a:lnTo>
                  <a:lnTo>
                    <a:pt x="426084" y="2271"/>
                  </a:lnTo>
                  <a:lnTo>
                    <a:pt x="482346" y="0"/>
                  </a:lnTo>
                  <a:lnTo>
                    <a:pt x="538607" y="2271"/>
                  </a:lnTo>
                  <a:lnTo>
                    <a:pt x="592960" y="8915"/>
                  </a:lnTo>
                  <a:lnTo>
                    <a:pt x="645042" y="19679"/>
                  </a:lnTo>
                  <a:lnTo>
                    <a:pt x="694493" y="34309"/>
                  </a:lnTo>
                  <a:lnTo>
                    <a:pt x="740949" y="52554"/>
                  </a:lnTo>
                  <a:lnTo>
                    <a:pt x="784051" y="74158"/>
                  </a:lnTo>
                  <a:lnTo>
                    <a:pt x="823436" y="98869"/>
                  </a:lnTo>
                  <a:lnTo>
                    <a:pt x="858742" y="126434"/>
                  </a:lnTo>
                  <a:lnTo>
                    <a:pt x="889609" y="156599"/>
                  </a:lnTo>
                  <a:lnTo>
                    <a:pt x="915675" y="189111"/>
                  </a:lnTo>
                  <a:lnTo>
                    <a:pt x="936577" y="223717"/>
                  </a:lnTo>
                  <a:lnTo>
                    <a:pt x="951955" y="260164"/>
                  </a:lnTo>
                  <a:lnTo>
                    <a:pt x="961447" y="298198"/>
                  </a:lnTo>
                  <a:lnTo>
                    <a:pt x="964692" y="337566"/>
                  </a:lnTo>
                  <a:lnTo>
                    <a:pt x="961447" y="376933"/>
                  </a:lnTo>
                  <a:lnTo>
                    <a:pt x="951955" y="414967"/>
                  </a:lnTo>
                  <a:lnTo>
                    <a:pt x="936577" y="451414"/>
                  </a:lnTo>
                  <a:lnTo>
                    <a:pt x="915675" y="486020"/>
                  </a:lnTo>
                  <a:lnTo>
                    <a:pt x="889609" y="518532"/>
                  </a:lnTo>
                  <a:lnTo>
                    <a:pt x="858742" y="548697"/>
                  </a:lnTo>
                  <a:lnTo>
                    <a:pt x="823436" y="576262"/>
                  </a:lnTo>
                  <a:lnTo>
                    <a:pt x="784051" y="600973"/>
                  </a:lnTo>
                  <a:lnTo>
                    <a:pt x="740949" y="622577"/>
                  </a:lnTo>
                  <a:lnTo>
                    <a:pt x="694493" y="640822"/>
                  </a:lnTo>
                  <a:lnTo>
                    <a:pt x="645042" y="655452"/>
                  </a:lnTo>
                  <a:lnTo>
                    <a:pt x="592960" y="666216"/>
                  </a:lnTo>
                  <a:lnTo>
                    <a:pt x="538607" y="672860"/>
                  </a:lnTo>
                  <a:lnTo>
                    <a:pt x="482346" y="675132"/>
                  </a:lnTo>
                  <a:lnTo>
                    <a:pt x="426084" y="672860"/>
                  </a:lnTo>
                  <a:lnTo>
                    <a:pt x="371731" y="666216"/>
                  </a:lnTo>
                  <a:lnTo>
                    <a:pt x="319649" y="655452"/>
                  </a:lnTo>
                  <a:lnTo>
                    <a:pt x="270198" y="640822"/>
                  </a:lnTo>
                  <a:lnTo>
                    <a:pt x="223742" y="622577"/>
                  </a:lnTo>
                  <a:lnTo>
                    <a:pt x="180640" y="600973"/>
                  </a:lnTo>
                  <a:lnTo>
                    <a:pt x="141255" y="576262"/>
                  </a:lnTo>
                  <a:lnTo>
                    <a:pt x="105949" y="548697"/>
                  </a:lnTo>
                  <a:lnTo>
                    <a:pt x="75082" y="518532"/>
                  </a:lnTo>
                  <a:lnTo>
                    <a:pt x="49016" y="486020"/>
                  </a:lnTo>
                  <a:lnTo>
                    <a:pt x="28114" y="451414"/>
                  </a:lnTo>
                  <a:lnTo>
                    <a:pt x="12736" y="414967"/>
                  </a:lnTo>
                  <a:lnTo>
                    <a:pt x="3244" y="376933"/>
                  </a:lnTo>
                  <a:lnTo>
                    <a:pt x="0" y="337566"/>
                  </a:lnTo>
                  <a:close/>
                </a:path>
              </a:pathLst>
            </a:custGeom>
            <a:ln w="1219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178677" y="5376164"/>
            <a:ext cx="566420" cy="3536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260"/>
              </a:lnSpc>
              <a:spcBef>
                <a:spcPts val="105"/>
              </a:spcBef>
            </a:pPr>
            <a:r>
              <a:rPr dirty="0" sz="1050" spc="-220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050" spc="-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050" spc="-220" b="1">
                <a:solidFill>
                  <a:srgbClr val="252525"/>
                </a:solidFill>
                <a:latin typeface="Tahoma"/>
                <a:cs typeface="Tahoma"/>
              </a:rPr>
              <a:t>ed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050" spc="-15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050" spc="-130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050" spc="-245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050" spc="-235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050" spc="-14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050" spc="-21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endParaRPr sz="1050">
              <a:latin typeface="Tahoma"/>
              <a:cs typeface="Tahoma"/>
            </a:endParaRPr>
          </a:p>
          <a:p>
            <a:pPr marL="71755">
              <a:lnSpc>
                <a:spcPct val="100000"/>
              </a:lnSpc>
            </a:pPr>
            <a:r>
              <a:rPr dirty="0" sz="1100" spc="-185" b="1">
                <a:solidFill>
                  <a:srgbClr val="252525"/>
                </a:solidFill>
                <a:latin typeface="Tahoma"/>
                <a:cs typeface="Tahoma"/>
              </a:rPr>
              <a:t>category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762750" y="4424807"/>
            <a:ext cx="408940" cy="890269"/>
            <a:chOff x="6762750" y="4424807"/>
            <a:chExt cx="408940" cy="890269"/>
          </a:xfrm>
        </p:grpSpPr>
        <p:sp>
          <p:nvSpPr>
            <p:cNvPr id="23" name="object 23"/>
            <p:cNvSpPr/>
            <p:nvPr/>
          </p:nvSpPr>
          <p:spPr>
            <a:xfrm>
              <a:off x="6803898" y="4996942"/>
              <a:ext cx="243840" cy="318135"/>
            </a:xfrm>
            <a:custGeom>
              <a:avLst/>
              <a:gdLst/>
              <a:ahLst/>
              <a:cxnLst/>
              <a:rect l="l" t="t" r="r" b="b"/>
              <a:pathLst>
                <a:path w="243840" h="318135">
                  <a:moveTo>
                    <a:pt x="17399" y="222249"/>
                  </a:moveTo>
                  <a:lnTo>
                    <a:pt x="0" y="317880"/>
                  </a:lnTo>
                  <a:lnTo>
                    <a:pt x="86868" y="274319"/>
                  </a:lnTo>
                  <a:lnTo>
                    <a:pt x="79243" y="268604"/>
                  </a:lnTo>
                  <a:lnTo>
                    <a:pt x="54991" y="268604"/>
                  </a:lnTo>
                  <a:lnTo>
                    <a:pt x="31876" y="251205"/>
                  </a:lnTo>
                  <a:lnTo>
                    <a:pt x="40567" y="239615"/>
                  </a:lnTo>
                  <a:lnTo>
                    <a:pt x="17399" y="222249"/>
                  </a:lnTo>
                  <a:close/>
                </a:path>
                <a:path w="243840" h="318135">
                  <a:moveTo>
                    <a:pt x="40567" y="239615"/>
                  </a:moveTo>
                  <a:lnTo>
                    <a:pt x="31876" y="251205"/>
                  </a:lnTo>
                  <a:lnTo>
                    <a:pt x="54991" y="268604"/>
                  </a:lnTo>
                  <a:lnTo>
                    <a:pt x="63713" y="256964"/>
                  </a:lnTo>
                  <a:lnTo>
                    <a:pt x="40567" y="239615"/>
                  </a:lnTo>
                  <a:close/>
                </a:path>
                <a:path w="243840" h="318135">
                  <a:moveTo>
                    <a:pt x="63713" y="256964"/>
                  </a:moveTo>
                  <a:lnTo>
                    <a:pt x="54991" y="268604"/>
                  </a:lnTo>
                  <a:lnTo>
                    <a:pt x="79243" y="268604"/>
                  </a:lnTo>
                  <a:lnTo>
                    <a:pt x="63713" y="256964"/>
                  </a:lnTo>
                  <a:close/>
                </a:path>
                <a:path w="243840" h="318135">
                  <a:moveTo>
                    <a:pt x="220218" y="0"/>
                  </a:moveTo>
                  <a:lnTo>
                    <a:pt x="40567" y="239615"/>
                  </a:lnTo>
                  <a:lnTo>
                    <a:pt x="63713" y="256964"/>
                  </a:lnTo>
                  <a:lnTo>
                    <a:pt x="243331" y="17271"/>
                  </a:lnTo>
                  <a:lnTo>
                    <a:pt x="22021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762750" y="4424807"/>
              <a:ext cx="408940" cy="207645"/>
            </a:xfrm>
            <a:custGeom>
              <a:avLst/>
              <a:gdLst/>
              <a:ahLst/>
              <a:cxnLst/>
              <a:rect l="l" t="t" r="r" b="b"/>
              <a:pathLst>
                <a:path w="408940" h="207645">
                  <a:moveTo>
                    <a:pt x="84634" y="26099"/>
                  </a:moveTo>
                  <a:lnTo>
                    <a:pt x="72104" y="52216"/>
                  </a:lnTo>
                  <a:lnTo>
                    <a:pt x="396240" y="207264"/>
                  </a:lnTo>
                  <a:lnTo>
                    <a:pt x="408685" y="181229"/>
                  </a:lnTo>
                  <a:lnTo>
                    <a:pt x="84634" y="26099"/>
                  </a:lnTo>
                  <a:close/>
                </a:path>
                <a:path w="408940" h="207645">
                  <a:moveTo>
                    <a:pt x="97154" y="0"/>
                  </a:moveTo>
                  <a:lnTo>
                    <a:pt x="0" y="1651"/>
                  </a:lnTo>
                  <a:lnTo>
                    <a:pt x="59563" y="78359"/>
                  </a:lnTo>
                  <a:lnTo>
                    <a:pt x="72104" y="52216"/>
                  </a:lnTo>
                  <a:lnTo>
                    <a:pt x="59054" y="45974"/>
                  </a:lnTo>
                  <a:lnTo>
                    <a:pt x="71500" y="19812"/>
                  </a:lnTo>
                  <a:lnTo>
                    <a:pt x="87650" y="19812"/>
                  </a:lnTo>
                  <a:lnTo>
                    <a:pt x="97154" y="0"/>
                  </a:lnTo>
                  <a:close/>
                </a:path>
                <a:path w="408940" h="207645">
                  <a:moveTo>
                    <a:pt x="71500" y="19812"/>
                  </a:moveTo>
                  <a:lnTo>
                    <a:pt x="59054" y="45974"/>
                  </a:lnTo>
                  <a:lnTo>
                    <a:pt x="72104" y="52216"/>
                  </a:lnTo>
                  <a:lnTo>
                    <a:pt x="84634" y="26099"/>
                  </a:lnTo>
                  <a:lnTo>
                    <a:pt x="71500" y="19812"/>
                  </a:lnTo>
                  <a:close/>
                </a:path>
                <a:path w="408940" h="207645">
                  <a:moveTo>
                    <a:pt x="87650" y="19812"/>
                  </a:moveTo>
                  <a:lnTo>
                    <a:pt x="71500" y="19812"/>
                  </a:lnTo>
                  <a:lnTo>
                    <a:pt x="84634" y="26099"/>
                  </a:lnTo>
                  <a:lnTo>
                    <a:pt x="87650" y="1981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970521" y="4356353"/>
            <a:ext cx="14414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70" b="1">
                <a:solidFill>
                  <a:srgbClr val="FF0000"/>
                </a:solidFill>
                <a:latin typeface="Tahoma"/>
                <a:cs typeface="Tahoma"/>
              </a:rPr>
              <a:t>No</a:t>
            </a:r>
            <a:endParaRPr sz="10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17385" y="4866258"/>
            <a:ext cx="19685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 spc="-280" b="1">
                <a:solidFill>
                  <a:srgbClr val="6FAC46"/>
                </a:solidFill>
                <a:latin typeface="Tahoma"/>
                <a:cs typeface="Tahoma"/>
              </a:rPr>
              <a:t>Y</a:t>
            </a:r>
            <a:r>
              <a:rPr dirty="0" sz="1050" spc="-220" b="1">
                <a:solidFill>
                  <a:srgbClr val="6FAC46"/>
                </a:solidFill>
                <a:latin typeface="Tahoma"/>
                <a:cs typeface="Tahoma"/>
              </a:rPr>
              <a:t>E</a:t>
            </a:r>
            <a:r>
              <a:rPr dirty="0" sz="1050" spc="-185" b="1">
                <a:solidFill>
                  <a:srgbClr val="6FAC46"/>
                </a:solidFill>
                <a:latin typeface="Tahoma"/>
                <a:cs typeface="Tahoma"/>
              </a:rPr>
              <a:t>S</a:t>
            </a:r>
            <a:endParaRPr sz="1050">
              <a:latin typeface="Tahoma"/>
              <a:cs typeface="Tahom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546860" y="3883152"/>
            <a:ext cx="4028440" cy="2066925"/>
            <a:chOff x="1546860" y="3883152"/>
            <a:chExt cx="4028440" cy="206692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6860" y="3883152"/>
              <a:ext cx="3730752" cy="206654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854195" y="4245864"/>
              <a:ext cx="1720850" cy="193675"/>
            </a:xfrm>
            <a:custGeom>
              <a:avLst/>
              <a:gdLst/>
              <a:ahLst/>
              <a:cxnLst/>
              <a:rect l="l" t="t" r="r" b="b"/>
              <a:pathLst>
                <a:path w="1720850" h="193675">
                  <a:moveTo>
                    <a:pt x="1623821" y="0"/>
                  </a:moveTo>
                  <a:lnTo>
                    <a:pt x="1623821" y="48387"/>
                  </a:lnTo>
                  <a:lnTo>
                    <a:pt x="0" y="48387"/>
                  </a:lnTo>
                  <a:lnTo>
                    <a:pt x="0" y="145161"/>
                  </a:lnTo>
                  <a:lnTo>
                    <a:pt x="1623821" y="145161"/>
                  </a:lnTo>
                  <a:lnTo>
                    <a:pt x="1623821" y="193548"/>
                  </a:lnTo>
                  <a:lnTo>
                    <a:pt x="1720595" y="96774"/>
                  </a:lnTo>
                  <a:lnTo>
                    <a:pt x="1623821" y="0"/>
                  </a:lnTo>
                  <a:close/>
                </a:path>
              </a:pathLst>
            </a:custGeom>
            <a:solidFill>
              <a:srgbClr val="13299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391906" cy="3589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261109" cy="18973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896171" y="2369820"/>
            <a:ext cx="8249284" cy="3892550"/>
            <a:chOff x="896171" y="2369820"/>
            <a:chExt cx="8249284" cy="389255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10055" y="2369820"/>
              <a:ext cx="7566659" cy="389229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915221" y="2390445"/>
              <a:ext cx="8211184" cy="2207260"/>
            </a:xfrm>
            <a:custGeom>
              <a:avLst/>
              <a:gdLst/>
              <a:ahLst/>
              <a:cxnLst/>
              <a:rect l="l" t="t" r="r" b="b"/>
              <a:pathLst>
                <a:path w="8211184" h="2207260">
                  <a:moveTo>
                    <a:pt x="7938964" y="195782"/>
                  </a:moveTo>
                  <a:lnTo>
                    <a:pt x="7885275" y="158446"/>
                  </a:lnTo>
                  <a:lnTo>
                    <a:pt x="7822761" y="125872"/>
                  </a:lnTo>
                  <a:lnTo>
                    <a:pt x="7752109" y="97778"/>
                  </a:lnTo>
                  <a:lnTo>
                    <a:pt x="7713946" y="85322"/>
                  </a:lnTo>
                  <a:lnTo>
                    <a:pt x="7674007" y="73881"/>
                  </a:lnTo>
                  <a:lnTo>
                    <a:pt x="7632377" y="63419"/>
                  </a:lnTo>
                  <a:lnTo>
                    <a:pt x="7589142" y="53900"/>
                  </a:lnTo>
                  <a:lnTo>
                    <a:pt x="7544389" y="45290"/>
                  </a:lnTo>
                  <a:lnTo>
                    <a:pt x="7498202" y="37554"/>
                  </a:lnTo>
                  <a:lnTo>
                    <a:pt x="7450668" y="30655"/>
                  </a:lnTo>
                  <a:lnTo>
                    <a:pt x="7401874" y="24559"/>
                  </a:lnTo>
                  <a:lnTo>
                    <a:pt x="7351904" y="19231"/>
                  </a:lnTo>
                  <a:lnTo>
                    <a:pt x="7300844" y="14635"/>
                  </a:lnTo>
                  <a:lnTo>
                    <a:pt x="7248782" y="10736"/>
                  </a:lnTo>
                  <a:lnTo>
                    <a:pt x="7195802" y="7498"/>
                  </a:lnTo>
                  <a:lnTo>
                    <a:pt x="7141990" y="4888"/>
                  </a:lnTo>
                  <a:lnTo>
                    <a:pt x="7087433" y="2868"/>
                  </a:lnTo>
                  <a:lnTo>
                    <a:pt x="7032215" y="1405"/>
                  </a:lnTo>
                  <a:lnTo>
                    <a:pt x="6976425" y="463"/>
                  </a:lnTo>
                  <a:lnTo>
                    <a:pt x="6920146" y="6"/>
                  </a:lnTo>
                  <a:lnTo>
                    <a:pt x="6863465" y="0"/>
                  </a:lnTo>
                  <a:lnTo>
                    <a:pt x="6806469" y="408"/>
                  </a:lnTo>
                  <a:lnTo>
                    <a:pt x="6749242" y="1197"/>
                  </a:lnTo>
                  <a:lnTo>
                    <a:pt x="6691871" y="2330"/>
                  </a:lnTo>
                  <a:lnTo>
                    <a:pt x="6634441" y="3773"/>
                  </a:lnTo>
                  <a:lnTo>
                    <a:pt x="6577039" y="5489"/>
                  </a:lnTo>
                  <a:lnTo>
                    <a:pt x="6519751" y="7445"/>
                  </a:lnTo>
                  <a:lnTo>
                    <a:pt x="6462662" y="9604"/>
                  </a:lnTo>
                  <a:lnTo>
                    <a:pt x="6405859" y="11932"/>
                  </a:lnTo>
                  <a:lnTo>
                    <a:pt x="6349427" y="14393"/>
                  </a:lnTo>
                  <a:lnTo>
                    <a:pt x="6293452" y="16952"/>
                  </a:lnTo>
                  <a:lnTo>
                    <a:pt x="6238020" y="19574"/>
                  </a:lnTo>
                  <a:lnTo>
                    <a:pt x="6183217" y="22223"/>
                  </a:lnTo>
                  <a:lnTo>
                    <a:pt x="6129129" y="24864"/>
                  </a:lnTo>
                  <a:lnTo>
                    <a:pt x="6075842" y="27463"/>
                  </a:lnTo>
                  <a:lnTo>
                    <a:pt x="6023442" y="29983"/>
                  </a:lnTo>
                  <a:lnTo>
                    <a:pt x="5972014" y="32390"/>
                  </a:lnTo>
                  <a:lnTo>
                    <a:pt x="5921645" y="34648"/>
                  </a:lnTo>
                  <a:lnTo>
                    <a:pt x="5872420" y="36722"/>
                  </a:lnTo>
                  <a:lnTo>
                    <a:pt x="5824426" y="38576"/>
                  </a:lnTo>
                  <a:lnTo>
                    <a:pt x="5777749" y="40177"/>
                  </a:lnTo>
                  <a:lnTo>
                    <a:pt x="5732473" y="41487"/>
                  </a:lnTo>
                  <a:lnTo>
                    <a:pt x="5688686" y="42473"/>
                  </a:lnTo>
                  <a:lnTo>
                    <a:pt x="5646473" y="43098"/>
                  </a:lnTo>
                  <a:lnTo>
                    <a:pt x="5605920" y="43328"/>
                  </a:lnTo>
                  <a:lnTo>
                    <a:pt x="5567112" y="43128"/>
                  </a:lnTo>
                  <a:lnTo>
                    <a:pt x="5498800" y="42673"/>
                  </a:lnTo>
                  <a:lnTo>
                    <a:pt x="5431456" y="42841"/>
                  </a:lnTo>
                  <a:lnTo>
                    <a:pt x="5365135" y="43597"/>
                  </a:lnTo>
                  <a:lnTo>
                    <a:pt x="5299893" y="44910"/>
                  </a:lnTo>
                  <a:lnTo>
                    <a:pt x="5235784" y="46747"/>
                  </a:lnTo>
                  <a:lnTo>
                    <a:pt x="5172865" y="49076"/>
                  </a:lnTo>
                  <a:lnTo>
                    <a:pt x="5111191" y="51863"/>
                  </a:lnTo>
                  <a:lnTo>
                    <a:pt x="5050817" y="55076"/>
                  </a:lnTo>
                  <a:lnTo>
                    <a:pt x="4991798" y="58683"/>
                  </a:lnTo>
                  <a:lnTo>
                    <a:pt x="4934190" y="62651"/>
                  </a:lnTo>
                  <a:lnTo>
                    <a:pt x="4878047" y="66947"/>
                  </a:lnTo>
                  <a:lnTo>
                    <a:pt x="4823427" y="71539"/>
                  </a:lnTo>
                  <a:lnTo>
                    <a:pt x="4770383" y="76394"/>
                  </a:lnTo>
                  <a:lnTo>
                    <a:pt x="4718972" y="81480"/>
                  </a:lnTo>
                  <a:lnTo>
                    <a:pt x="4669248" y="86763"/>
                  </a:lnTo>
                  <a:lnTo>
                    <a:pt x="4621267" y="92212"/>
                  </a:lnTo>
                  <a:lnTo>
                    <a:pt x="4575084" y="97794"/>
                  </a:lnTo>
                  <a:lnTo>
                    <a:pt x="4530755" y="103476"/>
                  </a:lnTo>
                  <a:lnTo>
                    <a:pt x="4488335" y="109226"/>
                  </a:lnTo>
                  <a:lnTo>
                    <a:pt x="4447879" y="115011"/>
                  </a:lnTo>
                  <a:lnTo>
                    <a:pt x="4409443" y="120798"/>
                  </a:lnTo>
                  <a:lnTo>
                    <a:pt x="4338852" y="132248"/>
                  </a:lnTo>
                  <a:lnTo>
                    <a:pt x="4277003" y="143318"/>
                  </a:lnTo>
                  <a:lnTo>
                    <a:pt x="4224341" y="153745"/>
                  </a:lnTo>
                  <a:lnTo>
                    <a:pt x="4179682" y="163074"/>
                  </a:lnTo>
                  <a:lnTo>
                    <a:pt x="4132223" y="172833"/>
                  </a:lnTo>
                  <a:lnTo>
                    <a:pt x="4082434" y="182804"/>
                  </a:lnTo>
                  <a:lnTo>
                    <a:pt x="4030783" y="192770"/>
                  </a:lnTo>
                  <a:lnTo>
                    <a:pt x="3977740" y="202513"/>
                  </a:lnTo>
                  <a:lnTo>
                    <a:pt x="3923774" y="211815"/>
                  </a:lnTo>
                  <a:lnTo>
                    <a:pt x="3869353" y="220460"/>
                  </a:lnTo>
                  <a:lnTo>
                    <a:pt x="3814947" y="228230"/>
                  </a:lnTo>
                  <a:lnTo>
                    <a:pt x="3761024" y="234907"/>
                  </a:lnTo>
                  <a:lnTo>
                    <a:pt x="3708053" y="240274"/>
                  </a:lnTo>
                  <a:lnTo>
                    <a:pt x="3656504" y="244114"/>
                  </a:lnTo>
                  <a:lnTo>
                    <a:pt x="3606845" y="246209"/>
                  </a:lnTo>
                  <a:lnTo>
                    <a:pt x="3559545" y="246342"/>
                  </a:lnTo>
                  <a:lnTo>
                    <a:pt x="3515073" y="244295"/>
                  </a:lnTo>
                  <a:lnTo>
                    <a:pt x="3473898" y="239851"/>
                  </a:lnTo>
                  <a:lnTo>
                    <a:pt x="3408029" y="227328"/>
                  </a:lnTo>
                  <a:lnTo>
                    <a:pt x="3334629" y="208819"/>
                  </a:lnTo>
                  <a:lnTo>
                    <a:pt x="3295051" y="197832"/>
                  </a:lnTo>
                  <a:lnTo>
                    <a:pt x="3253524" y="185962"/>
                  </a:lnTo>
                  <a:lnTo>
                    <a:pt x="3210026" y="173415"/>
                  </a:lnTo>
                  <a:lnTo>
                    <a:pt x="3164536" y="160395"/>
                  </a:lnTo>
                  <a:lnTo>
                    <a:pt x="3117032" y="147106"/>
                  </a:lnTo>
                  <a:lnTo>
                    <a:pt x="3067491" y="133755"/>
                  </a:lnTo>
                  <a:lnTo>
                    <a:pt x="3015892" y="120545"/>
                  </a:lnTo>
                  <a:lnTo>
                    <a:pt x="2962212" y="107681"/>
                  </a:lnTo>
                  <a:lnTo>
                    <a:pt x="2906429" y="95368"/>
                  </a:lnTo>
                  <a:lnTo>
                    <a:pt x="2848522" y="83810"/>
                  </a:lnTo>
                  <a:lnTo>
                    <a:pt x="2788469" y="73213"/>
                  </a:lnTo>
                  <a:lnTo>
                    <a:pt x="2726247" y="63782"/>
                  </a:lnTo>
                  <a:lnTo>
                    <a:pt x="2661835" y="55720"/>
                  </a:lnTo>
                  <a:lnTo>
                    <a:pt x="2595211" y="49233"/>
                  </a:lnTo>
                  <a:lnTo>
                    <a:pt x="2526351" y="44525"/>
                  </a:lnTo>
                  <a:lnTo>
                    <a:pt x="2486176" y="42482"/>
                  </a:lnTo>
                  <a:lnTo>
                    <a:pt x="2443957" y="40529"/>
                  </a:lnTo>
                  <a:lnTo>
                    <a:pt x="2399828" y="38679"/>
                  </a:lnTo>
                  <a:lnTo>
                    <a:pt x="2353922" y="36943"/>
                  </a:lnTo>
                  <a:lnTo>
                    <a:pt x="2306374" y="35334"/>
                  </a:lnTo>
                  <a:lnTo>
                    <a:pt x="2257317" y="33864"/>
                  </a:lnTo>
                  <a:lnTo>
                    <a:pt x="2206885" y="32544"/>
                  </a:lnTo>
                  <a:lnTo>
                    <a:pt x="2155212" y="31386"/>
                  </a:lnTo>
                  <a:lnTo>
                    <a:pt x="2102433" y="30403"/>
                  </a:lnTo>
                  <a:lnTo>
                    <a:pt x="2048680" y="29607"/>
                  </a:lnTo>
                  <a:lnTo>
                    <a:pt x="1994087" y="29010"/>
                  </a:lnTo>
                  <a:lnTo>
                    <a:pt x="1938789" y="28623"/>
                  </a:lnTo>
                  <a:lnTo>
                    <a:pt x="1882920" y="28459"/>
                  </a:lnTo>
                  <a:lnTo>
                    <a:pt x="1826612" y="28529"/>
                  </a:lnTo>
                  <a:lnTo>
                    <a:pt x="1770001" y="28846"/>
                  </a:lnTo>
                  <a:lnTo>
                    <a:pt x="1713219" y="29422"/>
                  </a:lnTo>
                  <a:lnTo>
                    <a:pt x="1656401" y="30269"/>
                  </a:lnTo>
                  <a:lnTo>
                    <a:pt x="1599681" y="31399"/>
                  </a:lnTo>
                  <a:lnTo>
                    <a:pt x="1543192" y="32823"/>
                  </a:lnTo>
                  <a:lnTo>
                    <a:pt x="1487068" y="34554"/>
                  </a:lnTo>
                  <a:lnTo>
                    <a:pt x="1431444" y="36604"/>
                  </a:lnTo>
                  <a:lnTo>
                    <a:pt x="1376452" y="38985"/>
                  </a:lnTo>
                  <a:lnTo>
                    <a:pt x="1322228" y="41709"/>
                  </a:lnTo>
                  <a:lnTo>
                    <a:pt x="1268903" y="44787"/>
                  </a:lnTo>
                  <a:lnTo>
                    <a:pt x="1216614" y="48233"/>
                  </a:lnTo>
                  <a:lnTo>
                    <a:pt x="1165493" y="52057"/>
                  </a:lnTo>
                  <a:lnTo>
                    <a:pt x="1115673" y="56273"/>
                  </a:lnTo>
                  <a:lnTo>
                    <a:pt x="1067291" y="60891"/>
                  </a:lnTo>
                  <a:lnTo>
                    <a:pt x="1020477" y="65925"/>
                  </a:lnTo>
                  <a:lnTo>
                    <a:pt x="975368" y="71385"/>
                  </a:lnTo>
                  <a:lnTo>
                    <a:pt x="932096" y="77285"/>
                  </a:lnTo>
                  <a:lnTo>
                    <a:pt x="890796" y="83635"/>
                  </a:lnTo>
                  <a:lnTo>
                    <a:pt x="851601" y="90449"/>
                  </a:lnTo>
                  <a:lnTo>
                    <a:pt x="752335" y="111148"/>
                  </a:lnTo>
                  <a:lnTo>
                    <a:pt x="693384" y="124566"/>
                  </a:lnTo>
                  <a:lnTo>
                    <a:pt x="637676" y="138203"/>
                  </a:lnTo>
                  <a:lnTo>
                    <a:pt x="585095" y="152266"/>
                  </a:lnTo>
                  <a:lnTo>
                    <a:pt x="535525" y="166966"/>
                  </a:lnTo>
                  <a:lnTo>
                    <a:pt x="488850" y="182511"/>
                  </a:lnTo>
                  <a:lnTo>
                    <a:pt x="444956" y="199111"/>
                  </a:lnTo>
                  <a:lnTo>
                    <a:pt x="403725" y="216975"/>
                  </a:lnTo>
                  <a:lnTo>
                    <a:pt x="365042" y="236312"/>
                  </a:lnTo>
                  <a:lnTo>
                    <a:pt x="328792" y="257330"/>
                  </a:lnTo>
                  <a:lnTo>
                    <a:pt x="294858" y="280241"/>
                  </a:lnTo>
                  <a:lnTo>
                    <a:pt x="263124" y="305252"/>
                  </a:lnTo>
                  <a:lnTo>
                    <a:pt x="233476" y="332572"/>
                  </a:lnTo>
                  <a:lnTo>
                    <a:pt x="205796" y="362412"/>
                  </a:lnTo>
                  <a:lnTo>
                    <a:pt x="179970" y="394979"/>
                  </a:lnTo>
                  <a:lnTo>
                    <a:pt x="155880" y="430485"/>
                  </a:lnTo>
                  <a:lnTo>
                    <a:pt x="133413" y="469136"/>
                  </a:lnTo>
                  <a:lnTo>
                    <a:pt x="112451" y="511144"/>
                  </a:lnTo>
                  <a:lnTo>
                    <a:pt x="92879" y="556716"/>
                  </a:lnTo>
                  <a:lnTo>
                    <a:pt x="68088" y="629787"/>
                  </a:lnTo>
                  <a:lnTo>
                    <a:pt x="57082" y="670715"/>
                  </a:lnTo>
                  <a:lnTo>
                    <a:pt x="47015" y="714260"/>
                  </a:lnTo>
                  <a:lnTo>
                    <a:pt x="37895" y="760188"/>
                  </a:lnTo>
                  <a:lnTo>
                    <a:pt x="29733" y="808265"/>
                  </a:lnTo>
                  <a:lnTo>
                    <a:pt x="22537" y="858256"/>
                  </a:lnTo>
                  <a:lnTo>
                    <a:pt x="16316" y="909927"/>
                  </a:lnTo>
                  <a:lnTo>
                    <a:pt x="11081" y="963045"/>
                  </a:lnTo>
                  <a:lnTo>
                    <a:pt x="6839" y="1017376"/>
                  </a:lnTo>
                  <a:lnTo>
                    <a:pt x="3601" y="1072685"/>
                  </a:lnTo>
                  <a:lnTo>
                    <a:pt x="1376" y="1128738"/>
                  </a:lnTo>
                  <a:lnTo>
                    <a:pt x="172" y="1185302"/>
                  </a:lnTo>
                  <a:lnTo>
                    <a:pt x="0" y="1242143"/>
                  </a:lnTo>
                  <a:lnTo>
                    <a:pt x="867" y="1299026"/>
                  </a:lnTo>
                  <a:lnTo>
                    <a:pt x="2785" y="1355717"/>
                  </a:lnTo>
                  <a:lnTo>
                    <a:pt x="5761" y="1411982"/>
                  </a:lnTo>
                  <a:lnTo>
                    <a:pt x="9806" y="1467588"/>
                  </a:lnTo>
                  <a:lnTo>
                    <a:pt x="14928" y="1522300"/>
                  </a:lnTo>
                  <a:lnTo>
                    <a:pt x="21137" y="1575884"/>
                  </a:lnTo>
                  <a:lnTo>
                    <a:pt x="28441" y="1628107"/>
                  </a:lnTo>
                  <a:lnTo>
                    <a:pt x="36851" y="1678734"/>
                  </a:lnTo>
                  <a:lnTo>
                    <a:pt x="46375" y="1727531"/>
                  </a:lnTo>
                  <a:lnTo>
                    <a:pt x="57022" y="1774264"/>
                  </a:lnTo>
                  <a:lnTo>
                    <a:pt x="68803" y="1818700"/>
                  </a:lnTo>
                  <a:lnTo>
                    <a:pt x="81726" y="1860603"/>
                  </a:lnTo>
                  <a:lnTo>
                    <a:pt x="95800" y="1899741"/>
                  </a:lnTo>
                  <a:lnTo>
                    <a:pt x="118154" y="1939671"/>
                  </a:lnTo>
                  <a:lnTo>
                    <a:pt x="151764" y="1974886"/>
                  </a:lnTo>
                  <a:lnTo>
                    <a:pt x="195912" y="2005677"/>
                  </a:lnTo>
                  <a:lnTo>
                    <a:pt x="249883" y="2032336"/>
                  </a:lnTo>
                  <a:lnTo>
                    <a:pt x="312956" y="2055156"/>
                  </a:lnTo>
                  <a:lnTo>
                    <a:pt x="384416" y="2074429"/>
                  </a:lnTo>
                  <a:lnTo>
                    <a:pt x="423067" y="2082827"/>
                  </a:lnTo>
                  <a:lnTo>
                    <a:pt x="463545" y="2090448"/>
                  </a:lnTo>
                  <a:lnTo>
                    <a:pt x="505761" y="2097329"/>
                  </a:lnTo>
                  <a:lnTo>
                    <a:pt x="549625" y="2103505"/>
                  </a:lnTo>
                  <a:lnTo>
                    <a:pt x="595047" y="2109014"/>
                  </a:lnTo>
                  <a:lnTo>
                    <a:pt x="641938" y="2113893"/>
                  </a:lnTo>
                  <a:lnTo>
                    <a:pt x="690208" y="2118176"/>
                  </a:lnTo>
                  <a:lnTo>
                    <a:pt x="739767" y="2121903"/>
                  </a:lnTo>
                  <a:lnTo>
                    <a:pt x="790525" y="2125107"/>
                  </a:lnTo>
                  <a:lnTo>
                    <a:pt x="842394" y="2127828"/>
                  </a:lnTo>
                  <a:lnTo>
                    <a:pt x="895283" y="2130100"/>
                  </a:lnTo>
                  <a:lnTo>
                    <a:pt x="949102" y="2131960"/>
                  </a:lnTo>
                  <a:lnTo>
                    <a:pt x="1003762" y="2133446"/>
                  </a:lnTo>
                  <a:lnTo>
                    <a:pt x="1059173" y="2134593"/>
                  </a:lnTo>
                  <a:lnTo>
                    <a:pt x="1115246" y="2135438"/>
                  </a:lnTo>
                  <a:lnTo>
                    <a:pt x="1171890" y="2136017"/>
                  </a:lnTo>
                  <a:lnTo>
                    <a:pt x="1229016" y="2136368"/>
                  </a:lnTo>
                  <a:lnTo>
                    <a:pt x="1286535" y="2136526"/>
                  </a:lnTo>
                  <a:lnTo>
                    <a:pt x="1344356" y="2136529"/>
                  </a:lnTo>
                  <a:lnTo>
                    <a:pt x="1402390" y="2136412"/>
                  </a:lnTo>
                  <a:lnTo>
                    <a:pt x="1460547" y="2136213"/>
                  </a:lnTo>
                  <a:lnTo>
                    <a:pt x="1518738" y="2135968"/>
                  </a:lnTo>
                  <a:lnTo>
                    <a:pt x="1576873" y="2135713"/>
                  </a:lnTo>
                  <a:lnTo>
                    <a:pt x="1634862" y="2135485"/>
                  </a:lnTo>
                  <a:lnTo>
                    <a:pt x="1692615" y="2135320"/>
                  </a:lnTo>
                  <a:lnTo>
                    <a:pt x="1750043" y="2135255"/>
                  </a:lnTo>
                  <a:lnTo>
                    <a:pt x="1807057" y="2135328"/>
                  </a:lnTo>
                  <a:lnTo>
                    <a:pt x="1863565" y="2135573"/>
                  </a:lnTo>
                  <a:lnTo>
                    <a:pt x="1919479" y="2136028"/>
                  </a:lnTo>
                  <a:lnTo>
                    <a:pt x="1974709" y="2136729"/>
                  </a:lnTo>
                  <a:lnTo>
                    <a:pt x="2029166" y="2137713"/>
                  </a:lnTo>
                  <a:lnTo>
                    <a:pt x="2082759" y="2139016"/>
                  </a:lnTo>
                  <a:lnTo>
                    <a:pt x="2135399" y="2140675"/>
                  </a:lnTo>
                  <a:lnTo>
                    <a:pt x="2186996" y="2142726"/>
                  </a:lnTo>
                  <a:lnTo>
                    <a:pt x="2237460" y="2145207"/>
                  </a:lnTo>
                  <a:lnTo>
                    <a:pt x="2286702" y="2148153"/>
                  </a:lnTo>
                  <a:lnTo>
                    <a:pt x="2334640" y="2151222"/>
                  </a:lnTo>
                  <a:lnTo>
                    <a:pt x="2383195" y="2154195"/>
                  </a:lnTo>
                  <a:lnTo>
                    <a:pt x="2432336" y="2157072"/>
                  </a:lnTo>
                  <a:lnTo>
                    <a:pt x="2482031" y="2159855"/>
                  </a:lnTo>
                  <a:lnTo>
                    <a:pt x="2532245" y="2162544"/>
                  </a:lnTo>
                  <a:lnTo>
                    <a:pt x="2582948" y="2165142"/>
                  </a:lnTo>
                  <a:lnTo>
                    <a:pt x="2634106" y="2167648"/>
                  </a:lnTo>
                  <a:lnTo>
                    <a:pt x="2685686" y="2170064"/>
                  </a:lnTo>
                  <a:lnTo>
                    <a:pt x="2737657" y="2172392"/>
                  </a:lnTo>
                  <a:lnTo>
                    <a:pt x="2789984" y="2174632"/>
                  </a:lnTo>
                  <a:lnTo>
                    <a:pt x="2842637" y="2176785"/>
                  </a:lnTo>
                  <a:lnTo>
                    <a:pt x="2895582" y="2178853"/>
                  </a:lnTo>
                  <a:lnTo>
                    <a:pt x="2948786" y="2180837"/>
                  </a:lnTo>
                  <a:lnTo>
                    <a:pt x="3002217" y="2182738"/>
                  </a:lnTo>
                  <a:lnTo>
                    <a:pt x="3055842" y="2184556"/>
                  </a:lnTo>
                  <a:lnTo>
                    <a:pt x="3109629" y="2186293"/>
                  </a:lnTo>
                  <a:lnTo>
                    <a:pt x="3163545" y="2187951"/>
                  </a:lnTo>
                  <a:lnTo>
                    <a:pt x="3217557" y="2189530"/>
                  </a:lnTo>
                  <a:lnTo>
                    <a:pt x="3271634" y="2191032"/>
                  </a:lnTo>
                  <a:lnTo>
                    <a:pt x="3325741" y="2192457"/>
                  </a:lnTo>
                  <a:lnTo>
                    <a:pt x="3379847" y="2193806"/>
                  </a:lnTo>
                  <a:lnTo>
                    <a:pt x="3433919" y="2195082"/>
                  </a:lnTo>
                  <a:lnTo>
                    <a:pt x="3487924" y="2196284"/>
                  </a:lnTo>
                  <a:lnTo>
                    <a:pt x="3541830" y="2197414"/>
                  </a:lnTo>
                  <a:lnTo>
                    <a:pt x="3595604" y="2198474"/>
                  </a:lnTo>
                  <a:lnTo>
                    <a:pt x="3649214" y="2199463"/>
                  </a:lnTo>
                  <a:lnTo>
                    <a:pt x="3702626" y="2200384"/>
                  </a:lnTo>
                  <a:lnTo>
                    <a:pt x="3755809" y="2201238"/>
                  </a:lnTo>
                  <a:lnTo>
                    <a:pt x="3808729" y="2202025"/>
                  </a:lnTo>
                  <a:lnTo>
                    <a:pt x="3861354" y="2202747"/>
                  </a:lnTo>
                  <a:lnTo>
                    <a:pt x="3913652" y="2203405"/>
                  </a:lnTo>
                  <a:lnTo>
                    <a:pt x="3965590" y="2204000"/>
                  </a:lnTo>
                  <a:lnTo>
                    <a:pt x="4017134" y="2204533"/>
                  </a:lnTo>
                  <a:lnTo>
                    <a:pt x="4068253" y="2205005"/>
                  </a:lnTo>
                  <a:lnTo>
                    <a:pt x="4118914" y="2205418"/>
                  </a:lnTo>
                  <a:lnTo>
                    <a:pt x="4169085" y="2205772"/>
                  </a:lnTo>
                  <a:lnTo>
                    <a:pt x="4218732" y="2206068"/>
                  </a:lnTo>
                  <a:lnTo>
                    <a:pt x="4267823" y="2206308"/>
                  </a:lnTo>
                  <a:lnTo>
                    <a:pt x="4316326" y="2206494"/>
                  </a:lnTo>
                  <a:lnTo>
                    <a:pt x="4364207" y="2206625"/>
                  </a:lnTo>
                  <a:lnTo>
                    <a:pt x="4411435" y="2206703"/>
                  </a:lnTo>
                  <a:lnTo>
                    <a:pt x="4457976" y="2206729"/>
                  </a:lnTo>
                  <a:lnTo>
                    <a:pt x="4503798" y="2206705"/>
                  </a:lnTo>
                  <a:lnTo>
                    <a:pt x="4548869" y="2206631"/>
                  </a:lnTo>
                  <a:lnTo>
                    <a:pt x="4593155" y="2206508"/>
                  </a:lnTo>
                  <a:lnTo>
                    <a:pt x="4636624" y="2206339"/>
                  </a:lnTo>
                  <a:lnTo>
                    <a:pt x="4679244" y="2206123"/>
                  </a:lnTo>
                  <a:lnTo>
                    <a:pt x="4720982" y="2205862"/>
                  </a:lnTo>
                  <a:lnTo>
                    <a:pt x="4761805" y="2205557"/>
                  </a:lnTo>
                  <a:lnTo>
                    <a:pt x="4825846" y="2204784"/>
                  </a:lnTo>
                  <a:lnTo>
                    <a:pt x="4886323" y="2203553"/>
                  </a:lnTo>
                  <a:lnTo>
                    <a:pt x="4943510" y="2201898"/>
                  </a:lnTo>
                  <a:lnTo>
                    <a:pt x="4997680" y="2199851"/>
                  </a:lnTo>
                  <a:lnTo>
                    <a:pt x="5049105" y="2197444"/>
                  </a:lnTo>
                  <a:lnTo>
                    <a:pt x="5098060" y="2194711"/>
                  </a:lnTo>
                  <a:lnTo>
                    <a:pt x="5144816" y="2191684"/>
                  </a:lnTo>
                  <a:lnTo>
                    <a:pt x="5189647" y="2188396"/>
                  </a:lnTo>
                  <a:lnTo>
                    <a:pt x="5232827" y="2184880"/>
                  </a:lnTo>
                  <a:lnTo>
                    <a:pt x="5274627" y="2181168"/>
                  </a:lnTo>
                  <a:lnTo>
                    <a:pt x="5315321" y="2177293"/>
                  </a:lnTo>
                  <a:lnTo>
                    <a:pt x="5355182" y="2173289"/>
                  </a:lnTo>
                  <a:lnTo>
                    <a:pt x="5394483" y="2169186"/>
                  </a:lnTo>
                  <a:lnTo>
                    <a:pt x="5433497" y="2165020"/>
                  </a:lnTo>
                  <a:lnTo>
                    <a:pt x="5472497" y="2160821"/>
                  </a:lnTo>
                  <a:lnTo>
                    <a:pt x="5511757" y="2156623"/>
                  </a:lnTo>
                  <a:lnTo>
                    <a:pt x="5551548" y="2152459"/>
                  </a:lnTo>
                  <a:lnTo>
                    <a:pt x="5592145" y="2148361"/>
                  </a:lnTo>
                  <a:lnTo>
                    <a:pt x="5633819" y="2144362"/>
                  </a:lnTo>
                  <a:lnTo>
                    <a:pt x="5676845" y="2140495"/>
                  </a:lnTo>
                  <a:lnTo>
                    <a:pt x="5721495" y="2136793"/>
                  </a:lnTo>
                  <a:lnTo>
                    <a:pt x="5768042" y="2133287"/>
                  </a:lnTo>
                  <a:lnTo>
                    <a:pt x="5816760" y="2130012"/>
                  </a:lnTo>
                  <a:lnTo>
                    <a:pt x="5867921" y="2127000"/>
                  </a:lnTo>
                  <a:lnTo>
                    <a:pt x="5921798" y="2124283"/>
                  </a:lnTo>
                  <a:lnTo>
                    <a:pt x="5978664" y="2121894"/>
                  </a:lnTo>
                  <a:lnTo>
                    <a:pt x="6038792" y="2119866"/>
                  </a:lnTo>
                  <a:lnTo>
                    <a:pt x="6102456" y="2118232"/>
                  </a:lnTo>
                  <a:lnTo>
                    <a:pt x="6169929" y="2117024"/>
                  </a:lnTo>
                  <a:lnTo>
                    <a:pt x="6241482" y="2116276"/>
                  </a:lnTo>
                  <a:lnTo>
                    <a:pt x="6301158" y="2116305"/>
                  </a:lnTo>
                  <a:lnTo>
                    <a:pt x="6360664" y="2117157"/>
                  </a:lnTo>
                  <a:lnTo>
                    <a:pt x="6419954" y="2118746"/>
                  </a:lnTo>
                  <a:lnTo>
                    <a:pt x="6478980" y="2120986"/>
                  </a:lnTo>
                  <a:lnTo>
                    <a:pt x="6537694" y="2123790"/>
                  </a:lnTo>
                  <a:lnTo>
                    <a:pt x="6596050" y="2127071"/>
                  </a:lnTo>
                  <a:lnTo>
                    <a:pt x="6654001" y="2130743"/>
                  </a:lnTo>
                  <a:lnTo>
                    <a:pt x="6711500" y="2134720"/>
                  </a:lnTo>
                  <a:lnTo>
                    <a:pt x="6768499" y="2138915"/>
                  </a:lnTo>
                  <a:lnTo>
                    <a:pt x="6824951" y="2143241"/>
                  </a:lnTo>
                  <a:lnTo>
                    <a:pt x="6880809" y="2147612"/>
                  </a:lnTo>
                  <a:lnTo>
                    <a:pt x="6936027" y="2151941"/>
                  </a:lnTo>
                  <a:lnTo>
                    <a:pt x="6990555" y="2156142"/>
                  </a:lnTo>
                  <a:lnTo>
                    <a:pt x="7044349" y="2160129"/>
                  </a:lnTo>
                  <a:lnTo>
                    <a:pt x="7097360" y="2163814"/>
                  </a:lnTo>
                  <a:lnTo>
                    <a:pt x="7149542" y="2167112"/>
                  </a:lnTo>
                  <a:lnTo>
                    <a:pt x="7200846" y="2169935"/>
                  </a:lnTo>
                  <a:lnTo>
                    <a:pt x="7251227" y="2172198"/>
                  </a:lnTo>
                  <a:lnTo>
                    <a:pt x="7300637" y="2173814"/>
                  </a:lnTo>
                  <a:lnTo>
                    <a:pt x="7349028" y="2174696"/>
                  </a:lnTo>
                  <a:lnTo>
                    <a:pt x="7396354" y="2174757"/>
                  </a:lnTo>
                  <a:lnTo>
                    <a:pt x="7442567" y="2173912"/>
                  </a:lnTo>
                  <a:lnTo>
                    <a:pt x="7487621" y="2172074"/>
                  </a:lnTo>
                  <a:lnTo>
                    <a:pt x="7531468" y="2169156"/>
                  </a:lnTo>
                  <a:lnTo>
                    <a:pt x="7574061" y="2165071"/>
                  </a:lnTo>
                  <a:lnTo>
                    <a:pt x="7615353" y="2159734"/>
                  </a:lnTo>
                  <a:lnTo>
                    <a:pt x="7655297" y="2153057"/>
                  </a:lnTo>
                  <a:lnTo>
                    <a:pt x="7693845" y="2144955"/>
                  </a:lnTo>
                  <a:lnTo>
                    <a:pt x="7730951" y="2135340"/>
                  </a:lnTo>
                  <a:lnTo>
                    <a:pt x="7800646" y="2111227"/>
                  </a:lnTo>
                  <a:lnTo>
                    <a:pt x="7864005" y="2080026"/>
                  </a:lnTo>
                  <a:lnTo>
                    <a:pt x="7920651" y="2041046"/>
                  </a:lnTo>
                  <a:lnTo>
                    <a:pt x="7970206" y="1993594"/>
                  </a:lnTo>
                  <a:lnTo>
                    <a:pt x="8010160" y="1941008"/>
                  </a:lnTo>
                  <a:lnTo>
                    <a:pt x="8047106" y="1877690"/>
                  </a:lnTo>
                  <a:lnTo>
                    <a:pt x="8064388" y="1842369"/>
                  </a:lnTo>
                  <a:lnTo>
                    <a:pt x="8080843" y="1804798"/>
                  </a:lnTo>
                  <a:lnTo>
                    <a:pt x="8096444" y="1765123"/>
                  </a:lnTo>
                  <a:lnTo>
                    <a:pt x="8111168" y="1723487"/>
                  </a:lnTo>
                  <a:lnTo>
                    <a:pt x="8124988" y="1680036"/>
                  </a:lnTo>
                  <a:lnTo>
                    <a:pt x="8137879" y="1634914"/>
                  </a:lnTo>
                  <a:lnTo>
                    <a:pt x="8149816" y="1588265"/>
                  </a:lnTo>
                  <a:lnTo>
                    <a:pt x="8160774" y="1540234"/>
                  </a:lnTo>
                  <a:lnTo>
                    <a:pt x="8170728" y="1490965"/>
                  </a:lnTo>
                  <a:lnTo>
                    <a:pt x="8179652" y="1440604"/>
                  </a:lnTo>
                  <a:lnTo>
                    <a:pt x="8187520" y="1389294"/>
                  </a:lnTo>
                  <a:lnTo>
                    <a:pt x="8194308" y="1337180"/>
                  </a:lnTo>
                  <a:lnTo>
                    <a:pt x="8199991" y="1284406"/>
                  </a:lnTo>
                  <a:lnTo>
                    <a:pt x="8204543" y="1231118"/>
                  </a:lnTo>
                  <a:lnTo>
                    <a:pt x="8207938" y="1177459"/>
                  </a:lnTo>
                  <a:lnTo>
                    <a:pt x="8210152" y="1123575"/>
                  </a:lnTo>
                  <a:lnTo>
                    <a:pt x="8211159" y="1069609"/>
                  </a:lnTo>
                  <a:lnTo>
                    <a:pt x="8210934" y="1015706"/>
                  </a:lnTo>
                  <a:lnTo>
                    <a:pt x="8209452" y="962011"/>
                  </a:lnTo>
                  <a:lnTo>
                    <a:pt x="8206687" y="908668"/>
                  </a:lnTo>
                  <a:lnTo>
                    <a:pt x="8202615" y="855822"/>
                  </a:lnTo>
                  <a:lnTo>
                    <a:pt x="8197209" y="803618"/>
                  </a:lnTo>
                  <a:lnTo>
                    <a:pt x="8190445" y="752199"/>
                  </a:lnTo>
                  <a:lnTo>
                    <a:pt x="8182298" y="701711"/>
                  </a:lnTo>
                  <a:lnTo>
                    <a:pt x="8172741" y="652297"/>
                  </a:lnTo>
                  <a:lnTo>
                    <a:pt x="8161750" y="604103"/>
                  </a:lnTo>
                  <a:lnTo>
                    <a:pt x="8149300" y="557272"/>
                  </a:lnTo>
                  <a:lnTo>
                    <a:pt x="8135365" y="511951"/>
                  </a:lnTo>
                  <a:lnTo>
                    <a:pt x="8119920" y="468282"/>
                  </a:lnTo>
                  <a:lnTo>
                    <a:pt x="8102939" y="426411"/>
                  </a:lnTo>
                  <a:lnTo>
                    <a:pt x="8084398" y="386481"/>
                  </a:lnTo>
                  <a:lnTo>
                    <a:pt x="8064271" y="348639"/>
                  </a:lnTo>
                  <a:lnTo>
                    <a:pt x="8042533" y="313027"/>
                  </a:lnTo>
                  <a:lnTo>
                    <a:pt x="8019159" y="279791"/>
                  </a:lnTo>
                  <a:lnTo>
                    <a:pt x="7994123" y="249075"/>
                  </a:lnTo>
                  <a:lnTo>
                    <a:pt x="7967400" y="221024"/>
                  </a:lnTo>
                  <a:lnTo>
                    <a:pt x="7938964" y="195782"/>
                  </a:lnTo>
                  <a:close/>
                </a:path>
              </a:pathLst>
            </a:custGeom>
            <a:ln w="38100">
              <a:solidFill>
                <a:srgbClr val="FF13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40580" y="2816352"/>
              <a:ext cx="52069" cy="97790"/>
            </a:xfrm>
            <a:custGeom>
              <a:avLst/>
              <a:gdLst/>
              <a:ahLst/>
              <a:cxnLst/>
              <a:rect l="l" t="t" r="r" b="b"/>
              <a:pathLst>
                <a:path w="52070" h="97789">
                  <a:moveTo>
                    <a:pt x="51815" y="0"/>
                  </a:moveTo>
                  <a:lnTo>
                    <a:pt x="0" y="0"/>
                  </a:lnTo>
                  <a:lnTo>
                    <a:pt x="0" y="97536"/>
                  </a:lnTo>
                  <a:lnTo>
                    <a:pt x="51815" y="97536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D4DF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999488" y="3224783"/>
            <a:ext cx="601980" cy="195580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algn="ctr" marL="1905">
              <a:lnSpc>
                <a:spcPts val="720"/>
              </a:lnSpc>
            </a:pPr>
            <a:r>
              <a:rPr dirty="0" sz="650" spc="-90">
                <a:solidFill>
                  <a:srgbClr val="353E39"/>
                </a:solidFill>
                <a:latin typeface="Trebuchet MS"/>
                <a:cs typeface="Trebuchet MS"/>
              </a:rPr>
              <a:t>kernel</a:t>
            </a:r>
            <a:endParaRPr sz="65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approximation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27164" y="3741420"/>
            <a:ext cx="850900" cy="91440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marL="184785">
              <a:lnSpc>
                <a:spcPts val="720"/>
              </a:lnSpc>
            </a:pPr>
            <a:r>
              <a:rPr dirty="0" sz="650" spc="-45">
                <a:solidFill>
                  <a:srgbClr val="353E39"/>
                </a:solidFill>
                <a:latin typeface="Trebuchet MS"/>
                <a:cs typeface="Trebuchet MS"/>
              </a:rPr>
              <a:t>S</a:t>
            </a:r>
            <a:r>
              <a:rPr dirty="0" sz="650" spc="-170">
                <a:solidFill>
                  <a:srgbClr val="353E39"/>
                </a:solidFill>
                <a:latin typeface="Trebuchet MS"/>
                <a:cs typeface="Trebuchet MS"/>
              </a:rPr>
              <a:t>V</a:t>
            </a:r>
            <a:r>
              <a:rPr dirty="0" sz="650" spc="-10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4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50" spc="-75">
                <a:solidFill>
                  <a:srgbClr val="353E39"/>
                </a:solidFill>
                <a:latin typeface="Trebuchet MS"/>
                <a:cs typeface="Trebuchet MS"/>
              </a:rPr>
              <a:t>(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k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50" spc="-30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125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95">
                <a:solidFill>
                  <a:srgbClr val="353E39"/>
                </a:solidFill>
                <a:latin typeface="Trebuchet MS"/>
                <a:cs typeface="Trebuchet MS"/>
              </a:rPr>
              <a:t>el</a:t>
            </a:r>
            <a:r>
              <a:rPr dirty="0" sz="650" spc="-60">
                <a:solidFill>
                  <a:srgbClr val="353E39"/>
                </a:solidFill>
                <a:latin typeface="Trebuchet MS"/>
                <a:cs typeface="Trebuchet MS"/>
              </a:rPr>
              <a:t>=</a:t>
            </a:r>
            <a:r>
              <a:rPr dirty="0" sz="650" spc="-105">
                <a:solidFill>
                  <a:srgbClr val="353E39"/>
                </a:solidFill>
                <a:latin typeface="Trebuchet MS"/>
                <a:cs typeface="Trebuchet MS"/>
              </a:rPr>
              <a:t>‘l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i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r’)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21068" y="4037076"/>
            <a:ext cx="850900" cy="91440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marL="220345">
              <a:lnSpc>
                <a:spcPts val="720"/>
              </a:lnSpc>
            </a:pPr>
            <a:r>
              <a:rPr dirty="0" sz="650" spc="-45">
                <a:solidFill>
                  <a:srgbClr val="353E39"/>
                </a:solidFill>
                <a:latin typeface="Trebuchet MS"/>
                <a:cs typeface="Trebuchet MS"/>
              </a:rPr>
              <a:t>S</a:t>
            </a:r>
            <a:r>
              <a:rPr dirty="0" sz="650" spc="-170">
                <a:solidFill>
                  <a:srgbClr val="353E39"/>
                </a:solidFill>
                <a:latin typeface="Trebuchet MS"/>
                <a:cs typeface="Trebuchet MS"/>
              </a:rPr>
              <a:t>V</a:t>
            </a:r>
            <a:r>
              <a:rPr dirty="0" sz="650" spc="-10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4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50" spc="-75">
                <a:solidFill>
                  <a:srgbClr val="353E39"/>
                </a:solidFill>
                <a:latin typeface="Trebuchet MS"/>
                <a:cs typeface="Trebuchet MS"/>
              </a:rPr>
              <a:t>(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k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50" spc="-30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125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95">
                <a:solidFill>
                  <a:srgbClr val="353E39"/>
                </a:solidFill>
                <a:latin typeface="Trebuchet MS"/>
                <a:cs typeface="Trebuchet MS"/>
              </a:rPr>
              <a:t>el</a:t>
            </a:r>
            <a:r>
              <a:rPr dirty="0" sz="650" spc="-60">
                <a:solidFill>
                  <a:srgbClr val="353E39"/>
                </a:solidFill>
                <a:latin typeface="Trebuchet MS"/>
                <a:cs typeface="Trebuchet MS"/>
              </a:rPr>
              <a:t>=</a:t>
            </a:r>
            <a:r>
              <a:rPr dirty="0" sz="650" spc="-85">
                <a:solidFill>
                  <a:srgbClr val="353E39"/>
                </a:solidFill>
                <a:latin typeface="Trebuchet MS"/>
                <a:cs typeface="Trebuchet MS"/>
              </a:rPr>
              <a:t>‘r</a:t>
            </a:r>
            <a:r>
              <a:rPr dirty="0" sz="650" spc="-120">
                <a:solidFill>
                  <a:srgbClr val="353E39"/>
                </a:solidFill>
                <a:latin typeface="Trebuchet MS"/>
                <a:cs typeface="Trebuchet MS"/>
              </a:rPr>
              <a:t>b</a:t>
            </a:r>
            <a:r>
              <a:rPr dirty="0" sz="650" spc="-105">
                <a:solidFill>
                  <a:srgbClr val="353E39"/>
                </a:solidFill>
                <a:latin typeface="Trebuchet MS"/>
                <a:cs typeface="Trebuchet MS"/>
              </a:rPr>
              <a:t>f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’)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335779" y="3710940"/>
            <a:ext cx="518159" cy="83820"/>
          </a:xfrm>
          <a:custGeom>
            <a:avLst/>
            <a:gdLst/>
            <a:ahLst/>
            <a:cxnLst/>
            <a:rect l="l" t="t" r="r" b="b"/>
            <a:pathLst>
              <a:path w="518160" h="83820">
                <a:moveTo>
                  <a:pt x="518160" y="0"/>
                </a:moveTo>
                <a:lnTo>
                  <a:pt x="0" y="0"/>
                </a:lnTo>
                <a:lnTo>
                  <a:pt x="0" y="83819"/>
                </a:lnTo>
                <a:lnTo>
                  <a:pt x="518160" y="83819"/>
                </a:lnTo>
                <a:lnTo>
                  <a:pt x="518160" y="0"/>
                </a:lnTo>
                <a:close/>
              </a:path>
            </a:pathLst>
          </a:custGeom>
          <a:solidFill>
            <a:srgbClr val="D4DF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404105" y="3687571"/>
            <a:ext cx="389255" cy="1409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750" spc="-105">
                <a:solidFill>
                  <a:srgbClr val="353E39"/>
                </a:solidFill>
                <a:latin typeface="Trebuchet MS"/>
                <a:cs typeface="Trebuchet MS"/>
              </a:rPr>
              <a:t>l</a:t>
            </a:r>
            <a:r>
              <a:rPr dirty="0" sz="750" spc="-125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750" spc="-150">
                <a:solidFill>
                  <a:srgbClr val="353E39"/>
                </a:solidFill>
                <a:latin typeface="Trebuchet MS"/>
                <a:cs typeface="Trebuchet MS"/>
              </a:rPr>
              <a:t>b</a:t>
            </a:r>
            <a:r>
              <a:rPr dirty="0" sz="750" spc="-140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750" spc="-105">
                <a:solidFill>
                  <a:srgbClr val="353E39"/>
                </a:solidFill>
                <a:latin typeface="Trebuchet MS"/>
                <a:cs typeface="Trebuchet MS"/>
              </a:rPr>
              <a:t>l</a:t>
            </a:r>
            <a:r>
              <a:rPr dirty="0" sz="750" spc="-125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750" spc="-135">
                <a:solidFill>
                  <a:srgbClr val="353E39"/>
                </a:solidFill>
                <a:latin typeface="Trebuchet MS"/>
                <a:cs typeface="Trebuchet MS"/>
              </a:rPr>
              <a:t>d</a:t>
            </a:r>
            <a:r>
              <a:rPr dirty="0" sz="750" spc="-3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750" spc="-145">
                <a:solidFill>
                  <a:srgbClr val="353E39"/>
                </a:solidFill>
                <a:latin typeface="Trebuchet MS"/>
                <a:cs typeface="Trebuchet MS"/>
              </a:rPr>
              <a:t>d</a:t>
            </a:r>
            <a:r>
              <a:rPr dirty="0" sz="750" spc="-125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750" spc="-110">
                <a:solidFill>
                  <a:srgbClr val="353E39"/>
                </a:solidFill>
                <a:latin typeface="Trebuchet MS"/>
                <a:cs typeface="Trebuchet MS"/>
              </a:rPr>
              <a:t>ta</a:t>
            </a:r>
            <a:endParaRPr sz="75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848355" y="5027676"/>
            <a:ext cx="957580" cy="230504"/>
          </a:xfrm>
          <a:custGeom>
            <a:avLst/>
            <a:gdLst/>
            <a:ahLst/>
            <a:cxnLst/>
            <a:rect l="l" t="t" r="r" b="b"/>
            <a:pathLst>
              <a:path w="957579" h="230504">
                <a:moveTo>
                  <a:pt x="478535" y="0"/>
                </a:moveTo>
                <a:lnTo>
                  <a:pt x="407821" y="1248"/>
                </a:lnTo>
                <a:lnTo>
                  <a:pt x="340328" y="4875"/>
                </a:lnTo>
                <a:lnTo>
                  <a:pt x="276797" y="10701"/>
                </a:lnTo>
                <a:lnTo>
                  <a:pt x="217968" y="18549"/>
                </a:lnTo>
                <a:lnTo>
                  <a:pt x="164581" y="28238"/>
                </a:lnTo>
                <a:lnTo>
                  <a:pt x="117377" y="39591"/>
                </a:lnTo>
                <a:lnTo>
                  <a:pt x="77095" y="52430"/>
                </a:lnTo>
                <a:lnTo>
                  <a:pt x="20260" y="81847"/>
                </a:lnTo>
                <a:lnTo>
                  <a:pt x="0" y="115062"/>
                </a:lnTo>
                <a:lnTo>
                  <a:pt x="5188" y="132054"/>
                </a:lnTo>
                <a:lnTo>
                  <a:pt x="44476" y="163548"/>
                </a:lnTo>
                <a:lnTo>
                  <a:pt x="117377" y="190532"/>
                </a:lnTo>
                <a:lnTo>
                  <a:pt x="164581" y="201885"/>
                </a:lnTo>
                <a:lnTo>
                  <a:pt x="217968" y="211574"/>
                </a:lnTo>
                <a:lnTo>
                  <a:pt x="276797" y="219422"/>
                </a:lnTo>
                <a:lnTo>
                  <a:pt x="340328" y="225248"/>
                </a:lnTo>
                <a:lnTo>
                  <a:pt x="407821" y="228875"/>
                </a:lnTo>
                <a:lnTo>
                  <a:pt x="478535" y="230124"/>
                </a:lnTo>
                <a:lnTo>
                  <a:pt x="549250" y="228875"/>
                </a:lnTo>
                <a:lnTo>
                  <a:pt x="616743" y="225248"/>
                </a:lnTo>
                <a:lnTo>
                  <a:pt x="680274" y="219422"/>
                </a:lnTo>
                <a:lnTo>
                  <a:pt x="739103" y="211574"/>
                </a:lnTo>
                <a:lnTo>
                  <a:pt x="792490" y="201885"/>
                </a:lnTo>
                <a:lnTo>
                  <a:pt x="839694" y="190532"/>
                </a:lnTo>
                <a:lnTo>
                  <a:pt x="879976" y="177693"/>
                </a:lnTo>
                <a:lnTo>
                  <a:pt x="936811" y="148276"/>
                </a:lnTo>
                <a:lnTo>
                  <a:pt x="957071" y="115062"/>
                </a:lnTo>
                <a:lnTo>
                  <a:pt x="951883" y="98069"/>
                </a:lnTo>
                <a:lnTo>
                  <a:pt x="912595" y="66575"/>
                </a:lnTo>
                <a:lnTo>
                  <a:pt x="839694" y="39591"/>
                </a:lnTo>
                <a:lnTo>
                  <a:pt x="792490" y="28238"/>
                </a:lnTo>
                <a:lnTo>
                  <a:pt x="739103" y="18549"/>
                </a:lnTo>
                <a:lnTo>
                  <a:pt x="680274" y="10701"/>
                </a:lnTo>
                <a:lnTo>
                  <a:pt x="616743" y="4875"/>
                </a:lnTo>
                <a:lnTo>
                  <a:pt x="549250" y="1248"/>
                </a:lnTo>
                <a:lnTo>
                  <a:pt x="478535" y="0"/>
                </a:lnTo>
                <a:close/>
              </a:path>
            </a:pathLst>
          </a:custGeom>
          <a:solidFill>
            <a:srgbClr val="D4DF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3090164" y="5023484"/>
            <a:ext cx="4857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97155">
              <a:lnSpc>
                <a:spcPct val="100000"/>
              </a:lnSpc>
              <a:spcBef>
                <a:spcPts val="95"/>
              </a:spcBef>
            </a:pP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u</a:t>
            </a:r>
            <a:r>
              <a:rPr dirty="0" sz="650" spc="-150">
                <a:solidFill>
                  <a:srgbClr val="353E39"/>
                </a:solidFill>
                <a:latin typeface="Trebuchet MS"/>
                <a:cs typeface="Trebuchet MS"/>
              </a:rPr>
              <a:t>m</a:t>
            </a:r>
            <a:r>
              <a:rPr dirty="0" sz="650" spc="-114">
                <a:solidFill>
                  <a:srgbClr val="353E39"/>
                </a:solidFill>
                <a:latin typeface="Trebuchet MS"/>
                <a:cs typeface="Trebuchet MS"/>
              </a:rPr>
              <a:t>b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er</a:t>
            </a:r>
            <a:r>
              <a:rPr dirty="0" sz="650" spc="-114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50" spc="-90">
                <a:solidFill>
                  <a:srgbClr val="353E39"/>
                </a:solidFill>
                <a:latin typeface="Trebuchet MS"/>
                <a:cs typeface="Trebuchet MS"/>
              </a:rPr>
              <a:t>o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f  </a:t>
            </a:r>
            <a:r>
              <a:rPr dirty="0" sz="650" spc="-65">
                <a:solidFill>
                  <a:srgbClr val="353E39"/>
                </a:solidFill>
                <a:latin typeface="Trebuchet MS"/>
                <a:cs typeface="Trebuchet MS"/>
              </a:rPr>
              <a:t>c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650" spc="-130">
                <a:solidFill>
                  <a:srgbClr val="353E39"/>
                </a:solidFill>
                <a:latin typeface="Trebuchet MS"/>
                <a:cs typeface="Trebuchet MS"/>
              </a:rPr>
              <a:t>t</a:t>
            </a:r>
            <a:r>
              <a:rPr dirty="0" sz="650" spc="-95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g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o</a:t>
            </a:r>
            <a:r>
              <a:rPr dirty="0" sz="650" spc="-5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50" spc="-80">
                <a:solidFill>
                  <a:srgbClr val="353E39"/>
                </a:solidFill>
                <a:latin typeface="Trebuchet MS"/>
                <a:cs typeface="Trebuchet MS"/>
              </a:rPr>
              <a:t>i</a:t>
            </a:r>
            <a:r>
              <a:rPr dirty="0" sz="650" spc="-75">
                <a:solidFill>
                  <a:srgbClr val="353E39"/>
                </a:solidFill>
                <a:latin typeface="Trebuchet MS"/>
                <a:cs typeface="Trebuchet MS"/>
              </a:rPr>
              <a:t>es</a:t>
            </a:r>
            <a:r>
              <a:rPr dirty="0" sz="650" spc="-9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50" spc="-110">
                <a:solidFill>
                  <a:srgbClr val="353E39"/>
                </a:solidFill>
                <a:latin typeface="Trebuchet MS"/>
                <a:cs typeface="Trebuchet MS"/>
              </a:rPr>
              <a:t>k</a:t>
            </a:r>
            <a:r>
              <a:rPr dirty="0" sz="650" spc="-100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r>
              <a:rPr dirty="0" sz="650" spc="-90">
                <a:solidFill>
                  <a:srgbClr val="353E39"/>
                </a:solidFill>
                <a:latin typeface="Trebuchet MS"/>
                <a:cs typeface="Trebuchet MS"/>
              </a:rPr>
              <a:t>o</a:t>
            </a:r>
            <a:r>
              <a:rPr dirty="0" sz="650" spc="-165">
                <a:solidFill>
                  <a:srgbClr val="353E39"/>
                </a:solidFill>
                <a:latin typeface="Trebuchet MS"/>
                <a:cs typeface="Trebuchet MS"/>
              </a:rPr>
              <a:t>w</a:t>
            </a:r>
            <a:r>
              <a:rPr dirty="0" sz="650" spc="-114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endParaRPr sz="65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53311" y="3637788"/>
            <a:ext cx="411480" cy="195580"/>
          </a:xfrm>
          <a:custGeom>
            <a:avLst/>
            <a:gdLst/>
            <a:ahLst/>
            <a:cxnLst/>
            <a:rect l="l" t="t" r="r" b="b"/>
            <a:pathLst>
              <a:path w="411480" h="195579">
                <a:moveTo>
                  <a:pt x="411480" y="0"/>
                </a:moveTo>
                <a:lnTo>
                  <a:pt x="0" y="0"/>
                </a:lnTo>
                <a:lnTo>
                  <a:pt x="0" y="195072"/>
                </a:lnTo>
                <a:lnTo>
                  <a:pt x="411480" y="195072"/>
                </a:lnTo>
                <a:lnTo>
                  <a:pt x="411480" y="0"/>
                </a:lnTo>
                <a:close/>
              </a:path>
            </a:pathLst>
          </a:custGeom>
          <a:solidFill>
            <a:srgbClr val="7ED6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353311" y="3637788"/>
            <a:ext cx="411480" cy="90170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marL="67310">
              <a:lnSpc>
                <a:spcPts val="700"/>
              </a:lnSpc>
            </a:pPr>
            <a:r>
              <a:rPr dirty="0" sz="700" spc="-114">
                <a:solidFill>
                  <a:srgbClr val="353E39"/>
                </a:solidFill>
                <a:latin typeface="Trebuchet MS"/>
                <a:cs typeface="Trebuchet MS"/>
              </a:rPr>
              <a:t>Ensemble</a:t>
            </a:r>
            <a:endParaRPr sz="7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53311" y="3727484"/>
            <a:ext cx="411480" cy="105410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marL="50800">
              <a:lnSpc>
                <a:spcPts val="830"/>
              </a:lnSpc>
            </a:pPr>
            <a:r>
              <a:rPr dirty="0" sz="700" spc="-75">
                <a:solidFill>
                  <a:srgbClr val="353E39"/>
                </a:solidFill>
                <a:latin typeface="Trebuchet MS"/>
                <a:cs typeface="Trebuchet MS"/>
              </a:rPr>
              <a:t>Classifiers</a:t>
            </a:r>
            <a:endParaRPr sz="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58926" y="1800225"/>
          <a:ext cx="8630920" cy="32162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315460"/>
                <a:gridCol w="4315460"/>
              </a:tblGrid>
              <a:tr h="28562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300" spc="-200" b="1">
                          <a:latin typeface="Arial"/>
                          <a:cs typeface="Arial"/>
                        </a:rPr>
                        <a:t>Type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09601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dirty="0" sz="1300" spc="-170" b="1">
                          <a:latin typeface="Arial"/>
                          <a:cs typeface="Arial"/>
                        </a:rPr>
                        <a:t>Regression</a:t>
                      </a:r>
                      <a:r>
                        <a:rPr dirty="0" sz="1300" spc="-70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40" b="1">
                          <a:latin typeface="Arial"/>
                          <a:cs typeface="Arial"/>
                        </a:rPr>
                        <a:t>(Numerical</a:t>
                      </a:r>
                      <a:r>
                        <a:rPr dirty="0" sz="1300" spc="-75" b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-140" b="1">
                          <a:latin typeface="Arial"/>
                          <a:cs typeface="Arial"/>
                        </a:rPr>
                        <a:t>Prediction)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38735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6968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705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2224658" y="2209926"/>
            <a:ext cx="986155" cy="144145"/>
            <a:chOff x="2224658" y="2209926"/>
            <a:chExt cx="986155" cy="14414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24658" y="2209926"/>
              <a:ext cx="86412" cy="11645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28290" y="2209926"/>
              <a:ext cx="882014" cy="14389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05523" y="2209926"/>
            <a:ext cx="854201" cy="14389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56663" y="2743707"/>
            <a:ext cx="921257" cy="14389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331203" y="2632836"/>
            <a:ext cx="1400302" cy="14427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83632" y="2854198"/>
            <a:ext cx="3695826" cy="1438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130044" y="3277108"/>
            <a:ext cx="1177925" cy="11722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45503" y="3277108"/>
            <a:ext cx="1177925" cy="11722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402967" y="3648075"/>
            <a:ext cx="627507" cy="11645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6718300" y="3648075"/>
            <a:ext cx="627633" cy="11645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149475" y="4018788"/>
            <a:ext cx="1132459" cy="14389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141846" y="4018788"/>
            <a:ext cx="1780539" cy="14389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434970" y="4389501"/>
            <a:ext cx="561975" cy="14389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378447" y="4389501"/>
            <a:ext cx="1307719" cy="14389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778126" y="4760086"/>
            <a:ext cx="1877695" cy="13144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093459" y="4760086"/>
            <a:ext cx="1877694" cy="13144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54736" y="1449324"/>
            <a:ext cx="3283458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369046" cy="85572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2436114" cy="18973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705378" y="3005327"/>
            <a:ext cx="6612890" cy="3301365"/>
            <a:chOff x="1705378" y="3005327"/>
            <a:chExt cx="6612890" cy="3301365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45564" y="3005327"/>
              <a:ext cx="6210299" cy="319278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24428" y="3614233"/>
              <a:ext cx="6574790" cy="2673350"/>
            </a:xfrm>
            <a:custGeom>
              <a:avLst/>
              <a:gdLst/>
              <a:ahLst/>
              <a:cxnLst/>
              <a:rect l="l" t="t" r="r" b="b"/>
              <a:pathLst>
                <a:path w="6574790" h="2673350">
                  <a:moveTo>
                    <a:pt x="6353152" y="1230181"/>
                  </a:moveTo>
                  <a:lnTo>
                    <a:pt x="6298449" y="1198723"/>
                  </a:lnTo>
                  <a:lnTo>
                    <a:pt x="6232725" y="1173904"/>
                  </a:lnTo>
                  <a:lnTo>
                    <a:pt x="6157087" y="1155075"/>
                  </a:lnTo>
                  <a:lnTo>
                    <a:pt x="6115895" y="1147703"/>
                  </a:lnTo>
                  <a:lnTo>
                    <a:pt x="6072639" y="1141584"/>
                  </a:lnTo>
                  <a:lnTo>
                    <a:pt x="6027457" y="1136637"/>
                  </a:lnTo>
                  <a:lnTo>
                    <a:pt x="5980487" y="1132780"/>
                  </a:lnTo>
                  <a:lnTo>
                    <a:pt x="5931867" y="1129932"/>
                  </a:lnTo>
                  <a:lnTo>
                    <a:pt x="5881736" y="1128013"/>
                  </a:lnTo>
                  <a:lnTo>
                    <a:pt x="5830231" y="1126940"/>
                  </a:lnTo>
                  <a:lnTo>
                    <a:pt x="5777491" y="1126632"/>
                  </a:lnTo>
                  <a:lnTo>
                    <a:pt x="5723654" y="1127007"/>
                  </a:lnTo>
                  <a:lnTo>
                    <a:pt x="5668858" y="1127986"/>
                  </a:lnTo>
                  <a:lnTo>
                    <a:pt x="5613241" y="1129485"/>
                  </a:lnTo>
                  <a:lnTo>
                    <a:pt x="5556942" y="1131424"/>
                  </a:lnTo>
                  <a:lnTo>
                    <a:pt x="5500098" y="1133722"/>
                  </a:lnTo>
                  <a:lnTo>
                    <a:pt x="5442848" y="1136296"/>
                  </a:lnTo>
                  <a:lnTo>
                    <a:pt x="5385330" y="1139067"/>
                  </a:lnTo>
                  <a:lnTo>
                    <a:pt x="5327682" y="1141951"/>
                  </a:lnTo>
                  <a:lnTo>
                    <a:pt x="5270042" y="1144869"/>
                  </a:lnTo>
                  <a:lnTo>
                    <a:pt x="5212548" y="1147739"/>
                  </a:lnTo>
                  <a:lnTo>
                    <a:pt x="5155339" y="1150479"/>
                  </a:lnTo>
                  <a:lnTo>
                    <a:pt x="5098552" y="1153007"/>
                  </a:lnTo>
                  <a:lnTo>
                    <a:pt x="5042327" y="1155244"/>
                  </a:lnTo>
                  <a:lnTo>
                    <a:pt x="4986800" y="1157107"/>
                  </a:lnTo>
                  <a:lnTo>
                    <a:pt x="4932111" y="1158515"/>
                  </a:lnTo>
                  <a:lnTo>
                    <a:pt x="4878397" y="1159386"/>
                  </a:lnTo>
                  <a:lnTo>
                    <a:pt x="4825796" y="1159640"/>
                  </a:lnTo>
                  <a:lnTo>
                    <a:pt x="4774447" y="1159195"/>
                  </a:lnTo>
                  <a:lnTo>
                    <a:pt x="4724488" y="1157969"/>
                  </a:lnTo>
                  <a:lnTo>
                    <a:pt x="4676056" y="1155882"/>
                  </a:lnTo>
                  <a:lnTo>
                    <a:pt x="4629291" y="1152852"/>
                  </a:lnTo>
                  <a:lnTo>
                    <a:pt x="4584330" y="1148797"/>
                  </a:lnTo>
                  <a:lnTo>
                    <a:pt x="4541312" y="1143637"/>
                  </a:lnTo>
                  <a:lnTo>
                    <a:pt x="4500374" y="1137289"/>
                  </a:lnTo>
                  <a:lnTo>
                    <a:pt x="4461655" y="1129673"/>
                  </a:lnTo>
                  <a:lnTo>
                    <a:pt x="4365466" y="1102512"/>
                  </a:lnTo>
                  <a:lnTo>
                    <a:pt x="4308182" y="1081740"/>
                  </a:lnTo>
                  <a:lnTo>
                    <a:pt x="4253356" y="1058621"/>
                  </a:lnTo>
                  <a:lnTo>
                    <a:pt x="4200901" y="1033385"/>
                  </a:lnTo>
                  <a:lnTo>
                    <a:pt x="4150733" y="1006260"/>
                  </a:lnTo>
                  <a:lnTo>
                    <a:pt x="4102767" y="977476"/>
                  </a:lnTo>
                  <a:lnTo>
                    <a:pt x="4056918" y="947262"/>
                  </a:lnTo>
                  <a:lnTo>
                    <a:pt x="4013101" y="915849"/>
                  </a:lnTo>
                  <a:lnTo>
                    <a:pt x="3971230" y="883464"/>
                  </a:lnTo>
                  <a:lnTo>
                    <a:pt x="3931220" y="850339"/>
                  </a:lnTo>
                  <a:lnTo>
                    <a:pt x="3892986" y="816701"/>
                  </a:lnTo>
                  <a:lnTo>
                    <a:pt x="3856444" y="782781"/>
                  </a:lnTo>
                  <a:lnTo>
                    <a:pt x="3821508" y="748808"/>
                  </a:lnTo>
                  <a:lnTo>
                    <a:pt x="3788093" y="715011"/>
                  </a:lnTo>
                  <a:lnTo>
                    <a:pt x="3756113" y="681620"/>
                  </a:lnTo>
                  <a:lnTo>
                    <a:pt x="3725484" y="648863"/>
                  </a:lnTo>
                  <a:lnTo>
                    <a:pt x="3696121" y="616972"/>
                  </a:lnTo>
                  <a:lnTo>
                    <a:pt x="3667938" y="586174"/>
                  </a:lnTo>
                  <a:lnTo>
                    <a:pt x="3640851" y="556700"/>
                  </a:lnTo>
                  <a:lnTo>
                    <a:pt x="3614774" y="528778"/>
                  </a:lnTo>
                  <a:lnTo>
                    <a:pt x="3589622" y="502639"/>
                  </a:lnTo>
                  <a:lnTo>
                    <a:pt x="3565310" y="478511"/>
                  </a:lnTo>
                  <a:lnTo>
                    <a:pt x="3541753" y="456624"/>
                  </a:lnTo>
                  <a:lnTo>
                    <a:pt x="3495287" y="413395"/>
                  </a:lnTo>
                  <a:lnTo>
                    <a:pt x="3452646" y="370499"/>
                  </a:lnTo>
                  <a:lnTo>
                    <a:pt x="3413285" y="328336"/>
                  </a:lnTo>
                  <a:lnTo>
                    <a:pt x="3376657" y="287307"/>
                  </a:lnTo>
                  <a:lnTo>
                    <a:pt x="3342217" y="247815"/>
                  </a:lnTo>
                  <a:lnTo>
                    <a:pt x="3309419" y="210260"/>
                  </a:lnTo>
                  <a:lnTo>
                    <a:pt x="3277719" y="175043"/>
                  </a:lnTo>
                  <a:lnTo>
                    <a:pt x="3246570" y="142567"/>
                  </a:lnTo>
                  <a:lnTo>
                    <a:pt x="3215426" y="113232"/>
                  </a:lnTo>
                  <a:lnTo>
                    <a:pt x="3183743" y="87439"/>
                  </a:lnTo>
                  <a:lnTo>
                    <a:pt x="3150974" y="65591"/>
                  </a:lnTo>
                  <a:lnTo>
                    <a:pt x="3140321" y="60514"/>
                  </a:lnTo>
                  <a:lnTo>
                    <a:pt x="3124247" y="52215"/>
                  </a:lnTo>
                  <a:lnTo>
                    <a:pt x="3075859" y="30612"/>
                  </a:lnTo>
                  <a:lnTo>
                    <a:pt x="3005847" y="10099"/>
                  </a:lnTo>
                  <a:lnTo>
                    <a:pt x="2962743" y="3165"/>
                  </a:lnTo>
                  <a:lnTo>
                    <a:pt x="2914246" y="0"/>
                  </a:lnTo>
                  <a:lnTo>
                    <a:pt x="2860362" y="1767"/>
                  </a:lnTo>
                  <a:lnTo>
                    <a:pt x="2801093" y="9632"/>
                  </a:lnTo>
                  <a:lnTo>
                    <a:pt x="2736446" y="24760"/>
                  </a:lnTo>
                  <a:lnTo>
                    <a:pt x="2666423" y="48316"/>
                  </a:lnTo>
                  <a:lnTo>
                    <a:pt x="2591031" y="81466"/>
                  </a:lnTo>
                  <a:lnTo>
                    <a:pt x="2531934" y="120989"/>
                  </a:lnTo>
                  <a:lnTo>
                    <a:pt x="2488403" y="171901"/>
                  </a:lnTo>
                  <a:lnTo>
                    <a:pt x="2458011" y="232458"/>
                  </a:lnTo>
                  <a:lnTo>
                    <a:pt x="2438326" y="300919"/>
                  </a:lnTo>
                  <a:lnTo>
                    <a:pt x="2426919" y="375541"/>
                  </a:lnTo>
                  <a:lnTo>
                    <a:pt x="2423561" y="414619"/>
                  </a:lnTo>
                  <a:lnTo>
                    <a:pt x="2421361" y="454584"/>
                  </a:lnTo>
                  <a:lnTo>
                    <a:pt x="2420017" y="495218"/>
                  </a:lnTo>
                  <a:lnTo>
                    <a:pt x="2419223" y="536304"/>
                  </a:lnTo>
                  <a:lnTo>
                    <a:pt x="2418676" y="577623"/>
                  </a:lnTo>
                  <a:lnTo>
                    <a:pt x="2418074" y="618959"/>
                  </a:lnTo>
                  <a:lnTo>
                    <a:pt x="2417111" y="660093"/>
                  </a:lnTo>
                  <a:lnTo>
                    <a:pt x="2415485" y="700807"/>
                  </a:lnTo>
                  <a:lnTo>
                    <a:pt x="2412891" y="740885"/>
                  </a:lnTo>
                  <a:lnTo>
                    <a:pt x="2409026" y="780107"/>
                  </a:lnTo>
                  <a:lnTo>
                    <a:pt x="2403587" y="818257"/>
                  </a:lnTo>
                  <a:lnTo>
                    <a:pt x="2386768" y="890467"/>
                  </a:lnTo>
                  <a:lnTo>
                    <a:pt x="2360006" y="955773"/>
                  </a:lnTo>
                  <a:lnTo>
                    <a:pt x="2320871" y="1012433"/>
                  </a:lnTo>
                  <a:lnTo>
                    <a:pt x="2266933" y="1058704"/>
                  </a:lnTo>
                  <a:lnTo>
                    <a:pt x="2233653" y="1077400"/>
                  </a:lnTo>
                  <a:lnTo>
                    <a:pt x="2168186" y="1102450"/>
                  </a:lnTo>
                  <a:lnTo>
                    <a:pt x="2131038" y="1112496"/>
                  </a:lnTo>
                  <a:lnTo>
                    <a:pt x="2091186" y="1121005"/>
                  </a:lnTo>
                  <a:lnTo>
                    <a:pt x="2048809" y="1128066"/>
                  </a:lnTo>
                  <a:lnTo>
                    <a:pt x="2004086" y="1133767"/>
                  </a:lnTo>
                  <a:lnTo>
                    <a:pt x="1957196" y="1138195"/>
                  </a:lnTo>
                  <a:lnTo>
                    <a:pt x="1908317" y="1141439"/>
                  </a:lnTo>
                  <a:lnTo>
                    <a:pt x="1857628" y="1143587"/>
                  </a:lnTo>
                  <a:lnTo>
                    <a:pt x="1805309" y="1144726"/>
                  </a:lnTo>
                  <a:lnTo>
                    <a:pt x="1751538" y="1144944"/>
                  </a:lnTo>
                  <a:lnTo>
                    <a:pt x="1696495" y="1144329"/>
                  </a:lnTo>
                  <a:lnTo>
                    <a:pt x="1640358" y="1142969"/>
                  </a:lnTo>
                  <a:lnTo>
                    <a:pt x="1583306" y="1140952"/>
                  </a:lnTo>
                  <a:lnTo>
                    <a:pt x="1525518" y="1138367"/>
                  </a:lnTo>
                  <a:lnTo>
                    <a:pt x="1467173" y="1135299"/>
                  </a:lnTo>
                  <a:lnTo>
                    <a:pt x="1408449" y="1131839"/>
                  </a:lnTo>
                  <a:lnTo>
                    <a:pt x="1349527" y="1128073"/>
                  </a:lnTo>
                  <a:lnTo>
                    <a:pt x="1290584" y="1124089"/>
                  </a:lnTo>
                  <a:lnTo>
                    <a:pt x="1231800" y="1119976"/>
                  </a:lnTo>
                  <a:lnTo>
                    <a:pt x="1173354" y="1115821"/>
                  </a:lnTo>
                  <a:lnTo>
                    <a:pt x="1115424" y="1111713"/>
                  </a:lnTo>
                  <a:lnTo>
                    <a:pt x="1058189" y="1107738"/>
                  </a:lnTo>
                  <a:lnTo>
                    <a:pt x="1001829" y="1103985"/>
                  </a:lnTo>
                  <a:lnTo>
                    <a:pt x="946521" y="1100542"/>
                  </a:lnTo>
                  <a:lnTo>
                    <a:pt x="892447" y="1097497"/>
                  </a:lnTo>
                  <a:lnTo>
                    <a:pt x="839783" y="1094938"/>
                  </a:lnTo>
                  <a:lnTo>
                    <a:pt x="788709" y="1092952"/>
                  </a:lnTo>
                  <a:lnTo>
                    <a:pt x="739404" y="1091628"/>
                  </a:lnTo>
                  <a:lnTo>
                    <a:pt x="692047" y="1091052"/>
                  </a:lnTo>
                  <a:lnTo>
                    <a:pt x="646816" y="1091315"/>
                  </a:lnTo>
                  <a:lnTo>
                    <a:pt x="603892" y="1092502"/>
                  </a:lnTo>
                  <a:lnTo>
                    <a:pt x="563452" y="1094702"/>
                  </a:lnTo>
                  <a:lnTo>
                    <a:pt x="490741" y="1102494"/>
                  </a:lnTo>
                  <a:lnTo>
                    <a:pt x="386220" y="1126000"/>
                  </a:lnTo>
                  <a:lnTo>
                    <a:pt x="323800" y="1146072"/>
                  </a:lnTo>
                  <a:lnTo>
                    <a:pt x="270688" y="1168400"/>
                  </a:lnTo>
                  <a:lnTo>
                    <a:pt x="226004" y="1192909"/>
                  </a:lnTo>
                  <a:lnTo>
                    <a:pt x="188869" y="1219520"/>
                  </a:lnTo>
                  <a:lnTo>
                    <a:pt x="158403" y="1248157"/>
                  </a:lnTo>
                  <a:lnTo>
                    <a:pt x="133724" y="1278743"/>
                  </a:lnTo>
                  <a:lnTo>
                    <a:pt x="98212" y="1345453"/>
                  </a:lnTo>
                  <a:lnTo>
                    <a:pt x="85619" y="1381424"/>
                  </a:lnTo>
                  <a:lnTo>
                    <a:pt x="75293" y="1419036"/>
                  </a:lnTo>
                  <a:lnTo>
                    <a:pt x="66356" y="1458212"/>
                  </a:lnTo>
                  <a:lnTo>
                    <a:pt x="57927" y="1498876"/>
                  </a:lnTo>
                  <a:lnTo>
                    <a:pt x="49126" y="1540950"/>
                  </a:lnTo>
                  <a:lnTo>
                    <a:pt x="37537" y="1599663"/>
                  </a:lnTo>
                  <a:lnTo>
                    <a:pt x="25408" y="1673923"/>
                  </a:lnTo>
                  <a:lnTo>
                    <a:pt x="19601" y="1715887"/>
                  </a:lnTo>
                  <a:lnTo>
                    <a:pt x="14213" y="1760545"/>
                  </a:lnTo>
                  <a:lnTo>
                    <a:pt x="9428" y="1807497"/>
                  </a:lnTo>
                  <a:lnTo>
                    <a:pt x="5429" y="1856347"/>
                  </a:lnTo>
                  <a:lnTo>
                    <a:pt x="2402" y="1906695"/>
                  </a:lnTo>
                  <a:lnTo>
                    <a:pt x="530" y="1958145"/>
                  </a:lnTo>
                  <a:lnTo>
                    <a:pt x="0" y="2010298"/>
                  </a:lnTo>
                  <a:lnTo>
                    <a:pt x="993" y="2062756"/>
                  </a:lnTo>
                  <a:lnTo>
                    <a:pt x="3696" y="2115122"/>
                  </a:lnTo>
                  <a:lnTo>
                    <a:pt x="8293" y="2166998"/>
                  </a:lnTo>
                  <a:lnTo>
                    <a:pt x="14968" y="2217985"/>
                  </a:lnTo>
                  <a:lnTo>
                    <a:pt x="23905" y="2267685"/>
                  </a:lnTo>
                  <a:lnTo>
                    <a:pt x="35289" y="2315702"/>
                  </a:lnTo>
                  <a:lnTo>
                    <a:pt x="49305" y="2361636"/>
                  </a:lnTo>
                  <a:lnTo>
                    <a:pt x="66136" y="2405091"/>
                  </a:lnTo>
                  <a:lnTo>
                    <a:pt x="85968" y="2445668"/>
                  </a:lnTo>
                  <a:lnTo>
                    <a:pt x="108984" y="2482969"/>
                  </a:lnTo>
                  <a:lnTo>
                    <a:pt x="135370" y="2516596"/>
                  </a:lnTo>
                  <a:lnTo>
                    <a:pt x="165309" y="2546151"/>
                  </a:lnTo>
                  <a:lnTo>
                    <a:pt x="198986" y="2571237"/>
                  </a:lnTo>
                  <a:lnTo>
                    <a:pt x="256927" y="2601679"/>
                  </a:lnTo>
                  <a:lnTo>
                    <a:pt x="323412" y="2625313"/>
                  </a:lnTo>
                  <a:lnTo>
                    <a:pt x="397740" y="2642836"/>
                  </a:lnTo>
                  <a:lnTo>
                    <a:pt x="437626" y="2649523"/>
                  </a:lnTo>
                  <a:lnTo>
                    <a:pt x="479210" y="2654944"/>
                  </a:lnTo>
                  <a:lnTo>
                    <a:pt x="522404" y="2659185"/>
                  </a:lnTo>
                  <a:lnTo>
                    <a:pt x="567120" y="2662334"/>
                  </a:lnTo>
                  <a:lnTo>
                    <a:pt x="613271" y="2664477"/>
                  </a:lnTo>
                  <a:lnTo>
                    <a:pt x="660769" y="2665702"/>
                  </a:lnTo>
                  <a:lnTo>
                    <a:pt x="709527" y="2666096"/>
                  </a:lnTo>
                  <a:lnTo>
                    <a:pt x="759457" y="2665745"/>
                  </a:lnTo>
                  <a:lnTo>
                    <a:pt x="810471" y="2664738"/>
                  </a:lnTo>
                  <a:lnTo>
                    <a:pt x="862482" y="2663160"/>
                  </a:lnTo>
                  <a:lnTo>
                    <a:pt x="915402" y="2661100"/>
                  </a:lnTo>
                  <a:lnTo>
                    <a:pt x="969143" y="2658643"/>
                  </a:lnTo>
                  <a:lnTo>
                    <a:pt x="1023617" y="2655878"/>
                  </a:lnTo>
                  <a:lnTo>
                    <a:pt x="1078738" y="2652891"/>
                  </a:lnTo>
                  <a:lnTo>
                    <a:pt x="1134417" y="2649769"/>
                  </a:lnTo>
                  <a:lnTo>
                    <a:pt x="1190567" y="2646600"/>
                  </a:lnTo>
                  <a:lnTo>
                    <a:pt x="1247100" y="2643471"/>
                  </a:lnTo>
                  <a:lnTo>
                    <a:pt x="1303928" y="2640468"/>
                  </a:lnTo>
                  <a:lnTo>
                    <a:pt x="1360964" y="2637678"/>
                  </a:lnTo>
                  <a:lnTo>
                    <a:pt x="1418120" y="2635189"/>
                  </a:lnTo>
                  <a:lnTo>
                    <a:pt x="1475309" y="2633088"/>
                  </a:lnTo>
                  <a:lnTo>
                    <a:pt x="1532443" y="2631462"/>
                  </a:lnTo>
                  <a:lnTo>
                    <a:pt x="1589434" y="2630398"/>
                  </a:lnTo>
                  <a:lnTo>
                    <a:pt x="1646194" y="2629983"/>
                  </a:lnTo>
                  <a:lnTo>
                    <a:pt x="1702637" y="2630304"/>
                  </a:lnTo>
                  <a:lnTo>
                    <a:pt x="1758673" y="2631448"/>
                  </a:lnTo>
                  <a:lnTo>
                    <a:pt x="1803843" y="2632736"/>
                  </a:lnTo>
                  <a:lnTo>
                    <a:pt x="1850024" y="2634062"/>
                  </a:lnTo>
                  <a:lnTo>
                    <a:pt x="1897158" y="2635423"/>
                  </a:lnTo>
                  <a:lnTo>
                    <a:pt x="1945186" y="2636813"/>
                  </a:lnTo>
                  <a:lnTo>
                    <a:pt x="1994048" y="2638229"/>
                  </a:lnTo>
                  <a:lnTo>
                    <a:pt x="2043686" y="2639667"/>
                  </a:lnTo>
                  <a:lnTo>
                    <a:pt x="2094041" y="2641123"/>
                  </a:lnTo>
                  <a:lnTo>
                    <a:pt x="2145052" y="2642592"/>
                  </a:lnTo>
                  <a:lnTo>
                    <a:pt x="2196662" y="2644071"/>
                  </a:lnTo>
                  <a:lnTo>
                    <a:pt x="2248810" y="2645556"/>
                  </a:lnTo>
                  <a:lnTo>
                    <a:pt x="2301438" y="2647043"/>
                  </a:lnTo>
                  <a:lnTo>
                    <a:pt x="2354487" y="2648527"/>
                  </a:lnTo>
                  <a:lnTo>
                    <a:pt x="2407898" y="2650005"/>
                  </a:lnTo>
                  <a:lnTo>
                    <a:pt x="2461611" y="2651472"/>
                  </a:lnTo>
                  <a:lnTo>
                    <a:pt x="2515567" y="2652925"/>
                  </a:lnTo>
                  <a:lnTo>
                    <a:pt x="2569708" y="2654359"/>
                  </a:lnTo>
                  <a:lnTo>
                    <a:pt x="2623973" y="2655770"/>
                  </a:lnTo>
                  <a:lnTo>
                    <a:pt x="2678305" y="2657155"/>
                  </a:lnTo>
                  <a:lnTo>
                    <a:pt x="2732643" y="2658509"/>
                  </a:lnTo>
                  <a:lnTo>
                    <a:pt x="2786929" y="2659828"/>
                  </a:lnTo>
                  <a:lnTo>
                    <a:pt x="2841103" y="2661108"/>
                  </a:lnTo>
                  <a:lnTo>
                    <a:pt x="2895107" y="2662346"/>
                  </a:lnTo>
                  <a:lnTo>
                    <a:pt x="2948882" y="2663536"/>
                  </a:lnTo>
                  <a:lnTo>
                    <a:pt x="3002367" y="2664676"/>
                  </a:lnTo>
                  <a:lnTo>
                    <a:pt x="3055505" y="2665760"/>
                  </a:lnTo>
                  <a:lnTo>
                    <a:pt x="3108235" y="2666785"/>
                  </a:lnTo>
                  <a:lnTo>
                    <a:pt x="3160499" y="2667748"/>
                  </a:lnTo>
                  <a:lnTo>
                    <a:pt x="3212238" y="2668643"/>
                  </a:lnTo>
                  <a:lnTo>
                    <a:pt x="3263393" y="2669467"/>
                  </a:lnTo>
                  <a:lnTo>
                    <a:pt x="3313903" y="2670215"/>
                  </a:lnTo>
                  <a:lnTo>
                    <a:pt x="3363712" y="2670885"/>
                  </a:lnTo>
                  <a:lnTo>
                    <a:pt x="3412758" y="2671471"/>
                  </a:lnTo>
                  <a:lnTo>
                    <a:pt x="3460983" y="2671969"/>
                  </a:lnTo>
                  <a:lnTo>
                    <a:pt x="3508329" y="2672377"/>
                  </a:lnTo>
                  <a:lnTo>
                    <a:pt x="3554735" y="2672688"/>
                  </a:lnTo>
                  <a:lnTo>
                    <a:pt x="3600142" y="2672900"/>
                  </a:lnTo>
                  <a:lnTo>
                    <a:pt x="3644493" y="2673009"/>
                  </a:lnTo>
                  <a:lnTo>
                    <a:pt x="3687726" y="2673010"/>
                  </a:lnTo>
                  <a:lnTo>
                    <a:pt x="3729784" y="2672899"/>
                  </a:lnTo>
                  <a:lnTo>
                    <a:pt x="3770607" y="2672672"/>
                  </a:lnTo>
                  <a:lnTo>
                    <a:pt x="3835219" y="2671930"/>
                  </a:lnTo>
                  <a:lnTo>
                    <a:pt x="3895391" y="2670684"/>
                  </a:lnTo>
                  <a:lnTo>
                    <a:pt x="3951557" y="2668980"/>
                  </a:lnTo>
                  <a:lnTo>
                    <a:pt x="4004150" y="2666863"/>
                  </a:lnTo>
                  <a:lnTo>
                    <a:pt x="4053603" y="2664379"/>
                  </a:lnTo>
                  <a:lnTo>
                    <a:pt x="4100351" y="2661575"/>
                  </a:lnTo>
                  <a:lnTo>
                    <a:pt x="4144827" y="2658497"/>
                  </a:lnTo>
                  <a:lnTo>
                    <a:pt x="4187464" y="2655189"/>
                  </a:lnTo>
                  <a:lnTo>
                    <a:pt x="4228696" y="2651699"/>
                  </a:lnTo>
                  <a:lnTo>
                    <a:pt x="4268957" y="2648071"/>
                  </a:lnTo>
                  <a:lnTo>
                    <a:pt x="4308680" y="2644353"/>
                  </a:lnTo>
                  <a:lnTo>
                    <a:pt x="4348299" y="2640589"/>
                  </a:lnTo>
                  <a:lnTo>
                    <a:pt x="4388247" y="2636826"/>
                  </a:lnTo>
                  <a:lnTo>
                    <a:pt x="4428958" y="2633109"/>
                  </a:lnTo>
                  <a:lnTo>
                    <a:pt x="4470866" y="2629485"/>
                  </a:lnTo>
                  <a:lnTo>
                    <a:pt x="4514404" y="2625999"/>
                  </a:lnTo>
                  <a:lnTo>
                    <a:pt x="4560006" y="2622698"/>
                  </a:lnTo>
                  <a:lnTo>
                    <a:pt x="4608105" y="2619626"/>
                  </a:lnTo>
                  <a:lnTo>
                    <a:pt x="4659135" y="2616831"/>
                  </a:lnTo>
                  <a:lnTo>
                    <a:pt x="4713529" y="2614358"/>
                  </a:lnTo>
                  <a:lnTo>
                    <a:pt x="4771722" y="2612252"/>
                  </a:lnTo>
                  <a:lnTo>
                    <a:pt x="4834146" y="2610560"/>
                  </a:lnTo>
                  <a:lnTo>
                    <a:pt x="4901236" y="2609328"/>
                  </a:lnTo>
                  <a:lnTo>
                    <a:pt x="4973424" y="2608601"/>
                  </a:lnTo>
                  <a:lnTo>
                    <a:pt x="5033230" y="2608711"/>
                  </a:lnTo>
                  <a:lnTo>
                    <a:pt x="5092812" y="2609699"/>
                  </a:lnTo>
                  <a:lnTo>
                    <a:pt x="5152098" y="2611447"/>
                  </a:lnTo>
                  <a:lnTo>
                    <a:pt x="5211018" y="2613840"/>
                  </a:lnTo>
                  <a:lnTo>
                    <a:pt x="5269498" y="2616761"/>
                  </a:lnTo>
                  <a:lnTo>
                    <a:pt x="5327468" y="2620092"/>
                  </a:lnTo>
                  <a:lnTo>
                    <a:pt x="5384854" y="2623719"/>
                  </a:lnTo>
                  <a:lnTo>
                    <a:pt x="5441586" y="2627524"/>
                  </a:lnTo>
                  <a:lnTo>
                    <a:pt x="5497592" y="2631391"/>
                  </a:lnTo>
                  <a:lnTo>
                    <a:pt x="5552798" y="2635203"/>
                  </a:lnTo>
                  <a:lnTo>
                    <a:pt x="5607135" y="2638844"/>
                  </a:lnTo>
                  <a:lnTo>
                    <a:pt x="5660529" y="2642198"/>
                  </a:lnTo>
                  <a:lnTo>
                    <a:pt x="5712909" y="2645147"/>
                  </a:lnTo>
                  <a:lnTo>
                    <a:pt x="5764203" y="2647576"/>
                  </a:lnTo>
                  <a:lnTo>
                    <a:pt x="5814339" y="2649368"/>
                  </a:lnTo>
                  <a:lnTo>
                    <a:pt x="5863245" y="2650406"/>
                  </a:lnTo>
                  <a:lnTo>
                    <a:pt x="5910850" y="2650574"/>
                  </a:lnTo>
                  <a:lnTo>
                    <a:pt x="5957081" y="2649756"/>
                  </a:lnTo>
                  <a:lnTo>
                    <a:pt x="6001867" y="2647835"/>
                  </a:lnTo>
                  <a:lnTo>
                    <a:pt x="6045135" y="2644694"/>
                  </a:lnTo>
                  <a:lnTo>
                    <a:pt x="6086814" y="2640218"/>
                  </a:lnTo>
                  <a:lnTo>
                    <a:pt x="6126832" y="2634288"/>
                  </a:lnTo>
                  <a:lnTo>
                    <a:pt x="6165117" y="2626790"/>
                  </a:lnTo>
                  <a:lnTo>
                    <a:pt x="6236201" y="2606622"/>
                  </a:lnTo>
                  <a:lnTo>
                    <a:pt x="6299491" y="2578779"/>
                  </a:lnTo>
                  <a:lnTo>
                    <a:pt x="6354411" y="2542332"/>
                  </a:lnTo>
                  <a:lnTo>
                    <a:pt x="6400303" y="2496533"/>
                  </a:lnTo>
                  <a:lnTo>
                    <a:pt x="6440620" y="2438186"/>
                  </a:lnTo>
                  <a:lnTo>
                    <a:pt x="6459091" y="2404376"/>
                  </a:lnTo>
                  <a:lnTo>
                    <a:pt x="6476374" y="2367796"/>
                  </a:lnTo>
                  <a:lnTo>
                    <a:pt x="6492421" y="2328685"/>
                  </a:lnTo>
                  <a:lnTo>
                    <a:pt x="6507185" y="2287282"/>
                  </a:lnTo>
                  <a:lnTo>
                    <a:pt x="6520618" y="2243829"/>
                  </a:lnTo>
                  <a:lnTo>
                    <a:pt x="6532674" y="2198565"/>
                  </a:lnTo>
                  <a:lnTo>
                    <a:pt x="6543303" y="2151729"/>
                  </a:lnTo>
                  <a:lnTo>
                    <a:pt x="6552460" y="2103562"/>
                  </a:lnTo>
                  <a:lnTo>
                    <a:pt x="6560096" y="2054304"/>
                  </a:lnTo>
                  <a:lnTo>
                    <a:pt x="6566165" y="2004195"/>
                  </a:lnTo>
                  <a:lnTo>
                    <a:pt x="6570618" y="1953474"/>
                  </a:lnTo>
                  <a:lnTo>
                    <a:pt x="6573408" y="1902382"/>
                  </a:lnTo>
                  <a:lnTo>
                    <a:pt x="6574487" y="1851158"/>
                  </a:lnTo>
                  <a:lnTo>
                    <a:pt x="6573809" y="1800043"/>
                  </a:lnTo>
                  <a:lnTo>
                    <a:pt x="6571325" y="1749276"/>
                  </a:lnTo>
                  <a:lnTo>
                    <a:pt x="6566989" y="1699097"/>
                  </a:lnTo>
                  <a:lnTo>
                    <a:pt x="6560752" y="1649747"/>
                  </a:lnTo>
                  <a:lnTo>
                    <a:pt x="6552568" y="1601465"/>
                  </a:lnTo>
                  <a:lnTo>
                    <a:pt x="6542388" y="1554491"/>
                  </a:lnTo>
                  <a:lnTo>
                    <a:pt x="6530165" y="1509065"/>
                  </a:lnTo>
                  <a:lnTo>
                    <a:pt x="6515853" y="1465427"/>
                  </a:lnTo>
                  <a:lnTo>
                    <a:pt x="6499403" y="1423817"/>
                  </a:lnTo>
                  <a:lnTo>
                    <a:pt x="6480767" y="1384475"/>
                  </a:lnTo>
                  <a:lnTo>
                    <a:pt x="6459899" y="1347640"/>
                  </a:lnTo>
                  <a:lnTo>
                    <a:pt x="6436751" y="1313554"/>
                  </a:lnTo>
                  <a:lnTo>
                    <a:pt x="6411276" y="1282455"/>
                  </a:lnTo>
                  <a:lnTo>
                    <a:pt x="6383425" y="1254584"/>
                  </a:lnTo>
                  <a:lnTo>
                    <a:pt x="6353152" y="1230181"/>
                  </a:lnTo>
                  <a:close/>
                </a:path>
              </a:pathLst>
            </a:custGeom>
            <a:ln w="38100">
              <a:solidFill>
                <a:srgbClr val="FF13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658868" y="3361943"/>
              <a:ext cx="52069" cy="96520"/>
            </a:xfrm>
            <a:custGeom>
              <a:avLst/>
              <a:gdLst/>
              <a:ahLst/>
              <a:cxnLst/>
              <a:rect l="l" t="t" r="r" b="b"/>
              <a:pathLst>
                <a:path w="52070" h="96520">
                  <a:moveTo>
                    <a:pt x="51815" y="0"/>
                  </a:moveTo>
                  <a:lnTo>
                    <a:pt x="0" y="0"/>
                  </a:lnTo>
                  <a:lnTo>
                    <a:pt x="0" y="96012"/>
                  </a:lnTo>
                  <a:lnTo>
                    <a:pt x="51815" y="96012"/>
                  </a:lnTo>
                  <a:lnTo>
                    <a:pt x="51815" y="0"/>
                  </a:lnTo>
                  <a:close/>
                </a:path>
              </a:pathLst>
            </a:custGeom>
            <a:solidFill>
              <a:srgbClr val="D4DFF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497835" y="3701796"/>
            <a:ext cx="498475" cy="170815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algn="ctr">
              <a:lnSpc>
                <a:spcPts val="630"/>
              </a:lnSpc>
            </a:pPr>
            <a:r>
              <a:rPr dirty="0" sz="600" spc="-90">
                <a:solidFill>
                  <a:srgbClr val="353E39"/>
                </a:solidFill>
                <a:latin typeface="Trebuchet MS"/>
                <a:cs typeface="Trebuchet MS"/>
              </a:rPr>
              <a:t>kernel</a:t>
            </a:r>
            <a:endParaRPr sz="600">
              <a:latin typeface="Trebuchet MS"/>
              <a:cs typeface="Trebuchet MS"/>
            </a:endParaRPr>
          </a:p>
          <a:p>
            <a:pPr algn="ctr">
              <a:lnSpc>
                <a:spcPts val="715"/>
              </a:lnSpc>
            </a:pPr>
            <a:r>
              <a:rPr dirty="0" sz="600" spc="-100">
                <a:solidFill>
                  <a:srgbClr val="353E39"/>
                </a:solidFill>
                <a:latin typeface="Trebuchet MS"/>
                <a:cs typeface="Trebuchet MS"/>
              </a:rPr>
              <a:t>approximation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592823" y="4123944"/>
            <a:ext cx="739140" cy="83820"/>
          </a:xfrm>
          <a:custGeom>
            <a:avLst/>
            <a:gdLst/>
            <a:ahLst/>
            <a:cxnLst/>
            <a:rect l="l" t="t" r="r" b="b"/>
            <a:pathLst>
              <a:path w="739140" h="83820">
                <a:moveTo>
                  <a:pt x="739140" y="0"/>
                </a:moveTo>
                <a:lnTo>
                  <a:pt x="0" y="0"/>
                </a:lnTo>
                <a:lnTo>
                  <a:pt x="0" y="83819"/>
                </a:lnTo>
                <a:lnTo>
                  <a:pt x="739140" y="83819"/>
                </a:lnTo>
                <a:lnTo>
                  <a:pt x="739140" y="0"/>
                </a:lnTo>
                <a:close/>
              </a:path>
            </a:pathLst>
          </a:custGeom>
          <a:solidFill>
            <a:srgbClr val="7ED6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724015" y="4106926"/>
            <a:ext cx="51943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75">
                <a:solidFill>
                  <a:srgbClr val="353E39"/>
                </a:solidFill>
                <a:latin typeface="Trebuchet MS"/>
                <a:cs typeface="Trebuchet MS"/>
              </a:rPr>
              <a:t>S</a:t>
            </a:r>
            <a:r>
              <a:rPr dirty="0" sz="600" spc="-120">
                <a:solidFill>
                  <a:srgbClr val="353E39"/>
                </a:solidFill>
                <a:latin typeface="Trebuchet MS"/>
                <a:cs typeface="Trebuchet MS"/>
              </a:rPr>
              <a:t>V</a:t>
            </a:r>
            <a:r>
              <a:rPr dirty="0" sz="600" spc="-9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00" spc="-4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00" spc="-70">
                <a:solidFill>
                  <a:srgbClr val="353E39"/>
                </a:solidFill>
                <a:latin typeface="Trebuchet MS"/>
                <a:cs typeface="Trebuchet MS"/>
              </a:rPr>
              <a:t>(</a:t>
            </a:r>
            <a:r>
              <a:rPr dirty="0" sz="600" spc="-114">
                <a:solidFill>
                  <a:srgbClr val="353E39"/>
                </a:solidFill>
                <a:latin typeface="Trebuchet MS"/>
                <a:cs typeface="Trebuchet MS"/>
              </a:rPr>
              <a:t>k</a:t>
            </a:r>
            <a:r>
              <a:rPr dirty="0" sz="600" spc="-105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00" spc="-4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00" spc="-105">
                <a:solidFill>
                  <a:srgbClr val="353E39"/>
                </a:solidFill>
                <a:latin typeface="Trebuchet MS"/>
                <a:cs typeface="Trebuchet MS"/>
              </a:rPr>
              <a:t>ne</a:t>
            </a:r>
            <a:r>
              <a:rPr dirty="0" sz="600" spc="-90">
                <a:solidFill>
                  <a:srgbClr val="353E39"/>
                </a:solidFill>
                <a:latin typeface="Trebuchet MS"/>
                <a:cs typeface="Trebuchet MS"/>
              </a:rPr>
              <a:t>l=‘</a:t>
            </a:r>
            <a:r>
              <a:rPr dirty="0" sz="600" spc="-75">
                <a:solidFill>
                  <a:srgbClr val="353E39"/>
                </a:solidFill>
                <a:latin typeface="Trebuchet MS"/>
                <a:cs typeface="Trebuchet MS"/>
              </a:rPr>
              <a:t>l</a:t>
            </a:r>
            <a:r>
              <a:rPr dirty="0" sz="600" spc="-70">
                <a:solidFill>
                  <a:srgbClr val="353E39"/>
                </a:solidFill>
                <a:latin typeface="Trebuchet MS"/>
                <a:cs typeface="Trebuchet MS"/>
              </a:rPr>
              <a:t>i</a:t>
            </a:r>
            <a:r>
              <a:rPr dirty="0" sz="600" spc="-105">
                <a:solidFill>
                  <a:srgbClr val="353E39"/>
                </a:solidFill>
                <a:latin typeface="Trebuchet MS"/>
                <a:cs typeface="Trebuchet MS"/>
              </a:rPr>
              <a:t>ne</a:t>
            </a:r>
            <a:r>
              <a:rPr dirty="0" sz="600" spc="-95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600" spc="-4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00" spc="-130">
                <a:solidFill>
                  <a:srgbClr val="353E39"/>
                </a:solidFill>
                <a:latin typeface="Trebuchet MS"/>
                <a:cs typeface="Trebuchet MS"/>
              </a:rPr>
              <a:t>’</a:t>
            </a:r>
            <a:r>
              <a:rPr dirty="0" sz="600" spc="-65">
                <a:solidFill>
                  <a:srgbClr val="353E39"/>
                </a:solidFill>
                <a:latin typeface="Trebuchet MS"/>
                <a:cs typeface="Trebuchet MS"/>
              </a:rPr>
              <a:t>)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69023" y="4373879"/>
            <a:ext cx="579120" cy="74930"/>
          </a:xfrm>
          <a:custGeom>
            <a:avLst/>
            <a:gdLst/>
            <a:ahLst/>
            <a:cxnLst/>
            <a:rect l="l" t="t" r="r" b="b"/>
            <a:pathLst>
              <a:path w="579120" h="74929">
                <a:moveTo>
                  <a:pt x="579120" y="0"/>
                </a:moveTo>
                <a:lnTo>
                  <a:pt x="0" y="0"/>
                </a:lnTo>
                <a:lnTo>
                  <a:pt x="0" y="74676"/>
                </a:lnTo>
                <a:lnTo>
                  <a:pt x="579120" y="74676"/>
                </a:lnTo>
                <a:lnTo>
                  <a:pt x="579120" y="0"/>
                </a:lnTo>
                <a:close/>
              </a:path>
            </a:pathLst>
          </a:custGeom>
          <a:solidFill>
            <a:srgbClr val="7ED6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747129" y="4351096"/>
            <a:ext cx="45085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70">
                <a:solidFill>
                  <a:srgbClr val="353E39"/>
                </a:solidFill>
                <a:latin typeface="Trebuchet MS"/>
                <a:cs typeface="Trebuchet MS"/>
              </a:rPr>
              <a:t>S</a:t>
            </a:r>
            <a:r>
              <a:rPr dirty="0" sz="600" spc="-120">
                <a:solidFill>
                  <a:srgbClr val="353E39"/>
                </a:solidFill>
                <a:latin typeface="Trebuchet MS"/>
                <a:cs typeface="Trebuchet MS"/>
              </a:rPr>
              <a:t>V</a:t>
            </a:r>
            <a:r>
              <a:rPr dirty="0" sz="600" spc="-9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00" spc="-4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00" spc="-70">
                <a:solidFill>
                  <a:srgbClr val="353E39"/>
                </a:solidFill>
                <a:latin typeface="Trebuchet MS"/>
                <a:cs typeface="Trebuchet MS"/>
              </a:rPr>
              <a:t>(</a:t>
            </a:r>
            <a:r>
              <a:rPr dirty="0" sz="600" spc="-114">
                <a:solidFill>
                  <a:srgbClr val="353E39"/>
                </a:solidFill>
                <a:latin typeface="Trebuchet MS"/>
                <a:cs typeface="Trebuchet MS"/>
              </a:rPr>
              <a:t>k</a:t>
            </a:r>
            <a:r>
              <a:rPr dirty="0" sz="600" spc="-105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00" spc="-4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00" spc="-105">
                <a:solidFill>
                  <a:srgbClr val="353E39"/>
                </a:solidFill>
                <a:latin typeface="Trebuchet MS"/>
                <a:cs typeface="Trebuchet MS"/>
              </a:rPr>
              <a:t>ne</a:t>
            </a:r>
            <a:r>
              <a:rPr dirty="0" sz="600" spc="-85">
                <a:solidFill>
                  <a:srgbClr val="353E39"/>
                </a:solidFill>
                <a:latin typeface="Trebuchet MS"/>
                <a:cs typeface="Trebuchet MS"/>
              </a:rPr>
              <a:t>l=‘</a:t>
            </a:r>
            <a:r>
              <a:rPr dirty="0" sz="600" spc="-4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00" spc="-114">
                <a:solidFill>
                  <a:srgbClr val="353E39"/>
                </a:solidFill>
                <a:latin typeface="Trebuchet MS"/>
                <a:cs typeface="Trebuchet MS"/>
              </a:rPr>
              <a:t>b</a:t>
            </a:r>
            <a:r>
              <a:rPr dirty="0" sz="600" spc="-90">
                <a:solidFill>
                  <a:srgbClr val="353E39"/>
                </a:solidFill>
                <a:latin typeface="Trebuchet MS"/>
                <a:cs typeface="Trebuchet MS"/>
              </a:rPr>
              <a:t>f</a:t>
            </a:r>
            <a:r>
              <a:rPr dirty="0" sz="600" spc="-130">
                <a:solidFill>
                  <a:srgbClr val="353E39"/>
                </a:solidFill>
                <a:latin typeface="Trebuchet MS"/>
                <a:cs typeface="Trebuchet MS"/>
              </a:rPr>
              <a:t>’</a:t>
            </a:r>
            <a:r>
              <a:rPr dirty="0" sz="600" spc="-65">
                <a:solidFill>
                  <a:srgbClr val="353E39"/>
                </a:solidFill>
                <a:latin typeface="Trebuchet MS"/>
                <a:cs typeface="Trebuchet MS"/>
              </a:rPr>
              <a:t>)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418076" y="4107179"/>
            <a:ext cx="416559" cy="68580"/>
          </a:xfrm>
          <a:custGeom>
            <a:avLst/>
            <a:gdLst/>
            <a:ahLst/>
            <a:cxnLst/>
            <a:rect l="l" t="t" r="r" b="b"/>
            <a:pathLst>
              <a:path w="416560" h="68579">
                <a:moveTo>
                  <a:pt x="416051" y="0"/>
                </a:moveTo>
                <a:lnTo>
                  <a:pt x="0" y="0"/>
                </a:lnTo>
                <a:lnTo>
                  <a:pt x="0" y="68580"/>
                </a:lnTo>
                <a:lnTo>
                  <a:pt x="416051" y="68580"/>
                </a:lnTo>
                <a:lnTo>
                  <a:pt x="416051" y="0"/>
                </a:lnTo>
                <a:close/>
              </a:path>
            </a:pathLst>
          </a:custGeom>
          <a:solidFill>
            <a:srgbClr val="D4DF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462653" y="4084701"/>
            <a:ext cx="3130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65">
                <a:solidFill>
                  <a:srgbClr val="353E39"/>
                </a:solidFill>
                <a:latin typeface="Trebuchet MS"/>
                <a:cs typeface="Trebuchet MS"/>
              </a:rPr>
              <a:t>l</a:t>
            </a:r>
            <a:r>
              <a:rPr dirty="0" sz="600" spc="-105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600" spc="-110">
                <a:solidFill>
                  <a:srgbClr val="353E39"/>
                </a:solidFill>
                <a:latin typeface="Trebuchet MS"/>
                <a:cs typeface="Trebuchet MS"/>
              </a:rPr>
              <a:t>be</a:t>
            </a:r>
            <a:r>
              <a:rPr dirty="0" sz="600" spc="-70">
                <a:solidFill>
                  <a:srgbClr val="353E39"/>
                </a:solidFill>
                <a:latin typeface="Trebuchet MS"/>
                <a:cs typeface="Trebuchet MS"/>
              </a:rPr>
              <a:t>l</a:t>
            </a:r>
            <a:r>
              <a:rPr dirty="0" sz="600" spc="-114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00" spc="-110">
                <a:solidFill>
                  <a:srgbClr val="353E39"/>
                </a:solidFill>
                <a:latin typeface="Trebuchet MS"/>
                <a:cs typeface="Trebuchet MS"/>
              </a:rPr>
              <a:t>d</a:t>
            </a:r>
            <a:r>
              <a:rPr dirty="0" sz="600" spc="-75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00" spc="-100">
                <a:solidFill>
                  <a:srgbClr val="353E39"/>
                </a:solidFill>
                <a:latin typeface="Trebuchet MS"/>
                <a:cs typeface="Trebuchet MS"/>
              </a:rPr>
              <a:t>da</a:t>
            </a:r>
            <a:r>
              <a:rPr dirty="0" sz="600" spc="-125">
                <a:solidFill>
                  <a:srgbClr val="353E39"/>
                </a:solidFill>
                <a:latin typeface="Trebuchet MS"/>
                <a:cs typeface="Trebuchet MS"/>
              </a:rPr>
              <a:t>t</a:t>
            </a:r>
            <a:r>
              <a:rPr dirty="0" sz="600" spc="-95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15639" y="5181600"/>
            <a:ext cx="739140" cy="198120"/>
          </a:xfrm>
          <a:custGeom>
            <a:avLst/>
            <a:gdLst/>
            <a:ahLst/>
            <a:cxnLst/>
            <a:rect l="l" t="t" r="r" b="b"/>
            <a:pathLst>
              <a:path w="739139" h="198120">
                <a:moveTo>
                  <a:pt x="369570" y="0"/>
                </a:moveTo>
                <a:lnTo>
                  <a:pt x="295094" y="2011"/>
                </a:lnTo>
                <a:lnTo>
                  <a:pt x="225724" y="7780"/>
                </a:lnTo>
                <a:lnTo>
                  <a:pt x="162948" y="16910"/>
                </a:lnTo>
                <a:lnTo>
                  <a:pt x="108251" y="29003"/>
                </a:lnTo>
                <a:lnTo>
                  <a:pt x="63121" y="43662"/>
                </a:lnTo>
                <a:lnTo>
                  <a:pt x="7509" y="79088"/>
                </a:lnTo>
                <a:lnTo>
                  <a:pt x="0" y="99059"/>
                </a:lnTo>
                <a:lnTo>
                  <a:pt x="7509" y="119031"/>
                </a:lnTo>
                <a:lnTo>
                  <a:pt x="63121" y="154457"/>
                </a:lnTo>
                <a:lnTo>
                  <a:pt x="108251" y="169116"/>
                </a:lnTo>
                <a:lnTo>
                  <a:pt x="162948" y="181209"/>
                </a:lnTo>
                <a:lnTo>
                  <a:pt x="225724" y="190339"/>
                </a:lnTo>
                <a:lnTo>
                  <a:pt x="295094" y="196108"/>
                </a:lnTo>
                <a:lnTo>
                  <a:pt x="369570" y="198119"/>
                </a:lnTo>
                <a:lnTo>
                  <a:pt x="444045" y="196108"/>
                </a:lnTo>
                <a:lnTo>
                  <a:pt x="513415" y="190339"/>
                </a:lnTo>
                <a:lnTo>
                  <a:pt x="576191" y="181209"/>
                </a:lnTo>
                <a:lnTo>
                  <a:pt x="630888" y="169116"/>
                </a:lnTo>
                <a:lnTo>
                  <a:pt x="676018" y="154457"/>
                </a:lnTo>
                <a:lnTo>
                  <a:pt x="731630" y="119031"/>
                </a:lnTo>
                <a:lnTo>
                  <a:pt x="739139" y="99059"/>
                </a:lnTo>
                <a:lnTo>
                  <a:pt x="731630" y="79088"/>
                </a:lnTo>
                <a:lnTo>
                  <a:pt x="676018" y="43662"/>
                </a:lnTo>
                <a:lnTo>
                  <a:pt x="630888" y="29003"/>
                </a:lnTo>
                <a:lnTo>
                  <a:pt x="576191" y="16910"/>
                </a:lnTo>
                <a:lnTo>
                  <a:pt x="513415" y="7780"/>
                </a:lnTo>
                <a:lnTo>
                  <a:pt x="444045" y="2011"/>
                </a:lnTo>
                <a:lnTo>
                  <a:pt x="369570" y="0"/>
                </a:lnTo>
                <a:close/>
              </a:path>
            </a:pathLst>
          </a:custGeom>
          <a:solidFill>
            <a:srgbClr val="D4DFF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362325" y="5167376"/>
            <a:ext cx="442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86360">
              <a:lnSpc>
                <a:spcPct val="100000"/>
              </a:lnSpc>
              <a:spcBef>
                <a:spcPts val="100"/>
              </a:spcBef>
            </a:pPr>
            <a:r>
              <a:rPr dirty="0" sz="600" spc="-105">
                <a:solidFill>
                  <a:srgbClr val="353E39"/>
                </a:solidFill>
                <a:latin typeface="Trebuchet MS"/>
                <a:cs typeface="Trebuchet MS"/>
              </a:rPr>
              <a:t>nu</a:t>
            </a:r>
            <a:r>
              <a:rPr dirty="0" sz="600" spc="-155">
                <a:solidFill>
                  <a:srgbClr val="353E39"/>
                </a:solidFill>
                <a:latin typeface="Trebuchet MS"/>
                <a:cs typeface="Trebuchet MS"/>
              </a:rPr>
              <a:t>m</a:t>
            </a:r>
            <a:r>
              <a:rPr dirty="0" sz="600" spc="-110">
                <a:solidFill>
                  <a:srgbClr val="353E39"/>
                </a:solidFill>
                <a:latin typeface="Trebuchet MS"/>
                <a:cs typeface="Trebuchet MS"/>
              </a:rPr>
              <a:t>be</a:t>
            </a:r>
            <a:r>
              <a:rPr dirty="0" sz="600" spc="-3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00" spc="-80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00" spc="-75">
                <a:solidFill>
                  <a:srgbClr val="353E39"/>
                </a:solidFill>
                <a:latin typeface="Trebuchet MS"/>
                <a:cs typeface="Trebuchet MS"/>
              </a:rPr>
              <a:t>of  </a:t>
            </a:r>
            <a:r>
              <a:rPr dirty="0" sz="600" spc="-75">
                <a:solidFill>
                  <a:srgbClr val="353E39"/>
                </a:solidFill>
                <a:latin typeface="Trebuchet MS"/>
                <a:cs typeface="Trebuchet MS"/>
              </a:rPr>
              <a:t>c</a:t>
            </a:r>
            <a:r>
              <a:rPr dirty="0" sz="600" spc="-95">
                <a:solidFill>
                  <a:srgbClr val="353E39"/>
                </a:solidFill>
                <a:latin typeface="Trebuchet MS"/>
                <a:cs typeface="Trebuchet MS"/>
              </a:rPr>
              <a:t>a</a:t>
            </a:r>
            <a:r>
              <a:rPr dirty="0" sz="600" spc="-125">
                <a:solidFill>
                  <a:srgbClr val="353E39"/>
                </a:solidFill>
                <a:latin typeface="Trebuchet MS"/>
                <a:cs typeface="Trebuchet MS"/>
              </a:rPr>
              <a:t>t</a:t>
            </a:r>
            <a:r>
              <a:rPr dirty="0" sz="600" spc="-105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00" spc="-85">
                <a:solidFill>
                  <a:srgbClr val="353E39"/>
                </a:solidFill>
                <a:latin typeface="Trebuchet MS"/>
                <a:cs typeface="Trebuchet MS"/>
              </a:rPr>
              <a:t>go</a:t>
            </a:r>
            <a:r>
              <a:rPr dirty="0" sz="600" spc="-45">
                <a:solidFill>
                  <a:srgbClr val="353E39"/>
                </a:solidFill>
                <a:latin typeface="Trebuchet MS"/>
                <a:cs typeface="Trebuchet MS"/>
              </a:rPr>
              <a:t>r</a:t>
            </a:r>
            <a:r>
              <a:rPr dirty="0" sz="600" spc="-65">
                <a:solidFill>
                  <a:srgbClr val="353E39"/>
                </a:solidFill>
                <a:latin typeface="Trebuchet MS"/>
                <a:cs typeface="Trebuchet MS"/>
              </a:rPr>
              <a:t>i</a:t>
            </a:r>
            <a:r>
              <a:rPr dirty="0" sz="600" spc="-110">
                <a:solidFill>
                  <a:srgbClr val="353E39"/>
                </a:solidFill>
                <a:latin typeface="Trebuchet MS"/>
                <a:cs typeface="Trebuchet MS"/>
              </a:rPr>
              <a:t>e</a:t>
            </a:r>
            <a:r>
              <a:rPr dirty="0" sz="600" spc="-30">
                <a:solidFill>
                  <a:srgbClr val="353E39"/>
                </a:solidFill>
                <a:latin typeface="Trebuchet MS"/>
                <a:cs typeface="Trebuchet MS"/>
              </a:rPr>
              <a:t>s</a:t>
            </a:r>
            <a:r>
              <a:rPr dirty="0" sz="600" spc="-50">
                <a:solidFill>
                  <a:srgbClr val="353E39"/>
                </a:solidFill>
                <a:latin typeface="Trebuchet MS"/>
                <a:cs typeface="Trebuchet MS"/>
              </a:rPr>
              <a:t> </a:t>
            </a:r>
            <a:r>
              <a:rPr dirty="0" sz="600" spc="-114">
                <a:solidFill>
                  <a:srgbClr val="353E39"/>
                </a:solidFill>
                <a:latin typeface="Trebuchet MS"/>
                <a:cs typeface="Trebuchet MS"/>
              </a:rPr>
              <a:t>k</a:t>
            </a:r>
            <a:r>
              <a:rPr dirty="0" sz="600" spc="-100">
                <a:solidFill>
                  <a:srgbClr val="353E39"/>
                </a:solidFill>
                <a:latin typeface="Trebuchet MS"/>
                <a:cs typeface="Trebuchet MS"/>
              </a:rPr>
              <a:t>no</a:t>
            </a:r>
            <a:r>
              <a:rPr dirty="0" sz="600" spc="-175">
                <a:solidFill>
                  <a:srgbClr val="353E39"/>
                </a:solidFill>
                <a:latin typeface="Trebuchet MS"/>
                <a:cs typeface="Trebuchet MS"/>
              </a:rPr>
              <a:t>w</a:t>
            </a:r>
            <a:r>
              <a:rPr dirty="0" sz="600" spc="-105">
                <a:solidFill>
                  <a:srgbClr val="353E39"/>
                </a:solidFill>
                <a:latin typeface="Trebuchet MS"/>
                <a:cs typeface="Trebuchet MS"/>
              </a:rPr>
              <a:t>n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56816" y="4026408"/>
            <a:ext cx="352425" cy="186055"/>
          </a:xfrm>
          <a:custGeom>
            <a:avLst/>
            <a:gdLst/>
            <a:ahLst/>
            <a:cxnLst/>
            <a:rect l="l" t="t" r="r" b="b"/>
            <a:pathLst>
              <a:path w="352425" h="186054">
                <a:moveTo>
                  <a:pt x="352044" y="0"/>
                </a:moveTo>
                <a:lnTo>
                  <a:pt x="0" y="0"/>
                </a:lnTo>
                <a:lnTo>
                  <a:pt x="0" y="185927"/>
                </a:lnTo>
                <a:lnTo>
                  <a:pt x="352044" y="185927"/>
                </a:lnTo>
                <a:lnTo>
                  <a:pt x="352044" y="0"/>
                </a:lnTo>
                <a:close/>
              </a:path>
            </a:pathLst>
          </a:custGeom>
          <a:solidFill>
            <a:srgbClr val="7ED6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956816" y="4026408"/>
            <a:ext cx="352425" cy="95250"/>
          </a:xfrm>
          <a:prstGeom prst="rect">
            <a:avLst/>
          </a:prstGeom>
          <a:solidFill>
            <a:srgbClr val="7ED6A7"/>
          </a:solidFill>
        </p:spPr>
        <p:txBody>
          <a:bodyPr wrap="square" lIns="0" tIns="2540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20"/>
              </a:spcBef>
            </a:pPr>
            <a:r>
              <a:rPr dirty="0" sz="600" spc="-100">
                <a:solidFill>
                  <a:srgbClr val="353E39"/>
                </a:solidFill>
                <a:latin typeface="Trebuchet MS"/>
                <a:cs typeface="Trebuchet MS"/>
              </a:rPr>
              <a:t>Ensemble</a:t>
            </a:r>
            <a:endParaRPr sz="6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56816" y="4121517"/>
            <a:ext cx="352425" cy="91440"/>
          </a:xfrm>
          <a:prstGeom prst="rect">
            <a:avLst/>
          </a:prstGeom>
          <a:solidFill>
            <a:srgbClr val="7ED6A7"/>
          </a:solidFill>
        </p:spPr>
        <p:txBody>
          <a:bodyPr wrap="square" lIns="0" tIns="0" rIns="0" bIns="0" rtlCol="0" vert="horz">
            <a:spAutoFit/>
          </a:bodyPr>
          <a:lstStyle/>
          <a:p>
            <a:pPr marL="40005">
              <a:lnSpc>
                <a:spcPts val="715"/>
              </a:lnSpc>
            </a:pPr>
            <a:r>
              <a:rPr dirty="0" sz="600" spc="-65">
                <a:solidFill>
                  <a:srgbClr val="353E39"/>
                </a:solidFill>
                <a:latin typeface="Trebuchet MS"/>
                <a:cs typeface="Trebuchet MS"/>
              </a:rPr>
              <a:t>Classifiers</a:t>
            </a:r>
            <a:endParaRPr sz="6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4918710" cy="45948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393697" cy="189737"/>
          </a:xfrm>
          <a:prstGeom prst="rect">
            <a:avLst/>
          </a:prstGeom>
        </p:spPr>
      </p:pic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702944" y="2450464"/>
          <a:ext cx="8630920" cy="2854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185"/>
                <a:gridCol w="2877185"/>
                <a:gridCol w="2877185"/>
              </a:tblGrid>
              <a:tr h="5914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2529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26084" indent="-182245">
                        <a:lnSpc>
                          <a:spcPct val="100000"/>
                        </a:lnSpc>
                        <a:spcBef>
                          <a:spcPts val="869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19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K-Means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084" indent="-182245">
                        <a:lnSpc>
                          <a:spcPct val="100000"/>
                        </a:lnSpc>
                        <a:spcBef>
                          <a:spcPts val="6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204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DBSCAN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084" indent="-182245">
                        <a:lnSpc>
                          <a:spcPct val="100000"/>
                        </a:lnSpc>
                        <a:spcBef>
                          <a:spcPts val="6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dirty="0" sz="1300" spc="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hi</a:t>
                      </a:r>
                      <a:r>
                        <a:rPr dirty="0" sz="1300" spc="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1300" spc="-16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Clu</a:t>
                      </a:r>
                      <a:r>
                        <a:rPr dirty="0" sz="1300" spc="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rin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g</a:t>
                      </a:r>
                      <a:r>
                        <a:rPr dirty="0" sz="1300" spc="-18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sz="1300" spc="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 spc="-18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(</a:t>
                      </a:r>
                      <a:r>
                        <a:rPr dirty="0" sz="1300" spc="-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H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1300" spc="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084" indent="-182245">
                        <a:lnSpc>
                          <a:spcPct val="100000"/>
                        </a:lnSpc>
                        <a:spcBef>
                          <a:spcPts val="6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2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Anomaly</a:t>
                      </a:r>
                      <a:r>
                        <a:rPr dirty="0" sz="1300" spc="-16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204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Detection</a:t>
                      </a:r>
                      <a:r>
                        <a:rPr dirty="0" sz="1300" spc="-15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2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and</a:t>
                      </a:r>
                      <a:r>
                        <a:rPr dirty="0" sz="1300" spc="-15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19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Outlier</a:t>
                      </a:r>
                      <a:r>
                        <a:rPr dirty="0" sz="1300" spc="-14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204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Detection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084" indent="-182245">
                        <a:lnSpc>
                          <a:spcPct val="100000"/>
                        </a:lnSpc>
                        <a:spcBef>
                          <a:spcPts val="6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-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Cla</a:t>
                      </a:r>
                      <a:r>
                        <a:rPr dirty="0" sz="1300" spc="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 spc="-1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 spc="-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V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M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084" indent="-182245">
                        <a:lnSpc>
                          <a:spcPct val="100000"/>
                        </a:lnSpc>
                        <a:spcBef>
                          <a:spcPts val="605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300" spc="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ola</a:t>
                      </a: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io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00" spc="-16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F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or</a:t>
                      </a:r>
                      <a:r>
                        <a:rPr dirty="0" sz="1300" spc="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 spc="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26720" indent="-181610">
                        <a:lnSpc>
                          <a:spcPct val="100000"/>
                        </a:lnSpc>
                        <a:spcBef>
                          <a:spcPts val="1305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Prin</a:t>
                      </a:r>
                      <a:r>
                        <a:rPr dirty="0" sz="1300" spc="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ip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1300" spc="-14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Com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on</a:t>
                      </a:r>
                      <a:r>
                        <a:rPr dirty="0" sz="1300" spc="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nt</a:t>
                      </a:r>
                      <a:r>
                        <a:rPr dirty="0" sz="1300" spc="-17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y</a:t>
                      </a:r>
                      <a:r>
                        <a:rPr dirty="0" sz="1300" spc="2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 spc="-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</a:t>
                      </a:r>
                      <a:r>
                        <a:rPr dirty="0" sz="1300" spc="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s</a:t>
                      </a:r>
                      <a:r>
                        <a:rPr dirty="0" sz="1300" spc="-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(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PC</a:t>
                      </a:r>
                      <a:r>
                        <a:rPr dirty="0" sz="1300" spc="1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)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720" indent="-181610">
                        <a:lnSpc>
                          <a:spcPct val="100000"/>
                        </a:lnSpc>
                        <a:spcBef>
                          <a:spcPts val="6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K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1300" spc="-16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PCA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720" indent="-181610">
                        <a:lnSpc>
                          <a:spcPct val="100000"/>
                        </a:lnSpc>
                        <a:spcBef>
                          <a:spcPts val="6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o</a:t>
                      </a:r>
                      <a:r>
                        <a:rPr dirty="0" sz="1300" spc="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1300" spc="-14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-2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L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in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r</a:t>
                      </a:r>
                      <a:r>
                        <a:rPr dirty="0" sz="1300" spc="-14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 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mb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</a:t>
                      </a:r>
                      <a:r>
                        <a:rPr dirty="0" sz="130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dirty="0" sz="1300" spc="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</a:t>
                      </a:r>
                      <a:r>
                        <a:rPr dirty="0" sz="1300" spc="-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ing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720" indent="-181610">
                        <a:lnSpc>
                          <a:spcPct val="100000"/>
                        </a:lnSpc>
                        <a:spcBef>
                          <a:spcPts val="6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17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t-SNE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  <a:p>
                      <a:pPr marL="426720" indent="-182245">
                        <a:lnSpc>
                          <a:spcPct val="100000"/>
                        </a:lnSpc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7355" algn="l"/>
                        </a:tabLst>
                      </a:pPr>
                      <a:r>
                        <a:rPr dirty="0" sz="1300" spc="-16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Apriori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720" indent="-182245">
                        <a:lnSpc>
                          <a:spcPct val="100000"/>
                        </a:lnSpc>
                        <a:spcBef>
                          <a:spcPts val="6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7355" algn="l"/>
                        </a:tabLst>
                      </a:pPr>
                      <a:r>
                        <a:rPr dirty="0" sz="1300" spc="-19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Eclat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23542" y="2686430"/>
            <a:ext cx="438403" cy="13677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64736" y="2686430"/>
            <a:ext cx="2302510" cy="13677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116191" y="2686304"/>
            <a:ext cx="1552702" cy="16852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233409" cy="35890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2436114" cy="18973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613916" y="2334767"/>
            <a:ext cx="6758940" cy="3881754"/>
            <a:chOff x="1613916" y="2334767"/>
            <a:chExt cx="6758940" cy="3881754"/>
          </a:xfrm>
        </p:grpSpPr>
        <p:sp>
          <p:nvSpPr>
            <p:cNvPr id="10" name="object 10"/>
            <p:cNvSpPr/>
            <p:nvPr/>
          </p:nvSpPr>
          <p:spPr>
            <a:xfrm>
              <a:off x="1613916" y="2429255"/>
              <a:ext cx="6758940" cy="3787140"/>
            </a:xfrm>
            <a:custGeom>
              <a:avLst/>
              <a:gdLst/>
              <a:ahLst/>
              <a:cxnLst/>
              <a:rect l="l" t="t" r="r" b="b"/>
              <a:pathLst>
                <a:path w="6758940" h="3787140">
                  <a:moveTo>
                    <a:pt x="6758940" y="0"/>
                  </a:moveTo>
                  <a:lnTo>
                    <a:pt x="0" y="0"/>
                  </a:lnTo>
                  <a:lnTo>
                    <a:pt x="0" y="3787140"/>
                  </a:lnTo>
                  <a:lnTo>
                    <a:pt x="6758940" y="3787140"/>
                  </a:lnTo>
                  <a:lnTo>
                    <a:pt x="675894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87652" y="2334767"/>
              <a:ext cx="6199632" cy="3881628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610477" y="2541219"/>
            <a:ext cx="5226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27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1000" spc="-114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000" spc="-35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1000" spc="-19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000" spc="-135" b="1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000" spc="-12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000" spc="-20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000" spc="-45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000" spc="-13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000" spc="-20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000" spc="-13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10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 sz="1000" spc="-170" b="1">
                <a:solidFill>
                  <a:srgbClr val="FFFFFF"/>
                </a:solidFill>
                <a:latin typeface="Tahoma"/>
                <a:cs typeface="Tahoma"/>
              </a:rPr>
              <a:t>prediction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10428" y="3466592"/>
            <a:ext cx="52260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1435" marR="5080" indent="-52069">
              <a:lnSpc>
                <a:spcPct val="100000"/>
              </a:lnSpc>
              <a:spcBef>
                <a:spcPts val="95"/>
              </a:spcBef>
            </a:pPr>
            <a:r>
              <a:rPr dirty="0" sz="1000" spc="-27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1000" spc="-114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000" spc="-345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1000" spc="-19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000" spc="-135" b="1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1000" spc="-12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000" spc="-15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000" spc="-9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000" spc="-125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000" spc="-125" b="1">
                <a:solidFill>
                  <a:srgbClr val="FFFFFF"/>
                </a:solidFill>
                <a:latin typeface="Tahoma"/>
                <a:cs typeface="Tahoma"/>
              </a:rPr>
              <a:t>es  </a:t>
            </a:r>
            <a:r>
              <a:rPr dirty="0" sz="1000" spc="-200" b="1">
                <a:solidFill>
                  <a:srgbClr val="FFFFFF"/>
                </a:solidFill>
                <a:latin typeface="Tahoma"/>
                <a:cs typeface="Tahoma"/>
              </a:rPr>
              <a:t>modelling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29094" y="3545535"/>
            <a:ext cx="57975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000" spc="-335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1000" spc="-155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000" spc="-105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000" spc="-250" b="1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dirty="0" sz="1000" spc="-225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1000" spc="-195" b="1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1000" spc="-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000" spc="-165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1000" spc="-215" b="1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dirty="0" sz="1000" spc="-204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000" spc="-125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000" spc="-235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6726" y="3268726"/>
            <a:ext cx="336550" cy="238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8255">
              <a:lnSpc>
                <a:spcPct val="100000"/>
              </a:lnSpc>
              <a:spcBef>
                <a:spcPts val="95"/>
              </a:spcBef>
            </a:pPr>
            <a:r>
              <a:rPr dirty="0" sz="700" spc="-185" b="1">
                <a:solidFill>
                  <a:srgbClr val="FFFFFF"/>
                </a:solidFill>
                <a:latin typeface="Tahoma"/>
                <a:cs typeface="Tahoma"/>
              </a:rPr>
              <a:t>AR</a:t>
            </a:r>
            <a:endParaRPr sz="700">
              <a:latin typeface="Tahoma"/>
              <a:cs typeface="Tahoma"/>
            </a:endParaRPr>
          </a:p>
          <a:p>
            <a:pPr algn="ctr" marR="5080">
              <a:lnSpc>
                <a:spcPct val="100000"/>
              </a:lnSpc>
            </a:pPr>
            <a:r>
              <a:rPr dirty="0" sz="700" spc="-11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700" spc="-17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700" spc="-19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700" spc="-105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700" spc="-7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700" spc="-165" b="1">
                <a:solidFill>
                  <a:srgbClr val="FFFFFF"/>
                </a:solidFill>
                <a:latin typeface="Tahoma"/>
                <a:cs typeface="Tahoma"/>
              </a:rPr>
              <a:t>nu</a:t>
            </a:r>
            <a:r>
              <a:rPr dirty="0" sz="700" spc="-145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700" spc="-165" b="1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dirty="0" sz="700" spc="-9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533131" y="3818001"/>
            <a:ext cx="466725" cy="132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700" spc="-125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700" spc="-18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700" spc="-145" b="1">
                <a:solidFill>
                  <a:srgbClr val="FFFFFF"/>
                </a:solidFill>
                <a:latin typeface="Tahoma"/>
                <a:cs typeface="Tahoma"/>
              </a:rPr>
              <a:t>F</a:t>
            </a:r>
            <a:r>
              <a:rPr dirty="0" sz="70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700" spc="-190" b="1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dirty="0" sz="700" spc="-170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700" spc="-7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700" spc="-45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700" spc="-14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700" spc="-11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700" spc="-135" b="1">
                <a:solidFill>
                  <a:srgbClr val="FFFFFF"/>
                </a:solidFill>
                <a:latin typeface="Tahoma"/>
                <a:cs typeface="Tahoma"/>
              </a:rPr>
              <a:t>ted</a:t>
            </a:r>
            <a:endParaRPr sz="7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60164" y="3452825"/>
            <a:ext cx="720725" cy="3924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330" b="1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dirty="0" sz="1200" spc="-245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1200" spc="-17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200" spc="-220" b="1">
                <a:solidFill>
                  <a:srgbClr val="FFFFFF"/>
                </a:solidFill>
                <a:latin typeface="Tahoma"/>
                <a:cs typeface="Tahoma"/>
              </a:rPr>
              <a:t>uper</a:t>
            </a:r>
            <a:r>
              <a:rPr dirty="0" sz="1200" spc="-280" b="1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1200" spc="-14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200" spc="-13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200" spc="-229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200" spc="-265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1200">
              <a:latin typeface="Tahoma"/>
              <a:cs typeface="Tahoma"/>
            </a:endParaRPr>
          </a:p>
          <a:p>
            <a:pPr algn="ctr" marR="3175">
              <a:lnSpc>
                <a:spcPct val="100000"/>
              </a:lnSpc>
              <a:spcBef>
                <a:spcPts val="5"/>
              </a:spcBef>
            </a:pPr>
            <a:r>
              <a:rPr dirty="0" sz="1200" spc="-220" b="1">
                <a:solidFill>
                  <a:srgbClr val="FFFFFF"/>
                </a:solidFill>
                <a:latin typeface="Tahoma"/>
                <a:cs typeface="Tahoma"/>
              </a:rPr>
              <a:t>Learning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15867" y="2636266"/>
            <a:ext cx="458470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R="5080" indent="24130">
              <a:lnSpc>
                <a:spcPct val="100000"/>
              </a:lnSpc>
              <a:spcBef>
                <a:spcPts val="105"/>
              </a:spcBef>
            </a:pPr>
            <a:r>
              <a:rPr dirty="0" sz="1100" spc="-235" b="1">
                <a:solidFill>
                  <a:srgbClr val="FFFFFF"/>
                </a:solidFill>
                <a:latin typeface="Tahoma"/>
                <a:cs typeface="Tahoma"/>
              </a:rPr>
              <a:t>Anomaly </a:t>
            </a:r>
            <a:r>
              <a:rPr dirty="0" sz="1100" spc="-3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45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1100" spc="-204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100" spc="-16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1100" spc="-180" b="1">
                <a:solidFill>
                  <a:srgbClr val="FFFFFF"/>
                </a:solidFill>
                <a:latin typeface="Tahoma"/>
                <a:cs typeface="Tahoma"/>
              </a:rPr>
              <a:t>ec</a:t>
            </a:r>
            <a:r>
              <a:rPr dirty="0" sz="1100" spc="-16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1100" spc="-114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100" spc="-24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1100" spc="-254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29940" y="3800347"/>
            <a:ext cx="398145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R="5080" indent="43815">
              <a:lnSpc>
                <a:spcPct val="100000"/>
              </a:lnSpc>
              <a:spcBef>
                <a:spcPts val="100"/>
              </a:spcBef>
            </a:pPr>
            <a:r>
              <a:rPr dirty="0" sz="1100" spc="-204" b="1">
                <a:solidFill>
                  <a:srgbClr val="FFFFFF"/>
                </a:solidFill>
                <a:latin typeface="Tahoma"/>
                <a:cs typeface="Tahoma"/>
              </a:rPr>
              <a:t>Latent </a:t>
            </a:r>
            <a:r>
              <a:rPr dirty="0" sz="1100" spc="-20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260" b="1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1100" spc="-204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100" spc="-7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100" spc="-114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100" spc="-21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1100" spc="-245" b="1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dirty="0" sz="1100" spc="-140" b="1">
                <a:solidFill>
                  <a:srgbClr val="FFFFFF"/>
                </a:solidFill>
                <a:latin typeface="Tahoma"/>
                <a:cs typeface="Tahoma"/>
              </a:rPr>
              <a:t>le  </a:t>
            </a:r>
            <a:r>
              <a:rPr dirty="0" sz="1100" spc="-220" b="1">
                <a:solidFill>
                  <a:srgbClr val="FFFFFF"/>
                </a:solidFill>
                <a:latin typeface="Tahoma"/>
                <a:cs typeface="Tahoma"/>
              </a:rPr>
              <a:t>models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11170" y="3541521"/>
            <a:ext cx="1044575" cy="1044575"/>
            <a:chOff x="3011170" y="3541521"/>
            <a:chExt cx="1044575" cy="1044575"/>
          </a:xfrm>
        </p:grpSpPr>
        <p:sp>
          <p:nvSpPr>
            <p:cNvPr id="21" name="object 21"/>
            <p:cNvSpPr/>
            <p:nvPr/>
          </p:nvSpPr>
          <p:spPr>
            <a:xfrm>
              <a:off x="3017520" y="3547871"/>
              <a:ext cx="1031875" cy="1031875"/>
            </a:xfrm>
            <a:custGeom>
              <a:avLst/>
              <a:gdLst/>
              <a:ahLst/>
              <a:cxnLst/>
              <a:rect l="l" t="t" r="r" b="b"/>
              <a:pathLst>
                <a:path w="1031875" h="1031875">
                  <a:moveTo>
                    <a:pt x="515874" y="0"/>
                  </a:moveTo>
                  <a:lnTo>
                    <a:pt x="468926" y="2108"/>
                  </a:lnTo>
                  <a:lnTo>
                    <a:pt x="423157" y="8313"/>
                  </a:lnTo>
                  <a:lnTo>
                    <a:pt x="378751" y="18430"/>
                  </a:lnTo>
                  <a:lnTo>
                    <a:pt x="335888" y="32279"/>
                  </a:lnTo>
                  <a:lnTo>
                    <a:pt x="294751" y="49677"/>
                  </a:lnTo>
                  <a:lnTo>
                    <a:pt x="255523" y="70442"/>
                  </a:lnTo>
                  <a:lnTo>
                    <a:pt x="218386" y="94391"/>
                  </a:lnTo>
                  <a:lnTo>
                    <a:pt x="183522" y="121343"/>
                  </a:lnTo>
                  <a:lnTo>
                    <a:pt x="151114" y="151114"/>
                  </a:lnTo>
                  <a:lnTo>
                    <a:pt x="121343" y="183522"/>
                  </a:lnTo>
                  <a:lnTo>
                    <a:pt x="94391" y="218386"/>
                  </a:lnTo>
                  <a:lnTo>
                    <a:pt x="70442" y="255524"/>
                  </a:lnTo>
                  <a:lnTo>
                    <a:pt x="49677" y="294751"/>
                  </a:lnTo>
                  <a:lnTo>
                    <a:pt x="32279" y="335888"/>
                  </a:lnTo>
                  <a:lnTo>
                    <a:pt x="18430" y="378751"/>
                  </a:lnTo>
                  <a:lnTo>
                    <a:pt x="8313" y="423157"/>
                  </a:lnTo>
                  <a:lnTo>
                    <a:pt x="2108" y="468926"/>
                  </a:lnTo>
                  <a:lnTo>
                    <a:pt x="0" y="515873"/>
                  </a:lnTo>
                  <a:lnTo>
                    <a:pt x="2108" y="562821"/>
                  </a:lnTo>
                  <a:lnTo>
                    <a:pt x="8313" y="608590"/>
                  </a:lnTo>
                  <a:lnTo>
                    <a:pt x="18430" y="652996"/>
                  </a:lnTo>
                  <a:lnTo>
                    <a:pt x="32279" y="695859"/>
                  </a:lnTo>
                  <a:lnTo>
                    <a:pt x="49677" y="736996"/>
                  </a:lnTo>
                  <a:lnTo>
                    <a:pt x="70442" y="776223"/>
                  </a:lnTo>
                  <a:lnTo>
                    <a:pt x="94391" y="813361"/>
                  </a:lnTo>
                  <a:lnTo>
                    <a:pt x="121343" y="848225"/>
                  </a:lnTo>
                  <a:lnTo>
                    <a:pt x="151114" y="880633"/>
                  </a:lnTo>
                  <a:lnTo>
                    <a:pt x="183522" y="910404"/>
                  </a:lnTo>
                  <a:lnTo>
                    <a:pt x="218386" y="937356"/>
                  </a:lnTo>
                  <a:lnTo>
                    <a:pt x="255524" y="961305"/>
                  </a:lnTo>
                  <a:lnTo>
                    <a:pt x="294751" y="982070"/>
                  </a:lnTo>
                  <a:lnTo>
                    <a:pt x="335888" y="999468"/>
                  </a:lnTo>
                  <a:lnTo>
                    <a:pt x="378751" y="1013317"/>
                  </a:lnTo>
                  <a:lnTo>
                    <a:pt x="423157" y="1023434"/>
                  </a:lnTo>
                  <a:lnTo>
                    <a:pt x="468926" y="1029639"/>
                  </a:lnTo>
                  <a:lnTo>
                    <a:pt x="515874" y="1031747"/>
                  </a:lnTo>
                  <a:lnTo>
                    <a:pt x="562821" y="1029639"/>
                  </a:lnTo>
                  <a:lnTo>
                    <a:pt x="608590" y="1023434"/>
                  </a:lnTo>
                  <a:lnTo>
                    <a:pt x="652996" y="1013317"/>
                  </a:lnTo>
                  <a:lnTo>
                    <a:pt x="695859" y="999468"/>
                  </a:lnTo>
                  <a:lnTo>
                    <a:pt x="736996" y="982070"/>
                  </a:lnTo>
                  <a:lnTo>
                    <a:pt x="776223" y="961305"/>
                  </a:lnTo>
                  <a:lnTo>
                    <a:pt x="813361" y="937356"/>
                  </a:lnTo>
                  <a:lnTo>
                    <a:pt x="848225" y="910404"/>
                  </a:lnTo>
                  <a:lnTo>
                    <a:pt x="880633" y="880633"/>
                  </a:lnTo>
                  <a:lnTo>
                    <a:pt x="910404" y="848225"/>
                  </a:lnTo>
                  <a:lnTo>
                    <a:pt x="937356" y="813361"/>
                  </a:lnTo>
                  <a:lnTo>
                    <a:pt x="961305" y="776223"/>
                  </a:lnTo>
                  <a:lnTo>
                    <a:pt x="982070" y="736996"/>
                  </a:lnTo>
                  <a:lnTo>
                    <a:pt x="999468" y="695859"/>
                  </a:lnTo>
                  <a:lnTo>
                    <a:pt x="1013317" y="652996"/>
                  </a:lnTo>
                  <a:lnTo>
                    <a:pt x="1023434" y="608590"/>
                  </a:lnTo>
                  <a:lnTo>
                    <a:pt x="1029639" y="562821"/>
                  </a:lnTo>
                  <a:lnTo>
                    <a:pt x="1031747" y="515873"/>
                  </a:lnTo>
                  <a:lnTo>
                    <a:pt x="1029639" y="468926"/>
                  </a:lnTo>
                  <a:lnTo>
                    <a:pt x="1023434" y="423157"/>
                  </a:lnTo>
                  <a:lnTo>
                    <a:pt x="1013317" y="378751"/>
                  </a:lnTo>
                  <a:lnTo>
                    <a:pt x="999468" y="335888"/>
                  </a:lnTo>
                  <a:lnTo>
                    <a:pt x="982070" y="294751"/>
                  </a:lnTo>
                  <a:lnTo>
                    <a:pt x="961305" y="255524"/>
                  </a:lnTo>
                  <a:lnTo>
                    <a:pt x="937356" y="218386"/>
                  </a:lnTo>
                  <a:lnTo>
                    <a:pt x="910404" y="183522"/>
                  </a:lnTo>
                  <a:lnTo>
                    <a:pt x="880633" y="151114"/>
                  </a:lnTo>
                  <a:lnTo>
                    <a:pt x="848225" y="121343"/>
                  </a:lnTo>
                  <a:lnTo>
                    <a:pt x="813361" y="94391"/>
                  </a:lnTo>
                  <a:lnTo>
                    <a:pt x="776223" y="70442"/>
                  </a:lnTo>
                  <a:lnTo>
                    <a:pt x="736996" y="49677"/>
                  </a:lnTo>
                  <a:lnTo>
                    <a:pt x="695859" y="32279"/>
                  </a:lnTo>
                  <a:lnTo>
                    <a:pt x="652996" y="18430"/>
                  </a:lnTo>
                  <a:lnTo>
                    <a:pt x="608590" y="8313"/>
                  </a:lnTo>
                  <a:lnTo>
                    <a:pt x="562821" y="2108"/>
                  </a:lnTo>
                  <a:lnTo>
                    <a:pt x="515874" y="0"/>
                  </a:lnTo>
                  <a:close/>
                </a:path>
              </a:pathLst>
            </a:custGeom>
            <a:solidFill>
              <a:srgbClr val="EC7C30">
                <a:alpha val="2392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3017520" y="3547871"/>
              <a:ext cx="1031875" cy="1031875"/>
            </a:xfrm>
            <a:custGeom>
              <a:avLst/>
              <a:gdLst/>
              <a:ahLst/>
              <a:cxnLst/>
              <a:rect l="l" t="t" r="r" b="b"/>
              <a:pathLst>
                <a:path w="1031875" h="1031875">
                  <a:moveTo>
                    <a:pt x="0" y="515873"/>
                  </a:moveTo>
                  <a:lnTo>
                    <a:pt x="2108" y="468926"/>
                  </a:lnTo>
                  <a:lnTo>
                    <a:pt x="8313" y="423157"/>
                  </a:lnTo>
                  <a:lnTo>
                    <a:pt x="18430" y="378751"/>
                  </a:lnTo>
                  <a:lnTo>
                    <a:pt x="32279" y="335888"/>
                  </a:lnTo>
                  <a:lnTo>
                    <a:pt x="49677" y="294751"/>
                  </a:lnTo>
                  <a:lnTo>
                    <a:pt x="70442" y="255524"/>
                  </a:lnTo>
                  <a:lnTo>
                    <a:pt x="94391" y="218386"/>
                  </a:lnTo>
                  <a:lnTo>
                    <a:pt x="121343" y="183522"/>
                  </a:lnTo>
                  <a:lnTo>
                    <a:pt x="151114" y="151114"/>
                  </a:lnTo>
                  <a:lnTo>
                    <a:pt x="183522" y="121343"/>
                  </a:lnTo>
                  <a:lnTo>
                    <a:pt x="218386" y="94391"/>
                  </a:lnTo>
                  <a:lnTo>
                    <a:pt x="255523" y="70442"/>
                  </a:lnTo>
                  <a:lnTo>
                    <a:pt x="294751" y="49677"/>
                  </a:lnTo>
                  <a:lnTo>
                    <a:pt x="335888" y="32279"/>
                  </a:lnTo>
                  <a:lnTo>
                    <a:pt x="378751" y="18430"/>
                  </a:lnTo>
                  <a:lnTo>
                    <a:pt x="423157" y="8313"/>
                  </a:lnTo>
                  <a:lnTo>
                    <a:pt x="468926" y="2108"/>
                  </a:lnTo>
                  <a:lnTo>
                    <a:pt x="515874" y="0"/>
                  </a:lnTo>
                  <a:lnTo>
                    <a:pt x="562821" y="2108"/>
                  </a:lnTo>
                  <a:lnTo>
                    <a:pt x="608590" y="8313"/>
                  </a:lnTo>
                  <a:lnTo>
                    <a:pt x="652996" y="18430"/>
                  </a:lnTo>
                  <a:lnTo>
                    <a:pt x="695859" y="32279"/>
                  </a:lnTo>
                  <a:lnTo>
                    <a:pt x="736996" y="49677"/>
                  </a:lnTo>
                  <a:lnTo>
                    <a:pt x="776223" y="70442"/>
                  </a:lnTo>
                  <a:lnTo>
                    <a:pt x="813361" y="94391"/>
                  </a:lnTo>
                  <a:lnTo>
                    <a:pt x="848225" y="121343"/>
                  </a:lnTo>
                  <a:lnTo>
                    <a:pt x="880633" y="151114"/>
                  </a:lnTo>
                  <a:lnTo>
                    <a:pt x="910404" y="183522"/>
                  </a:lnTo>
                  <a:lnTo>
                    <a:pt x="937356" y="218386"/>
                  </a:lnTo>
                  <a:lnTo>
                    <a:pt x="961305" y="255524"/>
                  </a:lnTo>
                  <a:lnTo>
                    <a:pt x="982070" y="294751"/>
                  </a:lnTo>
                  <a:lnTo>
                    <a:pt x="999468" y="335888"/>
                  </a:lnTo>
                  <a:lnTo>
                    <a:pt x="1013317" y="378751"/>
                  </a:lnTo>
                  <a:lnTo>
                    <a:pt x="1023434" y="423157"/>
                  </a:lnTo>
                  <a:lnTo>
                    <a:pt x="1029639" y="468926"/>
                  </a:lnTo>
                  <a:lnTo>
                    <a:pt x="1031747" y="515873"/>
                  </a:lnTo>
                  <a:lnTo>
                    <a:pt x="1029639" y="562821"/>
                  </a:lnTo>
                  <a:lnTo>
                    <a:pt x="1023434" y="608590"/>
                  </a:lnTo>
                  <a:lnTo>
                    <a:pt x="1013317" y="652996"/>
                  </a:lnTo>
                  <a:lnTo>
                    <a:pt x="999468" y="695859"/>
                  </a:lnTo>
                  <a:lnTo>
                    <a:pt x="982070" y="736996"/>
                  </a:lnTo>
                  <a:lnTo>
                    <a:pt x="961305" y="776223"/>
                  </a:lnTo>
                  <a:lnTo>
                    <a:pt x="937356" y="813361"/>
                  </a:lnTo>
                  <a:lnTo>
                    <a:pt x="910404" y="848225"/>
                  </a:lnTo>
                  <a:lnTo>
                    <a:pt x="880633" y="880633"/>
                  </a:lnTo>
                  <a:lnTo>
                    <a:pt x="848225" y="910404"/>
                  </a:lnTo>
                  <a:lnTo>
                    <a:pt x="813361" y="937356"/>
                  </a:lnTo>
                  <a:lnTo>
                    <a:pt x="776223" y="961305"/>
                  </a:lnTo>
                  <a:lnTo>
                    <a:pt x="736996" y="982070"/>
                  </a:lnTo>
                  <a:lnTo>
                    <a:pt x="695859" y="999468"/>
                  </a:lnTo>
                  <a:lnTo>
                    <a:pt x="652996" y="1013317"/>
                  </a:lnTo>
                  <a:lnTo>
                    <a:pt x="608590" y="1023434"/>
                  </a:lnTo>
                  <a:lnTo>
                    <a:pt x="562821" y="1029639"/>
                  </a:lnTo>
                  <a:lnTo>
                    <a:pt x="515874" y="1031747"/>
                  </a:lnTo>
                  <a:lnTo>
                    <a:pt x="468926" y="1029639"/>
                  </a:lnTo>
                  <a:lnTo>
                    <a:pt x="423157" y="1023434"/>
                  </a:lnTo>
                  <a:lnTo>
                    <a:pt x="378751" y="1013317"/>
                  </a:lnTo>
                  <a:lnTo>
                    <a:pt x="335888" y="999468"/>
                  </a:lnTo>
                  <a:lnTo>
                    <a:pt x="294751" y="982070"/>
                  </a:lnTo>
                  <a:lnTo>
                    <a:pt x="255524" y="961305"/>
                  </a:lnTo>
                  <a:lnTo>
                    <a:pt x="218386" y="937356"/>
                  </a:lnTo>
                  <a:lnTo>
                    <a:pt x="183522" y="910404"/>
                  </a:lnTo>
                  <a:lnTo>
                    <a:pt x="151114" y="880633"/>
                  </a:lnTo>
                  <a:lnTo>
                    <a:pt x="121343" y="848225"/>
                  </a:lnTo>
                  <a:lnTo>
                    <a:pt x="94391" y="813361"/>
                  </a:lnTo>
                  <a:lnTo>
                    <a:pt x="70442" y="776223"/>
                  </a:lnTo>
                  <a:lnTo>
                    <a:pt x="49677" y="736996"/>
                  </a:lnTo>
                  <a:lnTo>
                    <a:pt x="32279" y="695859"/>
                  </a:lnTo>
                  <a:lnTo>
                    <a:pt x="18430" y="652996"/>
                  </a:lnTo>
                  <a:lnTo>
                    <a:pt x="8313" y="608590"/>
                  </a:lnTo>
                  <a:lnTo>
                    <a:pt x="2108" y="562821"/>
                  </a:lnTo>
                  <a:lnTo>
                    <a:pt x="0" y="515873"/>
                  </a:lnTo>
                  <a:close/>
                </a:path>
              </a:pathLst>
            </a:custGeom>
            <a:ln w="12192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5096509" y="4450460"/>
            <a:ext cx="98996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310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1100" spc="-114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100" spc="-36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1100" spc="-22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100" spc="-254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1100" spc="-14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100" spc="-114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100" spc="-24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1100" spc="-254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1100" spc="-1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7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1100" spc="-204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100" spc="-245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1100" spc="-254" b="1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dirty="0" sz="1100" spc="-14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1100" spc="-16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1100" spc="-114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1100" spc="-24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1100" spc="-254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85588" y="4029455"/>
            <a:ext cx="996950" cy="996950"/>
            <a:chOff x="5085588" y="4029455"/>
            <a:chExt cx="996950" cy="996950"/>
          </a:xfrm>
        </p:grpSpPr>
        <p:sp>
          <p:nvSpPr>
            <p:cNvPr id="25" name="object 25"/>
            <p:cNvSpPr/>
            <p:nvPr/>
          </p:nvSpPr>
          <p:spPr>
            <a:xfrm>
              <a:off x="5091684" y="4035551"/>
              <a:ext cx="984885" cy="984885"/>
            </a:xfrm>
            <a:custGeom>
              <a:avLst/>
              <a:gdLst/>
              <a:ahLst/>
              <a:cxnLst/>
              <a:rect l="l" t="t" r="r" b="b"/>
              <a:pathLst>
                <a:path w="984885" h="984885">
                  <a:moveTo>
                    <a:pt x="492251" y="0"/>
                  </a:moveTo>
                  <a:lnTo>
                    <a:pt x="444838" y="2252"/>
                  </a:lnTo>
                  <a:lnTo>
                    <a:pt x="398700" y="8874"/>
                  </a:lnTo>
                  <a:lnTo>
                    <a:pt x="354046" y="19658"/>
                  </a:lnTo>
                  <a:lnTo>
                    <a:pt x="311080" y="34398"/>
                  </a:lnTo>
                  <a:lnTo>
                    <a:pt x="270009" y="52888"/>
                  </a:lnTo>
                  <a:lnTo>
                    <a:pt x="231039" y="74922"/>
                  </a:lnTo>
                  <a:lnTo>
                    <a:pt x="194377" y="100295"/>
                  </a:lnTo>
                  <a:lnTo>
                    <a:pt x="160228" y="128798"/>
                  </a:lnTo>
                  <a:lnTo>
                    <a:pt x="128798" y="160228"/>
                  </a:lnTo>
                  <a:lnTo>
                    <a:pt x="100295" y="194377"/>
                  </a:lnTo>
                  <a:lnTo>
                    <a:pt x="74922" y="231039"/>
                  </a:lnTo>
                  <a:lnTo>
                    <a:pt x="52888" y="270009"/>
                  </a:lnTo>
                  <a:lnTo>
                    <a:pt x="34398" y="311080"/>
                  </a:lnTo>
                  <a:lnTo>
                    <a:pt x="19658" y="354046"/>
                  </a:lnTo>
                  <a:lnTo>
                    <a:pt x="8874" y="398700"/>
                  </a:lnTo>
                  <a:lnTo>
                    <a:pt x="2252" y="444838"/>
                  </a:lnTo>
                  <a:lnTo>
                    <a:pt x="0" y="492252"/>
                  </a:lnTo>
                  <a:lnTo>
                    <a:pt x="2252" y="539665"/>
                  </a:lnTo>
                  <a:lnTo>
                    <a:pt x="8874" y="585803"/>
                  </a:lnTo>
                  <a:lnTo>
                    <a:pt x="19658" y="630457"/>
                  </a:lnTo>
                  <a:lnTo>
                    <a:pt x="34398" y="673423"/>
                  </a:lnTo>
                  <a:lnTo>
                    <a:pt x="52888" y="714494"/>
                  </a:lnTo>
                  <a:lnTo>
                    <a:pt x="74922" y="753464"/>
                  </a:lnTo>
                  <a:lnTo>
                    <a:pt x="100295" y="790126"/>
                  </a:lnTo>
                  <a:lnTo>
                    <a:pt x="128798" y="824275"/>
                  </a:lnTo>
                  <a:lnTo>
                    <a:pt x="160228" y="855705"/>
                  </a:lnTo>
                  <a:lnTo>
                    <a:pt x="194377" y="884208"/>
                  </a:lnTo>
                  <a:lnTo>
                    <a:pt x="231039" y="909581"/>
                  </a:lnTo>
                  <a:lnTo>
                    <a:pt x="270009" y="931615"/>
                  </a:lnTo>
                  <a:lnTo>
                    <a:pt x="311080" y="950105"/>
                  </a:lnTo>
                  <a:lnTo>
                    <a:pt x="354046" y="964845"/>
                  </a:lnTo>
                  <a:lnTo>
                    <a:pt x="398700" y="975629"/>
                  </a:lnTo>
                  <a:lnTo>
                    <a:pt x="444838" y="982251"/>
                  </a:lnTo>
                  <a:lnTo>
                    <a:pt x="492251" y="984504"/>
                  </a:lnTo>
                  <a:lnTo>
                    <a:pt x="539665" y="982251"/>
                  </a:lnTo>
                  <a:lnTo>
                    <a:pt x="585803" y="975629"/>
                  </a:lnTo>
                  <a:lnTo>
                    <a:pt x="630457" y="964845"/>
                  </a:lnTo>
                  <a:lnTo>
                    <a:pt x="673423" y="950105"/>
                  </a:lnTo>
                  <a:lnTo>
                    <a:pt x="714494" y="931615"/>
                  </a:lnTo>
                  <a:lnTo>
                    <a:pt x="753464" y="909581"/>
                  </a:lnTo>
                  <a:lnTo>
                    <a:pt x="790126" y="884208"/>
                  </a:lnTo>
                  <a:lnTo>
                    <a:pt x="824275" y="855705"/>
                  </a:lnTo>
                  <a:lnTo>
                    <a:pt x="855705" y="824275"/>
                  </a:lnTo>
                  <a:lnTo>
                    <a:pt x="884208" y="790126"/>
                  </a:lnTo>
                  <a:lnTo>
                    <a:pt x="909581" y="753464"/>
                  </a:lnTo>
                  <a:lnTo>
                    <a:pt x="931615" y="714494"/>
                  </a:lnTo>
                  <a:lnTo>
                    <a:pt x="950105" y="673423"/>
                  </a:lnTo>
                  <a:lnTo>
                    <a:pt x="964845" y="630457"/>
                  </a:lnTo>
                  <a:lnTo>
                    <a:pt x="975629" y="585803"/>
                  </a:lnTo>
                  <a:lnTo>
                    <a:pt x="982251" y="539665"/>
                  </a:lnTo>
                  <a:lnTo>
                    <a:pt x="984503" y="492252"/>
                  </a:lnTo>
                  <a:lnTo>
                    <a:pt x="982251" y="444838"/>
                  </a:lnTo>
                  <a:lnTo>
                    <a:pt x="975629" y="398700"/>
                  </a:lnTo>
                  <a:lnTo>
                    <a:pt x="964845" y="354046"/>
                  </a:lnTo>
                  <a:lnTo>
                    <a:pt x="950105" y="311080"/>
                  </a:lnTo>
                  <a:lnTo>
                    <a:pt x="931615" y="270009"/>
                  </a:lnTo>
                  <a:lnTo>
                    <a:pt x="909581" y="231039"/>
                  </a:lnTo>
                  <a:lnTo>
                    <a:pt x="884208" y="194377"/>
                  </a:lnTo>
                  <a:lnTo>
                    <a:pt x="855705" y="160228"/>
                  </a:lnTo>
                  <a:lnTo>
                    <a:pt x="824275" y="128798"/>
                  </a:lnTo>
                  <a:lnTo>
                    <a:pt x="790126" y="100295"/>
                  </a:lnTo>
                  <a:lnTo>
                    <a:pt x="753464" y="74922"/>
                  </a:lnTo>
                  <a:lnTo>
                    <a:pt x="714494" y="52888"/>
                  </a:lnTo>
                  <a:lnTo>
                    <a:pt x="673423" y="34398"/>
                  </a:lnTo>
                  <a:lnTo>
                    <a:pt x="630457" y="19658"/>
                  </a:lnTo>
                  <a:lnTo>
                    <a:pt x="585803" y="8874"/>
                  </a:lnTo>
                  <a:lnTo>
                    <a:pt x="539665" y="2252"/>
                  </a:lnTo>
                  <a:lnTo>
                    <a:pt x="492251" y="0"/>
                  </a:lnTo>
                  <a:close/>
                </a:path>
              </a:pathLst>
            </a:custGeom>
            <a:solidFill>
              <a:srgbClr val="EC7C30">
                <a:alpha val="2392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091684" y="4035551"/>
              <a:ext cx="984885" cy="984885"/>
            </a:xfrm>
            <a:custGeom>
              <a:avLst/>
              <a:gdLst/>
              <a:ahLst/>
              <a:cxnLst/>
              <a:rect l="l" t="t" r="r" b="b"/>
              <a:pathLst>
                <a:path w="984885" h="984885">
                  <a:moveTo>
                    <a:pt x="0" y="492252"/>
                  </a:moveTo>
                  <a:lnTo>
                    <a:pt x="2252" y="444838"/>
                  </a:lnTo>
                  <a:lnTo>
                    <a:pt x="8874" y="398700"/>
                  </a:lnTo>
                  <a:lnTo>
                    <a:pt x="19658" y="354046"/>
                  </a:lnTo>
                  <a:lnTo>
                    <a:pt x="34398" y="311080"/>
                  </a:lnTo>
                  <a:lnTo>
                    <a:pt x="52888" y="270009"/>
                  </a:lnTo>
                  <a:lnTo>
                    <a:pt x="74922" y="231039"/>
                  </a:lnTo>
                  <a:lnTo>
                    <a:pt x="100295" y="194377"/>
                  </a:lnTo>
                  <a:lnTo>
                    <a:pt x="128798" y="160228"/>
                  </a:lnTo>
                  <a:lnTo>
                    <a:pt x="160228" y="128798"/>
                  </a:lnTo>
                  <a:lnTo>
                    <a:pt x="194377" y="100295"/>
                  </a:lnTo>
                  <a:lnTo>
                    <a:pt x="231039" y="74922"/>
                  </a:lnTo>
                  <a:lnTo>
                    <a:pt x="270009" y="52888"/>
                  </a:lnTo>
                  <a:lnTo>
                    <a:pt x="311080" y="34398"/>
                  </a:lnTo>
                  <a:lnTo>
                    <a:pt x="354046" y="19658"/>
                  </a:lnTo>
                  <a:lnTo>
                    <a:pt x="398700" y="8874"/>
                  </a:lnTo>
                  <a:lnTo>
                    <a:pt x="444838" y="2252"/>
                  </a:lnTo>
                  <a:lnTo>
                    <a:pt x="492251" y="0"/>
                  </a:lnTo>
                  <a:lnTo>
                    <a:pt x="539665" y="2252"/>
                  </a:lnTo>
                  <a:lnTo>
                    <a:pt x="585803" y="8874"/>
                  </a:lnTo>
                  <a:lnTo>
                    <a:pt x="630457" y="19658"/>
                  </a:lnTo>
                  <a:lnTo>
                    <a:pt x="673423" y="34398"/>
                  </a:lnTo>
                  <a:lnTo>
                    <a:pt x="714494" y="52888"/>
                  </a:lnTo>
                  <a:lnTo>
                    <a:pt x="753464" y="74922"/>
                  </a:lnTo>
                  <a:lnTo>
                    <a:pt x="790126" y="100295"/>
                  </a:lnTo>
                  <a:lnTo>
                    <a:pt x="824275" y="128798"/>
                  </a:lnTo>
                  <a:lnTo>
                    <a:pt x="855705" y="160228"/>
                  </a:lnTo>
                  <a:lnTo>
                    <a:pt x="884208" y="194377"/>
                  </a:lnTo>
                  <a:lnTo>
                    <a:pt x="909581" y="231039"/>
                  </a:lnTo>
                  <a:lnTo>
                    <a:pt x="931615" y="270009"/>
                  </a:lnTo>
                  <a:lnTo>
                    <a:pt x="950105" y="311080"/>
                  </a:lnTo>
                  <a:lnTo>
                    <a:pt x="964845" y="354046"/>
                  </a:lnTo>
                  <a:lnTo>
                    <a:pt x="975629" y="398700"/>
                  </a:lnTo>
                  <a:lnTo>
                    <a:pt x="982251" y="444838"/>
                  </a:lnTo>
                  <a:lnTo>
                    <a:pt x="984503" y="492252"/>
                  </a:lnTo>
                  <a:lnTo>
                    <a:pt x="982251" y="539665"/>
                  </a:lnTo>
                  <a:lnTo>
                    <a:pt x="975629" y="585803"/>
                  </a:lnTo>
                  <a:lnTo>
                    <a:pt x="964845" y="630457"/>
                  </a:lnTo>
                  <a:lnTo>
                    <a:pt x="950105" y="673423"/>
                  </a:lnTo>
                  <a:lnTo>
                    <a:pt x="931615" y="714494"/>
                  </a:lnTo>
                  <a:lnTo>
                    <a:pt x="909581" y="753464"/>
                  </a:lnTo>
                  <a:lnTo>
                    <a:pt x="884208" y="790126"/>
                  </a:lnTo>
                  <a:lnTo>
                    <a:pt x="855705" y="824275"/>
                  </a:lnTo>
                  <a:lnTo>
                    <a:pt x="824275" y="855705"/>
                  </a:lnTo>
                  <a:lnTo>
                    <a:pt x="790126" y="884208"/>
                  </a:lnTo>
                  <a:lnTo>
                    <a:pt x="753464" y="909581"/>
                  </a:lnTo>
                  <a:lnTo>
                    <a:pt x="714494" y="931615"/>
                  </a:lnTo>
                  <a:lnTo>
                    <a:pt x="673423" y="950105"/>
                  </a:lnTo>
                  <a:lnTo>
                    <a:pt x="630457" y="964845"/>
                  </a:lnTo>
                  <a:lnTo>
                    <a:pt x="585803" y="975629"/>
                  </a:lnTo>
                  <a:lnTo>
                    <a:pt x="539665" y="982251"/>
                  </a:lnTo>
                  <a:lnTo>
                    <a:pt x="492251" y="984504"/>
                  </a:lnTo>
                  <a:lnTo>
                    <a:pt x="444838" y="982251"/>
                  </a:lnTo>
                  <a:lnTo>
                    <a:pt x="398700" y="975629"/>
                  </a:lnTo>
                  <a:lnTo>
                    <a:pt x="354046" y="964845"/>
                  </a:lnTo>
                  <a:lnTo>
                    <a:pt x="311080" y="950105"/>
                  </a:lnTo>
                  <a:lnTo>
                    <a:pt x="270009" y="931615"/>
                  </a:lnTo>
                  <a:lnTo>
                    <a:pt x="231039" y="909581"/>
                  </a:lnTo>
                  <a:lnTo>
                    <a:pt x="194377" y="884208"/>
                  </a:lnTo>
                  <a:lnTo>
                    <a:pt x="160228" y="855705"/>
                  </a:lnTo>
                  <a:lnTo>
                    <a:pt x="128798" y="824275"/>
                  </a:lnTo>
                  <a:lnTo>
                    <a:pt x="100295" y="790126"/>
                  </a:lnTo>
                  <a:lnTo>
                    <a:pt x="74922" y="753464"/>
                  </a:lnTo>
                  <a:lnTo>
                    <a:pt x="52888" y="714494"/>
                  </a:lnTo>
                  <a:lnTo>
                    <a:pt x="34398" y="673423"/>
                  </a:lnTo>
                  <a:lnTo>
                    <a:pt x="19658" y="630457"/>
                  </a:lnTo>
                  <a:lnTo>
                    <a:pt x="8874" y="585803"/>
                  </a:lnTo>
                  <a:lnTo>
                    <a:pt x="2252" y="539665"/>
                  </a:lnTo>
                  <a:lnTo>
                    <a:pt x="0" y="492252"/>
                  </a:lnTo>
                  <a:close/>
                </a:path>
              </a:pathLst>
            </a:custGeom>
            <a:ln w="12192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671561" y="5941567"/>
            <a:ext cx="1739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65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900" spc="-175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900" spc="-215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11189" y="5826049"/>
            <a:ext cx="1765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65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900" spc="-29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900" spc="-185" b="1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652006" y="5770270"/>
            <a:ext cx="213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165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900" spc="-204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900" spc="-14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900" spc="-215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940042" y="5412740"/>
            <a:ext cx="322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28575">
              <a:lnSpc>
                <a:spcPct val="100000"/>
              </a:lnSpc>
              <a:spcBef>
                <a:spcPts val="100"/>
              </a:spcBef>
            </a:pPr>
            <a:r>
              <a:rPr dirty="0" sz="900" spc="-150" b="1">
                <a:solidFill>
                  <a:srgbClr val="FFFFFF"/>
                </a:solidFill>
                <a:latin typeface="Tahoma"/>
                <a:cs typeface="Tahoma"/>
              </a:rPr>
              <a:t>Factor </a:t>
            </a:r>
            <a:r>
              <a:rPr dirty="0" sz="900" spc="-14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9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900" spc="-215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900" spc="-185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900" spc="-105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900" spc="-210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900" spc="-114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320916" y="5033898"/>
            <a:ext cx="2540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04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900" spc="-22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900" spc="-140" b="1">
                <a:solidFill>
                  <a:srgbClr val="FFFFFF"/>
                </a:solidFill>
                <a:latin typeface="Tahoma"/>
                <a:cs typeface="Tahoma"/>
              </a:rPr>
              <a:t>ear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569965" y="5456046"/>
            <a:ext cx="42290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900" spc="-254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900" spc="-21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900" spc="-21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900" spc="-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04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900" spc="-22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900" spc="-140" b="1">
                <a:solidFill>
                  <a:srgbClr val="FFFFFF"/>
                </a:solidFill>
                <a:latin typeface="Tahoma"/>
                <a:cs typeface="Tahoma"/>
              </a:rPr>
              <a:t>ear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35905" y="5232272"/>
            <a:ext cx="3409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 marR="5080" indent="-69215">
              <a:lnSpc>
                <a:spcPct val="100000"/>
              </a:lnSpc>
              <a:spcBef>
                <a:spcPts val="100"/>
              </a:spcBef>
            </a:pPr>
            <a:r>
              <a:rPr dirty="0" sz="900" spc="-265" b="1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900" spc="-220" b="1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dirty="0" sz="900" spc="-140" b="1">
                <a:solidFill>
                  <a:srgbClr val="FFFFFF"/>
                </a:solidFill>
                <a:latin typeface="Tahoma"/>
                <a:cs typeface="Tahoma"/>
              </a:rPr>
              <a:t>al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900" spc="-10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900" spc="-90" b="1">
                <a:solidFill>
                  <a:srgbClr val="FFFFFF"/>
                </a:solidFill>
                <a:latin typeface="Tahoma"/>
                <a:cs typeface="Tahoma"/>
              </a:rPr>
              <a:t>-  </a:t>
            </a:r>
            <a:r>
              <a:rPr dirty="0" sz="900" spc="-165" b="1">
                <a:solidFill>
                  <a:srgbClr val="FFFFFF"/>
                </a:solidFill>
                <a:latin typeface="Tahoma"/>
                <a:cs typeface="Tahoma"/>
              </a:rPr>
              <a:t>ation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506844" y="4139945"/>
            <a:ext cx="3575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900" spc="-175" b="1">
                <a:solidFill>
                  <a:srgbClr val="FFFFFF"/>
                </a:solidFill>
                <a:latin typeface="Tahoma"/>
                <a:cs typeface="Tahoma"/>
              </a:rPr>
              <a:t>Latent </a:t>
            </a:r>
            <a:r>
              <a:rPr dirty="0" sz="900" spc="-1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295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900" spc="-14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900" spc="-9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900" spc="-225" b="1">
                <a:solidFill>
                  <a:srgbClr val="FFFFFF"/>
                </a:solidFill>
                <a:latin typeface="Tahoma"/>
                <a:cs typeface="Tahoma"/>
              </a:rPr>
              <a:t>k</a:t>
            </a:r>
            <a:r>
              <a:rPr dirty="0" sz="900" spc="-204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900" spc="-175" b="1">
                <a:solidFill>
                  <a:srgbClr val="FFFFFF"/>
                </a:solidFill>
                <a:latin typeface="Tahoma"/>
                <a:cs typeface="Tahoma"/>
              </a:rPr>
              <a:t>v</a:t>
            </a:r>
            <a:r>
              <a:rPr dirty="0" sz="900" spc="-8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90" b="1">
                <a:solidFill>
                  <a:srgbClr val="FFFFFF"/>
                </a:solidFill>
                <a:latin typeface="Tahoma"/>
                <a:cs typeface="Tahoma"/>
              </a:rPr>
              <a:t>-  </a:t>
            </a:r>
            <a:r>
              <a:rPr dirty="0" sz="900" spc="-170" b="1">
                <a:solidFill>
                  <a:srgbClr val="FFFFFF"/>
                </a:solidFill>
                <a:latin typeface="Tahoma"/>
                <a:cs typeface="Tahoma"/>
              </a:rPr>
              <a:t>chain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41107" y="4214240"/>
            <a:ext cx="30353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00"/>
              </a:spcBef>
            </a:pPr>
            <a:r>
              <a:rPr dirty="0" sz="800" spc="-254" b="1">
                <a:solidFill>
                  <a:srgbClr val="FFFFFF"/>
                </a:solidFill>
                <a:latin typeface="Tahoma"/>
                <a:cs typeface="Tahoma"/>
              </a:rPr>
              <a:t>HMM</a:t>
            </a:r>
            <a:endParaRPr sz="800">
              <a:latin typeface="Tahoma"/>
              <a:cs typeface="Tahoma"/>
            </a:endParaRPr>
          </a:p>
          <a:p>
            <a:pPr algn="ctr" marR="5080">
              <a:lnSpc>
                <a:spcPct val="100000"/>
              </a:lnSpc>
              <a:spcBef>
                <a:spcPts val="5"/>
              </a:spcBef>
            </a:pPr>
            <a:r>
              <a:rPr dirty="0" sz="800" spc="-185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800" spc="-7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800" spc="-114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800" spc="-105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800" spc="-4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800" spc="-16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800" spc="-125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800" spc="-15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095490" y="4726304"/>
            <a:ext cx="5384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90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800" spc="-225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800" spc="-14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800" spc="-6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00" spc="-105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800" spc="-175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800" spc="-19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800" spc="-135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800" spc="-9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800" spc="-195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800" spc="-190" b="1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dirty="0" sz="800" spc="-175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800" spc="-190" b="1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dirty="0" sz="800" spc="-10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26580" y="4952238"/>
            <a:ext cx="215900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70" b="1">
                <a:solidFill>
                  <a:srgbClr val="FFFFFF"/>
                </a:solidFill>
                <a:latin typeface="Tahoma"/>
                <a:cs typeface="Tahoma"/>
              </a:rPr>
              <a:t>SLDS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800" spc="-275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800" spc="-90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800" spc="-185" b="1">
                <a:solidFill>
                  <a:srgbClr val="FFFFFF"/>
                </a:solidFill>
                <a:latin typeface="Tahoma"/>
                <a:cs typeface="Tahoma"/>
              </a:rPr>
              <a:t>x</a:t>
            </a:r>
            <a:r>
              <a:rPr dirty="0" sz="800" spc="-165" b="1">
                <a:solidFill>
                  <a:srgbClr val="FFFFFF"/>
                </a:solidFill>
                <a:latin typeface="Tahoma"/>
                <a:cs typeface="Tahoma"/>
              </a:rPr>
              <a:t>ed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091685" y="4647692"/>
            <a:ext cx="365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62230">
              <a:lnSpc>
                <a:spcPct val="100000"/>
              </a:lnSpc>
              <a:spcBef>
                <a:spcPts val="100"/>
              </a:spcBef>
            </a:pPr>
            <a:r>
              <a:rPr dirty="0" sz="900" spc="-175" b="1">
                <a:solidFill>
                  <a:srgbClr val="FFFFFF"/>
                </a:solidFill>
                <a:latin typeface="Tahoma"/>
                <a:cs typeface="Tahoma"/>
              </a:rPr>
              <a:t>under </a:t>
            </a:r>
            <a:r>
              <a:rPr dirty="0" sz="900" spc="-17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900" spc="-17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900" spc="-31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900" spc="-210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900" spc="-155" b="1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dirty="0" sz="900" spc="-17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342385" y="4928996"/>
            <a:ext cx="3651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 indent="88265">
              <a:lnSpc>
                <a:spcPct val="100000"/>
              </a:lnSpc>
              <a:spcBef>
                <a:spcPts val="100"/>
              </a:spcBef>
            </a:pPr>
            <a:r>
              <a:rPr dirty="0" sz="900" spc="-160" b="1">
                <a:solidFill>
                  <a:srgbClr val="FFFFFF"/>
                </a:solidFill>
                <a:latin typeface="Tahoma"/>
                <a:cs typeface="Tahoma"/>
              </a:rPr>
              <a:t>over </a:t>
            </a:r>
            <a:r>
              <a:rPr dirty="0" sz="900" spc="-15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145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r>
              <a:rPr dirty="0" sz="900" spc="-17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900" spc="-31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900" spc="-210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900" spc="-155" b="1">
                <a:solidFill>
                  <a:srgbClr val="FFFFFF"/>
                </a:solidFill>
                <a:latin typeface="Tahoma"/>
                <a:cs typeface="Tahoma"/>
              </a:rPr>
              <a:t>et</a:t>
            </a:r>
            <a:r>
              <a:rPr dirty="0" sz="900" spc="-17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05251" y="5737352"/>
            <a:ext cx="2857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020" marR="5080" indent="-33655">
              <a:lnSpc>
                <a:spcPct val="100000"/>
              </a:lnSpc>
              <a:spcBef>
                <a:spcPts val="100"/>
              </a:spcBef>
            </a:pP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900" spc="-210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900" spc="-14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900" spc="-9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900" spc="-11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900" spc="-120" b="1">
                <a:solidFill>
                  <a:srgbClr val="FFFFFF"/>
                </a:solidFill>
                <a:latin typeface="Tahoma"/>
                <a:cs typeface="Tahoma"/>
              </a:rPr>
              <a:t>e  </a:t>
            </a:r>
            <a:r>
              <a:rPr dirty="0" sz="900" spc="-145" b="1">
                <a:solidFill>
                  <a:srgbClr val="FFFFFF"/>
                </a:solidFill>
                <a:latin typeface="Tahoma"/>
                <a:cs typeface="Tahoma"/>
              </a:rPr>
              <a:t>basis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281427" y="5092141"/>
            <a:ext cx="55054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105"/>
              </a:spcBef>
            </a:pPr>
            <a:r>
              <a:rPr dirty="0" sz="800" spc="-190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800" spc="-16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800" spc="-135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800" spc="-16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800" spc="-180" b="1">
                <a:solidFill>
                  <a:srgbClr val="FFFFFF"/>
                </a:solidFill>
                <a:latin typeface="Tahoma"/>
                <a:cs typeface="Tahoma"/>
              </a:rPr>
              <a:t>n</a:t>
            </a:r>
            <a:r>
              <a:rPr dirty="0" sz="800" spc="-114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800" spc="-3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800" spc="-229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800" spc="-55" b="1">
                <a:solidFill>
                  <a:srgbClr val="FFFFFF"/>
                </a:solidFill>
                <a:latin typeface="Tahoma"/>
                <a:cs typeface="Tahoma"/>
              </a:rPr>
              <a:t>i</a:t>
            </a:r>
            <a:r>
              <a:rPr dirty="0" sz="800" spc="-75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800" spc="-105" b="1">
                <a:solidFill>
                  <a:srgbClr val="FFFFFF"/>
                </a:solidFill>
                <a:latin typeface="Tahoma"/>
                <a:cs typeface="Tahoma"/>
              </a:rPr>
              <a:t>ic</a:t>
            </a:r>
            <a:r>
              <a:rPr dirty="0" sz="800" spc="-170" b="1">
                <a:solidFill>
                  <a:srgbClr val="FFFFFF"/>
                </a:solidFill>
                <a:latin typeface="Tahoma"/>
                <a:cs typeface="Tahoma"/>
              </a:rPr>
              <a:t>h</a:t>
            </a:r>
            <a:r>
              <a:rPr dirty="0" sz="800" spc="-120" b="1">
                <a:solidFill>
                  <a:srgbClr val="FFFFFF"/>
                </a:solidFill>
                <a:latin typeface="Tahoma"/>
                <a:cs typeface="Tahoma"/>
              </a:rPr>
              <a:t>let</a:t>
            </a:r>
            <a:endParaRPr sz="800">
              <a:latin typeface="Tahoma"/>
              <a:cs typeface="Tahoma"/>
            </a:endParaRPr>
          </a:p>
          <a:p>
            <a:pPr algn="ctr" marR="6985">
              <a:lnSpc>
                <a:spcPct val="100000"/>
              </a:lnSpc>
            </a:pPr>
            <a:r>
              <a:rPr dirty="0" sz="800" spc="-140" b="1">
                <a:solidFill>
                  <a:srgbClr val="FFFFFF"/>
                </a:solidFill>
                <a:latin typeface="Tahoma"/>
                <a:cs typeface="Tahoma"/>
              </a:rPr>
              <a:t>Allocation</a:t>
            </a:r>
            <a:endParaRPr sz="8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353691" y="4219194"/>
            <a:ext cx="370205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080" indent="-1270">
              <a:lnSpc>
                <a:spcPct val="100000"/>
              </a:lnSpc>
              <a:spcBef>
                <a:spcPts val="100"/>
              </a:spcBef>
            </a:pPr>
            <a:r>
              <a:rPr dirty="0" sz="900" spc="-200" b="1">
                <a:solidFill>
                  <a:srgbClr val="FFFFFF"/>
                </a:solidFill>
                <a:latin typeface="Tahoma"/>
                <a:cs typeface="Tahoma"/>
              </a:rPr>
              <a:t>Mixed </a:t>
            </a:r>
            <a:r>
              <a:rPr dirty="0" sz="900" spc="-1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900" spc="-31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900" spc="-18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900" spc="-305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900" spc="-215" b="1">
                <a:solidFill>
                  <a:srgbClr val="FFFFFF"/>
                </a:solidFill>
                <a:latin typeface="Tahoma"/>
                <a:cs typeface="Tahoma"/>
              </a:rPr>
              <a:t>b</a:t>
            </a:r>
            <a:r>
              <a:rPr dirty="0" sz="900" spc="-135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900" spc="-90" b="1">
                <a:solidFill>
                  <a:srgbClr val="FFFFFF"/>
                </a:solidFill>
                <a:latin typeface="Tahoma"/>
                <a:cs typeface="Tahoma"/>
              </a:rPr>
              <a:t>r</a:t>
            </a:r>
            <a:r>
              <a:rPr dirty="0" sz="900" spc="-90" b="1">
                <a:solidFill>
                  <a:srgbClr val="FFFFFF"/>
                </a:solidFill>
                <a:latin typeface="Tahoma"/>
                <a:cs typeface="Tahoma"/>
              </a:rPr>
              <a:t>-  </a:t>
            </a:r>
            <a:r>
              <a:rPr dirty="0" sz="900" spc="-160" b="1">
                <a:solidFill>
                  <a:srgbClr val="FFFFFF"/>
                </a:solidFill>
                <a:latin typeface="Tahoma"/>
                <a:cs typeface="Tahoma"/>
              </a:rPr>
              <a:t>ship</a:t>
            </a:r>
            <a:endParaRPr sz="9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62073" y="4865573"/>
            <a:ext cx="332740" cy="300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100"/>
              </a:spcBef>
            </a:pPr>
            <a:r>
              <a:rPr dirty="0" sz="900" spc="-165" b="1">
                <a:solidFill>
                  <a:srgbClr val="FFFFFF"/>
                </a:solidFill>
                <a:latin typeface="Tahoma"/>
                <a:cs typeface="Tahoma"/>
              </a:rPr>
              <a:t>Clique</a:t>
            </a:r>
            <a:endParaRPr sz="9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dirty="0" sz="900" spc="-210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r>
              <a:rPr dirty="0" sz="900" spc="-155" b="1">
                <a:solidFill>
                  <a:srgbClr val="FFFFFF"/>
                </a:solidFill>
                <a:latin typeface="Tahoma"/>
                <a:cs typeface="Tahoma"/>
              </a:rPr>
              <a:t>ec</a:t>
            </a:r>
            <a:r>
              <a:rPr dirty="0" sz="900" spc="-180" b="1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900" spc="-310" b="1">
                <a:solidFill>
                  <a:srgbClr val="FFFFFF"/>
                </a:solidFill>
                <a:latin typeface="Tahoma"/>
                <a:cs typeface="Tahoma"/>
              </a:rPr>
              <a:t>m</a:t>
            </a:r>
            <a:r>
              <a:rPr dirty="0" sz="900" spc="-210" b="1">
                <a:solidFill>
                  <a:srgbClr val="FFFFFF"/>
                </a:solidFill>
                <a:latin typeface="Tahoma"/>
                <a:cs typeface="Tahoma"/>
              </a:rPr>
              <a:t>p</a:t>
            </a:r>
            <a:r>
              <a:rPr dirty="0" sz="900" spc="-120" b="1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27"/>
            <a:ext cx="6599682" cy="46102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21828" y="2564892"/>
            <a:ext cx="7053580" cy="3673475"/>
            <a:chOff x="1421828" y="2564892"/>
            <a:chExt cx="7053580" cy="3673475"/>
          </a:xfrm>
        </p:grpSpPr>
        <p:sp>
          <p:nvSpPr>
            <p:cNvPr id="9" name="object 9"/>
            <p:cNvSpPr/>
            <p:nvPr/>
          </p:nvSpPr>
          <p:spPr>
            <a:xfrm>
              <a:off x="1423416" y="2746248"/>
              <a:ext cx="7050405" cy="3489960"/>
            </a:xfrm>
            <a:custGeom>
              <a:avLst/>
              <a:gdLst/>
              <a:ahLst/>
              <a:cxnLst/>
              <a:rect l="l" t="t" r="r" b="b"/>
              <a:pathLst>
                <a:path w="7050405" h="3489960">
                  <a:moveTo>
                    <a:pt x="0" y="3489960"/>
                  </a:moveTo>
                  <a:lnTo>
                    <a:pt x="7050024" y="3489960"/>
                  </a:lnTo>
                  <a:lnTo>
                    <a:pt x="7050024" y="0"/>
                  </a:lnTo>
                  <a:lnTo>
                    <a:pt x="0" y="0"/>
                  </a:lnTo>
                  <a:lnTo>
                    <a:pt x="0" y="3489960"/>
                  </a:lnTo>
                  <a:close/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287524" y="2564892"/>
              <a:ext cx="5328285" cy="338455"/>
            </a:xfrm>
            <a:custGeom>
              <a:avLst/>
              <a:gdLst/>
              <a:ahLst/>
              <a:cxnLst/>
              <a:rect l="l" t="t" r="r" b="b"/>
              <a:pathLst>
                <a:path w="5328284" h="338455">
                  <a:moveTo>
                    <a:pt x="532790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5327904" y="338327"/>
                  </a:lnTo>
                  <a:lnTo>
                    <a:pt x="532790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983738" y="2598242"/>
            <a:ext cx="39331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70" b="1">
                <a:solidFill>
                  <a:srgbClr val="13299F"/>
                </a:solidFill>
                <a:latin typeface="Tahoma"/>
                <a:cs typeface="Tahoma"/>
              </a:rPr>
              <a:t>Processing</a:t>
            </a:r>
            <a:r>
              <a:rPr dirty="0" sz="1600" spc="-10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290" b="1">
                <a:solidFill>
                  <a:srgbClr val="13299F"/>
                </a:solidFill>
                <a:latin typeface="Tahoma"/>
                <a:cs typeface="Tahoma"/>
              </a:rPr>
              <a:t>Large</a:t>
            </a:r>
            <a:r>
              <a:rPr dirty="0" sz="1600" spc="-12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50" b="1">
                <a:solidFill>
                  <a:srgbClr val="13299F"/>
                </a:solidFill>
                <a:latin typeface="Tahoma"/>
                <a:cs typeface="Tahoma"/>
              </a:rPr>
              <a:t>Amounts</a:t>
            </a:r>
            <a:r>
              <a:rPr dirty="0" sz="1600" spc="-24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270" b="1">
                <a:solidFill>
                  <a:srgbClr val="13299F"/>
                </a:solidFill>
                <a:latin typeface="Tahoma"/>
                <a:cs typeface="Tahoma"/>
              </a:rPr>
              <a:t>of</a:t>
            </a:r>
            <a:r>
              <a:rPr dirty="0" sz="1600" spc="-15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40" b="1">
                <a:solidFill>
                  <a:srgbClr val="13299F"/>
                </a:solidFill>
                <a:latin typeface="Tahoma"/>
                <a:cs typeface="Tahoma"/>
              </a:rPr>
              <a:t>Data</a:t>
            </a:r>
            <a:r>
              <a:rPr dirty="0" sz="1600" spc="-114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15" b="1">
                <a:solidFill>
                  <a:srgbClr val="13299F"/>
                </a:solidFill>
                <a:latin typeface="Tahoma"/>
                <a:cs typeface="Tahoma"/>
              </a:rPr>
              <a:t>Using</a:t>
            </a:r>
            <a:r>
              <a:rPr dirty="0" sz="1600" spc="-12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15" b="1">
                <a:solidFill>
                  <a:srgbClr val="13299F"/>
                </a:solidFill>
                <a:latin typeface="Tahoma"/>
                <a:cs typeface="Tahoma"/>
              </a:rPr>
              <a:t>Online</a:t>
            </a:r>
            <a:r>
              <a:rPr dirty="0" sz="1600" spc="-16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00" b="1">
                <a:solidFill>
                  <a:srgbClr val="13299F"/>
                </a:solidFill>
                <a:latin typeface="Tahoma"/>
                <a:cs typeface="Tahoma"/>
              </a:rPr>
              <a:t>Learning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818382" y="3749421"/>
            <a:ext cx="60706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380" b="1">
                <a:latin typeface="Tahoma"/>
                <a:cs typeface="Tahoma"/>
              </a:rPr>
              <a:t>D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275" b="1">
                <a:latin typeface="Tahoma"/>
                <a:cs typeface="Tahoma"/>
              </a:rPr>
              <a:t>v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305" b="1">
                <a:latin typeface="Tahoma"/>
                <a:cs typeface="Tahoma"/>
              </a:rPr>
              <a:t>d</a:t>
            </a:r>
            <a:r>
              <a:rPr dirty="0" sz="1300" spc="-254" b="1">
                <a:latin typeface="Tahoma"/>
                <a:cs typeface="Tahoma"/>
              </a:rPr>
              <a:t>e</a:t>
            </a:r>
            <a:r>
              <a:rPr dirty="0" sz="1300" spc="-65" b="1">
                <a:latin typeface="Tahoma"/>
                <a:cs typeface="Tahoma"/>
              </a:rPr>
              <a:t> </a:t>
            </a:r>
            <a:r>
              <a:rPr dirty="0" sz="1300" spc="-370" b="1">
                <a:latin typeface="Tahoma"/>
                <a:cs typeface="Tahoma"/>
              </a:rPr>
              <a:t>I</a:t>
            </a:r>
            <a:r>
              <a:rPr dirty="0" sz="1300" spc="-320" b="1">
                <a:latin typeface="Tahoma"/>
                <a:cs typeface="Tahoma"/>
              </a:rPr>
              <a:t>n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180" b="1">
                <a:latin typeface="Tahoma"/>
                <a:cs typeface="Tahoma"/>
              </a:rPr>
              <a:t>o  </a:t>
            </a:r>
            <a:r>
              <a:rPr dirty="0" sz="1300" spc="-200" b="1">
                <a:latin typeface="Tahoma"/>
                <a:cs typeface="Tahoma"/>
              </a:rPr>
              <a:t>Parts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816354" y="3168142"/>
            <a:ext cx="2195195" cy="948690"/>
            <a:chOff x="1816354" y="3168142"/>
            <a:chExt cx="2195195" cy="948690"/>
          </a:xfrm>
        </p:grpSpPr>
        <p:sp>
          <p:nvSpPr>
            <p:cNvPr id="14" name="object 14"/>
            <p:cNvSpPr/>
            <p:nvPr/>
          </p:nvSpPr>
          <p:spPr>
            <a:xfrm>
              <a:off x="1822704" y="3174492"/>
              <a:ext cx="2182495" cy="935990"/>
            </a:xfrm>
            <a:custGeom>
              <a:avLst/>
              <a:gdLst/>
              <a:ahLst/>
              <a:cxnLst/>
              <a:rect l="l" t="t" r="r" b="b"/>
              <a:pathLst>
                <a:path w="2182495" h="935989">
                  <a:moveTo>
                    <a:pt x="2182368" y="0"/>
                  </a:moveTo>
                  <a:lnTo>
                    <a:pt x="436498" y="0"/>
                  </a:lnTo>
                  <a:lnTo>
                    <a:pt x="0" y="935736"/>
                  </a:lnTo>
                  <a:lnTo>
                    <a:pt x="1745869" y="935736"/>
                  </a:lnTo>
                  <a:lnTo>
                    <a:pt x="2182368" y="0"/>
                  </a:lnTo>
                  <a:close/>
                </a:path>
              </a:pathLst>
            </a:custGeom>
            <a:solidFill>
              <a:srgbClr val="EDED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822704" y="3174492"/>
              <a:ext cx="2182495" cy="935990"/>
            </a:xfrm>
            <a:custGeom>
              <a:avLst/>
              <a:gdLst/>
              <a:ahLst/>
              <a:cxnLst/>
              <a:rect l="l" t="t" r="r" b="b"/>
              <a:pathLst>
                <a:path w="2182495" h="935989">
                  <a:moveTo>
                    <a:pt x="0" y="935736"/>
                  </a:moveTo>
                  <a:lnTo>
                    <a:pt x="436498" y="0"/>
                  </a:lnTo>
                  <a:lnTo>
                    <a:pt x="2182368" y="0"/>
                  </a:lnTo>
                  <a:lnTo>
                    <a:pt x="1745869" y="935736"/>
                  </a:lnTo>
                  <a:lnTo>
                    <a:pt x="0" y="935736"/>
                  </a:lnTo>
                  <a:close/>
                </a:path>
              </a:pathLst>
            </a:custGeom>
            <a:ln w="12191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2115311" y="3814571"/>
            <a:ext cx="1344295" cy="200025"/>
          </a:xfrm>
          <a:prstGeom prst="rect">
            <a:avLst/>
          </a:prstGeom>
          <a:solidFill>
            <a:srgbClr val="EDEDEC"/>
          </a:solidFill>
        </p:spPr>
        <p:txBody>
          <a:bodyPr wrap="square" lIns="0" tIns="38100" rIns="0" bIns="0" rtlCol="0" vert="horz">
            <a:spAutoFit/>
          </a:bodyPr>
          <a:lstStyle/>
          <a:p>
            <a:pPr marL="60960">
              <a:lnSpc>
                <a:spcPts val="1270"/>
              </a:lnSpc>
              <a:spcBef>
                <a:spcPts val="300"/>
              </a:spcBef>
            </a:pPr>
            <a:r>
              <a:rPr dirty="0" baseline="12820" sz="1950" spc="-7" b="1">
                <a:latin typeface="Malgun Gothic"/>
                <a:cs typeface="Malgun Gothic"/>
              </a:rPr>
              <a:t>많</a:t>
            </a:r>
            <a:r>
              <a:rPr dirty="0" baseline="12820" sz="1950" spc="-727" b="1">
                <a:latin typeface="Malgun Gothic"/>
                <a:cs typeface="Malgun Gothic"/>
              </a:rPr>
              <a:t>은</a:t>
            </a:r>
            <a:r>
              <a:rPr dirty="0" sz="1300" spc="-310" b="1">
                <a:latin typeface="Tahoma"/>
                <a:cs typeface="Tahoma"/>
              </a:rPr>
              <a:t>A</a:t>
            </a:r>
            <a:r>
              <a:rPr dirty="0" sz="1300" spc="-215" b="1">
                <a:latin typeface="Tahoma"/>
                <a:cs typeface="Tahoma"/>
              </a:rPr>
              <a:t> </a:t>
            </a:r>
            <a:r>
              <a:rPr dirty="0" baseline="12820" sz="1950" spc="-1807" b="1">
                <a:latin typeface="Malgun Gothic"/>
                <a:cs typeface="Malgun Gothic"/>
              </a:rPr>
              <a:t>양</a:t>
            </a:r>
            <a:r>
              <a:rPr dirty="0" sz="1300" spc="-280" b="1">
                <a:latin typeface="Tahoma"/>
                <a:cs typeface="Tahoma"/>
              </a:rPr>
              <a:t>L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330" b="1">
                <a:latin typeface="Tahoma"/>
                <a:cs typeface="Tahoma"/>
              </a:rPr>
              <a:t>t</a:t>
            </a:r>
            <a:r>
              <a:rPr dirty="0" baseline="12820" sz="1950" spc="-1320" b="1">
                <a:latin typeface="Malgun Gothic"/>
                <a:cs typeface="Malgun Gothic"/>
              </a:rPr>
              <a:t>의</a:t>
            </a:r>
            <a:r>
              <a:rPr dirty="0" sz="1300" spc="-295" b="1">
                <a:latin typeface="Tahoma"/>
                <a:cs typeface="Tahoma"/>
              </a:rPr>
              <a:t>o</a:t>
            </a:r>
            <a:r>
              <a:rPr dirty="0" sz="1300" spc="-165" b="1">
                <a:latin typeface="Tahoma"/>
                <a:cs typeface="Tahoma"/>
              </a:rPr>
              <a:t>f</a:t>
            </a:r>
            <a:r>
              <a:rPr dirty="0" sz="1300" spc="-105" b="1">
                <a:latin typeface="Tahoma"/>
                <a:cs typeface="Tahoma"/>
              </a:rPr>
              <a:t> </a:t>
            </a:r>
            <a:r>
              <a:rPr dirty="0" sz="1300" spc="-980" b="1">
                <a:latin typeface="Tahoma"/>
                <a:cs typeface="Tahoma"/>
              </a:rPr>
              <a:t>D</a:t>
            </a:r>
            <a:r>
              <a:rPr dirty="0" baseline="12820" sz="1950" spc="-1057" b="1">
                <a:latin typeface="Malgun Gothic"/>
                <a:cs typeface="Malgun Gothic"/>
              </a:rPr>
              <a:t>데</a:t>
            </a:r>
            <a:r>
              <a:rPr dirty="0" sz="1300" spc="-265" b="1">
                <a:latin typeface="Tahoma"/>
                <a:cs typeface="Tahoma"/>
              </a:rPr>
              <a:t>a</a:t>
            </a:r>
            <a:r>
              <a:rPr dirty="0" sz="1300" spc="-365" b="1">
                <a:latin typeface="Tahoma"/>
                <a:cs typeface="Tahoma"/>
              </a:rPr>
              <a:t>t</a:t>
            </a:r>
            <a:r>
              <a:rPr dirty="0" baseline="12820" sz="1950" spc="-1702" b="1">
                <a:latin typeface="Malgun Gothic"/>
                <a:cs typeface="Malgun Gothic"/>
              </a:rPr>
              <a:t>이</a:t>
            </a:r>
            <a:r>
              <a:rPr dirty="0" sz="1300" spc="-265" b="1">
                <a:latin typeface="Tahoma"/>
                <a:cs typeface="Tahoma"/>
              </a:rPr>
              <a:t>a</a:t>
            </a:r>
            <a:r>
              <a:rPr dirty="0" sz="1300" b="1">
                <a:latin typeface="Tahoma"/>
                <a:cs typeface="Tahoma"/>
              </a:rPr>
              <a:t> </a:t>
            </a:r>
            <a:r>
              <a:rPr dirty="0" sz="1300" spc="-155" b="1">
                <a:latin typeface="Tahoma"/>
                <a:cs typeface="Tahoma"/>
              </a:rPr>
              <a:t> </a:t>
            </a:r>
            <a:r>
              <a:rPr dirty="0" baseline="12820" sz="1950" spc="-7" b="1">
                <a:latin typeface="Malgun Gothic"/>
                <a:cs typeface="Malgun Gothic"/>
              </a:rPr>
              <a:t>터</a:t>
            </a:r>
            <a:endParaRPr baseline="12820" sz="195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30195" y="3047745"/>
            <a:ext cx="2908300" cy="1188085"/>
            <a:chOff x="2330195" y="3047745"/>
            <a:chExt cx="2908300" cy="1188085"/>
          </a:xfrm>
        </p:grpSpPr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30195" y="3246881"/>
              <a:ext cx="1122171" cy="566165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55819" y="3054095"/>
              <a:ext cx="576580" cy="363220"/>
            </a:xfrm>
            <a:custGeom>
              <a:avLst/>
              <a:gdLst/>
              <a:ahLst/>
              <a:cxnLst/>
              <a:rect l="l" t="t" r="r" b="b"/>
              <a:pathLst>
                <a:path w="576579" h="363220">
                  <a:moveTo>
                    <a:pt x="576071" y="0"/>
                  </a:moveTo>
                  <a:lnTo>
                    <a:pt x="115188" y="0"/>
                  </a:lnTo>
                  <a:lnTo>
                    <a:pt x="0" y="362712"/>
                  </a:lnTo>
                  <a:lnTo>
                    <a:pt x="460882" y="362712"/>
                  </a:lnTo>
                  <a:lnTo>
                    <a:pt x="576071" y="0"/>
                  </a:lnTo>
                  <a:close/>
                </a:path>
              </a:pathLst>
            </a:custGeom>
            <a:solidFill>
              <a:srgbClr val="EDED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655819" y="3054095"/>
              <a:ext cx="576580" cy="363220"/>
            </a:xfrm>
            <a:custGeom>
              <a:avLst/>
              <a:gdLst/>
              <a:ahLst/>
              <a:cxnLst/>
              <a:rect l="l" t="t" r="r" b="b"/>
              <a:pathLst>
                <a:path w="576579" h="363220">
                  <a:moveTo>
                    <a:pt x="0" y="362712"/>
                  </a:moveTo>
                  <a:lnTo>
                    <a:pt x="115188" y="0"/>
                  </a:lnTo>
                  <a:lnTo>
                    <a:pt x="576071" y="0"/>
                  </a:lnTo>
                  <a:lnTo>
                    <a:pt x="460882" y="362712"/>
                  </a:lnTo>
                  <a:lnTo>
                    <a:pt x="0" y="362712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872227" y="325831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24892" y="0"/>
                  </a:moveTo>
                  <a:lnTo>
                    <a:pt x="7112" y="0"/>
                  </a:lnTo>
                  <a:lnTo>
                    <a:pt x="0" y="7112"/>
                  </a:lnTo>
                  <a:lnTo>
                    <a:pt x="0" y="16001"/>
                  </a:lnTo>
                  <a:lnTo>
                    <a:pt x="0" y="24891"/>
                  </a:lnTo>
                  <a:lnTo>
                    <a:pt x="7112" y="32003"/>
                  </a:lnTo>
                  <a:lnTo>
                    <a:pt x="24892" y="32003"/>
                  </a:lnTo>
                  <a:lnTo>
                    <a:pt x="32004" y="24891"/>
                  </a:lnTo>
                  <a:lnTo>
                    <a:pt x="32004" y="7112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872227" y="325831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0" y="16001"/>
                  </a:moveTo>
                  <a:lnTo>
                    <a:pt x="0" y="7112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24892" y="0"/>
                  </a:lnTo>
                  <a:lnTo>
                    <a:pt x="32004" y="7112"/>
                  </a:lnTo>
                  <a:lnTo>
                    <a:pt x="32004" y="16001"/>
                  </a:lnTo>
                  <a:lnTo>
                    <a:pt x="32004" y="24891"/>
                  </a:lnTo>
                  <a:lnTo>
                    <a:pt x="24892" y="32003"/>
                  </a:lnTo>
                  <a:lnTo>
                    <a:pt x="16001" y="32003"/>
                  </a:lnTo>
                  <a:lnTo>
                    <a:pt x="7112" y="32003"/>
                  </a:lnTo>
                  <a:lnTo>
                    <a:pt x="0" y="24891"/>
                  </a:lnTo>
                  <a:lnTo>
                    <a:pt x="0" y="16001"/>
                  </a:lnTo>
                  <a:close/>
                </a:path>
              </a:pathLst>
            </a:custGeom>
            <a:ln w="609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928616" y="325831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24892" y="0"/>
                  </a:moveTo>
                  <a:lnTo>
                    <a:pt x="7112" y="0"/>
                  </a:lnTo>
                  <a:lnTo>
                    <a:pt x="0" y="7112"/>
                  </a:lnTo>
                  <a:lnTo>
                    <a:pt x="0" y="16001"/>
                  </a:lnTo>
                  <a:lnTo>
                    <a:pt x="0" y="24891"/>
                  </a:lnTo>
                  <a:lnTo>
                    <a:pt x="7112" y="32003"/>
                  </a:lnTo>
                  <a:lnTo>
                    <a:pt x="24892" y="32003"/>
                  </a:lnTo>
                  <a:lnTo>
                    <a:pt x="32004" y="24891"/>
                  </a:lnTo>
                  <a:lnTo>
                    <a:pt x="32004" y="7112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928616" y="325831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0" y="16001"/>
                  </a:moveTo>
                  <a:lnTo>
                    <a:pt x="0" y="7112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24892" y="0"/>
                  </a:lnTo>
                  <a:lnTo>
                    <a:pt x="32004" y="7112"/>
                  </a:lnTo>
                  <a:lnTo>
                    <a:pt x="32004" y="16001"/>
                  </a:lnTo>
                  <a:lnTo>
                    <a:pt x="32004" y="24891"/>
                  </a:lnTo>
                  <a:lnTo>
                    <a:pt x="24892" y="32003"/>
                  </a:lnTo>
                  <a:lnTo>
                    <a:pt x="16001" y="32003"/>
                  </a:lnTo>
                  <a:lnTo>
                    <a:pt x="7112" y="32003"/>
                  </a:lnTo>
                  <a:lnTo>
                    <a:pt x="0" y="24891"/>
                  </a:lnTo>
                  <a:lnTo>
                    <a:pt x="0" y="16001"/>
                  </a:lnTo>
                  <a:close/>
                </a:path>
              </a:pathLst>
            </a:custGeom>
            <a:ln w="609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985003" y="325831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24892" y="0"/>
                  </a:moveTo>
                  <a:lnTo>
                    <a:pt x="7112" y="0"/>
                  </a:lnTo>
                  <a:lnTo>
                    <a:pt x="0" y="7112"/>
                  </a:lnTo>
                  <a:lnTo>
                    <a:pt x="0" y="16001"/>
                  </a:lnTo>
                  <a:lnTo>
                    <a:pt x="0" y="24891"/>
                  </a:lnTo>
                  <a:lnTo>
                    <a:pt x="7112" y="32003"/>
                  </a:lnTo>
                  <a:lnTo>
                    <a:pt x="24892" y="32003"/>
                  </a:lnTo>
                  <a:lnTo>
                    <a:pt x="32004" y="24891"/>
                  </a:lnTo>
                  <a:lnTo>
                    <a:pt x="32004" y="7112"/>
                  </a:lnTo>
                  <a:lnTo>
                    <a:pt x="2489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985003" y="3258311"/>
              <a:ext cx="32384" cy="32384"/>
            </a:xfrm>
            <a:custGeom>
              <a:avLst/>
              <a:gdLst/>
              <a:ahLst/>
              <a:cxnLst/>
              <a:rect l="l" t="t" r="r" b="b"/>
              <a:pathLst>
                <a:path w="32385" h="32385">
                  <a:moveTo>
                    <a:pt x="0" y="16001"/>
                  </a:moveTo>
                  <a:lnTo>
                    <a:pt x="0" y="7112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24892" y="0"/>
                  </a:lnTo>
                  <a:lnTo>
                    <a:pt x="32004" y="7112"/>
                  </a:lnTo>
                  <a:lnTo>
                    <a:pt x="32004" y="16001"/>
                  </a:lnTo>
                  <a:lnTo>
                    <a:pt x="32004" y="24891"/>
                  </a:lnTo>
                  <a:lnTo>
                    <a:pt x="24892" y="32003"/>
                  </a:lnTo>
                  <a:lnTo>
                    <a:pt x="16001" y="32003"/>
                  </a:lnTo>
                  <a:lnTo>
                    <a:pt x="7112" y="32003"/>
                  </a:lnTo>
                  <a:lnTo>
                    <a:pt x="0" y="24891"/>
                  </a:lnTo>
                  <a:lnTo>
                    <a:pt x="0" y="16001"/>
                  </a:lnTo>
                  <a:close/>
                </a:path>
              </a:pathLst>
            </a:custGeom>
            <a:ln w="609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629911" y="3461003"/>
              <a:ext cx="576580" cy="361315"/>
            </a:xfrm>
            <a:custGeom>
              <a:avLst/>
              <a:gdLst/>
              <a:ahLst/>
              <a:cxnLst/>
              <a:rect l="l" t="t" r="r" b="b"/>
              <a:pathLst>
                <a:path w="576579" h="361314">
                  <a:moveTo>
                    <a:pt x="576072" y="0"/>
                  </a:moveTo>
                  <a:lnTo>
                    <a:pt x="115188" y="0"/>
                  </a:lnTo>
                  <a:lnTo>
                    <a:pt x="0" y="361188"/>
                  </a:lnTo>
                  <a:lnTo>
                    <a:pt x="460883" y="361188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EDED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629911" y="3461003"/>
              <a:ext cx="576580" cy="361315"/>
            </a:xfrm>
            <a:custGeom>
              <a:avLst/>
              <a:gdLst/>
              <a:ahLst/>
              <a:cxnLst/>
              <a:rect l="l" t="t" r="r" b="b"/>
              <a:pathLst>
                <a:path w="576579" h="361314">
                  <a:moveTo>
                    <a:pt x="0" y="361188"/>
                  </a:moveTo>
                  <a:lnTo>
                    <a:pt x="115188" y="0"/>
                  </a:lnTo>
                  <a:lnTo>
                    <a:pt x="576072" y="0"/>
                  </a:lnTo>
                  <a:lnTo>
                    <a:pt x="460883" y="361188"/>
                  </a:lnTo>
                  <a:lnTo>
                    <a:pt x="0" y="361188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42688" y="3503675"/>
              <a:ext cx="76200" cy="235457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4780788" y="3700271"/>
              <a:ext cx="316865" cy="76200"/>
            </a:xfrm>
            <a:custGeom>
              <a:avLst/>
              <a:gdLst/>
              <a:ahLst/>
              <a:cxnLst/>
              <a:rect l="l" t="t" r="r" b="b"/>
              <a:pathLst>
                <a:path w="316864" h="76200">
                  <a:moveTo>
                    <a:pt x="240664" y="0"/>
                  </a:moveTo>
                  <a:lnTo>
                    <a:pt x="240664" y="76200"/>
                  </a:lnTo>
                  <a:lnTo>
                    <a:pt x="304164" y="44450"/>
                  </a:lnTo>
                  <a:lnTo>
                    <a:pt x="253364" y="44450"/>
                  </a:lnTo>
                  <a:lnTo>
                    <a:pt x="253364" y="31750"/>
                  </a:lnTo>
                  <a:lnTo>
                    <a:pt x="304164" y="31750"/>
                  </a:lnTo>
                  <a:lnTo>
                    <a:pt x="240664" y="0"/>
                  </a:lnTo>
                  <a:close/>
                </a:path>
                <a:path w="316864" h="76200">
                  <a:moveTo>
                    <a:pt x="240664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40664" y="44450"/>
                  </a:lnTo>
                  <a:lnTo>
                    <a:pt x="240664" y="31750"/>
                  </a:lnTo>
                  <a:close/>
                </a:path>
                <a:path w="316864" h="76200">
                  <a:moveTo>
                    <a:pt x="304164" y="31750"/>
                  </a:moveTo>
                  <a:lnTo>
                    <a:pt x="253364" y="31750"/>
                  </a:lnTo>
                  <a:lnTo>
                    <a:pt x="253364" y="44450"/>
                  </a:lnTo>
                  <a:lnTo>
                    <a:pt x="304164" y="44450"/>
                  </a:lnTo>
                  <a:lnTo>
                    <a:pt x="316864" y="38100"/>
                  </a:lnTo>
                  <a:lnTo>
                    <a:pt x="304164" y="317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797551" y="3630167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59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19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20" y="22859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294D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797551" y="3630167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59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20" y="22859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19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59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90516" y="3572255"/>
              <a:ext cx="135636" cy="14630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640579" y="3867911"/>
              <a:ext cx="576580" cy="361315"/>
            </a:xfrm>
            <a:custGeom>
              <a:avLst/>
              <a:gdLst/>
              <a:ahLst/>
              <a:cxnLst/>
              <a:rect l="l" t="t" r="r" b="b"/>
              <a:pathLst>
                <a:path w="576579" h="361314">
                  <a:moveTo>
                    <a:pt x="576072" y="0"/>
                  </a:moveTo>
                  <a:lnTo>
                    <a:pt x="115189" y="0"/>
                  </a:lnTo>
                  <a:lnTo>
                    <a:pt x="0" y="361188"/>
                  </a:lnTo>
                  <a:lnTo>
                    <a:pt x="460883" y="361188"/>
                  </a:lnTo>
                  <a:lnTo>
                    <a:pt x="576072" y="0"/>
                  </a:lnTo>
                  <a:close/>
                </a:path>
              </a:pathLst>
            </a:custGeom>
            <a:solidFill>
              <a:srgbClr val="EDED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640579" y="3867911"/>
              <a:ext cx="576580" cy="361315"/>
            </a:xfrm>
            <a:custGeom>
              <a:avLst/>
              <a:gdLst/>
              <a:ahLst/>
              <a:cxnLst/>
              <a:rect l="l" t="t" r="r" b="b"/>
              <a:pathLst>
                <a:path w="576579" h="361314">
                  <a:moveTo>
                    <a:pt x="0" y="361188"/>
                  </a:moveTo>
                  <a:lnTo>
                    <a:pt x="115189" y="0"/>
                  </a:lnTo>
                  <a:lnTo>
                    <a:pt x="576072" y="0"/>
                  </a:lnTo>
                  <a:lnTo>
                    <a:pt x="460883" y="361188"/>
                  </a:lnTo>
                  <a:lnTo>
                    <a:pt x="0" y="361188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53355" y="3896867"/>
              <a:ext cx="76200" cy="235457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789931" y="4093463"/>
              <a:ext cx="316865" cy="76200"/>
            </a:xfrm>
            <a:custGeom>
              <a:avLst/>
              <a:gdLst/>
              <a:ahLst/>
              <a:cxnLst/>
              <a:rect l="l" t="t" r="r" b="b"/>
              <a:pathLst>
                <a:path w="316864" h="76200">
                  <a:moveTo>
                    <a:pt x="240664" y="0"/>
                  </a:moveTo>
                  <a:lnTo>
                    <a:pt x="240664" y="76200"/>
                  </a:lnTo>
                  <a:lnTo>
                    <a:pt x="304164" y="44450"/>
                  </a:lnTo>
                  <a:lnTo>
                    <a:pt x="253364" y="44450"/>
                  </a:lnTo>
                  <a:lnTo>
                    <a:pt x="253364" y="31750"/>
                  </a:lnTo>
                  <a:lnTo>
                    <a:pt x="304164" y="31750"/>
                  </a:lnTo>
                  <a:lnTo>
                    <a:pt x="240664" y="0"/>
                  </a:lnTo>
                  <a:close/>
                </a:path>
                <a:path w="316864" h="76200">
                  <a:moveTo>
                    <a:pt x="240664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40664" y="44450"/>
                  </a:lnTo>
                  <a:lnTo>
                    <a:pt x="240664" y="31750"/>
                  </a:lnTo>
                  <a:close/>
                </a:path>
                <a:path w="316864" h="76200">
                  <a:moveTo>
                    <a:pt x="304164" y="31750"/>
                  </a:moveTo>
                  <a:lnTo>
                    <a:pt x="253364" y="31750"/>
                  </a:lnTo>
                  <a:lnTo>
                    <a:pt x="253364" y="44450"/>
                  </a:lnTo>
                  <a:lnTo>
                    <a:pt x="304164" y="44450"/>
                  </a:lnTo>
                  <a:lnTo>
                    <a:pt x="316864" y="38100"/>
                  </a:lnTo>
                  <a:lnTo>
                    <a:pt x="304164" y="317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4814316" y="398525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59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19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20" y="22859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294D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814316" y="398525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59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20" y="22859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19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59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914900" y="4062983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20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20" y="22860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294D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914900" y="4062983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20" y="22860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20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60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988051" y="4014215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59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19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20" y="22859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294D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988051" y="4014215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59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20" y="22859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19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59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4876800" y="398525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59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19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20" y="22859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294D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4876800" y="398525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59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20" y="22859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19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59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2580132" y="4648200"/>
            <a:ext cx="1049020" cy="546100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 marL="257810" marR="248920" indent="33020">
              <a:lnSpc>
                <a:spcPct val="100000"/>
              </a:lnSpc>
              <a:spcBef>
                <a:spcPts val="595"/>
              </a:spcBef>
            </a:pPr>
            <a:r>
              <a:rPr dirty="0" sz="1300" spc="-260" b="1">
                <a:latin typeface="Tahoma"/>
                <a:cs typeface="Tahoma"/>
              </a:rPr>
              <a:t>Problem </a:t>
            </a:r>
            <a:r>
              <a:rPr dirty="0" sz="1300" spc="-254" b="1">
                <a:latin typeface="Tahoma"/>
                <a:cs typeface="Tahoma"/>
              </a:rPr>
              <a:t> </a:t>
            </a:r>
            <a:r>
              <a:rPr dirty="0" sz="1300" spc="-340" b="1">
                <a:latin typeface="Tahoma"/>
                <a:cs typeface="Tahoma"/>
              </a:rPr>
              <a:t>R</a:t>
            </a:r>
            <a:r>
              <a:rPr dirty="0" sz="1300" spc="-225" b="1">
                <a:latin typeface="Tahoma"/>
                <a:cs typeface="Tahoma"/>
              </a:rPr>
              <a:t>e</a:t>
            </a:r>
            <a:r>
              <a:rPr dirty="0" sz="1300" spc="-190" b="1">
                <a:latin typeface="Tahoma"/>
                <a:cs typeface="Tahoma"/>
              </a:rPr>
              <a:t>s</a:t>
            </a:r>
            <a:r>
              <a:rPr dirty="0" sz="1300" spc="-220" b="1">
                <a:latin typeface="Tahoma"/>
                <a:cs typeface="Tahoma"/>
              </a:rPr>
              <a:t>ea</a:t>
            </a:r>
            <a:r>
              <a:rPr dirty="0" sz="1300" spc="-170" b="1">
                <a:latin typeface="Tahoma"/>
                <a:cs typeface="Tahoma"/>
              </a:rPr>
              <a:t>r</a:t>
            </a:r>
            <a:r>
              <a:rPr dirty="0" sz="1300" spc="-240" b="1">
                <a:latin typeface="Tahoma"/>
                <a:cs typeface="Tahoma"/>
              </a:rPr>
              <a:t>ch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171188" y="4648200"/>
            <a:ext cx="1546860" cy="546100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05"/>
              </a:spcBef>
            </a:pPr>
            <a:r>
              <a:rPr dirty="0" sz="1200" spc="-365" b="1">
                <a:latin typeface="Tahoma"/>
                <a:cs typeface="Tahoma"/>
              </a:rPr>
              <a:t>O</a:t>
            </a:r>
            <a:r>
              <a:rPr dirty="0" sz="1200" spc="-280" b="1">
                <a:latin typeface="Tahoma"/>
                <a:cs typeface="Tahoma"/>
              </a:rPr>
              <a:t>n</a:t>
            </a:r>
            <a:r>
              <a:rPr dirty="0" sz="1200" spc="-140" b="1">
                <a:latin typeface="Tahoma"/>
                <a:cs typeface="Tahoma"/>
              </a:rPr>
              <a:t>l</a:t>
            </a:r>
            <a:r>
              <a:rPr dirty="0" sz="1200" spc="-140" b="1">
                <a:latin typeface="Tahoma"/>
                <a:cs typeface="Tahoma"/>
              </a:rPr>
              <a:t>i</a:t>
            </a:r>
            <a:r>
              <a:rPr dirty="0" sz="1200" spc="-270" b="1">
                <a:latin typeface="Tahoma"/>
                <a:cs typeface="Tahoma"/>
              </a:rPr>
              <a:t>n</a:t>
            </a:r>
            <a:r>
              <a:rPr dirty="0" sz="1200" spc="-250" b="1">
                <a:latin typeface="Tahoma"/>
                <a:cs typeface="Tahoma"/>
              </a:rPr>
              <a:t>e</a:t>
            </a:r>
            <a:r>
              <a:rPr dirty="0" sz="1200" spc="-90" b="1">
                <a:latin typeface="Tahoma"/>
                <a:cs typeface="Tahoma"/>
              </a:rPr>
              <a:t> </a:t>
            </a:r>
            <a:r>
              <a:rPr dirty="0" sz="1200" spc="-395" b="1">
                <a:latin typeface="Tahoma"/>
                <a:cs typeface="Tahoma"/>
              </a:rPr>
              <a:t>M</a:t>
            </a:r>
            <a:r>
              <a:rPr dirty="0" sz="1200" spc="-235" b="1">
                <a:latin typeface="Tahoma"/>
                <a:cs typeface="Tahoma"/>
              </a:rPr>
              <a:t>a</a:t>
            </a:r>
            <a:r>
              <a:rPr dirty="0" sz="1200" spc="-195" b="1">
                <a:latin typeface="Tahoma"/>
                <a:cs typeface="Tahoma"/>
              </a:rPr>
              <a:t>c</a:t>
            </a:r>
            <a:r>
              <a:rPr dirty="0" sz="1200" spc="-250" b="1">
                <a:latin typeface="Tahoma"/>
                <a:cs typeface="Tahoma"/>
              </a:rPr>
              <a:t>h</a:t>
            </a:r>
            <a:r>
              <a:rPr dirty="0" sz="1200" spc="-140" b="1">
                <a:latin typeface="Tahoma"/>
                <a:cs typeface="Tahoma"/>
              </a:rPr>
              <a:t>i</a:t>
            </a:r>
            <a:r>
              <a:rPr dirty="0" sz="1200" spc="-270" b="1">
                <a:latin typeface="Tahoma"/>
                <a:cs typeface="Tahoma"/>
              </a:rPr>
              <a:t>n</a:t>
            </a:r>
            <a:r>
              <a:rPr dirty="0" sz="1200" spc="-250" b="1">
                <a:latin typeface="Tahoma"/>
                <a:cs typeface="Tahoma"/>
              </a:rPr>
              <a:t>e</a:t>
            </a:r>
            <a:r>
              <a:rPr dirty="0" sz="1200" spc="-135" b="1">
                <a:latin typeface="Tahoma"/>
                <a:cs typeface="Tahoma"/>
              </a:rPr>
              <a:t> </a:t>
            </a:r>
            <a:r>
              <a:rPr dirty="0" sz="1200" spc="-240" b="1">
                <a:latin typeface="Tahoma"/>
                <a:cs typeface="Tahoma"/>
              </a:rPr>
              <a:t>L</a:t>
            </a:r>
            <a:r>
              <a:rPr dirty="0" sz="1200" spc="-235" b="1">
                <a:latin typeface="Tahoma"/>
                <a:cs typeface="Tahoma"/>
              </a:rPr>
              <a:t>e</a:t>
            </a:r>
            <a:r>
              <a:rPr dirty="0" sz="1200" spc="-235" b="1">
                <a:latin typeface="Tahoma"/>
                <a:cs typeface="Tahoma"/>
              </a:rPr>
              <a:t>a</a:t>
            </a:r>
            <a:r>
              <a:rPr dirty="0" sz="1200" spc="-80" b="1">
                <a:latin typeface="Tahoma"/>
                <a:cs typeface="Tahoma"/>
              </a:rPr>
              <a:t>r</a:t>
            </a:r>
            <a:r>
              <a:rPr dirty="0" sz="1200" spc="-280" b="1">
                <a:latin typeface="Tahoma"/>
                <a:cs typeface="Tahoma"/>
              </a:rPr>
              <a:t>n</a:t>
            </a:r>
            <a:r>
              <a:rPr dirty="0" sz="1200" spc="-140" b="1">
                <a:latin typeface="Tahoma"/>
                <a:cs typeface="Tahoma"/>
              </a:rPr>
              <a:t>i</a:t>
            </a:r>
            <a:r>
              <a:rPr dirty="0" sz="1200" spc="-280" b="1">
                <a:latin typeface="Tahoma"/>
                <a:cs typeface="Tahoma"/>
              </a:rPr>
              <a:t>ng</a:t>
            </a:r>
            <a:endParaRPr sz="12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dirty="0" sz="1200" spc="-335" b="1">
                <a:latin typeface="Tahoma"/>
                <a:cs typeface="Tahoma"/>
              </a:rPr>
              <a:t>A</a:t>
            </a:r>
            <a:r>
              <a:rPr dirty="0" sz="1200" spc="-140" b="1">
                <a:latin typeface="Tahoma"/>
                <a:cs typeface="Tahoma"/>
              </a:rPr>
              <a:t>l</a:t>
            </a:r>
            <a:r>
              <a:rPr dirty="0" sz="1200" spc="-270" b="1">
                <a:latin typeface="Tahoma"/>
                <a:cs typeface="Tahoma"/>
              </a:rPr>
              <a:t>g</a:t>
            </a:r>
            <a:r>
              <a:rPr dirty="0" sz="1200" spc="-260" b="1">
                <a:latin typeface="Tahoma"/>
                <a:cs typeface="Tahoma"/>
              </a:rPr>
              <a:t>o</a:t>
            </a:r>
            <a:r>
              <a:rPr dirty="0" sz="1200" spc="-85" b="1">
                <a:latin typeface="Tahoma"/>
                <a:cs typeface="Tahoma"/>
              </a:rPr>
              <a:t>r</a:t>
            </a:r>
            <a:r>
              <a:rPr dirty="0" sz="1200" spc="-140" b="1">
                <a:latin typeface="Tahoma"/>
                <a:cs typeface="Tahoma"/>
              </a:rPr>
              <a:t>i</a:t>
            </a:r>
            <a:r>
              <a:rPr dirty="0" sz="1200" spc="-180" b="1">
                <a:latin typeface="Tahoma"/>
                <a:cs typeface="Tahoma"/>
              </a:rPr>
              <a:t>t</a:t>
            </a:r>
            <a:r>
              <a:rPr dirty="0" sz="1200" spc="-275" b="1">
                <a:latin typeface="Tahoma"/>
                <a:cs typeface="Tahoma"/>
              </a:rPr>
              <a:t>h</a:t>
            </a:r>
            <a:r>
              <a:rPr dirty="0" sz="1200" spc="-405" b="1">
                <a:latin typeface="Tahoma"/>
                <a:cs typeface="Tahoma"/>
              </a:rPr>
              <a:t>m</a:t>
            </a:r>
            <a:r>
              <a:rPr dirty="0" sz="1200" spc="-50" b="1">
                <a:latin typeface="Tahoma"/>
                <a:cs typeface="Tahoma"/>
              </a:rPr>
              <a:t> </a:t>
            </a:r>
            <a:r>
              <a:rPr dirty="0" sz="1200" spc="-300" b="1">
                <a:latin typeface="Tahoma"/>
                <a:cs typeface="Tahoma"/>
              </a:rPr>
              <a:t>T</a:t>
            </a:r>
            <a:r>
              <a:rPr dirty="0" sz="1200" spc="-85" b="1">
                <a:latin typeface="Tahoma"/>
                <a:cs typeface="Tahoma"/>
              </a:rPr>
              <a:t>r</a:t>
            </a:r>
            <a:r>
              <a:rPr dirty="0" sz="1200" spc="-229" b="1">
                <a:latin typeface="Tahoma"/>
                <a:cs typeface="Tahoma"/>
              </a:rPr>
              <a:t>a</a:t>
            </a:r>
            <a:r>
              <a:rPr dirty="0" sz="1200" spc="-140" b="1">
                <a:latin typeface="Tahoma"/>
                <a:cs typeface="Tahoma"/>
              </a:rPr>
              <a:t>i</a:t>
            </a:r>
            <a:r>
              <a:rPr dirty="0" sz="1200" spc="-280" b="1">
                <a:latin typeface="Tahoma"/>
                <a:cs typeface="Tahoma"/>
              </a:rPr>
              <a:t>n</a:t>
            </a:r>
            <a:r>
              <a:rPr dirty="0" sz="1200" spc="-140" b="1">
                <a:latin typeface="Tahoma"/>
                <a:cs typeface="Tahoma"/>
              </a:rPr>
              <a:t>i</a:t>
            </a:r>
            <a:r>
              <a:rPr dirty="0" sz="1200" spc="-280" b="1">
                <a:latin typeface="Tahoma"/>
                <a:cs typeface="Tahoma"/>
              </a:rPr>
              <a:t>ng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57828" y="5539740"/>
            <a:ext cx="929640" cy="546100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74930" rIns="0" bIns="0" rtlCol="0" vert="horz">
            <a:spAutoFit/>
          </a:bodyPr>
          <a:lstStyle/>
          <a:p>
            <a:pPr marL="307340">
              <a:lnSpc>
                <a:spcPct val="100000"/>
              </a:lnSpc>
              <a:spcBef>
                <a:spcPts val="590"/>
              </a:spcBef>
            </a:pPr>
            <a:r>
              <a:rPr dirty="0" sz="1300" spc="-165" b="1">
                <a:latin typeface="Tahoma"/>
                <a:cs typeface="Tahoma"/>
              </a:rPr>
              <a:t>Error</a:t>
            </a:r>
            <a:endParaRPr sz="1300">
              <a:latin typeface="Tahoma"/>
              <a:cs typeface="Tahoma"/>
            </a:endParaRPr>
          </a:p>
          <a:p>
            <a:pPr marL="236854">
              <a:lnSpc>
                <a:spcPct val="100000"/>
              </a:lnSpc>
              <a:spcBef>
                <a:spcPts val="5"/>
              </a:spcBef>
            </a:pPr>
            <a:r>
              <a:rPr dirty="0" sz="1300" spc="-225" b="1">
                <a:latin typeface="Tahoma"/>
                <a:cs typeface="Tahoma"/>
              </a:rPr>
              <a:t>Analysis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464808" y="3526535"/>
            <a:ext cx="1179830" cy="546100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165735" rIns="0" bIns="0" rtlCol="0" vert="horz">
            <a:spAutoFit/>
          </a:bodyPr>
          <a:lstStyle/>
          <a:p>
            <a:pPr marL="283210">
              <a:lnSpc>
                <a:spcPct val="100000"/>
              </a:lnSpc>
              <a:spcBef>
                <a:spcPts val="1305"/>
              </a:spcBef>
            </a:pPr>
            <a:r>
              <a:rPr dirty="0" sz="1400" spc="-275" b="1">
                <a:latin typeface="Tahoma"/>
                <a:cs typeface="Tahoma"/>
              </a:rPr>
              <a:t>Launching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6024117" y="4533646"/>
            <a:ext cx="2056764" cy="774700"/>
            <a:chOff x="6024117" y="4533646"/>
            <a:chExt cx="2056764" cy="774700"/>
          </a:xfrm>
        </p:grpSpPr>
        <p:sp>
          <p:nvSpPr>
            <p:cNvPr id="51" name="object 51"/>
            <p:cNvSpPr/>
            <p:nvPr/>
          </p:nvSpPr>
          <p:spPr>
            <a:xfrm>
              <a:off x="6030467" y="4539996"/>
              <a:ext cx="2044064" cy="762000"/>
            </a:xfrm>
            <a:custGeom>
              <a:avLst/>
              <a:gdLst/>
              <a:ahLst/>
              <a:cxnLst/>
              <a:rect l="l" t="t" r="r" b="b"/>
              <a:pathLst>
                <a:path w="2044065" h="762000">
                  <a:moveTo>
                    <a:pt x="1021841" y="0"/>
                  </a:moveTo>
                  <a:lnTo>
                    <a:pt x="0" y="380999"/>
                  </a:lnTo>
                  <a:lnTo>
                    <a:pt x="1021841" y="761999"/>
                  </a:lnTo>
                  <a:lnTo>
                    <a:pt x="2043684" y="380999"/>
                  </a:lnTo>
                  <a:lnTo>
                    <a:pt x="1021841" y="0"/>
                  </a:lnTo>
                  <a:close/>
                </a:path>
              </a:pathLst>
            </a:custGeom>
            <a:solidFill>
              <a:srgbClr val="EDED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6030467" y="4539996"/>
              <a:ext cx="2044064" cy="762000"/>
            </a:xfrm>
            <a:custGeom>
              <a:avLst/>
              <a:gdLst/>
              <a:ahLst/>
              <a:cxnLst/>
              <a:rect l="l" t="t" r="r" b="b"/>
              <a:pathLst>
                <a:path w="2044065" h="762000">
                  <a:moveTo>
                    <a:pt x="0" y="380999"/>
                  </a:moveTo>
                  <a:lnTo>
                    <a:pt x="1021841" y="0"/>
                  </a:lnTo>
                  <a:lnTo>
                    <a:pt x="2043684" y="380999"/>
                  </a:lnTo>
                  <a:lnTo>
                    <a:pt x="1021841" y="761999"/>
                  </a:lnTo>
                  <a:lnTo>
                    <a:pt x="0" y="380999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6758685" y="4711446"/>
            <a:ext cx="58928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95"/>
              </a:spcBef>
            </a:pPr>
            <a:r>
              <a:rPr dirty="0" sz="1300" spc="-240" b="1">
                <a:latin typeface="Tahoma"/>
                <a:cs typeface="Tahoma"/>
              </a:rPr>
              <a:t>Solution </a:t>
            </a:r>
            <a:r>
              <a:rPr dirty="0" sz="1300" spc="-235" b="1">
                <a:latin typeface="Tahoma"/>
                <a:cs typeface="Tahoma"/>
              </a:rPr>
              <a:t> </a:t>
            </a:r>
            <a:r>
              <a:rPr dirty="0" sz="1300" spc="-280" b="1">
                <a:latin typeface="Tahoma"/>
                <a:cs typeface="Tahoma"/>
              </a:rPr>
              <a:t>E</a:t>
            </a:r>
            <a:r>
              <a:rPr dirty="0" sz="1300" spc="-275" b="1">
                <a:latin typeface="Tahoma"/>
                <a:cs typeface="Tahoma"/>
              </a:rPr>
              <a:t>v</a:t>
            </a:r>
            <a:r>
              <a:rPr dirty="0" sz="1300" spc="-270" b="1">
                <a:latin typeface="Tahoma"/>
                <a:cs typeface="Tahoma"/>
              </a:rPr>
              <a:t>a</a:t>
            </a:r>
            <a:r>
              <a:rPr dirty="0" sz="1300" spc="-150" b="1">
                <a:latin typeface="Tahoma"/>
                <a:cs typeface="Tahoma"/>
              </a:rPr>
              <a:t>l</a:t>
            </a:r>
            <a:r>
              <a:rPr dirty="0" sz="1300" spc="-320" b="1">
                <a:latin typeface="Tahoma"/>
                <a:cs typeface="Tahoma"/>
              </a:rPr>
              <a:t>u</a:t>
            </a:r>
            <a:r>
              <a:rPr dirty="0" sz="1300" spc="-265" b="1">
                <a:latin typeface="Tahoma"/>
                <a:cs typeface="Tahoma"/>
              </a:rPr>
              <a:t>a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290" b="1">
                <a:latin typeface="Tahoma"/>
                <a:cs typeface="Tahoma"/>
              </a:rPr>
              <a:t>on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061716" y="3599688"/>
            <a:ext cx="4483735" cy="2257425"/>
            <a:chOff x="3061716" y="3599688"/>
            <a:chExt cx="4483735" cy="2257425"/>
          </a:xfrm>
        </p:grpSpPr>
        <p:sp>
          <p:nvSpPr>
            <p:cNvPr id="55" name="object 55"/>
            <p:cNvSpPr/>
            <p:nvPr/>
          </p:nvSpPr>
          <p:spPr>
            <a:xfrm>
              <a:off x="3061716" y="3599687"/>
              <a:ext cx="4037965" cy="2257425"/>
            </a:xfrm>
            <a:custGeom>
              <a:avLst/>
              <a:gdLst/>
              <a:ahLst/>
              <a:cxnLst/>
              <a:rect l="l" t="t" r="r" b="b"/>
              <a:pathLst>
                <a:path w="4037965" h="2257425">
                  <a:moveTo>
                    <a:pt x="813054" y="28956"/>
                  </a:moveTo>
                  <a:lnTo>
                    <a:pt x="726186" y="28956"/>
                  </a:lnTo>
                  <a:lnTo>
                    <a:pt x="726186" y="57912"/>
                  </a:lnTo>
                  <a:lnTo>
                    <a:pt x="813054" y="57912"/>
                  </a:lnTo>
                  <a:lnTo>
                    <a:pt x="813054" y="28956"/>
                  </a:lnTo>
                  <a:close/>
                </a:path>
                <a:path w="4037965" h="2257425">
                  <a:moveTo>
                    <a:pt x="897636" y="2198611"/>
                  </a:moveTo>
                  <a:lnTo>
                    <a:pt x="57912" y="2198611"/>
                  </a:lnTo>
                  <a:lnTo>
                    <a:pt x="57912" y="1681734"/>
                  </a:lnTo>
                  <a:lnTo>
                    <a:pt x="86868" y="1681734"/>
                  </a:lnTo>
                  <a:lnTo>
                    <a:pt x="79629" y="1667256"/>
                  </a:lnTo>
                  <a:lnTo>
                    <a:pt x="43434" y="1594878"/>
                  </a:lnTo>
                  <a:lnTo>
                    <a:pt x="0" y="1681734"/>
                  </a:lnTo>
                  <a:lnTo>
                    <a:pt x="28956" y="1681734"/>
                  </a:lnTo>
                  <a:lnTo>
                    <a:pt x="28956" y="2227554"/>
                  </a:lnTo>
                  <a:lnTo>
                    <a:pt x="897636" y="2227554"/>
                  </a:lnTo>
                  <a:lnTo>
                    <a:pt x="897636" y="2213076"/>
                  </a:lnTo>
                  <a:lnTo>
                    <a:pt x="897636" y="2198611"/>
                  </a:lnTo>
                  <a:close/>
                </a:path>
                <a:path w="4037965" h="2257425">
                  <a:moveTo>
                    <a:pt x="928878" y="28956"/>
                  </a:moveTo>
                  <a:lnTo>
                    <a:pt x="842010" y="28956"/>
                  </a:lnTo>
                  <a:lnTo>
                    <a:pt x="842010" y="57912"/>
                  </a:lnTo>
                  <a:lnTo>
                    <a:pt x="928878" y="57912"/>
                  </a:lnTo>
                  <a:lnTo>
                    <a:pt x="928878" y="28956"/>
                  </a:lnTo>
                  <a:close/>
                </a:path>
                <a:path w="4037965" h="2257425">
                  <a:moveTo>
                    <a:pt x="1044702" y="28956"/>
                  </a:moveTo>
                  <a:lnTo>
                    <a:pt x="957834" y="28956"/>
                  </a:lnTo>
                  <a:lnTo>
                    <a:pt x="957834" y="57912"/>
                  </a:lnTo>
                  <a:lnTo>
                    <a:pt x="1044702" y="57912"/>
                  </a:lnTo>
                  <a:lnTo>
                    <a:pt x="1044702" y="28956"/>
                  </a:lnTo>
                  <a:close/>
                </a:path>
                <a:path w="4037965" h="2257425">
                  <a:moveTo>
                    <a:pt x="1109980" y="1322070"/>
                  </a:moveTo>
                  <a:lnTo>
                    <a:pt x="1081024" y="1307592"/>
                  </a:lnTo>
                  <a:lnTo>
                    <a:pt x="1023112" y="1278636"/>
                  </a:lnTo>
                  <a:lnTo>
                    <a:pt x="1023112" y="1307592"/>
                  </a:lnTo>
                  <a:lnTo>
                    <a:pt x="567690" y="1307592"/>
                  </a:lnTo>
                  <a:lnTo>
                    <a:pt x="567690" y="1336548"/>
                  </a:lnTo>
                  <a:lnTo>
                    <a:pt x="1023112" y="1336548"/>
                  </a:lnTo>
                  <a:lnTo>
                    <a:pt x="1023112" y="1365504"/>
                  </a:lnTo>
                  <a:lnTo>
                    <a:pt x="1081024" y="1336548"/>
                  </a:lnTo>
                  <a:lnTo>
                    <a:pt x="1109980" y="1322070"/>
                  </a:lnTo>
                  <a:close/>
                </a:path>
                <a:path w="4037965" h="2257425">
                  <a:moveTo>
                    <a:pt x="1160526" y="28956"/>
                  </a:moveTo>
                  <a:lnTo>
                    <a:pt x="1073658" y="28956"/>
                  </a:lnTo>
                  <a:lnTo>
                    <a:pt x="1073658" y="57912"/>
                  </a:lnTo>
                  <a:lnTo>
                    <a:pt x="1160526" y="57912"/>
                  </a:lnTo>
                  <a:lnTo>
                    <a:pt x="1160526" y="28956"/>
                  </a:lnTo>
                  <a:close/>
                </a:path>
                <a:path w="4037965" h="2257425">
                  <a:moveTo>
                    <a:pt x="1276350" y="28956"/>
                  </a:moveTo>
                  <a:lnTo>
                    <a:pt x="1189482" y="28956"/>
                  </a:lnTo>
                  <a:lnTo>
                    <a:pt x="1189482" y="57912"/>
                  </a:lnTo>
                  <a:lnTo>
                    <a:pt x="1276350" y="57912"/>
                  </a:lnTo>
                  <a:lnTo>
                    <a:pt x="1276350" y="28956"/>
                  </a:lnTo>
                  <a:close/>
                </a:path>
                <a:path w="4037965" h="2257425">
                  <a:moveTo>
                    <a:pt x="1461389" y="43434"/>
                  </a:moveTo>
                  <a:lnTo>
                    <a:pt x="1432420" y="28956"/>
                  </a:lnTo>
                  <a:lnTo>
                    <a:pt x="1374521" y="0"/>
                  </a:lnTo>
                  <a:lnTo>
                    <a:pt x="1374521" y="28956"/>
                  </a:lnTo>
                  <a:lnTo>
                    <a:pt x="1305306" y="28956"/>
                  </a:lnTo>
                  <a:lnTo>
                    <a:pt x="1305306" y="57912"/>
                  </a:lnTo>
                  <a:lnTo>
                    <a:pt x="1374521" y="57912"/>
                  </a:lnTo>
                  <a:lnTo>
                    <a:pt x="1374521" y="86868"/>
                  </a:lnTo>
                  <a:lnTo>
                    <a:pt x="1432433" y="57912"/>
                  </a:lnTo>
                  <a:lnTo>
                    <a:pt x="1461389" y="43434"/>
                  </a:lnTo>
                  <a:close/>
                </a:path>
                <a:path w="4037965" h="2257425">
                  <a:moveTo>
                    <a:pt x="1897380" y="864870"/>
                  </a:moveTo>
                  <a:lnTo>
                    <a:pt x="1868424" y="864870"/>
                  </a:lnTo>
                  <a:lnTo>
                    <a:pt x="1868424" y="951738"/>
                  </a:lnTo>
                  <a:lnTo>
                    <a:pt x="1897380" y="951738"/>
                  </a:lnTo>
                  <a:lnTo>
                    <a:pt x="1897380" y="864870"/>
                  </a:lnTo>
                  <a:close/>
                </a:path>
                <a:path w="4037965" h="2257425">
                  <a:moveTo>
                    <a:pt x="1897380" y="749046"/>
                  </a:moveTo>
                  <a:lnTo>
                    <a:pt x="1868424" y="749046"/>
                  </a:lnTo>
                  <a:lnTo>
                    <a:pt x="1868424" y="835914"/>
                  </a:lnTo>
                  <a:lnTo>
                    <a:pt x="1897380" y="835914"/>
                  </a:lnTo>
                  <a:lnTo>
                    <a:pt x="1897380" y="749046"/>
                  </a:lnTo>
                  <a:close/>
                </a:path>
                <a:path w="4037965" h="2257425">
                  <a:moveTo>
                    <a:pt x="1897380" y="633222"/>
                  </a:moveTo>
                  <a:lnTo>
                    <a:pt x="1868424" y="633222"/>
                  </a:lnTo>
                  <a:lnTo>
                    <a:pt x="1868424" y="720090"/>
                  </a:lnTo>
                  <a:lnTo>
                    <a:pt x="1897380" y="720090"/>
                  </a:lnTo>
                  <a:lnTo>
                    <a:pt x="1897380" y="633222"/>
                  </a:lnTo>
                  <a:close/>
                </a:path>
                <a:path w="4037965" h="2257425">
                  <a:moveTo>
                    <a:pt x="1926336" y="962787"/>
                  </a:moveTo>
                  <a:lnTo>
                    <a:pt x="1839468" y="962787"/>
                  </a:lnTo>
                  <a:lnTo>
                    <a:pt x="1882902" y="1049655"/>
                  </a:lnTo>
                  <a:lnTo>
                    <a:pt x="1926336" y="962787"/>
                  </a:lnTo>
                  <a:close/>
                </a:path>
                <a:path w="4037965" h="2257425">
                  <a:moveTo>
                    <a:pt x="2969260" y="1322070"/>
                  </a:moveTo>
                  <a:lnTo>
                    <a:pt x="2940304" y="1307592"/>
                  </a:lnTo>
                  <a:lnTo>
                    <a:pt x="2882392" y="1278636"/>
                  </a:lnTo>
                  <a:lnTo>
                    <a:pt x="2882392" y="1307592"/>
                  </a:lnTo>
                  <a:lnTo>
                    <a:pt x="2657094" y="1307592"/>
                  </a:lnTo>
                  <a:lnTo>
                    <a:pt x="2657094" y="1336548"/>
                  </a:lnTo>
                  <a:lnTo>
                    <a:pt x="2882392" y="1336548"/>
                  </a:lnTo>
                  <a:lnTo>
                    <a:pt x="2882392" y="1365504"/>
                  </a:lnTo>
                  <a:lnTo>
                    <a:pt x="2940291" y="1336548"/>
                  </a:lnTo>
                  <a:lnTo>
                    <a:pt x="2969260" y="1322070"/>
                  </a:lnTo>
                  <a:close/>
                </a:path>
                <a:path w="4037965" h="2257425">
                  <a:moveTo>
                    <a:pt x="4005580" y="1703070"/>
                  </a:moveTo>
                  <a:lnTo>
                    <a:pt x="3976624" y="1703070"/>
                  </a:lnTo>
                  <a:lnTo>
                    <a:pt x="3976624" y="2199094"/>
                  </a:lnTo>
                  <a:lnTo>
                    <a:pt x="1913382" y="2199094"/>
                  </a:lnTo>
                  <a:lnTo>
                    <a:pt x="1913382" y="2170138"/>
                  </a:lnTo>
                  <a:lnTo>
                    <a:pt x="1826514" y="2213572"/>
                  </a:lnTo>
                  <a:lnTo>
                    <a:pt x="1913382" y="2257006"/>
                  </a:lnTo>
                  <a:lnTo>
                    <a:pt x="1913382" y="2228050"/>
                  </a:lnTo>
                  <a:lnTo>
                    <a:pt x="4005580" y="2228050"/>
                  </a:lnTo>
                  <a:lnTo>
                    <a:pt x="4005580" y="2213572"/>
                  </a:lnTo>
                  <a:lnTo>
                    <a:pt x="4005580" y="2199094"/>
                  </a:lnTo>
                  <a:lnTo>
                    <a:pt x="4005580" y="1703070"/>
                  </a:lnTo>
                  <a:close/>
                </a:path>
                <a:path w="4037965" h="2257425">
                  <a:moveTo>
                    <a:pt x="4037457" y="560324"/>
                  </a:moveTo>
                  <a:lnTo>
                    <a:pt x="4030103" y="545465"/>
                  </a:lnTo>
                  <a:lnTo>
                    <a:pt x="3994404" y="473202"/>
                  </a:lnTo>
                  <a:lnTo>
                    <a:pt x="3950589" y="559816"/>
                  </a:lnTo>
                  <a:lnTo>
                    <a:pt x="3979468" y="559993"/>
                  </a:lnTo>
                  <a:lnTo>
                    <a:pt x="3977640" y="940943"/>
                  </a:lnTo>
                  <a:lnTo>
                    <a:pt x="4006596" y="941197"/>
                  </a:lnTo>
                  <a:lnTo>
                    <a:pt x="4008424" y="560158"/>
                  </a:lnTo>
                  <a:lnTo>
                    <a:pt x="4037457" y="560324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184136" y="5373623"/>
              <a:ext cx="361188" cy="35966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84136" y="4180332"/>
              <a:ext cx="361188" cy="359663"/>
            </a:xfrm>
            <a:prstGeom prst="rect">
              <a:avLst/>
            </a:prstGeom>
          </p:spPr>
        </p:pic>
      </p:grpSp>
      <p:pic>
        <p:nvPicPr>
          <p:cNvPr id="58" name="object 5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4736" y="1449324"/>
            <a:ext cx="208864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48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398002" cy="65912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65144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1.5.</a:t>
            </a:r>
            <a:r>
              <a:rPr dirty="0" spc="-10"/>
              <a:t> </a:t>
            </a:r>
            <a:r>
              <a:rPr dirty="0" spc="-5"/>
              <a:t>Types </a:t>
            </a:r>
            <a:r>
              <a:rPr dirty="0"/>
              <a:t>and</a:t>
            </a:r>
            <a:r>
              <a:rPr dirty="0" spc="-15"/>
              <a:t> </a:t>
            </a:r>
            <a:r>
              <a:rPr dirty="0" spc="-5"/>
              <a:t>Choices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Learning-based</a:t>
            </a:r>
            <a:r>
              <a:rPr dirty="0" spc="5"/>
              <a:t> </a:t>
            </a:r>
            <a:r>
              <a:rPr dirty="0" spc="-5"/>
              <a:t>Data</a:t>
            </a:r>
            <a:r>
              <a:rPr dirty="0" spc="5"/>
              <a:t> </a:t>
            </a:r>
            <a:r>
              <a:rPr dirty="0" spc="-5"/>
              <a:t>Analysis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196776" y="2709672"/>
            <a:ext cx="4142740" cy="2675255"/>
            <a:chOff x="5196776" y="2709672"/>
            <a:chExt cx="4142740" cy="2675255"/>
          </a:xfrm>
        </p:grpSpPr>
        <p:sp>
          <p:nvSpPr>
            <p:cNvPr id="9" name="object 9"/>
            <p:cNvSpPr/>
            <p:nvPr/>
          </p:nvSpPr>
          <p:spPr>
            <a:xfrm>
              <a:off x="5198364" y="2869692"/>
              <a:ext cx="4139565" cy="2513330"/>
            </a:xfrm>
            <a:custGeom>
              <a:avLst/>
              <a:gdLst/>
              <a:ahLst/>
              <a:cxnLst/>
              <a:rect l="l" t="t" r="r" b="b"/>
              <a:pathLst>
                <a:path w="4139565" h="2513329">
                  <a:moveTo>
                    <a:pt x="0" y="2513075"/>
                  </a:moveTo>
                  <a:lnTo>
                    <a:pt x="4139184" y="2513075"/>
                  </a:lnTo>
                  <a:lnTo>
                    <a:pt x="4139184" y="0"/>
                  </a:lnTo>
                  <a:lnTo>
                    <a:pt x="0" y="0"/>
                  </a:lnTo>
                  <a:lnTo>
                    <a:pt x="0" y="2513075"/>
                  </a:lnTo>
                  <a:close/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103620" y="2709672"/>
              <a:ext cx="2295525" cy="338455"/>
            </a:xfrm>
            <a:custGeom>
              <a:avLst/>
              <a:gdLst/>
              <a:ahLst/>
              <a:cxnLst/>
              <a:rect l="l" t="t" r="r" b="b"/>
              <a:pathLst>
                <a:path w="2295525" h="338455">
                  <a:moveTo>
                    <a:pt x="229514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2295144" y="338327"/>
                  </a:lnTo>
                  <a:lnTo>
                    <a:pt x="2295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6485382" y="2742692"/>
            <a:ext cx="15322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35" b="1">
                <a:solidFill>
                  <a:srgbClr val="13299F"/>
                </a:solidFill>
                <a:latin typeface="Tahoma"/>
                <a:cs typeface="Tahoma"/>
              </a:rPr>
              <a:t>M</a:t>
            </a:r>
            <a:r>
              <a:rPr dirty="0" sz="1600" spc="-345" b="1">
                <a:solidFill>
                  <a:srgbClr val="13299F"/>
                </a:solidFill>
                <a:latin typeface="Tahoma"/>
                <a:cs typeface="Tahoma"/>
              </a:rPr>
              <a:t>od</a:t>
            </a:r>
            <a:r>
              <a:rPr dirty="0" sz="1600" spc="-345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600" spc="-165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600" spc="-200" b="1">
                <a:solidFill>
                  <a:srgbClr val="13299F"/>
                </a:solidFill>
                <a:latin typeface="Tahoma"/>
                <a:cs typeface="Tahoma"/>
              </a:rPr>
              <a:t>-</a:t>
            </a:r>
            <a:r>
              <a:rPr dirty="0" sz="1600" spc="-355" b="1">
                <a:solidFill>
                  <a:srgbClr val="13299F"/>
                </a:solidFill>
                <a:latin typeface="Tahoma"/>
                <a:cs typeface="Tahoma"/>
              </a:rPr>
              <a:t>b</a:t>
            </a:r>
            <a:r>
              <a:rPr dirty="0" sz="1600" spc="-35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21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600" spc="-33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600" spc="-360" b="1">
                <a:solidFill>
                  <a:srgbClr val="13299F"/>
                </a:solidFill>
                <a:latin typeface="Tahoma"/>
                <a:cs typeface="Tahoma"/>
              </a:rPr>
              <a:t>d</a:t>
            </a:r>
            <a:r>
              <a:rPr dirty="0" sz="1600" spc="-114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20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600" spc="-345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600" spc="-34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250" b="1">
                <a:solidFill>
                  <a:srgbClr val="13299F"/>
                </a:solidFill>
                <a:latin typeface="Tahoma"/>
                <a:cs typeface="Tahoma"/>
              </a:rPr>
              <a:t>rn</a:t>
            </a:r>
            <a:r>
              <a:rPr dirty="0" sz="1600" spc="-13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600" spc="-370" b="1">
                <a:solidFill>
                  <a:srgbClr val="13299F"/>
                </a:solidFill>
                <a:latin typeface="Tahoma"/>
                <a:cs typeface="Tahoma"/>
              </a:rPr>
              <a:t>ng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00976" y="2709672"/>
            <a:ext cx="4144010" cy="2675255"/>
            <a:chOff x="700976" y="2709672"/>
            <a:chExt cx="4144010" cy="2675255"/>
          </a:xfrm>
        </p:grpSpPr>
        <p:sp>
          <p:nvSpPr>
            <p:cNvPr id="13" name="object 13"/>
            <p:cNvSpPr/>
            <p:nvPr/>
          </p:nvSpPr>
          <p:spPr>
            <a:xfrm>
              <a:off x="702563" y="2869692"/>
              <a:ext cx="4140835" cy="2513330"/>
            </a:xfrm>
            <a:custGeom>
              <a:avLst/>
              <a:gdLst/>
              <a:ahLst/>
              <a:cxnLst/>
              <a:rect l="l" t="t" r="r" b="b"/>
              <a:pathLst>
                <a:path w="4140835" h="2513329">
                  <a:moveTo>
                    <a:pt x="0" y="2513075"/>
                  </a:moveTo>
                  <a:lnTo>
                    <a:pt x="4140708" y="2513075"/>
                  </a:lnTo>
                  <a:lnTo>
                    <a:pt x="4140708" y="0"/>
                  </a:lnTo>
                  <a:lnTo>
                    <a:pt x="0" y="0"/>
                  </a:lnTo>
                  <a:lnTo>
                    <a:pt x="0" y="2513075"/>
                  </a:lnTo>
                  <a:close/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548383" y="2709672"/>
              <a:ext cx="2449195" cy="338455"/>
            </a:xfrm>
            <a:custGeom>
              <a:avLst/>
              <a:gdLst/>
              <a:ahLst/>
              <a:cxnLst/>
              <a:rect l="l" t="t" r="r" b="b"/>
              <a:pathLst>
                <a:path w="2449195" h="338455">
                  <a:moveTo>
                    <a:pt x="2449067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2449067" y="338327"/>
                  </a:lnTo>
                  <a:lnTo>
                    <a:pt x="24490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912747" y="2742692"/>
            <a:ext cx="17195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45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600" spc="-32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600" spc="-27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600" spc="-229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600" spc="-34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32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600" spc="-285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600" spc="-33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600" spc="-200" b="1">
                <a:solidFill>
                  <a:srgbClr val="13299F"/>
                </a:solidFill>
                <a:latin typeface="Tahoma"/>
                <a:cs typeface="Tahoma"/>
              </a:rPr>
              <a:t>-</a:t>
            </a:r>
            <a:r>
              <a:rPr dirty="0" sz="1600" spc="-355" b="1">
                <a:solidFill>
                  <a:srgbClr val="13299F"/>
                </a:solidFill>
                <a:latin typeface="Tahoma"/>
                <a:cs typeface="Tahoma"/>
              </a:rPr>
              <a:t>b</a:t>
            </a:r>
            <a:r>
              <a:rPr dirty="0" sz="1600" spc="-265" b="1">
                <a:solidFill>
                  <a:srgbClr val="13299F"/>
                </a:solidFill>
                <a:latin typeface="Tahoma"/>
                <a:cs typeface="Tahoma"/>
              </a:rPr>
              <a:t>as</a:t>
            </a:r>
            <a:r>
              <a:rPr dirty="0" sz="1600" spc="-335" b="1">
                <a:solidFill>
                  <a:srgbClr val="13299F"/>
                </a:solidFill>
                <a:latin typeface="Tahoma"/>
                <a:cs typeface="Tahoma"/>
              </a:rPr>
              <a:t>ed</a:t>
            </a:r>
            <a:r>
              <a:rPr dirty="0" sz="1600" spc="-9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20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600" spc="-345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600" spc="-34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250" b="1">
                <a:solidFill>
                  <a:srgbClr val="13299F"/>
                </a:solidFill>
                <a:latin typeface="Tahoma"/>
                <a:cs typeface="Tahoma"/>
              </a:rPr>
              <a:t>rn</a:t>
            </a:r>
            <a:r>
              <a:rPr dirty="0" sz="1600" spc="-13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600" spc="-370" b="1">
                <a:solidFill>
                  <a:srgbClr val="13299F"/>
                </a:solidFill>
                <a:latin typeface="Tahoma"/>
                <a:cs typeface="Tahoma"/>
              </a:rPr>
              <a:t>ng</a:t>
            </a:r>
            <a:endParaRPr sz="16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30580" y="3352800"/>
            <a:ext cx="3832860" cy="1891664"/>
            <a:chOff x="830580" y="3352800"/>
            <a:chExt cx="3832860" cy="1891664"/>
          </a:xfrm>
        </p:grpSpPr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2119" y="3391117"/>
              <a:ext cx="3671103" cy="185328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30580" y="3352800"/>
              <a:ext cx="1240790" cy="200025"/>
            </a:xfrm>
            <a:custGeom>
              <a:avLst/>
              <a:gdLst/>
              <a:ahLst/>
              <a:cxnLst/>
              <a:rect l="l" t="t" r="r" b="b"/>
              <a:pathLst>
                <a:path w="1240789" h="200025">
                  <a:moveTo>
                    <a:pt x="1240536" y="0"/>
                  </a:moveTo>
                  <a:lnTo>
                    <a:pt x="0" y="0"/>
                  </a:lnTo>
                  <a:lnTo>
                    <a:pt x="0" y="199644"/>
                  </a:lnTo>
                  <a:lnTo>
                    <a:pt x="1240536" y="199644"/>
                  </a:lnTo>
                  <a:lnTo>
                    <a:pt x="12405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76375" y="3340989"/>
            <a:ext cx="9455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5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25" b="1">
                <a:solidFill>
                  <a:srgbClr val="252525"/>
                </a:solidFill>
                <a:latin typeface="Tahoma"/>
                <a:cs typeface="Tahoma"/>
              </a:rPr>
              <a:t>ac</a:t>
            </a:r>
            <a:r>
              <a:rPr dirty="0" sz="1300" spc="-18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6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10736" y="5100573"/>
            <a:ext cx="9112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5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25" b="1">
                <a:solidFill>
                  <a:srgbClr val="252525"/>
                </a:solidFill>
                <a:latin typeface="Tahoma"/>
                <a:cs typeface="Tahoma"/>
              </a:rPr>
              <a:t>ac</a:t>
            </a:r>
            <a:r>
              <a:rPr dirty="0" sz="1300" spc="-18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6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525" b="1">
                <a:solidFill>
                  <a:srgbClr val="252525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99488" y="4559808"/>
            <a:ext cx="791210" cy="17526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06680">
              <a:lnSpc>
                <a:spcPts val="1315"/>
              </a:lnSpc>
            </a:pPr>
            <a:r>
              <a:rPr dirty="0" sz="1100" spc="-30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100" spc="-220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100" spc="-380" b="1">
                <a:solidFill>
                  <a:srgbClr val="252525"/>
                </a:solidFill>
                <a:latin typeface="Tahoma"/>
                <a:cs typeface="Tahoma"/>
              </a:rPr>
              <a:t>w</a:t>
            </a:r>
            <a:r>
              <a:rPr dirty="0" sz="1100" spc="-12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100" spc="-17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100" spc="-22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100" spc="-370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100" spc="-24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100" spc="-13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100" spc="-21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90444" y="4189476"/>
            <a:ext cx="757555" cy="3708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r>
              <a:rPr dirty="0" sz="1100" spc="-26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100" spc="-7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100" spc="-204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100" spc="-185" b="1">
                <a:solidFill>
                  <a:srgbClr val="252525"/>
                </a:solidFill>
                <a:latin typeface="Tahoma"/>
                <a:cs typeface="Tahoma"/>
              </a:rPr>
              <a:t>inin</a:t>
            </a:r>
            <a:r>
              <a:rPr dirty="0" sz="1100" spc="-245" b="1">
                <a:solidFill>
                  <a:srgbClr val="252525"/>
                </a:solidFill>
                <a:latin typeface="Tahoma"/>
                <a:cs typeface="Tahoma"/>
              </a:rPr>
              <a:t>g</a:t>
            </a:r>
            <a:r>
              <a:rPr dirty="0" sz="1100" spc="-13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100" spc="-17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100" spc="-22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100" spc="-370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100" spc="-24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100" spc="-13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100" spc="-21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55031" y="3278123"/>
            <a:ext cx="3689756" cy="1965435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6853428" y="4207764"/>
            <a:ext cx="79248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07950">
              <a:lnSpc>
                <a:spcPts val="1315"/>
              </a:lnSpc>
            </a:pPr>
            <a:r>
              <a:rPr dirty="0" sz="1100" spc="-30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100" spc="-22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100" spc="-380" b="1">
                <a:solidFill>
                  <a:srgbClr val="252525"/>
                </a:solidFill>
                <a:latin typeface="Tahoma"/>
                <a:cs typeface="Tahoma"/>
              </a:rPr>
              <a:t>w</a:t>
            </a:r>
            <a:r>
              <a:rPr dirty="0" sz="1100" spc="-12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100" spc="-175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100" spc="-22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100" spc="-370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100" spc="-245" b="1">
                <a:solidFill>
                  <a:srgbClr val="252525"/>
                </a:solidFill>
                <a:latin typeface="Tahoma"/>
                <a:cs typeface="Tahoma"/>
              </a:rPr>
              <a:t>p</a:t>
            </a:r>
            <a:r>
              <a:rPr dirty="0" sz="1100" spc="-135" b="1">
                <a:solidFill>
                  <a:srgbClr val="252525"/>
                </a:solidFill>
                <a:latin typeface="Tahoma"/>
                <a:cs typeface="Tahoma"/>
              </a:rPr>
              <a:t>l</a:t>
            </a:r>
            <a:r>
              <a:rPr dirty="0" sz="1100" spc="-21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661404" y="3278123"/>
            <a:ext cx="523240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310"/>
              </a:lnSpc>
            </a:pPr>
            <a:r>
              <a:rPr dirty="0" sz="1100" spc="-235" b="1">
                <a:solidFill>
                  <a:srgbClr val="252525"/>
                </a:solidFill>
                <a:latin typeface="Tahoma"/>
                <a:cs typeface="Tahoma"/>
              </a:rPr>
              <a:t>Model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471540" y="3300476"/>
            <a:ext cx="94551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5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25" b="1">
                <a:solidFill>
                  <a:srgbClr val="252525"/>
                </a:solidFill>
                <a:latin typeface="Tahoma"/>
                <a:cs typeface="Tahoma"/>
              </a:rPr>
              <a:t>ac</a:t>
            </a:r>
            <a:r>
              <a:rPr dirty="0" sz="1300" spc="-18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6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52613" y="5078095"/>
            <a:ext cx="91122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6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320" b="1">
                <a:solidFill>
                  <a:srgbClr val="252525"/>
                </a:solidFill>
                <a:latin typeface="Tahoma"/>
                <a:cs typeface="Tahoma"/>
              </a:rPr>
              <a:t>h</a:t>
            </a:r>
            <a:r>
              <a:rPr dirty="0" sz="1300" spc="-200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5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25" b="1">
                <a:solidFill>
                  <a:srgbClr val="252525"/>
                </a:solidFill>
                <a:latin typeface="Tahoma"/>
                <a:cs typeface="Tahoma"/>
              </a:rPr>
              <a:t>ac</a:t>
            </a:r>
            <a:r>
              <a:rPr dirty="0" sz="1300" spc="-180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e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6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55" b="1">
                <a:solidFill>
                  <a:srgbClr val="252525"/>
                </a:solidFill>
                <a:latin typeface="Tahoma"/>
                <a:cs typeface="Tahoma"/>
              </a:rPr>
              <a:t>i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c</a:t>
            </a:r>
            <a:r>
              <a:rPr dirty="0" sz="1300" spc="-75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525" b="1">
                <a:solidFill>
                  <a:srgbClr val="252525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736" y="1449324"/>
            <a:ext cx="294970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470141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8230361" cy="212064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854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1.6. </a:t>
            </a:r>
            <a:r>
              <a:rPr dirty="0" spc="-10"/>
              <a:t>Procedures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Machine</a:t>
            </a:r>
            <a:r>
              <a:rPr dirty="0" spc="-10"/>
              <a:t> </a:t>
            </a:r>
            <a:r>
              <a:rPr dirty="0" spc="-5"/>
              <a:t>Learning-based</a:t>
            </a:r>
            <a:r>
              <a:rPr dirty="0" spc="10"/>
              <a:t> </a:t>
            </a:r>
            <a:r>
              <a:rPr dirty="0" spc="-5"/>
              <a:t>Data</a:t>
            </a:r>
            <a:r>
              <a:rPr dirty="0" spc="10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36091" y="2359151"/>
            <a:ext cx="264160" cy="1798320"/>
            <a:chOff x="736091" y="2359151"/>
            <a:chExt cx="264160" cy="1798320"/>
          </a:xfrm>
        </p:grpSpPr>
        <p:sp>
          <p:nvSpPr>
            <p:cNvPr id="8" name="object 8"/>
            <p:cNvSpPr/>
            <p:nvPr/>
          </p:nvSpPr>
          <p:spPr>
            <a:xfrm>
              <a:off x="774191" y="2359151"/>
              <a:ext cx="187960" cy="576580"/>
            </a:xfrm>
            <a:custGeom>
              <a:avLst/>
              <a:gdLst/>
              <a:ahLst/>
              <a:cxnLst/>
              <a:rect l="l" t="t" r="r" b="b"/>
              <a:pathLst>
                <a:path w="187959" h="576580">
                  <a:moveTo>
                    <a:pt x="140589" y="0"/>
                  </a:moveTo>
                  <a:lnTo>
                    <a:pt x="46863" y="0"/>
                  </a:lnTo>
                  <a:lnTo>
                    <a:pt x="46863" y="482346"/>
                  </a:lnTo>
                  <a:lnTo>
                    <a:pt x="0" y="482346"/>
                  </a:lnTo>
                  <a:lnTo>
                    <a:pt x="93726" y="576072"/>
                  </a:lnTo>
                  <a:lnTo>
                    <a:pt x="187451" y="482346"/>
                  </a:lnTo>
                  <a:lnTo>
                    <a:pt x="140589" y="482346"/>
                  </a:lnTo>
                  <a:lnTo>
                    <a:pt x="140589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191" y="2563367"/>
              <a:ext cx="187451" cy="16916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774191" y="2563367"/>
              <a:ext cx="187960" cy="169545"/>
            </a:xfrm>
            <a:custGeom>
              <a:avLst/>
              <a:gdLst/>
              <a:ahLst/>
              <a:cxnLst/>
              <a:rect l="l" t="t" r="r" b="b"/>
              <a:pathLst>
                <a:path w="187959" h="169544">
                  <a:moveTo>
                    <a:pt x="0" y="84582"/>
                  </a:moveTo>
                  <a:lnTo>
                    <a:pt x="7365" y="51649"/>
                  </a:lnTo>
                  <a:lnTo>
                    <a:pt x="27451" y="24765"/>
                  </a:lnTo>
                  <a:lnTo>
                    <a:pt x="57242" y="6643"/>
                  </a:lnTo>
                  <a:lnTo>
                    <a:pt x="93726" y="0"/>
                  </a:lnTo>
                  <a:lnTo>
                    <a:pt x="130209" y="6643"/>
                  </a:lnTo>
                  <a:lnTo>
                    <a:pt x="160000" y="24764"/>
                  </a:lnTo>
                  <a:lnTo>
                    <a:pt x="180086" y="51649"/>
                  </a:lnTo>
                  <a:lnTo>
                    <a:pt x="187451" y="84582"/>
                  </a:lnTo>
                  <a:lnTo>
                    <a:pt x="180086" y="117514"/>
                  </a:lnTo>
                  <a:lnTo>
                    <a:pt x="160000" y="144399"/>
                  </a:lnTo>
                  <a:lnTo>
                    <a:pt x="130209" y="162520"/>
                  </a:lnTo>
                  <a:lnTo>
                    <a:pt x="93726" y="169164"/>
                  </a:lnTo>
                  <a:lnTo>
                    <a:pt x="57242" y="162520"/>
                  </a:lnTo>
                  <a:lnTo>
                    <a:pt x="27451" y="144399"/>
                  </a:lnTo>
                  <a:lnTo>
                    <a:pt x="7365" y="117514"/>
                  </a:lnTo>
                  <a:lnTo>
                    <a:pt x="0" y="84582"/>
                  </a:lnTo>
                  <a:close/>
                </a:path>
              </a:pathLst>
            </a:custGeom>
            <a:ln w="76200">
              <a:solidFill>
                <a:srgbClr val="9999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74191" y="2970275"/>
              <a:ext cx="187960" cy="574675"/>
            </a:xfrm>
            <a:custGeom>
              <a:avLst/>
              <a:gdLst/>
              <a:ahLst/>
              <a:cxnLst/>
              <a:rect l="l" t="t" r="r" b="b"/>
              <a:pathLst>
                <a:path w="187959" h="574675">
                  <a:moveTo>
                    <a:pt x="140589" y="0"/>
                  </a:moveTo>
                  <a:lnTo>
                    <a:pt x="46863" y="0"/>
                  </a:lnTo>
                  <a:lnTo>
                    <a:pt x="46863" y="480822"/>
                  </a:lnTo>
                  <a:lnTo>
                    <a:pt x="0" y="480822"/>
                  </a:lnTo>
                  <a:lnTo>
                    <a:pt x="93726" y="574548"/>
                  </a:lnTo>
                  <a:lnTo>
                    <a:pt x="187451" y="480822"/>
                  </a:lnTo>
                  <a:lnTo>
                    <a:pt x="140589" y="480822"/>
                  </a:lnTo>
                  <a:lnTo>
                    <a:pt x="140589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191" y="3163823"/>
              <a:ext cx="187451" cy="169163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4191" y="3163823"/>
              <a:ext cx="187960" cy="169545"/>
            </a:xfrm>
            <a:custGeom>
              <a:avLst/>
              <a:gdLst/>
              <a:ahLst/>
              <a:cxnLst/>
              <a:rect l="l" t="t" r="r" b="b"/>
              <a:pathLst>
                <a:path w="187959" h="169545">
                  <a:moveTo>
                    <a:pt x="0" y="84581"/>
                  </a:moveTo>
                  <a:lnTo>
                    <a:pt x="7365" y="51649"/>
                  </a:lnTo>
                  <a:lnTo>
                    <a:pt x="27451" y="24764"/>
                  </a:lnTo>
                  <a:lnTo>
                    <a:pt x="57242" y="6643"/>
                  </a:lnTo>
                  <a:lnTo>
                    <a:pt x="93726" y="0"/>
                  </a:lnTo>
                  <a:lnTo>
                    <a:pt x="130209" y="6643"/>
                  </a:lnTo>
                  <a:lnTo>
                    <a:pt x="160000" y="24764"/>
                  </a:lnTo>
                  <a:lnTo>
                    <a:pt x="180086" y="51649"/>
                  </a:lnTo>
                  <a:lnTo>
                    <a:pt x="187451" y="84581"/>
                  </a:lnTo>
                  <a:lnTo>
                    <a:pt x="180086" y="117514"/>
                  </a:lnTo>
                  <a:lnTo>
                    <a:pt x="160000" y="144398"/>
                  </a:lnTo>
                  <a:lnTo>
                    <a:pt x="130209" y="162520"/>
                  </a:lnTo>
                  <a:lnTo>
                    <a:pt x="93726" y="169163"/>
                  </a:lnTo>
                  <a:lnTo>
                    <a:pt x="57242" y="162520"/>
                  </a:lnTo>
                  <a:lnTo>
                    <a:pt x="27451" y="144399"/>
                  </a:lnTo>
                  <a:lnTo>
                    <a:pt x="7365" y="117514"/>
                  </a:lnTo>
                  <a:lnTo>
                    <a:pt x="0" y="84581"/>
                  </a:lnTo>
                  <a:close/>
                </a:path>
              </a:pathLst>
            </a:custGeom>
            <a:ln w="76200">
              <a:solidFill>
                <a:srgbClr val="9DC3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74191" y="3582923"/>
              <a:ext cx="187960" cy="574675"/>
            </a:xfrm>
            <a:custGeom>
              <a:avLst/>
              <a:gdLst/>
              <a:ahLst/>
              <a:cxnLst/>
              <a:rect l="l" t="t" r="r" b="b"/>
              <a:pathLst>
                <a:path w="187959" h="574675">
                  <a:moveTo>
                    <a:pt x="140589" y="0"/>
                  </a:moveTo>
                  <a:lnTo>
                    <a:pt x="46863" y="0"/>
                  </a:lnTo>
                  <a:lnTo>
                    <a:pt x="46863" y="480821"/>
                  </a:lnTo>
                  <a:lnTo>
                    <a:pt x="0" y="480821"/>
                  </a:lnTo>
                  <a:lnTo>
                    <a:pt x="93726" y="574548"/>
                  </a:lnTo>
                  <a:lnTo>
                    <a:pt x="187451" y="480821"/>
                  </a:lnTo>
                  <a:lnTo>
                    <a:pt x="140589" y="480821"/>
                  </a:lnTo>
                  <a:lnTo>
                    <a:pt x="140589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4191" y="3752087"/>
              <a:ext cx="187451" cy="16916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774191" y="3752087"/>
              <a:ext cx="187960" cy="169545"/>
            </a:xfrm>
            <a:custGeom>
              <a:avLst/>
              <a:gdLst/>
              <a:ahLst/>
              <a:cxnLst/>
              <a:rect l="l" t="t" r="r" b="b"/>
              <a:pathLst>
                <a:path w="187959" h="169545">
                  <a:moveTo>
                    <a:pt x="0" y="84581"/>
                  </a:moveTo>
                  <a:lnTo>
                    <a:pt x="7365" y="51649"/>
                  </a:lnTo>
                  <a:lnTo>
                    <a:pt x="27451" y="24764"/>
                  </a:lnTo>
                  <a:lnTo>
                    <a:pt x="57242" y="6643"/>
                  </a:lnTo>
                  <a:lnTo>
                    <a:pt x="93726" y="0"/>
                  </a:lnTo>
                  <a:lnTo>
                    <a:pt x="130209" y="6643"/>
                  </a:lnTo>
                  <a:lnTo>
                    <a:pt x="160000" y="24764"/>
                  </a:lnTo>
                  <a:lnTo>
                    <a:pt x="180086" y="51649"/>
                  </a:lnTo>
                  <a:lnTo>
                    <a:pt x="187451" y="84581"/>
                  </a:lnTo>
                  <a:lnTo>
                    <a:pt x="180086" y="117514"/>
                  </a:lnTo>
                  <a:lnTo>
                    <a:pt x="160000" y="144399"/>
                  </a:lnTo>
                  <a:lnTo>
                    <a:pt x="130209" y="162520"/>
                  </a:lnTo>
                  <a:lnTo>
                    <a:pt x="93726" y="169163"/>
                  </a:lnTo>
                  <a:lnTo>
                    <a:pt x="57242" y="162520"/>
                  </a:lnTo>
                  <a:lnTo>
                    <a:pt x="27451" y="144399"/>
                  </a:lnTo>
                  <a:lnTo>
                    <a:pt x="7365" y="117514"/>
                  </a:lnTo>
                  <a:lnTo>
                    <a:pt x="0" y="84581"/>
                  </a:lnTo>
                  <a:close/>
                </a:path>
              </a:pathLst>
            </a:custGeom>
            <a:ln w="76200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736091" y="4232147"/>
            <a:ext cx="264160" cy="574675"/>
            <a:chOff x="736091" y="4232147"/>
            <a:chExt cx="264160" cy="574675"/>
          </a:xfrm>
        </p:grpSpPr>
        <p:sp>
          <p:nvSpPr>
            <p:cNvPr id="18" name="object 18"/>
            <p:cNvSpPr/>
            <p:nvPr/>
          </p:nvSpPr>
          <p:spPr>
            <a:xfrm>
              <a:off x="774191" y="4232147"/>
              <a:ext cx="187960" cy="574675"/>
            </a:xfrm>
            <a:custGeom>
              <a:avLst/>
              <a:gdLst/>
              <a:ahLst/>
              <a:cxnLst/>
              <a:rect l="l" t="t" r="r" b="b"/>
              <a:pathLst>
                <a:path w="187959" h="574675">
                  <a:moveTo>
                    <a:pt x="140589" y="0"/>
                  </a:moveTo>
                  <a:lnTo>
                    <a:pt x="46863" y="0"/>
                  </a:lnTo>
                  <a:lnTo>
                    <a:pt x="46863" y="480821"/>
                  </a:lnTo>
                  <a:lnTo>
                    <a:pt x="0" y="480821"/>
                  </a:lnTo>
                  <a:lnTo>
                    <a:pt x="93726" y="574547"/>
                  </a:lnTo>
                  <a:lnTo>
                    <a:pt x="187451" y="480821"/>
                  </a:lnTo>
                  <a:lnTo>
                    <a:pt x="140589" y="480821"/>
                  </a:lnTo>
                  <a:lnTo>
                    <a:pt x="140589" y="0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4191" y="4434839"/>
              <a:ext cx="187451" cy="16916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74191" y="4434839"/>
              <a:ext cx="187960" cy="169545"/>
            </a:xfrm>
            <a:custGeom>
              <a:avLst/>
              <a:gdLst/>
              <a:ahLst/>
              <a:cxnLst/>
              <a:rect l="l" t="t" r="r" b="b"/>
              <a:pathLst>
                <a:path w="187959" h="169545">
                  <a:moveTo>
                    <a:pt x="0" y="84582"/>
                  </a:moveTo>
                  <a:lnTo>
                    <a:pt x="7365" y="51649"/>
                  </a:lnTo>
                  <a:lnTo>
                    <a:pt x="27451" y="24764"/>
                  </a:lnTo>
                  <a:lnTo>
                    <a:pt x="57242" y="6643"/>
                  </a:lnTo>
                  <a:lnTo>
                    <a:pt x="93726" y="0"/>
                  </a:lnTo>
                  <a:lnTo>
                    <a:pt x="130209" y="6643"/>
                  </a:lnTo>
                  <a:lnTo>
                    <a:pt x="160000" y="24764"/>
                  </a:lnTo>
                  <a:lnTo>
                    <a:pt x="180086" y="51649"/>
                  </a:lnTo>
                  <a:lnTo>
                    <a:pt x="187451" y="84582"/>
                  </a:lnTo>
                  <a:lnTo>
                    <a:pt x="180086" y="117514"/>
                  </a:lnTo>
                  <a:lnTo>
                    <a:pt x="160000" y="144399"/>
                  </a:lnTo>
                  <a:lnTo>
                    <a:pt x="130209" y="162520"/>
                  </a:lnTo>
                  <a:lnTo>
                    <a:pt x="93726" y="169164"/>
                  </a:lnTo>
                  <a:lnTo>
                    <a:pt x="57242" y="162520"/>
                  </a:lnTo>
                  <a:lnTo>
                    <a:pt x="27451" y="144399"/>
                  </a:lnTo>
                  <a:lnTo>
                    <a:pt x="7365" y="117514"/>
                  </a:lnTo>
                  <a:lnTo>
                    <a:pt x="0" y="84582"/>
                  </a:lnTo>
                  <a:close/>
                </a:path>
              </a:pathLst>
            </a:custGeom>
            <a:ln w="76200">
              <a:solidFill>
                <a:srgbClr val="FF7B8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736091" y="4882896"/>
            <a:ext cx="264160" cy="574675"/>
            <a:chOff x="736091" y="4882896"/>
            <a:chExt cx="264160" cy="574675"/>
          </a:xfrm>
        </p:grpSpPr>
        <p:sp>
          <p:nvSpPr>
            <p:cNvPr id="22" name="object 22"/>
            <p:cNvSpPr/>
            <p:nvPr/>
          </p:nvSpPr>
          <p:spPr>
            <a:xfrm>
              <a:off x="774191" y="4882896"/>
              <a:ext cx="187960" cy="574675"/>
            </a:xfrm>
            <a:custGeom>
              <a:avLst/>
              <a:gdLst/>
              <a:ahLst/>
              <a:cxnLst/>
              <a:rect l="l" t="t" r="r" b="b"/>
              <a:pathLst>
                <a:path w="187959" h="574675">
                  <a:moveTo>
                    <a:pt x="140589" y="0"/>
                  </a:moveTo>
                  <a:lnTo>
                    <a:pt x="46863" y="0"/>
                  </a:lnTo>
                  <a:lnTo>
                    <a:pt x="46863" y="480821"/>
                  </a:lnTo>
                  <a:lnTo>
                    <a:pt x="0" y="480821"/>
                  </a:lnTo>
                  <a:lnTo>
                    <a:pt x="93726" y="574547"/>
                  </a:lnTo>
                  <a:lnTo>
                    <a:pt x="187451" y="480821"/>
                  </a:lnTo>
                  <a:lnTo>
                    <a:pt x="140589" y="480821"/>
                  </a:lnTo>
                  <a:lnTo>
                    <a:pt x="1405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74191" y="5085588"/>
              <a:ext cx="187451" cy="16916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74191" y="5085588"/>
              <a:ext cx="187960" cy="169545"/>
            </a:xfrm>
            <a:custGeom>
              <a:avLst/>
              <a:gdLst/>
              <a:ahLst/>
              <a:cxnLst/>
              <a:rect l="l" t="t" r="r" b="b"/>
              <a:pathLst>
                <a:path w="187959" h="169545">
                  <a:moveTo>
                    <a:pt x="0" y="84581"/>
                  </a:moveTo>
                  <a:lnTo>
                    <a:pt x="7365" y="51649"/>
                  </a:lnTo>
                  <a:lnTo>
                    <a:pt x="27451" y="24764"/>
                  </a:lnTo>
                  <a:lnTo>
                    <a:pt x="57242" y="6643"/>
                  </a:lnTo>
                  <a:lnTo>
                    <a:pt x="93726" y="0"/>
                  </a:lnTo>
                  <a:lnTo>
                    <a:pt x="130209" y="6643"/>
                  </a:lnTo>
                  <a:lnTo>
                    <a:pt x="160000" y="24764"/>
                  </a:lnTo>
                  <a:lnTo>
                    <a:pt x="180086" y="51649"/>
                  </a:lnTo>
                  <a:lnTo>
                    <a:pt x="187451" y="84581"/>
                  </a:lnTo>
                  <a:lnTo>
                    <a:pt x="180086" y="117514"/>
                  </a:lnTo>
                  <a:lnTo>
                    <a:pt x="160000" y="144399"/>
                  </a:lnTo>
                  <a:lnTo>
                    <a:pt x="130209" y="162520"/>
                  </a:lnTo>
                  <a:lnTo>
                    <a:pt x="93726" y="169164"/>
                  </a:lnTo>
                  <a:lnTo>
                    <a:pt x="57242" y="162520"/>
                  </a:lnTo>
                  <a:lnTo>
                    <a:pt x="27451" y="144399"/>
                  </a:lnTo>
                  <a:lnTo>
                    <a:pt x="7365" y="117514"/>
                  </a:lnTo>
                  <a:lnTo>
                    <a:pt x="0" y="84581"/>
                  </a:lnTo>
                  <a:close/>
                </a:path>
              </a:pathLst>
            </a:custGeom>
            <a:ln w="76200">
              <a:solidFill>
                <a:srgbClr val="FF993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736091" y="5533644"/>
            <a:ext cx="264160" cy="574675"/>
            <a:chOff x="736091" y="5533644"/>
            <a:chExt cx="264160" cy="574675"/>
          </a:xfrm>
        </p:grpSpPr>
        <p:sp>
          <p:nvSpPr>
            <p:cNvPr id="26" name="object 26"/>
            <p:cNvSpPr/>
            <p:nvPr/>
          </p:nvSpPr>
          <p:spPr>
            <a:xfrm>
              <a:off x="774191" y="5533644"/>
              <a:ext cx="187960" cy="574675"/>
            </a:xfrm>
            <a:custGeom>
              <a:avLst/>
              <a:gdLst/>
              <a:ahLst/>
              <a:cxnLst/>
              <a:rect l="l" t="t" r="r" b="b"/>
              <a:pathLst>
                <a:path w="187959" h="574675">
                  <a:moveTo>
                    <a:pt x="140589" y="0"/>
                  </a:moveTo>
                  <a:lnTo>
                    <a:pt x="46863" y="0"/>
                  </a:lnTo>
                  <a:lnTo>
                    <a:pt x="46863" y="480821"/>
                  </a:lnTo>
                  <a:lnTo>
                    <a:pt x="0" y="480821"/>
                  </a:lnTo>
                  <a:lnTo>
                    <a:pt x="93726" y="574547"/>
                  </a:lnTo>
                  <a:lnTo>
                    <a:pt x="187451" y="480821"/>
                  </a:lnTo>
                  <a:lnTo>
                    <a:pt x="140589" y="480821"/>
                  </a:lnTo>
                  <a:lnTo>
                    <a:pt x="140589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4191" y="5736336"/>
              <a:ext cx="187451" cy="16916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74191" y="5736336"/>
              <a:ext cx="187960" cy="169545"/>
            </a:xfrm>
            <a:custGeom>
              <a:avLst/>
              <a:gdLst/>
              <a:ahLst/>
              <a:cxnLst/>
              <a:rect l="l" t="t" r="r" b="b"/>
              <a:pathLst>
                <a:path w="187959" h="169545">
                  <a:moveTo>
                    <a:pt x="0" y="84581"/>
                  </a:moveTo>
                  <a:lnTo>
                    <a:pt x="7365" y="51660"/>
                  </a:lnTo>
                  <a:lnTo>
                    <a:pt x="27451" y="24774"/>
                  </a:lnTo>
                  <a:lnTo>
                    <a:pt x="57242" y="6647"/>
                  </a:lnTo>
                  <a:lnTo>
                    <a:pt x="93726" y="0"/>
                  </a:lnTo>
                  <a:lnTo>
                    <a:pt x="130209" y="6647"/>
                  </a:lnTo>
                  <a:lnTo>
                    <a:pt x="160000" y="24774"/>
                  </a:lnTo>
                  <a:lnTo>
                    <a:pt x="180086" y="51660"/>
                  </a:lnTo>
                  <a:lnTo>
                    <a:pt x="187451" y="84581"/>
                  </a:lnTo>
                  <a:lnTo>
                    <a:pt x="180086" y="117503"/>
                  </a:lnTo>
                  <a:lnTo>
                    <a:pt x="160000" y="144389"/>
                  </a:lnTo>
                  <a:lnTo>
                    <a:pt x="130209" y="162516"/>
                  </a:lnTo>
                  <a:lnTo>
                    <a:pt x="93726" y="169163"/>
                  </a:lnTo>
                  <a:lnTo>
                    <a:pt x="57242" y="162516"/>
                  </a:lnTo>
                  <a:lnTo>
                    <a:pt x="27451" y="144389"/>
                  </a:lnTo>
                  <a:lnTo>
                    <a:pt x="7365" y="117503"/>
                  </a:lnTo>
                  <a:lnTo>
                    <a:pt x="0" y="84581"/>
                  </a:lnTo>
                  <a:close/>
                </a:path>
              </a:pathLst>
            </a:custGeom>
            <a:ln w="76200">
              <a:solidFill>
                <a:srgbClr val="00999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29283" y="2442972"/>
            <a:ext cx="3233166" cy="214122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29283" y="3121151"/>
            <a:ext cx="1122426" cy="214122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29283" y="3761232"/>
            <a:ext cx="2282190" cy="214121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129283" y="4477511"/>
            <a:ext cx="1590293" cy="214121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29283" y="5155691"/>
            <a:ext cx="1983486" cy="182117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29283" y="5833871"/>
            <a:ext cx="3275838" cy="214122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72440" y="1440180"/>
            <a:ext cx="7844790" cy="29032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54736" y="1882139"/>
            <a:ext cx="582244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854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1.6. </a:t>
            </a:r>
            <a:r>
              <a:rPr dirty="0" spc="-10"/>
              <a:t>Procedures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Machine</a:t>
            </a:r>
            <a:r>
              <a:rPr dirty="0" spc="-10"/>
              <a:t> </a:t>
            </a:r>
            <a:r>
              <a:rPr dirty="0" spc="-5"/>
              <a:t>Learning-based</a:t>
            </a:r>
            <a:r>
              <a:rPr dirty="0" spc="10"/>
              <a:t> </a:t>
            </a:r>
            <a:r>
              <a:rPr dirty="0" spc="-5"/>
              <a:t>Data</a:t>
            </a:r>
            <a:r>
              <a:rPr dirty="0" spc="10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3316" y="1371600"/>
            <a:ext cx="227329" cy="515620"/>
            <a:chOff x="623316" y="1371600"/>
            <a:chExt cx="227329" cy="515620"/>
          </a:xfrm>
        </p:grpSpPr>
        <p:sp>
          <p:nvSpPr>
            <p:cNvPr id="8" name="object 8"/>
            <p:cNvSpPr/>
            <p:nvPr/>
          </p:nvSpPr>
          <p:spPr>
            <a:xfrm>
              <a:off x="661416" y="1371600"/>
              <a:ext cx="151130" cy="515620"/>
            </a:xfrm>
            <a:custGeom>
              <a:avLst/>
              <a:gdLst/>
              <a:ahLst/>
              <a:cxnLst/>
              <a:rect l="l" t="t" r="r" b="b"/>
              <a:pathLst>
                <a:path w="151129" h="515619">
                  <a:moveTo>
                    <a:pt x="113157" y="0"/>
                  </a:moveTo>
                  <a:lnTo>
                    <a:pt x="37718" y="0"/>
                  </a:lnTo>
                  <a:lnTo>
                    <a:pt x="37718" y="439674"/>
                  </a:lnTo>
                  <a:lnTo>
                    <a:pt x="0" y="439674"/>
                  </a:lnTo>
                  <a:lnTo>
                    <a:pt x="75438" y="515112"/>
                  </a:lnTo>
                  <a:lnTo>
                    <a:pt x="150876" y="439674"/>
                  </a:lnTo>
                  <a:lnTo>
                    <a:pt x="113157" y="439674"/>
                  </a:lnTo>
                  <a:lnTo>
                    <a:pt x="113157" y="0"/>
                  </a:lnTo>
                  <a:close/>
                </a:path>
              </a:pathLst>
            </a:custGeom>
            <a:solidFill>
              <a:srgbClr val="9999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3316" y="1514855"/>
              <a:ext cx="227076" cy="22860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61644" y="1542288"/>
            <a:ext cx="3233166" cy="2141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022348"/>
            <a:ext cx="8344661" cy="135407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88308" y="3860291"/>
            <a:ext cx="1708404" cy="216560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854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1.6. </a:t>
            </a:r>
            <a:r>
              <a:rPr dirty="0" spc="-10"/>
              <a:t>Procedures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Machine</a:t>
            </a:r>
            <a:r>
              <a:rPr dirty="0" spc="-10"/>
              <a:t> </a:t>
            </a:r>
            <a:r>
              <a:rPr dirty="0" spc="-5"/>
              <a:t>Learning-based</a:t>
            </a:r>
            <a:r>
              <a:rPr dirty="0" spc="10"/>
              <a:t> </a:t>
            </a:r>
            <a:r>
              <a:rPr dirty="0" spc="-5"/>
              <a:t>Data</a:t>
            </a:r>
            <a:r>
              <a:rPr dirty="0" spc="10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644" y="1542288"/>
            <a:ext cx="1159002" cy="2141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022348"/>
            <a:ext cx="5013198" cy="155219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156896" y="1843976"/>
            <a:ext cx="3080385" cy="4334510"/>
            <a:chOff x="6156896" y="1843976"/>
            <a:chExt cx="3080385" cy="4334510"/>
          </a:xfrm>
        </p:grpSpPr>
        <p:sp>
          <p:nvSpPr>
            <p:cNvPr id="10" name="object 10"/>
            <p:cNvSpPr/>
            <p:nvPr/>
          </p:nvSpPr>
          <p:spPr>
            <a:xfrm>
              <a:off x="6158484" y="1845564"/>
              <a:ext cx="3077210" cy="4331335"/>
            </a:xfrm>
            <a:custGeom>
              <a:avLst/>
              <a:gdLst/>
              <a:ahLst/>
              <a:cxnLst/>
              <a:rect l="l" t="t" r="r" b="b"/>
              <a:pathLst>
                <a:path w="3077209" h="4331335">
                  <a:moveTo>
                    <a:pt x="0" y="4331208"/>
                  </a:moveTo>
                  <a:lnTo>
                    <a:pt x="3076956" y="4331208"/>
                  </a:lnTo>
                  <a:lnTo>
                    <a:pt x="3076956" y="0"/>
                  </a:lnTo>
                  <a:lnTo>
                    <a:pt x="0" y="0"/>
                  </a:lnTo>
                  <a:lnTo>
                    <a:pt x="0" y="4331208"/>
                  </a:lnTo>
                  <a:close/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28104" y="2395728"/>
              <a:ext cx="2019300" cy="378104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70904" y="1961388"/>
              <a:ext cx="1080770" cy="368935"/>
            </a:xfrm>
            <a:custGeom>
              <a:avLst/>
              <a:gdLst/>
              <a:ahLst/>
              <a:cxnLst/>
              <a:rect l="l" t="t" r="r" b="b"/>
              <a:pathLst>
                <a:path w="1080770" h="368935">
                  <a:moveTo>
                    <a:pt x="896112" y="0"/>
                  </a:moveTo>
                  <a:lnTo>
                    <a:pt x="0" y="0"/>
                  </a:lnTo>
                  <a:lnTo>
                    <a:pt x="0" y="368808"/>
                  </a:lnTo>
                  <a:lnTo>
                    <a:pt x="896112" y="368808"/>
                  </a:lnTo>
                  <a:lnTo>
                    <a:pt x="1080516" y="184403"/>
                  </a:lnTo>
                  <a:lnTo>
                    <a:pt x="896112" y="0"/>
                  </a:lnTo>
                  <a:close/>
                </a:path>
              </a:pathLst>
            </a:custGeom>
            <a:solidFill>
              <a:srgbClr val="CDE6B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6669278" y="2040382"/>
            <a:ext cx="6070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20">
                <a:latin typeface="Trebuchet MS"/>
                <a:cs typeface="Trebuchet MS"/>
              </a:rPr>
              <a:t>D</a:t>
            </a:r>
            <a:r>
              <a:rPr dirty="0" sz="1200" spc="-185">
                <a:latin typeface="Trebuchet MS"/>
                <a:cs typeface="Trebuchet MS"/>
              </a:rPr>
              <a:t>a</a:t>
            </a:r>
            <a:r>
              <a:rPr dirty="0" sz="1200" spc="-170">
                <a:latin typeface="Trebuchet MS"/>
                <a:cs typeface="Trebuchet MS"/>
              </a:rPr>
              <a:t>t</a:t>
            </a:r>
            <a:r>
              <a:rPr dirty="0" sz="1200" spc="-185">
                <a:latin typeface="Trebuchet MS"/>
                <a:cs typeface="Trebuchet MS"/>
              </a:rPr>
              <a:t>a</a:t>
            </a:r>
            <a:r>
              <a:rPr dirty="0" sz="1200" spc="-130">
                <a:latin typeface="Trebuchet MS"/>
                <a:cs typeface="Trebuchet MS"/>
              </a:rPr>
              <a:t> </a:t>
            </a:r>
            <a:r>
              <a:rPr dirty="0" sz="1200" spc="-70">
                <a:latin typeface="Trebuchet MS"/>
                <a:cs typeface="Trebuchet MS"/>
              </a:rPr>
              <a:t>S</a:t>
            </a:r>
            <a:r>
              <a:rPr dirty="0" sz="1200" spc="-200">
                <a:latin typeface="Trebuchet MS"/>
                <a:cs typeface="Trebuchet MS"/>
              </a:rPr>
              <a:t>ou</a:t>
            </a:r>
            <a:r>
              <a:rPr dirty="0" sz="1200" spc="-150">
                <a:latin typeface="Trebuchet MS"/>
                <a:cs typeface="Trebuchet MS"/>
              </a:rPr>
              <a:t>rce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447409" y="2824988"/>
            <a:ext cx="360680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100" spc="-95">
                <a:latin typeface="Trebuchet MS"/>
                <a:cs typeface="Trebuchet MS"/>
              </a:rPr>
              <a:t>I</a:t>
            </a:r>
            <a:r>
              <a:rPr dirty="0" sz="1100" spc="-200">
                <a:latin typeface="Trebuchet MS"/>
                <a:cs typeface="Trebuchet MS"/>
              </a:rPr>
              <a:t>n</a:t>
            </a:r>
            <a:r>
              <a:rPr dirty="0" sz="1100" spc="-140">
                <a:latin typeface="Trebuchet MS"/>
                <a:cs typeface="Trebuchet MS"/>
              </a:rPr>
              <a:t>t</a:t>
            </a:r>
            <a:r>
              <a:rPr dirty="0" sz="1100" spc="-185">
                <a:latin typeface="Trebuchet MS"/>
                <a:cs typeface="Trebuchet MS"/>
              </a:rPr>
              <a:t>e</a:t>
            </a:r>
            <a:r>
              <a:rPr dirty="0" sz="1100" spc="-60">
                <a:latin typeface="Trebuchet MS"/>
                <a:cs typeface="Trebuchet MS"/>
              </a:rPr>
              <a:t>r</a:t>
            </a:r>
            <a:r>
              <a:rPr dirty="0" sz="1100" spc="-180">
                <a:latin typeface="Trebuchet MS"/>
                <a:cs typeface="Trebuchet MS"/>
              </a:rPr>
              <a:t>n</a:t>
            </a:r>
            <a:r>
              <a:rPr dirty="0" sz="1100" spc="-180">
                <a:latin typeface="Trebuchet MS"/>
                <a:cs typeface="Trebuchet MS"/>
              </a:rPr>
              <a:t>a</a:t>
            </a:r>
            <a:r>
              <a:rPr dirty="0" sz="1100" spc="-130">
                <a:latin typeface="Trebuchet MS"/>
                <a:cs typeface="Trebuchet MS"/>
              </a:rPr>
              <a:t>l</a:t>
            </a:r>
            <a:endParaRPr sz="1100">
              <a:latin typeface="Trebuchet MS"/>
              <a:cs typeface="Trebuchet MS"/>
            </a:endParaRPr>
          </a:p>
          <a:p>
            <a:pPr marL="74295">
              <a:lnSpc>
                <a:spcPct val="100000"/>
              </a:lnSpc>
            </a:pPr>
            <a:r>
              <a:rPr dirty="0" sz="1100" spc="-170">
                <a:latin typeface="Trebuchet MS"/>
                <a:cs typeface="Trebuchet MS"/>
              </a:rPr>
              <a:t>data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40678" y="3891534"/>
            <a:ext cx="37592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1915" marR="5080" indent="-82550">
              <a:lnSpc>
                <a:spcPct val="100000"/>
              </a:lnSpc>
              <a:spcBef>
                <a:spcPts val="100"/>
              </a:spcBef>
            </a:pPr>
            <a:r>
              <a:rPr dirty="0" sz="1100" spc="-190">
                <a:latin typeface="Trebuchet MS"/>
                <a:cs typeface="Trebuchet MS"/>
              </a:rPr>
              <a:t>E</a:t>
            </a:r>
            <a:r>
              <a:rPr dirty="0" sz="1100" spc="-210">
                <a:latin typeface="Trebuchet MS"/>
                <a:cs typeface="Trebuchet MS"/>
              </a:rPr>
              <a:t>x</a:t>
            </a:r>
            <a:r>
              <a:rPr dirty="0" sz="1100" spc="-155">
                <a:latin typeface="Trebuchet MS"/>
                <a:cs typeface="Trebuchet MS"/>
              </a:rPr>
              <a:t>t</a:t>
            </a:r>
            <a:r>
              <a:rPr dirty="0" sz="1100" spc="-185">
                <a:latin typeface="Trebuchet MS"/>
                <a:cs typeface="Trebuchet MS"/>
              </a:rPr>
              <a:t>e</a:t>
            </a:r>
            <a:r>
              <a:rPr dirty="0" sz="1100" spc="-60">
                <a:latin typeface="Trebuchet MS"/>
                <a:cs typeface="Trebuchet MS"/>
              </a:rPr>
              <a:t>r</a:t>
            </a:r>
            <a:r>
              <a:rPr dirty="0" sz="1100" spc="-195">
                <a:latin typeface="Trebuchet MS"/>
                <a:cs typeface="Trebuchet MS"/>
              </a:rPr>
              <a:t>n</a:t>
            </a:r>
            <a:r>
              <a:rPr dirty="0" sz="1100" spc="-165">
                <a:latin typeface="Trebuchet MS"/>
                <a:cs typeface="Trebuchet MS"/>
              </a:rPr>
              <a:t>a</a:t>
            </a:r>
            <a:r>
              <a:rPr dirty="0" sz="1100" spc="-130">
                <a:latin typeface="Trebuchet MS"/>
                <a:cs typeface="Trebuchet MS"/>
              </a:rPr>
              <a:t>l  </a:t>
            </a:r>
            <a:r>
              <a:rPr dirty="0" sz="1100" spc="-170">
                <a:latin typeface="Trebuchet MS"/>
                <a:cs typeface="Trebuchet MS"/>
              </a:rPr>
              <a:t>data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397240" y="3217164"/>
            <a:ext cx="611505" cy="370840"/>
          </a:xfrm>
          <a:custGeom>
            <a:avLst/>
            <a:gdLst/>
            <a:ahLst/>
            <a:cxnLst/>
            <a:rect l="l" t="t" r="r" b="b"/>
            <a:pathLst>
              <a:path w="611504" h="370839">
                <a:moveTo>
                  <a:pt x="549401" y="0"/>
                </a:moveTo>
                <a:lnTo>
                  <a:pt x="61721" y="0"/>
                </a:lnTo>
                <a:lnTo>
                  <a:pt x="37718" y="4857"/>
                </a:lnTo>
                <a:lnTo>
                  <a:pt x="18097" y="18097"/>
                </a:lnTo>
                <a:lnTo>
                  <a:pt x="4857" y="37719"/>
                </a:lnTo>
                <a:lnTo>
                  <a:pt x="0" y="61722"/>
                </a:lnTo>
                <a:lnTo>
                  <a:pt x="0" y="308610"/>
                </a:lnTo>
                <a:lnTo>
                  <a:pt x="4857" y="332613"/>
                </a:lnTo>
                <a:lnTo>
                  <a:pt x="18097" y="352234"/>
                </a:lnTo>
                <a:lnTo>
                  <a:pt x="37718" y="365474"/>
                </a:lnTo>
                <a:lnTo>
                  <a:pt x="61721" y="370332"/>
                </a:lnTo>
                <a:lnTo>
                  <a:pt x="549401" y="370332"/>
                </a:lnTo>
                <a:lnTo>
                  <a:pt x="573404" y="365474"/>
                </a:lnTo>
                <a:lnTo>
                  <a:pt x="593026" y="352234"/>
                </a:lnTo>
                <a:lnTo>
                  <a:pt x="606266" y="332613"/>
                </a:lnTo>
                <a:lnTo>
                  <a:pt x="611124" y="308610"/>
                </a:lnTo>
                <a:lnTo>
                  <a:pt x="611124" y="61722"/>
                </a:lnTo>
                <a:lnTo>
                  <a:pt x="606266" y="37719"/>
                </a:lnTo>
                <a:lnTo>
                  <a:pt x="593026" y="18097"/>
                </a:lnTo>
                <a:lnTo>
                  <a:pt x="573404" y="4857"/>
                </a:lnTo>
                <a:lnTo>
                  <a:pt x="549401" y="0"/>
                </a:lnTo>
                <a:close/>
              </a:path>
            </a:pathLst>
          </a:custGeom>
          <a:solidFill>
            <a:srgbClr val="FFE4B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526526" y="3236467"/>
            <a:ext cx="3689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95885">
              <a:lnSpc>
                <a:spcPct val="100000"/>
              </a:lnSpc>
              <a:spcBef>
                <a:spcPts val="95"/>
              </a:spcBef>
            </a:pPr>
            <a:r>
              <a:rPr dirty="0" sz="1000" spc="-160">
                <a:latin typeface="Trebuchet MS"/>
                <a:cs typeface="Trebuchet MS"/>
              </a:rPr>
              <a:t>Log </a:t>
            </a:r>
            <a:r>
              <a:rPr dirty="0" sz="1000" spc="-155">
                <a:latin typeface="Trebuchet MS"/>
                <a:cs typeface="Trebuchet MS"/>
              </a:rPr>
              <a:t> </a:t>
            </a:r>
            <a:r>
              <a:rPr dirty="0" sz="1000" spc="-170">
                <a:latin typeface="Trebuchet MS"/>
                <a:cs typeface="Trebuchet MS"/>
              </a:rPr>
              <a:t>C</a:t>
            </a:r>
            <a:r>
              <a:rPr dirty="0" sz="1000" spc="-180">
                <a:latin typeface="Trebuchet MS"/>
                <a:cs typeface="Trebuchet MS"/>
              </a:rPr>
              <a:t>o</a:t>
            </a:r>
            <a:r>
              <a:rPr dirty="0" sz="1000" spc="-145">
                <a:latin typeface="Trebuchet MS"/>
                <a:cs typeface="Trebuchet MS"/>
              </a:rPr>
              <a:t>ll</a:t>
            </a:r>
            <a:r>
              <a:rPr dirty="0" sz="1000" spc="-155">
                <a:latin typeface="Trebuchet MS"/>
                <a:cs typeface="Trebuchet MS"/>
              </a:rPr>
              <a:t>ec</a:t>
            </a:r>
            <a:r>
              <a:rPr dirty="0" sz="1000" spc="-130">
                <a:latin typeface="Trebuchet MS"/>
                <a:cs typeface="Trebuchet MS"/>
              </a:rPr>
              <a:t>t</a:t>
            </a:r>
            <a:r>
              <a:rPr dirty="0" sz="1000" spc="-185">
                <a:latin typeface="Trebuchet MS"/>
                <a:cs typeface="Trebuchet MS"/>
              </a:rPr>
              <a:t>o</a:t>
            </a:r>
            <a:r>
              <a:rPr dirty="0" sz="1000" spc="-60">
                <a:latin typeface="Trebuchet MS"/>
                <a:cs typeface="Trebuchet MS"/>
              </a:rPr>
              <a:t>r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397240" y="3614928"/>
            <a:ext cx="611505" cy="332740"/>
          </a:xfrm>
          <a:custGeom>
            <a:avLst/>
            <a:gdLst/>
            <a:ahLst/>
            <a:cxnLst/>
            <a:rect l="l" t="t" r="r" b="b"/>
            <a:pathLst>
              <a:path w="611504" h="332739">
                <a:moveTo>
                  <a:pt x="555751" y="0"/>
                </a:moveTo>
                <a:lnTo>
                  <a:pt x="55371" y="0"/>
                </a:lnTo>
                <a:lnTo>
                  <a:pt x="33807" y="4347"/>
                </a:lnTo>
                <a:lnTo>
                  <a:pt x="16208" y="16208"/>
                </a:lnTo>
                <a:lnTo>
                  <a:pt x="4347" y="33807"/>
                </a:lnTo>
                <a:lnTo>
                  <a:pt x="0" y="55372"/>
                </a:lnTo>
                <a:lnTo>
                  <a:pt x="0" y="276860"/>
                </a:lnTo>
                <a:lnTo>
                  <a:pt x="4347" y="298424"/>
                </a:lnTo>
                <a:lnTo>
                  <a:pt x="16208" y="316023"/>
                </a:lnTo>
                <a:lnTo>
                  <a:pt x="33807" y="327884"/>
                </a:lnTo>
                <a:lnTo>
                  <a:pt x="55371" y="332232"/>
                </a:lnTo>
                <a:lnTo>
                  <a:pt x="555751" y="332232"/>
                </a:lnTo>
                <a:lnTo>
                  <a:pt x="577316" y="327884"/>
                </a:lnTo>
                <a:lnTo>
                  <a:pt x="594915" y="316023"/>
                </a:lnTo>
                <a:lnTo>
                  <a:pt x="606776" y="298424"/>
                </a:lnTo>
                <a:lnTo>
                  <a:pt x="611124" y="276860"/>
                </a:lnTo>
                <a:lnTo>
                  <a:pt x="611124" y="55372"/>
                </a:lnTo>
                <a:lnTo>
                  <a:pt x="606776" y="33807"/>
                </a:lnTo>
                <a:lnTo>
                  <a:pt x="594915" y="16208"/>
                </a:lnTo>
                <a:lnTo>
                  <a:pt x="577316" y="4347"/>
                </a:lnTo>
                <a:lnTo>
                  <a:pt x="555751" y="0"/>
                </a:lnTo>
                <a:close/>
              </a:path>
            </a:pathLst>
          </a:custGeom>
          <a:solidFill>
            <a:srgbClr val="92D4E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533510" y="3615944"/>
            <a:ext cx="35433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 indent="74295">
              <a:lnSpc>
                <a:spcPct val="100000"/>
              </a:lnSpc>
              <a:spcBef>
                <a:spcPts val="95"/>
              </a:spcBef>
            </a:pPr>
            <a:r>
              <a:rPr dirty="0" sz="1000" spc="-225">
                <a:latin typeface="Trebuchet MS"/>
                <a:cs typeface="Trebuchet MS"/>
              </a:rPr>
              <a:t>Web </a:t>
            </a:r>
            <a:r>
              <a:rPr dirty="0" sz="1000" spc="-220">
                <a:latin typeface="Trebuchet MS"/>
                <a:cs typeface="Trebuchet MS"/>
              </a:rPr>
              <a:t> </a:t>
            </a:r>
            <a:r>
              <a:rPr dirty="0" sz="1000" spc="-170">
                <a:latin typeface="Trebuchet MS"/>
                <a:cs typeface="Trebuchet MS"/>
              </a:rPr>
              <a:t>C</a:t>
            </a:r>
            <a:r>
              <a:rPr dirty="0" sz="1000" spc="-80">
                <a:latin typeface="Trebuchet MS"/>
                <a:cs typeface="Trebuchet MS"/>
              </a:rPr>
              <a:t>r</a:t>
            </a:r>
            <a:r>
              <a:rPr dirty="0" sz="1000" spc="-170">
                <a:latin typeface="Trebuchet MS"/>
                <a:cs typeface="Trebuchet MS"/>
              </a:rPr>
              <a:t>a</a:t>
            </a:r>
            <a:r>
              <a:rPr dirty="0" sz="1000" spc="-210">
                <a:latin typeface="Trebuchet MS"/>
                <a:cs typeface="Trebuchet MS"/>
              </a:rPr>
              <a:t>w</a:t>
            </a:r>
            <a:r>
              <a:rPr dirty="0" sz="1000" spc="-145">
                <a:latin typeface="Trebuchet MS"/>
                <a:cs typeface="Trebuchet MS"/>
              </a:rPr>
              <a:t>l</a:t>
            </a:r>
            <a:r>
              <a:rPr dirty="0" sz="1000" spc="-135">
                <a:latin typeface="Trebuchet MS"/>
                <a:cs typeface="Trebuchet MS"/>
              </a:rPr>
              <a:t>i</a:t>
            </a:r>
            <a:r>
              <a:rPr dirty="0" sz="1000" spc="-190">
                <a:latin typeface="Trebuchet MS"/>
                <a:cs typeface="Trebuchet MS"/>
              </a:rPr>
              <a:t>n</a:t>
            </a:r>
            <a:r>
              <a:rPr dirty="0" sz="1000" spc="-130">
                <a:latin typeface="Trebuchet MS"/>
                <a:cs typeface="Trebuchet MS"/>
              </a:rPr>
              <a:t>g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97240" y="4383023"/>
            <a:ext cx="492759" cy="16954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 marL="71120">
              <a:lnSpc>
                <a:spcPts val="1310"/>
              </a:lnSpc>
            </a:pPr>
            <a:r>
              <a:rPr dirty="0" sz="1100" spc="-130">
                <a:latin typeface="Trebuchet MS"/>
                <a:cs typeface="Trebuchet MS"/>
              </a:rPr>
              <a:t>Sensing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582409" y="5231129"/>
            <a:ext cx="28956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45">
                <a:latin typeface="Trebuchet MS"/>
                <a:cs typeface="Trebuchet MS"/>
              </a:rPr>
              <a:t>M</a:t>
            </a:r>
            <a:r>
              <a:rPr dirty="0" sz="1200" spc="-204">
                <a:latin typeface="Trebuchet MS"/>
                <a:cs typeface="Trebuchet MS"/>
              </a:rPr>
              <a:t>e</a:t>
            </a:r>
            <a:r>
              <a:rPr dirty="0" sz="1200" spc="-229">
                <a:latin typeface="Trebuchet MS"/>
                <a:cs typeface="Trebuchet MS"/>
              </a:rPr>
              <a:t>d</a:t>
            </a:r>
            <a:r>
              <a:rPr dirty="0" sz="1200" spc="-130">
                <a:latin typeface="Trebuchet MS"/>
                <a:cs typeface="Trebuchet MS"/>
              </a:rPr>
              <a:t>i</a:t>
            </a:r>
            <a:r>
              <a:rPr dirty="0" sz="1200" spc="-185">
                <a:latin typeface="Trebuchet MS"/>
                <a:cs typeface="Trebuchet MS"/>
              </a:rPr>
              <a:t>a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929371" y="1961388"/>
            <a:ext cx="1079500" cy="368935"/>
          </a:xfrm>
          <a:custGeom>
            <a:avLst/>
            <a:gdLst/>
            <a:ahLst/>
            <a:cxnLst/>
            <a:rect l="l" t="t" r="r" b="b"/>
            <a:pathLst>
              <a:path w="1079500" h="368935">
                <a:moveTo>
                  <a:pt x="894587" y="0"/>
                </a:moveTo>
                <a:lnTo>
                  <a:pt x="0" y="0"/>
                </a:lnTo>
                <a:lnTo>
                  <a:pt x="0" y="368808"/>
                </a:lnTo>
                <a:lnTo>
                  <a:pt x="894587" y="368808"/>
                </a:lnTo>
                <a:lnTo>
                  <a:pt x="1078992" y="184403"/>
                </a:lnTo>
                <a:lnTo>
                  <a:pt x="894587" y="0"/>
                </a:lnTo>
                <a:close/>
              </a:path>
            </a:pathLst>
          </a:custGeom>
          <a:solidFill>
            <a:srgbClr val="CDE6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187817" y="2040382"/>
            <a:ext cx="483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spc="-204">
                <a:latin typeface="Trebuchet MS"/>
                <a:cs typeface="Trebuchet MS"/>
              </a:rPr>
              <a:t>C</a:t>
            </a:r>
            <a:r>
              <a:rPr dirty="0" sz="1200" spc="-215">
                <a:latin typeface="Trebuchet MS"/>
                <a:cs typeface="Trebuchet MS"/>
              </a:rPr>
              <a:t>o</a:t>
            </a:r>
            <a:r>
              <a:rPr dirty="0" sz="1200" spc="-130">
                <a:latin typeface="Trebuchet MS"/>
                <a:cs typeface="Trebuchet MS"/>
              </a:rPr>
              <a:t>l</a:t>
            </a:r>
            <a:r>
              <a:rPr dirty="0" sz="1200" spc="-150">
                <a:latin typeface="Trebuchet MS"/>
                <a:cs typeface="Trebuchet MS"/>
              </a:rPr>
              <a:t>l</a:t>
            </a:r>
            <a:r>
              <a:rPr dirty="0" sz="1200" spc="-204">
                <a:latin typeface="Trebuchet MS"/>
                <a:cs typeface="Trebuchet MS"/>
              </a:rPr>
              <a:t>e</a:t>
            </a:r>
            <a:r>
              <a:rPr dirty="0" sz="1200" spc="-145">
                <a:latin typeface="Trebuchet MS"/>
                <a:cs typeface="Trebuchet MS"/>
              </a:rPr>
              <a:t>c</a:t>
            </a:r>
            <a:r>
              <a:rPr dirty="0" sz="1200" spc="-170">
                <a:latin typeface="Trebuchet MS"/>
                <a:cs typeface="Trebuchet MS"/>
              </a:rPr>
              <a:t>t</a:t>
            </a:r>
            <a:r>
              <a:rPr dirty="0" sz="1200" spc="-140">
                <a:latin typeface="Trebuchet MS"/>
                <a:cs typeface="Trebuchet MS"/>
              </a:rPr>
              <a:t>i</a:t>
            </a:r>
            <a:r>
              <a:rPr dirty="0" sz="1200" spc="-180">
                <a:latin typeface="Trebuchet MS"/>
                <a:cs typeface="Trebuchet MS"/>
              </a:rPr>
              <a:t>ng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8147304" y="2583192"/>
            <a:ext cx="227329" cy="1356360"/>
          </a:xfrm>
          <a:custGeom>
            <a:avLst/>
            <a:gdLst/>
            <a:ahLst/>
            <a:cxnLst/>
            <a:rect l="l" t="t" r="r" b="b"/>
            <a:pathLst>
              <a:path w="227329" h="1356360">
                <a:moveTo>
                  <a:pt x="227076" y="960107"/>
                </a:moveTo>
                <a:lnTo>
                  <a:pt x="0" y="960107"/>
                </a:lnTo>
                <a:lnTo>
                  <a:pt x="0" y="1356347"/>
                </a:lnTo>
                <a:lnTo>
                  <a:pt x="227076" y="1356347"/>
                </a:lnTo>
                <a:lnTo>
                  <a:pt x="227076" y="960107"/>
                </a:lnTo>
                <a:close/>
              </a:path>
              <a:path w="227329" h="1356360">
                <a:moveTo>
                  <a:pt x="227076" y="0"/>
                </a:moveTo>
                <a:lnTo>
                  <a:pt x="0" y="0"/>
                </a:lnTo>
                <a:lnTo>
                  <a:pt x="0" y="396227"/>
                </a:lnTo>
                <a:lnTo>
                  <a:pt x="227076" y="396227"/>
                </a:lnTo>
                <a:lnTo>
                  <a:pt x="2270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955026" y="2715590"/>
            <a:ext cx="32131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100" spc="-220">
                <a:latin typeface="Trebuchet MS"/>
                <a:cs typeface="Trebuchet MS"/>
              </a:rPr>
              <a:t>M</a:t>
            </a:r>
            <a:r>
              <a:rPr dirty="0" sz="1100" spc="-165">
                <a:latin typeface="Trebuchet MS"/>
                <a:cs typeface="Trebuchet MS"/>
              </a:rPr>
              <a:t>a</a:t>
            </a:r>
            <a:r>
              <a:rPr dirty="0" sz="1100" spc="-185">
                <a:latin typeface="Trebuchet MS"/>
                <a:cs typeface="Trebuchet MS"/>
              </a:rPr>
              <a:t>nu</a:t>
            </a:r>
            <a:r>
              <a:rPr dirty="0" sz="1100" spc="-175">
                <a:latin typeface="Trebuchet MS"/>
                <a:cs typeface="Trebuchet MS"/>
              </a:rPr>
              <a:t>a</a:t>
            </a:r>
            <a:r>
              <a:rPr dirty="0" sz="1100" spc="-130">
                <a:latin typeface="Trebuchet MS"/>
                <a:cs typeface="Trebuchet MS"/>
              </a:rPr>
              <a:t>l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756906" y="3703701"/>
            <a:ext cx="48640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185">
                <a:latin typeface="Trebuchet MS"/>
                <a:cs typeface="Trebuchet MS"/>
              </a:rPr>
              <a:t>A</a:t>
            </a:r>
            <a:r>
              <a:rPr dirty="0" sz="1100" spc="-165">
                <a:latin typeface="Trebuchet MS"/>
                <a:cs typeface="Trebuchet MS"/>
              </a:rPr>
              <a:t>ut</a:t>
            </a:r>
            <a:r>
              <a:rPr dirty="0" sz="1100" spc="-204">
                <a:latin typeface="Trebuchet MS"/>
                <a:cs typeface="Trebuchet MS"/>
              </a:rPr>
              <a:t>o</a:t>
            </a:r>
            <a:r>
              <a:rPr dirty="0" sz="1100" spc="-280">
                <a:latin typeface="Trebuchet MS"/>
                <a:cs typeface="Trebuchet MS"/>
              </a:rPr>
              <a:t>m</a:t>
            </a:r>
            <a:r>
              <a:rPr dirty="0" sz="1100" spc="-165">
                <a:latin typeface="Trebuchet MS"/>
                <a:cs typeface="Trebuchet MS"/>
              </a:rPr>
              <a:t>a</a:t>
            </a:r>
            <a:r>
              <a:rPr dirty="0" sz="1100" spc="-165">
                <a:latin typeface="Trebuchet MS"/>
                <a:cs typeface="Trebuchet MS"/>
              </a:rPr>
              <a:t>t</a:t>
            </a:r>
            <a:r>
              <a:rPr dirty="0" sz="1100" spc="-195">
                <a:latin typeface="Trebuchet MS"/>
                <a:cs typeface="Trebuchet MS"/>
              </a:rPr>
              <a:t>e</a:t>
            </a:r>
            <a:r>
              <a:rPr dirty="0" sz="1100" spc="-200">
                <a:latin typeface="Trebuchet MS"/>
                <a:cs typeface="Trebuchet MS"/>
              </a:rPr>
              <a:t>d</a:t>
            </a:r>
            <a:endParaRPr sz="11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23316" y="1371600"/>
            <a:ext cx="227329" cy="515620"/>
            <a:chOff x="623316" y="1371600"/>
            <a:chExt cx="227329" cy="515620"/>
          </a:xfrm>
        </p:grpSpPr>
        <p:sp>
          <p:nvSpPr>
            <p:cNvPr id="28" name="object 28"/>
            <p:cNvSpPr/>
            <p:nvPr/>
          </p:nvSpPr>
          <p:spPr>
            <a:xfrm>
              <a:off x="661416" y="1371600"/>
              <a:ext cx="151130" cy="515620"/>
            </a:xfrm>
            <a:custGeom>
              <a:avLst/>
              <a:gdLst/>
              <a:ahLst/>
              <a:cxnLst/>
              <a:rect l="l" t="t" r="r" b="b"/>
              <a:pathLst>
                <a:path w="151129" h="515619">
                  <a:moveTo>
                    <a:pt x="113157" y="0"/>
                  </a:moveTo>
                  <a:lnTo>
                    <a:pt x="37718" y="0"/>
                  </a:lnTo>
                  <a:lnTo>
                    <a:pt x="37718" y="439674"/>
                  </a:lnTo>
                  <a:lnTo>
                    <a:pt x="0" y="439674"/>
                  </a:lnTo>
                  <a:lnTo>
                    <a:pt x="75438" y="515112"/>
                  </a:lnTo>
                  <a:lnTo>
                    <a:pt x="150876" y="439674"/>
                  </a:lnTo>
                  <a:lnTo>
                    <a:pt x="113157" y="439674"/>
                  </a:lnTo>
                  <a:lnTo>
                    <a:pt x="113157" y="0"/>
                  </a:lnTo>
                  <a:close/>
                </a:path>
              </a:pathLst>
            </a:custGeom>
            <a:solidFill>
              <a:srgbClr val="9DC3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316" y="1514855"/>
              <a:ext cx="227076" cy="228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854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1.6. </a:t>
            </a:r>
            <a:r>
              <a:rPr dirty="0" spc="-10"/>
              <a:t>Procedures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Machine</a:t>
            </a:r>
            <a:r>
              <a:rPr dirty="0" spc="-10"/>
              <a:t> </a:t>
            </a:r>
            <a:r>
              <a:rPr dirty="0" spc="-5"/>
              <a:t>Learning-based</a:t>
            </a:r>
            <a:r>
              <a:rPr dirty="0" spc="10"/>
              <a:t> </a:t>
            </a:r>
            <a:r>
              <a:rPr dirty="0" spc="-5"/>
              <a:t>Data</a:t>
            </a:r>
            <a:r>
              <a:rPr dirty="0" spc="10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644" y="1542288"/>
            <a:ext cx="2289810" cy="2141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022348"/>
            <a:ext cx="8426958" cy="85572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779776" y="3645408"/>
            <a:ext cx="4479035" cy="2476500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23316" y="1371600"/>
            <a:ext cx="227329" cy="515620"/>
            <a:chOff x="623316" y="1371600"/>
            <a:chExt cx="227329" cy="515620"/>
          </a:xfrm>
        </p:grpSpPr>
        <p:sp>
          <p:nvSpPr>
            <p:cNvPr id="11" name="object 11"/>
            <p:cNvSpPr/>
            <p:nvPr/>
          </p:nvSpPr>
          <p:spPr>
            <a:xfrm>
              <a:off x="661416" y="1371600"/>
              <a:ext cx="151130" cy="515620"/>
            </a:xfrm>
            <a:custGeom>
              <a:avLst/>
              <a:gdLst/>
              <a:ahLst/>
              <a:cxnLst/>
              <a:rect l="l" t="t" r="r" b="b"/>
              <a:pathLst>
                <a:path w="151129" h="515619">
                  <a:moveTo>
                    <a:pt x="113157" y="0"/>
                  </a:moveTo>
                  <a:lnTo>
                    <a:pt x="37718" y="0"/>
                  </a:lnTo>
                  <a:lnTo>
                    <a:pt x="37718" y="439674"/>
                  </a:lnTo>
                  <a:lnTo>
                    <a:pt x="0" y="439674"/>
                  </a:lnTo>
                  <a:lnTo>
                    <a:pt x="75438" y="515112"/>
                  </a:lnTo>
                  <a:lnTo>
                    <a:pt x="150876" y="439674"/>
                  </a:lnTo>
                  <a:lnTo>
                    <a:pt x="113157" y="439674"/>
                  </a:lnTo>
                  <a:lnTo>
                    <a:pt x="113157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316" y="1514855"/>
              <a:ext cx="227076" cy="228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854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1.6. </a:t>
            </a:r>
            <a:r>
              <a:rPr dirty="0" spc="-10"/>
              <a:t>Procedures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Machine</a:t>
            </a:r>
            <a:r>
              <a:rPr dirty="0" spc="-10"/>
              <a:t> </a:t>
            </a:r>
            <a:r>
              <a:rPr dirty="0" spc="-5"/>
              <a:t>Learning-based</a:t>
            </a:r>
            <a:r>
              <a:rPr dirty="0" spc="10"/>
              <a:t> </a:t>
            </a:r>
            <a:r>
              <a:rPr dirty="0" spc="-5"/>
              <a:t>Data</a:t>
            </a:r>
            <a:r>
              <a:rPr dirty="0" spc="10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125214" y="3062985"/>
            <a:ext cx="1671320" cy="1671320"/>
            <a:chOff x="4125214" y="3062985"/>
            <a:chExt cx="1671320" cy="1671320"/>
          </a:xfrm>
        </p:grpSpPr>
        <p:sp>
          <p:nvSpPr>
            <p:cNvPr id="8" name="object 8"/>
            <p:cNvSpPr/>
            <p:nvPr/>
          </p:nvSpPr>
          <p:spPr>
            <a:xfrm>
              <a:off x="4131564" y="3069335"/>
              <a:ext cx="1658620" cy="1658620"/>
            </a:xfrm>
            <a:custGeom>
              <a:avLst/>
              <a:gdLst/>
              <a:ahLst/>
              <a:cxnLst/>
              <a:rect l="l" t="t" r="r" b="b"/>
              <a:pathLst>
                <a:path w="1658620" h="1658620">
                  <a:moveTo>
                    <a:pt x="829056" y="0"/>
                  </a:moveTo>
                  <a:lnTo>
                    <a:pt x="780346" y="1407"/>
                  </a:lnTo>
                  <a:lnTo>
                    <a:pt x="732377" y="5578"/>
                  </a:lnTo>
                  <a:lnTo>
                    <a:pt x="685227" y="12434"/>
                  </a:lnTo>
                  <a:lnTo>
                    <a:pt x="638973" y="21898"/>
                  </a:lnTo>
                  <a:lnTo>
                    <a:pt x="593693" y="33891"/>
                  </a:lnTo>
                  <a:lnTo>
                    <a:pt x="549465" y="48337"/>
                  </a:lnTo>
                  <a:lnTo>
                    <a:pt x="506366" y="65156"/>
                  </a:lnTo>
                  <a:lnTo>
                    <a:pt x="464475" y="84273"/>
                  </a:lnTo>
                  <a:lnTo>
                    <a:pt x="423869" y="105608"/>
                  </a:lnTo>
                  <a:lnTo>
                    <a:pt x="384626" y="129083"/>
                  </a:lnTo>
                  <a:lnTo>
                    <a:pt x="346824" y="154622"/>
                  </a:lnTo>
                  <a:lnTo>
                    <a:pt x="310540" y="182146"/>
                  </a:lnTo>
                  <a:lnTo>
                    <a:pt x="275853" y="211578"/>
                  </a:lnTo>
                  <a:lnTo>
                    <a:pt x="242839" y="242839"/>
                  </a:lnTo>
                  <a:lnTo>
                    <a:pt x="211578" y="275853"/>
                  </a:lnTo>
                  <a:lnTo>
                    <a:pt x="182146" y="310540"/>
                  </a:lnTo>
                  <a:lnTo>
                    <a:pt x="154622" y="346824"/>
                  </a:lnTo>
                  <a:lnTo>
                    <a:pt x="129083" y="384626"/>
                  </a:lnTo>
                  <a:lnTo>
                    <a:pt x="105608" y="423869"/>
                  </a:lnTo>
                  <a:lnTo>
                    <a:pt x="84273" y="464475"/>
                  </a:lnTo>
                  <a:lnTo>
                    <a:pt x="65156" y="506366"/>
                  </a:lnTo>
                  <a:lnTo>
                    <a:pt x="48337" y="549465"/>
                  </a:lnTo>
                  <a:lnTo>
                    <a:pt x="33891" y="593693"/>
                  </a:lnTo>
                  <a:lnTo>
                    <a:pt x="21898" y="638973"/>
                  </a:lnTo>
                  <a:lnTo>
                    <a:pt x="12434" y="685227"/>
                  </a:lnTo>
                  <a:lnTo>
                    <a:pt x="5578" y="732377"/>
                  </a:lnTo>
                  <a:lnTo>
                    <a:pt x="1407" y="780346"/>
                  </a:lnTo>
                  <a:lnTo>
                    <a:pt x="0" y="829056"/>
                  </a:lnTo>
                  <a:lnTo>
                    <a:pt x="1407" y="877765"/>
                  </a:lnTo>
                  <a:lnTo>
                    <a:pt x="5578" y="925734"/>
                  </a:lnTo>
                  <a:lnTo>
                    <a:pt x="12434" y="972884"/>
                  </a:lnTo>
                  <a:lnTo>
                    <a:pt x="21898" y="1019138"/>
                  </a:lnTo>
                  <a:lnTo>
                    <a:pt x="33891" y="1064418"/>
                  </a:lnTo>
                  <a:lnTo>
                    <a:pt x="48337" y="1108646"/>
                  </a:lnTo>
                  <a:lnTo>
                    <a:pt x="65156" y="1151745"/>
                  </a:lnTo>
                  <a:lnTo>
                    <a:pt x="84273" y="1193636"/>
                  </a:lnTo>
                  <a:lnTo>
                    <a:pt x="105608" y="1234242"/>
                  </a:lnTo>
                  <a:lnTo>
                    <a:pt x="129083" y="1273485"/>
                  </a:lnTo>
                  <a:lnTo>
                    <a:pt x="154622" y="1311287"/>
                  </a:lnTo>
                  <a:lnTo>
                    <a:pt x="182146" y="1347571"/>
                  </a:lnTo>
                  <a:lnTo>
                    <a:pt x="211578" y="1382258"/>
                  </a:lnTo>
                  <a:lnTo>
                    <a:pt x="242839" y="1415272"/>
                  </a:lnTo>
                  <a:lnTo>
                    <a:pt x="275853" y="1446533"/>
                  </a:lnTo>
                  <a:lnTo>
                    <a:pt x="310540" y="1475965"/>
                  </a:lnTo>
                  <a:lnTo>
                    <a:pt x="346824" y="1503489"/>
                  </a:lnTo>
                  <a:lnTo>
                    <a:pt x="384626" y="1529028"/>
                  </a:lnTo>
                  <a:lnTo>
                    <a:pt x="423869" y="1552503"/>
                  </a:lnTo>
                  <a:lnTo>
                    <a:pt x="464475" y="1573838"/>
                  </a:lnTo>
                  <a:lnTo>
                    <a:pt x="506366" y="1592955"/>
                  </a:lnTo>
                  <a:lnTo>
                    <a:pt x="549465" y="1609774"/>
                  </a:lnTo>
                  <a:lnTo>
                    <a:pt x="593693" y="1624220"/>
                  </a:lnTo>
                  <a:lnTo>
                    <a:pt x="638973" y="1636213"/>
                  </a:lnTo>
                  <a:lnTo>
                    <a:pt x="685227" y="1645677"/>
                  </a:lnTo>
                  <a:lnTo>
                    <a:pt x="732377" y="1652533"/>
                  </a:lnTo>
                  <a:lnTo>
                    <a:pt x="780346" y="1656704"/>
                  </a:lnTo>
                  <a:lnTo>
                    <a:pt x="829056" y="1658112"/>
                  </a:lnTo>
                  <a:lnTo>
                    <a:pt x="877765" y="1656704"/>
                  </a:lnTo>
                  <a:lnTo>
                    <a:pt x="925734" y="1652533"/>
                  </a:lnTo>
                  <a:lnTo>
                    <a:pt x="972884" y="1645677"/>
                  </a:lnTo>
                  <a:lnTo>
                    <a:pt x="1019138" y="1636213"/>
                  </a:lnTo>
                  <a:lnTo>
                    <a:pt x="1064418" y="1624220"/>
                  </a:lnTo>
                  <a:lnTo>
                    <a:pt x="1108646" y="1609774"/>
                  </a:lnTo>
                  <a:lnTo>
                    <a:pt x="1151745" y="1592955"/>
                  </a:lnTo>
                  <a:lnTo>
                    <a:pt x="1193636" y="1573838"/>
                  </a:lnTo>
                  <a:lnTo>
                    <a:pt x="1234242" y="1552503"/>
                  </a:lnTo>
                  <a:lnTo>
                    <a:pt x="1273485" y="1529028"/>
                  </a:lnTo>
                  <a:lnTo>
                    <a:pt x="1311287" y="1503489"/>
                  </a:lnTo>
                  <a:lnTo>
                    <a:pt x="1347571" y="1475965"/>
                  </a:lnTo>
                  <a:lnTo>
                    <a:pt x="1382258" y="1446533"/>
                  </a:lnTo>
                  <a:lnTo>
                    <a:pt x="1415272" y="1415272"/>
                  </a:lnTo>
                  <a:lnTo>
                    <a:pt x="1446533" y="1382258"/>
                  </a:lnTo>
                  <a:lnTo>
                    <a:pt x="1475965" y="1347571"/>
                  </a:lnTo>
                  <a:lnTo>
                    <a:pt x="1503489" y="1311287"/>
                  </a:lnTo>
                  <a:lnTo>
                    <a:pt x="1529028" y="1273485"/>
                  </a:lnTo>
                  <a:lnTo>
                    <a:pt x="1552503" y="1234242"/>
                  </a:lnTo>
                  <a:lnTo>
                    <a:pt x="1573838" y="1193636"/>
                  </a:lnTo>
                  <a:lnTo>
                    <a:pt x="1592955" y="1151745"/>
                  </a:lnTo>
                  <a:lnTo>
                    <a:pt x="1609774" y="1108646"/>
                  </a:lnTo>
                  <a:lnTo>
                    <a:pt x="1624220" y="1064418"/>
                  </a:lnTo>
                  <a:lnTo>
                    <a:pt x="1636213" y="1019138"/>
                  </a:lnTo>
                  <a:lnTo>
                    <a:pt x="1645677" y="972884"/>
                  </a:lnTo>
                  <a:lnTo>
                    <a:pt x="1652533" y="925734"/>
                  </a:lnTo>
                  <a:lnTo>
                    <a:pt x="1656704" y="877765"/>
                  </a:lnTo>
                  <a:lnTo>
                    <a:pt x="1658112" y="829056"/>
                  </a:lnTo>
                  <a:lnTo>
                    <a:pt x="1656704" y="780346"/>
                  </a:lnTo>
                  <a:lnTo>
                    <a:pt x="1652533" y="732377"/>
                  </a:lnTo>
                  <a:lnTo>
                    <a:pt x="1645677" y="685227"/>
                  </a:lnTo>
                  <a:lnTo>
                    <a:pt x="1636213" y="638973"/>
                  </a:lnTo>
                  <a:lnTo>
                    <a:pt x="1624220" y="593693"/>
                  </a:lnTo>
                  <a:lnTo>
                    <a:pt x="1609774" y="549465"/>
                  </a:lnTo>
                  <a:lnTo>
                    <a:pt x="1592955" y="506366"/>
                  </a:lnTo>
                  <a:lnTo>
                    <a:pt x="1573838" y="464475"/>
                  </a:lnTo>
                  <a:lnTo>
                    <a:pt x="1552503" y="423869"/>
                  </a:lnTo>
                  <a:lnTo>
                    <a:pt x="1529028" y="384626"/>
                  </a:lnTo>
                  <a:lnTo>
                    <a:pt x="1503489" y="346824"/>
                  </a:lnTo>
                  <a:lnTo>
                    <a:pt x="1475965" y="310540"/>
                  </a:lnTo>
                  <a:lnTo>
                    <a:pt x="1446533" y="275853"/>
                  </a:lnTo>
                  <a:lnTo>
                    <a:pt x="1415272" y="242839"/>
                  </a:lnTo>
                  <a:lnTo>
                    <a:pt x="1382258" y="211578"/>
                  </a:lnTo>
                  <a:lnTo>
                    <a:pt x="1347571" y="182146"/>
                  </a:lnTo>
                  <a:lnTo>
                    <a:pt x="1311287" y="154622"/>
                  </a:lnTo>
                  <a:lnTo>
                    <a:pt x="1273485" y="129083"/>
                  </a:lnTo>
                  <a:lnTo>
                    <a:pt x="1234242" y="105608"/>
                  </a:lnTo>
                  <a:lnTo>
                    <a:pt x="1193636" y="84273"/>
                  </a:lnTo>
                  <a:lnTo>
                    <a:pt x="1151745" y="65156"/>
                  </a:lnTo>
                  <a:lnTo>
                    <a:pt x="1108646" y="48337"/>
                  </a:lnTo>
                  <a:lnTo>
                    <a:pt x="1064418" y="33891"/>
                  </a:lnTo>
                  <a:lnTo>
                    <a:pt x="1019138" y="21898"/>
                  </a:lnTo>
                  <a:lnTo>
                    <a:pt x="972884" y="12434"/>
                  </a:lnTo>
                  <a:lnTo>
                    <a:pt x="925734" y="5578"/>
                  </a:lnTo>
                  <a:lnTo>
                    <a:pt x="877765" y="1407"/>
                  </a:lnTo>
                  <a:lnTo>
                    <a:pt x="829056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131564" y="3069335"/>
              <a:ext cx="1658620" cy="1658620"/>
            </a:xfrm>
            <a:custGeom>
              <a:avLst/>
              <a:gdLst/>
              <a:ahLst/>
              <a:cxnLst/>
              <a:rect l="l" t="t" r="r" b="b"/>
              <a:pathLst>
                <a:path w="1658620" h="1658620">
                  <a:moveTo>
                    <a:pt x="0" y="829056"/>
                  </a:moveTo>
                  <a:lnTo>
                    <a:pt x="1407" y="780346"/>
                  </a:lnTo>
                  <a:lnTo>
                    <a:pt x="5578" y="732377"/>
                  </a:lnTo>
                  <a:lnTo>
                    <a:pt x="12434" y="685227"/>
                  </a:lnTo>
                  <a:lnTo>
                    <a:pt x="21898" y="638973"/>
                  </a:lnTo>
                  <a:lnTo>
                    <a:pt x="33891" y="593693"/>
                  </a:lnTo>
                  <a:lnTo>
                    <a:pt x="48337" y="549465"/>
                  </a:lnTo>
                  <a:lnTo>
                    <a:pt x="65156" y="506366"/>
                  </a:lnTo>
                  <a:lnTo>
                    <a:pt x="84273" y="464475"/>
                  </a:lnTo>
                  <a:lnTo>
                    <a:pt x="105608" y="423869"/>
                  </a:lnTo>
                  <a:lnTo>
                    <a:pt x="129083" y="384626"/>
                  </a:lnTo>
                  <a:lnTo>
                    <a:pt x="154622" y="346824"/>
                  </a:lnTo>
                  <a:lnTo>
                    <a:pt x="182146" y="310540"/>
                  </a:lnTo>
                  <a:lnTo>
                    <a:pt x="211578" y="275853"/>
                  </a:lnTo>
                  <a:lnTo>
                    <a:pt x="242839" y="242839"/>
                  </a:lnTo>
                  <a:lnTo>
                    <a:pt x="275853" y="211578"/>
                  </a:lnTo>
                  <a:lnTo>
                    <a:pt x="310540" y="182146"/>
                  </a:lnTo>
                  <a:lnTo>
                    <a:pt x="346824" y="154622"/>
                  </a:lnTo>
                  <a:lnTo>
                    <a:pt x="384626" y="129083"/>
                  </a:lnTo>
                  <a:lnTo>
                    <a:pt x="423869" y="105608"/>
                  </a:lnTo>
                  <a:lnTo>
                    <a:pt x="464475" y="84273"/>
                  </a:lnTo>
                  <a:lnTo>
                    <a:pt x="506366" y="65156"/>
                  </a:lnTo>
                  <a:lnTo>
                    <a:pt x="549465" y="48337"/>
                  </a:lnTo>
                  <a:lnTo>
                    <a:pt x="593693" y="33891"/>
                  </a:lnTo>
                  <a:lnTo>
                    <a:pt x="638973" y="21898"/>
                  </a:lnTo>
                  <a:lnTo>
                    <a:pt x="685227" y="12434"/>
                  </a:lnTo>
                  <a:lnTo>
                    <a:pt x="732377" y="5578"/>
                  </a:lnTo>
                  <a:lnTo>
                    <a:pt x="780346" y="1407"/>
                  </a:lnTo>
                  <a:lnTo>
                    <a:pt x="829056" y="0"/>
                  </a:lnTo>
                  <a:lnTo>
                    <a:pt x="877765" y="1407"/>
                  </a:lnTo>
                  <a:lnTo>
                    <a:pt x="925734" y="5578"/>
                  </a:lnTo>
                  <a:lnTo>
                    <a:pt x="972884" y="12434"/>
                  </a:lnTo>
                  <a:lnTo>
                    <a:pt x="1019138" y="21898"/>
                  </a:lnTo>
                  <a:lnTo>
                    <a:pt x="1064418" y="33891"/>
                  </a:lnTo>
                  <a:lnTo>
                    <a:pt x="1108646" y="48337"/>
                  </a:lnTo>
                  <a:lnTo>
                    <a:pt x="1151745" y="65156"/>
                  </a:lnTo>
                  <a:lnTo>
                    <a:pt x="1193636" y="84273"/>
                  </a:lnTo>
                  <a:lnTo>
                    <a:pt x="1234242" y="105608"/>
                  </a:lnTo>
                  <a:lnTo>
                    <a:pt x="1273485" y="129083"/>
                  </a:lnTo>
                  <a:lnTo>
                    <a:pt x="1311287" y="154622"/>
                  </a:lnTo>
                  <a:lnTo>
                    <a:pt x="1347571" y="182146"/>
                  </a:lnTo>
                  <a:lnTo>
                    <a:pt x="1382258" y="211578"/>
                  </a:lnTo>
                  <a:lnTo>
                    <a:pt x="1415272" y="242839"/>
                  </a:lnTo>
                  <a:lnTo>
                    <a:pt x="1446533" y="275853"/>
                  </a:lnTo>
                  <a:lnTo>
                    <a:pt x="1475965" y="310540"/>
                  </a:lnTo>
                  <a:lnTo>
                    <a:pt x="1503489" y="346824"/>
                  </a:lnTo>
                  <a:lnTo>
                    <a:pt x="1529028" y="384626"/>
                  </a:lnTo>
                  <a:lnTo>
                    <a:pt x="1552503" y="423869"/>
                  </a:lnTo>
                  <a:lnTo>
                    <a:pt x="1573838" y="464475"/>
                  </a:lnTo>
                  <a:lnTo>
                    <a:pt x="1592955" y="506366"/>
                  </a:lnTo>
                  <a:lnTo>
                    <a:pt x="1609774" y="549465"/>
                  </a:lnTo>
                  <a:lnTo>
                    <a:pt x="1624220" y="593693"/>
                  </a:lnTo>
                  <a:lnTo>
                    <a:pt x="1636213" y="638973"/>
                  </a:lnTo>
                  <a:lnTo>
                    <a:pt x="1645677" y="685227"/>
                  </a:lnTo>
                  <a:lnTo>
                    <a:pt x="1652533" y="732377"/>
                  </a:lnTo>
                  <a:lnTo>
                    <a:pt x="1656704" y="780346"/>
                  </a:lnTo>
                  <a:lnTo>
                    <a:pt x="1658112" y="829056"/>
                  </a:lnTo>
                  <a:lnTo>
                    <a:pt x="1656704" y="877765"/>
                  </a:lnTo>
                  <a:lnTo>
                    <a:pt x="1652533" y="925734"/>
                  </a:lnTo>
                  <a:lnTo>
                    <a:pt x="1645677" y="972884"/>
                  </a:lnTo>
                  <a:lnTo>
                    <a:pt x="1636213" y="1019138"/>
                  </a:lnTo>
                  <a:lnTo>
                    <a:pt x="1624220" y="1064418"/>
                  </a:lnTo>
                  <a:lnTo>
                    <a:pt x="1609774" y="1108646"/>
                  </a:lnTo>
                  <a:lnTo>
                    <a:pt x="1592955" y="1151745"/>
                  </a:lnTo>
                  <a:lnTo>
                    <a:pt x="1573838" y="1193636"/>
                  </a:lnTo>
                  <a:lnTo>
                    <a:pt x="1552503" y="1234242"/>
                  </a:lnTo>
                  <a:lnTo>
                    <a:pt x="1529028" y="1273485"/>
                  </a:lnTo>
                  <a:lnTo>
                    <a:pt x="1503489" y="1311287"/>
                  </a:lnTo>
                  <a:lnTo>
                    <a:pt x="1475965" y="1347571"/>
                  </a:lnTo>
                  <a:lnTo>
                    <a:pt x="1446533" y="1382258"/>
                  </a:lnTo>
                  <a:lnTo>
                    <a:pt x="1415272" y="1415272"/>
                  </a:lnTo>
                  <a:lnTo>
                    <a:pt x="1382258" y="1446533"/>
                  </a:lnTo>
                  <a:lnTo>
                    <a:pt x="1347571" y="1475965"/>
                  </a:lnTo>
                  <a:lnTo>
                    <a:pt x="1311287" y="1503489"/>
                  </a:lnTo>
                  <a:lnTo>
                    <a:pt x="1273485" y="1529028"/>
                  </a:lnTo>
                  <a:lnTo>
                    <a:pt x="1234242" y="1552503"/>
                  </a:lnTo>
                  <a:lnTo>
                    <a:pt x="1193636" y="1573838"/>
                  </a:lnTo>
                  <a:lnTo>
                    <a:pt x="1151745" y="1592955"/>
                  </a:lnTo>
                  <a:lnTo>
                    <a:pt x="1108646" y="1609774"/>
                  </a:lnTo>
                  <a:lnTo>
                    <a:pt x="1064418" y="1624220"/>
                  </a:lnTo>
                  <a:lnTo>
                    <a:pt x="1019138" y="1636213"/>
                  </a:lnTo>
                  <a:lnTo>
                    <a:pt x="972884" y="1645677"/>
                  </a:lnTo>
                  <a:lnTo>
                    <a:pt x="925734" y="1652533"/>
                  </a:lnTo>
                  <a:lnTo>
                    <a:pt x="877765" y="1656704"/>
                  </a:lnTo>
                  <a:lnTo>
                    <a:pt x="829056" y="1658112"/>
                  </a:lnTo>
                  <a:lnTo>
                    <a:pt x="780346" y="1656704"/>
                  </a:lnTo>
                  <a:lnTo>
                    <a:pt x="732377" y="1652533"/>
                  </a:lnTo>
                  <a:lnTo>
                    <a:pt x="685227" y="1645677"/>
                  </a:lnTo>
                  <a:lnTo>
                    <a:pt x="638973" y="1636213"/>
                  </a:lnTo>
                  <a:lnTo>
                    <a:pt x="593693" y="1624220"/>
                  </a:lnTo>
                  <a:lnTo>
                    <a:pt x="549465" y="1609774"/>
                  </a:lnTo>
                  <a:lnTo>
                    <a:pt x="506366" y="1592955"/>
                  </a:lnTo>
                  <a:lnTo>
                    <a:pt x="464475" y="1573838"/>
                  </a:lnTo>
                  <a:lnTo>
                    <a:pt x="423869" y="1552503"/>
                  </a:lnTo>
                  <a:lnTo>
                    <a:pt x="384626" y="1529028"/>
                  </a:lnTo>
                  <a:lnTo>
                    <a:pt x="346824" y="1503489"/>
                  </a:lnTo>
                  <a:lnTo>
                    <a:pt x="310540" y="1475965"/>
                  </a:lnTo>
                  <a:lnTo>
                    <a:pt x="275853" y="1446533"/>
                  </a:lnTo>
                  <a:lnTo>
                    <a:pt x="242839" y="1415272"/>
                  </a:lnTo>
                  <a:lnTo>
                    <a:pt x="211578" y="1382258"/>
                  </a:lnTo>
                  <a:lnTo>
                    <a:pt x="182146" y="1347571"/>
                  </a:lnTo>
                  <a:lnTo>
                    <a:pt x="154622" y="1311287"/>
                  </a:lnTo>
                  <a:lnTo>
                    <a:pt x="129083" y="1273485"/>
                  </a:lnTo>
                  <a:lnTo>
                    <a:pt x="105608" y="1234242"/>
                  </a:lnTo>
                  <a:lnTo>
                    <a:pt x="84273" y="1193636"/>
                  </a:lnTo>
                  <a:lnTo>
                    <a:pt x="65156" y="1151745"/>
                  </a:lnTo>
                  <a:lnTo>
                    <a:pt x="48337" y="1108646"/>
                  </a:lnTo>
                  <a:lnTo>
                    <a:pt x="33891" y="1064418"/>
                  </a:lnTo>
                  <a:lnTo>
                    <a:pt x="21898" y="1019138"/>
                  </a:lnTo>
                  <a:lnTo>
                    <a:pt x="12434" y="972884"/>
                  </a:lnTo>
                  <a:lnTo>
                    <a:pt x="5578" y="925734"/>
                  </a:lnTo>
                  <a:lnTo>
                    <a:pt x="1407" y="877765"/>
                  </a:lnTo>
                  <a:lnTo>
                    <a:pt x="0" y="829056"/>
                  </a:lnTo>
                  <a:close/>
                </a:path>
              </a:pathLst>
            </a:custGeom>
            <a:ln w="12192">
              <a:solidFill>
                <a:srgbClr val="41709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370323" y="3787521"/>
            <a:ext cx="11817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380" b="1">
                <a:solidFill>
                  <a:srgbClr val="252525"/>
                </a:solidFill>
                <a:latin typeface="Tahoma"/>
                <a:cs typeface="Tahoma"/>
              </a:rPr>
              <a:t>D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9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26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110" b="1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dirty="0" sz="1300" spc="-225" b="1">
                <a:solidFill>
                  <a:srgbClr val="252525"/>
                </a:solidFill>
                <a:latin typeface="Tahoma"/>
                <a:cs typeface="Tahoma"/>
              </a:rPr>
              <a:t>T</a:t>
            </a:r>
            <a:r>
              <a:rPr dirty="0" sz="1300" spc="-165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275" b="1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dirty="0" sz="1300" spc="-310" b="1">
                <a:solidFill>
                  <a:srgbClr val="252525"/>
                </a:solidFill>
                <a:latin typeface="Tahoma"/>
                <a:cs typeface="Tahoma"/>
              </a:rPr>
              <a:t>n</a:t>
            </a:r>
            <a:r>
              <a:rPr dirty="0" sz="1300" spc="-160" b="1">
                <a:solidFill>
                  <a:srgbClr val="252525"/>
                </a:solidFill>
                <a:latin typeface="Tahoma"/>
                <a:cs typeface="Tahoma"/>
              </a:rPr>
              <a:t>s</a:t>
            </a:r>
            <a:r>
              <a:rPr dirty="0" sz="1300" spc="-170" b="1">
                <a:solidFill>
                  <a:srgbClr val="252525"/>
                </a:solidFill>
                <a:latin typeface="Tahoma"/>
                <a:cs typeface="Tahoma"/>
              </a:rPr>
              <a:t>f</a:t>
            </a:r>
            <a:r>
              <a:rPr dirty="0" sz="1300" spc="-285" b="1">
                <a:solidFill>
                  <a:srgbClr val="252525"/>
                </a:solidFill>
                <a:latin typeface="Tahoma"/>
                <a:cs typeface="Tahoma"/>
              </a:rPr>
              <a:t>o</a:t>
            </a:r>
            <a:r>
              <a:rPr dirty="0" sz="1300" spc="-90" b="1">
                <a:solidFill>
                  <a:srgbClr val="252525"/>
                </a:solidFill>
                <a:latin typeface="Tahoma"/>
                <a:cs typeface="Tahoma"/>
              </a:rPr>
              <a:t>r</a:t>
            </a:r>
            <a:r>
              <a:rPr dirty="0" sz="1300" spc="-455" b="1">
                <a:solidFill>
                  <a:srgbClr val="252525"/>
                </a:solidFill>
                <a:latin typeface="Tahoma"/>
                <a:cs typeface="Tahoma"/>
              </a:rPr>
              <a:t>m</a:t>
            </a:r>
            <a:r>
              <a:rPr dirty="0" sz="1300" spc="-235" b="1">
                <a:solidFill>
                  <a:srgbClr val="252525"/>
                </a:solidFill>
                <a:latin typeface="Tahoma"/>
                <a:cs typeface="Tahoma"/>
              </a:rPr>
              <a:t>ation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371590" y="2270505"/>
            <a:ext cx="2585720" cy="1055370"/>
            <a:chOff x="6371590" y="2270505"/>
            <a:chExt cx="2585720" cy="1055370"/>
          </a:xfrm>
        </p:grpSpPr>
        <p:sp>
          <p:nvSpPr>
            <p:cNvPr id="12" name="object 12"/>
            <p:cNvSpPr/>
            <p:nvPr/>
          </p:nvSpPr>
          <p:spPr>
            <a:xfrm>
              <a:off x="6377940" y="2276855"/>
              <a:ext cx="2573020" cy="1042669"/>
            </a:xfrm>
            <a:custGeom>
              <a:avLst/>
              <a:gdLst/>
              <a:ahLst/>
              <a:cxnLst/>
              <a:rect l="l" t="t" r="r" b="b"/>
              <a:pathLst>
                <a:path w="2573020" h="1042670">
                  <a:moveTo>
                    <a:pt x="2464435" y="0"/>
                  </a:moveTo>
                  <a:lnTo>
                    <a:pt x="108076" y="0"/>
                  </a:lnTo>
                  <a:lnTo>
                    <a:pt x="66008" y="8493"/>
                  </a:lnTo>
                  <a:lnTo>
                    <a:pt x="31654" y="31654"/>
                  </a:lnTo>
                  <a:lnTo>
                    <a:pt x="8493" y="66008"/>
                  </a:lnTo>
                  <a:lnTo>
                    <a:pt x="0" y="108077"/>
                  </a:lnTo>
                  <a:lnTo>
                    <a:pt x="0" y="934339"/>
                  </a:lnTo>
                  <a:lnTo>
                    <a:pt x="8493" y="976407"/>
                  </a:lnTo>
                  <a:lnTo>
                    <a:pt x="31654" y="1010761"/>
                  </a:lnTo>
                  <a:lnTo>
                    <a:pt x="66008" y="1033922"/>
                  </a:lnTo>
                  <a:lnTo>
                    <a:pt x="108076" y="1042416"/>
                  </a:lnTo>
                  <a:lnTo>
                    <a:pt x="2464435" y="1042416"/>
                  </a:lnTo>
                  <a:lnTo>
                    <a:pt x="2506503" y="1033922"/>
                  </a:lnTo>
                  <a:lnTo>
                    <a:pt x="2540857" y="1010761"/>
                  </a:lnTo>
                  <a:lnTo>
                    <a:pt x="2564018" y="976407"/>
                  </a:lnTo>
                  <a:lnTo>
                    <a:pt x="2572512" y="934339"/>
                  </a:lnTo>
                  <a:lnTo>
                    <a:pt x="2572512" y="108077"/>
                  </a:lnTo>
                  <a:lnTo>
                    <a:pt x="2564018" y="66008"/>
                  </a:lnTo>
                  <a:lnTo>
                    <a:pt x="2540857" y="31654"/>
                  </a:lnTo>
                  <a:lnTo>
                    <a:pt x="2506503" y="8493"/>
                  </a:lnTo>
                  <a:lnTo>
                    <a:pt x="2464435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377940" y="2276855"/>
              <a:ext cx="2573020" cy="1042669"/>
            </a:xfrm>
            <a:custGeom>
              <a:avLst/>
              <a:gdLst/>
              <a:ahLst/>
              <a:cxnLst/>
              <a:rect l="l" t="t" r="r" b="b"/>
              <a:pathLst>
                <a:path w="2573020" h="1042670">
                  <a:moveTo>
                    <a:pt x="0" y="108077"/>
                  </a:moveTo>
                  <a:lnTo>
                    <a:pt x="8493" y="66008"/>
                  </a:lnTo>
                  <a:lnTo>
                    <a:pt x="31654" y="31654"/>
                  </a:lnTo>
                  <a:lnTo>
                    <a:pt x="66008" y="8493"/>
                  </a:lnTo>
                  <a:lnTo>
                    <a:pt x="108076" y="0"/>
                  </a:lnTo>
                  <a:lnTo>
                    <a:pt x="2464435" y="0"/>
                  </a:lnTo>
                  <a:lnTo>
                    <a:pt x="2506503" y="8493"/>
                  </a:lnTo>
                  <a:lnTo>
                    <a:pt x="2540857" y="31654"/>
                  </a:lnTo>
                  <a:lnTo>
                    <a:pt x="2564018" y="66008"/>
                  </a:lnTo>
                  <a:lnTo>
                    <a:pt x="2572512" y="108077"/>
                  </a:lnTo>
                  <a:lnTo>
                    <a:pt x="2572512" y="934339"/>
                  </a:lnTo>
                  <a:lnTo>
                    <a:pt x="2564018" y="976407"/>
                  </a:lnTo>
                  <a:lnTo>
                    <a:pt x="2540857" y="1010761"/>
                  </a:lnTo>
                  <a:lnTo>
                    <a:pt x="2506503" y="1033922"/>
                  </a:lnTo>
                  <a:lnTo>
                    <a:pt x="2464435" y="1042416"/>
                  </a:lnTo>
                  <a:lnTo>
                    <a:pt x="108076" y="1042416"/>
                  </a:lnTo>
                  <a:lnTo>
                    <a:pt x="66008" y="1033922"/>
                  </a:lnTo>
                  <a:lnTo>
                    <a:pt x="31654" y="1010761"/>
                  </a:lnTo>
                  <a:lnTo>
                    <a:pt x="8493" y="976407"/>
                  </a:lnTo>
                  <a:lnTo>
                    <a:pt x="0" y="934339"/>
                  </a:lnTo>
                  <a:lnTo>
                    <a:pt x="0" y="108077"/>
                  </a:lnTo>
                  <a:close/>
                </a:path>
              </a:pathLst>
            </a:custGeom>
            <a:ln w="121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670929" y="2316759"/>
            <a:ext cx="1282065" cy="934719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716280">
              <a:lnSpc>
                <a:spcPct val="100000"/>
              </a:lnSpc>
              <a:spcBef>
                <a:spcPts val="305"/>
              </a:spcBef>
            </a:pPr>
            <a:r>
              <a:rPr dirty="0" sz="1400" spc="-26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26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270" b="1">
                <a:solidFill>
                  <a:srgbClr val="13299F"/>
                </a:solidFill>
                <a:latin typeface="Tahoma"/>
                <a:cs typeface="Tahoma"/>
              </a:rPr>
              <a:t>mpli</a:t>
            </a:r>
            <a:r>
              <a:rPr dirty="0" sz="1400" spc="-320" b="1">
                <a:solidFill>
                  <a:srgbClr val="13299F"/>
                </a:solidFill>
                <a:latin typeface="Tahoma"/>
                <a:cs typeface="Tahoma"/>
              </a:rPr>
              <a:t>ng</a:t>
            </a:r>
            <a:endParaRPr sz="1400">
              <a:latin typeface="Tahoma"/>
              <a:cs typeface="Tahoma"/>
            </a:endParaRPr>
          </a:p>
          <a:p>
            <a:pPr marL="193675" indent="-181610">
              <a:lnSpc>
                <a:spcPct val="100000"/>
              </a:lnSpc>
              <a:spcBef>
                <a:spcPts val="185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Ra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nd</a:t>
            </a:r>
            <a:r>
              <a:rPr dirty="0" sz="1300" spc="-265">
                <a:solidFill>
                  <a:srgbClr val="252525"/>
                </a:solidFill>
                <a:latin typeface="Trebuchet MS"/>
                <a:cs typeface="Trebuchet MS"/>
              </a:rPr>
              <a:t>om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mpling</a:t>
            </a:r>
            <a:endParaRPr sz="1300">
              <a:latin typeface="Trebuchet MS"/>
              <a:cs typeface="Trebuchet MS"/>
            </a:endParaRPr>
          </a:p>
          <a:p>
            <a:pPr marL="193675" indent="-181610">
              <a:lnSpc>
                <a:spcPct val="100000"/>
              </a:lnSpc>
              <a:spcBef>
                <a:spcPts val="204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7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mpling</a:t>
            </a:r>
            <a:endParaRPr sz="1300">
              <a:latin typeface="Trebuchet MS"/>
              <a:cs typeface="Trebuchet MS"/>
            </a:endParaRPr>
          </a:p>
          <a:p>
            <a:pPr marL="193675" indent="-181610">
              <a:lnSpc>
                <a:spcPct val="100000"/>
              </a:lnSpc>
              <a:spcBef>
                <a:spcPts val="200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Clu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mpling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371590" y="3489705"/>
            <a:ext cx="2585720" cy="815975"/>
            <a:chOff x="6371590" y="3489705"/>
            <a:chExt cx="2585720" cy="815975"/>
          </a:xfrm>
        </p:grpSpPr>
        <p:sp>
          <p:nvSpPr>
            <p:cNvPr id="16" name="object 16"/>
            <p:cNvSpPr/>
            <p:nvPr/>
          </p:nvSpPr>
          <p:spPr>
            <a:xfrm>
              <a:off x="6377940" y="3496055"/>
              <a:ext cx="2573020" cy="803275"/>
            </a:xfrm>
            <a:custGeom>
              <a:avLst/>
              <a:gdLst/>
              <a:ahLst/>
              <a:cxnLst/>
              <a:rect l="l" t="t" r="r" b="b"/>
              <a:pathLst>
                <a:path w="2573020" h="803275">
                  <a:moveTo>
                    <a:pt x="2490216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6"/>
                  </a:lnTo>
                  <a:lnTo>
                    <a:pt x="0" y="720852"/>
                  </a:lnTo>
                  <a:lnTo>
                    <a:pt x="6465" y="752891"/>
                  </a:lnTo>
                  <a:lnTo>
                    <a:pt x="24098" y="779049"/>
                  </a:lnTo>
                  <a:lnTo>
                    <a:pt x="50256" y="796682"/>
                  </a:lnTo>
                  <a:lnTo>
                    <a:pt x="82296" y="803148"/>
                  </a:lnTo>
                  <a:lnTo>
                    <a:pt x="2490216" y="803148"/>
                  </a:lnTo>
                  <a:lnTo>
                    <a:pt x="2522255" y="796682"/>
                  </a:lnTo>
                  <a:lnTo>
                    <a:pt x="2548413" y="779049"/>
                  </a:lnTo>
                  <a:lnTo>
                    <a:pt x="2566046" y="752891"/>
                  </a:lnTo>
                  <a:lnTo>
                    <a:pt x="2572512" y="720852"/>
                  </a:lnTo>
                  <a:lnTo>
                    <a:pt x="2572512" y="82296"/>
                  </a:lnTo>
                  <a:lnTo>
                    <a:pt x="2566046" y="50256"/>
                  </a:lnTo>
                  <a:lnTo>
                    <a:pt x="2548413" y="24098"/>
                  </a:lnTo>
                  <a:lnTo>
                    <a:pt x="2522255" y="6465"/>
                  </a:lnTo>
                  <a:lnTo>
                    <a:pt x="2490216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377940" y="3496055"/>
              <a:ext cx="2573020" cy="803275"/>
            </a:xfrm>
            <a:custGeom>
              <a:avLst/>
              <a:gdLst/>
              <a:ahLst/>
              <a:cxnLst/>
              <a:rect l="l" t="t" r="r" b="b"/>
              <a:pathLst>
                <a:path w="2573020" h="803275">
                  <a:moveTo>
                    <a:pt x="0" y="82296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2490216" y="0"/>
                  </a:lnTo>
                  <a:lnTo>
                    <a:pt x="2522255" y="6465"/>
                  </a:lnTo>
                  <a:lnTo>
                    <a:pt x="2548413" y="24098"/>
                  </a:lnTo>
                  <a:lnTo>
                    <a:pt x="2566046" y="50256"/>
                  </a:lnTo>
                  <a:lnTo>
                    <a:pt x="2572512" y="82296"/>
                  </a:lnTo>
                  <a:lnTo>
                    <a:pt x="2572512" y="720852"/>
                  </a:lnTo>
                  <a:lnTo>
                    <a:pt x="2566046" y="752891"/>
                  </a:lnTo>
                  <a:lnTo>
                    <a:pt x="2548413" y="779049"/>
                  </a:lnTo>
                  <a:lnTo>
                    <a:pt x="2522255" y="796682"/>
                  </a:lnTo>
                  <a:lnTo>
                    <a:pt x="2490216" y="803148"/>
                  </a:lnTo>
                  <a:lnTo>
                    <a:pt x="82296" y="803148"/>
                  </a:lnTo>
                  <a:lnTo>
                    <a:pt x="50256" y="796682"/>
                  </a:lnTo>
                  <a:lnTo>
                    <a:pt x="24098" y="779049"/>
                  </a:lnTo>
                  <a:lnTo>
                    <a:pt x="6465" y="752891"/>
                  </a:lnTo>
                  <a:lnTo>
                    <a:pt x="0" y="720852"/>
                  </a:lnTo>
                  <a:lnTo>
                    <a:pt x="0" y="82296"/>
                  </a:lnTo>
                  <a:close/>
                </a:path>
              </a:pathLst>
            </a:custGeom>
            <a:ln w="121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6663308" y="3528416"/>
            <a:ext cx="1774189" cy="71183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310"/>
              </a:spcBef>
            </a:pPr>
            <a:r>
              <a:rPr dirty="0" sz="1400" spc="-260" b="1">
                <a:solidFill>
                  <a:srgbClr val="13299F"/>
                </a:solidFill>
                <a:latin typeface="Tahoma"/>
                <a:cs typeface="Tahoma"/>
              </a:rPr>
              <a:t>Dimensionality</a:t>
            </a:r>
            <a:r>
              <a:rPr dirty="0" sz="1400" spc="-15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270" b="1">
                <a:solidFill>
                  <a:srgbClr val="13299F"/>
                </a:solidFill>
                <a:latin typeface="Tahoma"/>
                <a:cs typeface="Tahoma"/>
              </a:rPr>
              <a:t>Reduction</a:t>
            </a:r>
            <a:endParaRPr sz="1400">
              <a:latin typeface="Tahoma"/>
              <a:cs typeface="Tahoma"/>
            </a:endParaRPr>
          </a:p>
          <a:p>
            <a:pPr marL="193675" indent="-181610">
              <a:lnSpc>
                <a:spcPct val="100000"/>
              </a:lnSpc>
              <a:spcBef>
                <a:spcPts val="185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270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or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dirty="0" sz="1300" spc="-5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10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endParaRPr sz="1300">
              <a:latin typeface="Trebuchet MS"/>
              <a:cs typeface="Trebuchet MS"/>
            </a:endParaRPr>
          </a:p>
          <a:p>
            <a:pPr marL="193675" indent="-181610">
              <a:lnSpc>
                <a:spcPct val="100000"/>
              </a:lnSpc>
              <a:spcBef>
                <a:spcPts val="204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PCA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371590" y="4498594"/>
            <a:ext cx="2585720" cy="815975"/>
            <a:chOff x="6371590" y="4498594"/>
            <a:chExt cx="2585720" cy="815975"/>
          </a:xfrm>
        </p:grpSpPr>
        <p:sp>
          <p:nvSpPr>
            <p:cNvPr id="20" name="object 20"/>
            <p:cNvSpPr/>
            <p:nvPr/>
          </p:nvSpPr>
          <p:spPr>
            <a:xfrm>
              <a:off x="6377940" y="4504944"/>
              <a:ext cx="2573020" cy="803275"/>
            </a:xfrm>
            <a:custGeom>
              <a:avLst/>
              <a:gdLst/>
              <a:ahLst/>
              <a:cxnLst/>
              <a:rect l="l" t="t" r="r" b="b"/>
              <a:pathLst>
                <a:path w="2573020" h="803275">
                  <a:moveTo>
                    <a:pt x="2490216" y="0"/>
                  </a:moveTo>
                  <a:lnTo>
                    <a:pt x="82296" y="0"/>
                  </a:lnTo>
                  <a:lnTo>
                    <a:pt x="50256" y="6465"/>
                  </a:lnTo>
                  <a:lnTo>
                    <a:pt x="24098" y="24098"/>
                  </a:lnTo>
                  <a:lnTo>
                    <a:pt x="6465" y="50256"/>
                  </a:lnTo>
                  <a:lnTo>
                    <a:pt x="0" y="82295"/>
                  </a:lnTo>
                  <a:lnTo>
                    <a:pt x="0" y="720851"/>
                  </a:lnTo>
                  <a:lnTo>
                    <a:pt x="6465" y="752891"/>
                  </a:lnTo>
                  <a:lnTo>
                    <a:pt x="24098" y="779049"/>
                  </a:lnTo>
                  <a:lnTo>
                    <a:pt x="50256" y="796682"/>
                  </a:lnTo>
                  <a:lnTo>
                    <a:pt x="82296" y="803147"/>
                  </a:lnTo>
                  <a:lnTo>
                    <a:pt x="2490216" y="803147"/>
                  </a:lnTo>
                  <a:lnTo>
                    <a:pt x="2522255" y="796682"/>
                  </a:lnTo>
                  <a:lnTo>
                    <a:pt x="2548413" y="779049"/>
                  </a:lnTo>
                  <a:lnTo>
                    <a:pt x="2566046" y="752891"/>
                  </a:lnTo>
                  <a:lnTo>
                    <a:pt x="2572512" y="720851"/>
                  </a:lnTo>
                  <a:lnTo>
                    <a:pt x="2572512" y="82295"/>
                  </a:lnTo>
                  <a:lnTo>
                    <a:pt x="2566046" y="50256"/>
                  </a:lnTo>
                  <a:lnTo>
                    <a:pt x="2548413" y="24098"/>
                  </a:lnTo>
                  <a:lnTo>
                    <a:pt x="2522255" y="6465"/>
                  </a:lnTo>
                  <a:lnTo>
                    <a:pt x="2490216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377940" y="4504944"/>
              <a:ext cx="2573020" cy="803275"/>
            </a:xfrm>
            <a:custGeom>
              <a:avLst/>
              <a:gdLst/>
              <a:ahLst/>
              <a:cxnLst/>
              <a:rect l="l" t="t" r="r" b="b"/>
              <a:pathLst>
                <a:path w="2573020" h="803275">
                  <a:moveTo>
                    <a:pt x="0" y="82295"/>
                  </a:moveTo>
                  <a:lnTo>
                    <a:pt x="6465" y="50256"/>
                  </a:lnTo>
                  <a:lnTo>
                    <a:pt x="24098" y="24098"/>
                  </a:lnTo>
                  <a:lnTo>
                    <a:pt x="50256" y="6465"/>
                  </a:lnTo>
                  <a:lnTo>
                    <a:pt x="82296" y="0"/>
                  </a:lnTo>
                  <a:lnTo>
                    <a:pt x="2490216" y="0"/>
                  </a:lnTo>
                  <a:lnTo>
                    <a:pt x="2522255" y="6465"/>
                  </a:lnTo>
                  <a:lnTo>
                    <a:pt x="2548413" y="24098"/>
                  </a:lnTo>
                  <a:lnTo>
                    <a:pt x="2566046" y="50256"/>
                  </a:lnTo>
                  <a:lnTo>
                    <a:pt x="2572512" y="82295"/>
                  </a:lnTo>
                  <a:lnTo>
                    <a:pt x="2572512" y="720851"/>
                  </a:lnTo>
                  <a:lnTo>
                    <a:pt x="2566046" y="752891"/>
                  </a:lnTo>
                  <a:lnTo>
                    <a:pt x="2548413" y="779049"/>
                  </a:lnTo>
                  <a:lnTo>
                    <a:pt x="2522255" y="796682"/>
                  </a:lnTo>
                  <a:lnTo>
                    <a:pt x="2490216" y="803147"/>
                  </a:lnTo>
                  <a:lnTo>
                    <a:pt x="82296" y="803147"/>
                  </a:lnTo>
                  <a:lnTo>
                    <a:pt x="50256" y="796682"/>
                  </a:lnTo>
                  <a:lnTo>
                    <a:pt x="24098" y="779049"/>
                  </a:lnTo>
                  <a:lnTo>
                    <a:pt x="6465" y="752891"/>
                  </a:lnTo>
                  <a:lnTo>
                    <a:pt x="0" y="720851"/>
                  </a:lnTo>
                  <a:lnTo>
                    <a:pt x="0" y="82295"/>
                  </a:lnTo>
                  <a:close/>
                </a:path>
              </a:pathLst>
            </a:custGeom>
            <a:ln w="121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663308" y="4537481"/>
            <a:ext cx="1769110" cy="71056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42570">
              <a:lnSpc>
                <a:spcPct val="100000"/>
              </a:lnSpc>
              <a:spcBef>
                <a:spcPts val="305"/>
              </a:spcBef>
            </a:pPr>
            <a:r>
              <a:rPr dirty="0" sz="1400" spc="-26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260" b="1">
                <a:solidFill>
                  <a:srgbClr val="13299F"/>
                </a:solidFill>
                <a:latin typeface="Tahoma"/>
                <a:cs typeface="Tahoma"/>
              </a:rPr>
              <a:t>ign</a:t>
            </a:r>
            <a:r>
              <a:rPr dirty="0" sz="1400" spc="-26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50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400" spc="-12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420" b="1">
                <a:solidFill>
                  <a:srgbClr val="13299F"/>
                </a:solidFill>
                <a:latin typeface="Tahoma"/>
                <a:cs typeface="Tahoma"/>
              </a:rPr>
              <a:t>D</a:t>
            </a:r>
            <a:r>
              <a:rPr dirty="0" sz="1400" spc="-26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95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400" spc="-28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3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295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400" spc="-295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400" spc="-285" b="1">
                <a:solidFill>
                  <a:srgbClr val="13299F"/>
                </a:solidFill>
                <a:latin typeface="Tahoma"/>
                <a:cs typeface="Tahoma"/>
              </a:rPr>
              <a:t>mpr</a:t>
            </a:r>
            <a:r>
              <a:rPr dirty="0" sz="1400" spc="-24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400" spc="-204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18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150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400" spc="-310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400" spc="-32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endParaRPr sz="1400">
              <a:latin typeface="Tahoma"/>
              <a:cs typeface="Tahoma"/>
            </a:endParaRPr>
          </a:p>
          <a:p>
            <a:pPr marL="193675" indent="-181610">
              <a:lnSpc>
                <a:spcPct val="100000"/>
              </a:lnSpc>
              <a:spcBef>
                <a:spcPts val="185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270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ou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33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orm</a:t>
            </a:r>
            <a:endParaRPr sz="1300">
              <a:latin typeface="Trebuchet MS"/>
              <a:cs typeface="Trebuchet MS"/>
            </a:endParaRPr>
          </a:p>
          <a:p>
            <a:pPr marL="193675" indent="-181610">
              <a:lnSpc>
                <a:spcPct val="100000"/>
              </a:lnSpc>
              <a:spcBef>
                <a:spcPts val="204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38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33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orm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56817" y="2270505"/>
            <a:ext cx="2585720" cy="1028065"/>
            <a:chOff x="956817" y="2270505"/>
            <a:chExt cx="2585720" cy="1028065"/>
          </a:xfrm>
        </p:grpSpPr>
        <p:sp>
          <p:nvSpPr>
            <p:cNvPr id="24" name="object 24"/>
            <p:cNvSpPr/>
            <p:nvPr/>
          </p:nvSpPr>
          <p:spPr>
            <a:xfrm>
              <a:off x="963167" y="2276855"/>
              <a:ext cx="2573020" cy="1015365"/>
            </a:xfrm>
            <a:custGeom>
              <a:avLst/>
              <a:gdLst/>
              <a:ahLst/>
              <a:cxnLst/>
              <a:rect l="l" t="t" r="r" b="b"/>
              <a:pathLst>
                <a:path w="2573020" h="1015364">
                  <a:moveTo>
                    <a:pt x="2467229" y="0"/>
                  </a:moveTo>
                  <a:lnTo>
                    <a:pt x="105232" y="0"/>
                  </a:lnTo>
                  <a:lnTo>
                    <a:pt x="64272" y="8270"/>
                  </a:lnTo>
                  <a:lnTo>
                    <a:pt x="30822" y="30829"/>
                  </a:lnTo>
                  <a:lnTo>
                    <a:pt x="8270" y="64293"/>
                  </a:lnTo>
                  <a:lnTo>
                    <a:pt x="0" y="105283"/>
                  </a:lnTo>
                  <a:lnTo>
                    <a:pt x="0" y="909701"/>
                  </a:lnTo>
                  <a:lnTo>
                    <a:pt x="8270" y="950690"/>
                  </a:lnTo>
                  <a:lnTo>
                    <a:pt x="30822" y="984154"/>
                  </a:lnTo>
                  <a:lnTo>
                    <a:pt x="64272" y="1006713"/>
                  </a:lnTo>
                  <a:lnTo>
                    <a:pt x="105232" y="1014984"/>
                  </a:lnTo>
                  <a:lnTo>
                    <a:pt x="2467229" y="1014984"/>
                  </a:lnTo>
                  <a:lnTo>
                    <a:pt x="2508218" y="1006713"/>
                  </a:lnTo>
                  <a:lnTo>
                    <a:pt x="2541682" y="984154"/>
                  </a:lnTo>
                  <a:lnTo>
                    <a:pt x="2564241" y="950690"/>
                  </a:lnTo>
                  <a:lnTo>
                    <a:pt x="2572511" y="909701"/>
                  </a:lnTo>
                  <a:lnTo>
                    <a:pt x="2572511" y="105283"/>
                  </a:lnTo>
                  <a:lnTo>
                    <a:pt x="2564241" y="64293"/>
                  </a:lnTo>
                  <a:lnTo>
                    <a:pt x="2541682" y="30829"/>
                  </a:lnTo>
                  <a:lnTo>
                    <a:pt x="2508218" y="8270"/>
                  </a:lnTo>
                  <a:lnTo>
                    <a:pt x="2467229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963167" y="2276855"/>
              <a:ext cx="2573020" cy="1015365"/>
            </a:xfrm>
            <a:custGeom>
              <a:avLst/>
              <a:gdLst/>
              <a:ahLst/>
              <a:cxnLst/>
              <a:rect l="l" t="t" r="r" b="b"/>
              <a:pathLst>
                <a:path w="2573020" h="1015364">
                  <a:moveTo>
                    <a:pt x="0" y="105283"/>
                  </a:moveTo>
                  <a:lnTo>
                    <a:pt x="8270" y="64293"/>
                  </a:lnTo>
                  <a:lnTo>
                    <a:pt x="30822" y="30829"/>
                  </a:lnTo>
                  <a:lnTo>
                    <a:pt x="64272" y="8270"/>
                  </a:lnTo>
                  <a:lnTo>
                    <a:pt x="105232" y="0"/>
                  </a:lnTo>
                  <a:lnTo>
                    <a:pt x="2467229" y="0"/>
                  </a:lnTo>
                  <a:lnTo>
                    <a:pt x="2508218" y="8270"/>
                  </a:lnTo>
                  <a:lnTo>
                    <a:pt x="2541682" y="30829"/>
                  </a:lnTo>
                  <a:lnTo>
                    <a:pt x="2564241" y="64293"/>
                  </a:lnTo>
                  <a:lnTo>
                    <a:pt x="2572511" y="105283"/>
                  </a:lnTo>
                  <a:lnTo>
                    <a:pt x="2572511" y="909701"/>
                  </a:lnTo>
                  <a:lnTo>
                    <a:pt x="2564241" y="950690"/>
                  </a:lnTo>
                  <a:lnTo>
                    <a:pt x="2541682" y="984154"/>
                  </a:lnTo>
                  <a:lnTo>
                    <a:pt x="2508218" y="1006713"/>
                  </a:lnTo>
                  <a:lnTo>
                    <a:pt x="2467229" y="1014984"/>
                  </a:lnTo>
                  <a:lnTo>
                    <a:pt x="105232" y="1014984"/>
                  </a:lnTo>
                  <a:lnTo>
                    <a:pt x="64272" y="1006713"/>
                  </a:lnTo>
                  <a:lnTo>
                    <a:pt x="30822" y="984154"/>
                  </a:lnTo>
                  <a:lnTo>
                    <a:pt x="8270" y="950690"/>
                  </a:lnTo>
                  <a:lnTo>
                    <a:pt x="0" y="909701"/>
                  </a:lnTo>
                  <a:lnTo>
                    <a:pt x="0" y="105283"/>
                  </a:lnTo>
                  <a:close/>
                </a:path>
              </a:pathLst>
            </a:custGeom>
            <a:ln w="121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254353" y="2315870"/>
            <a:ext cx="1485900" cy="90868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513715">
              <a:lnSpc>
                <a:spcPct val="100000"/>
              </a:lnSpc>
              <a:spcBef>
                <a:spcPts val="305"/>
              </a:spcBef>
            </a:pPr>
            <a:r>
              <a:rPr dirty="0" sz="1400" spc="-245" b="1">
                <a:solidFill>
                  <a:srgbClr val="13299F"/>
                </a:solidFill>
                <a:latin typeface="Tahoma"/>
                <a:cs typeface="Tahoma"/>
              </a:rPr>
              <a:t>Standardization</a:t>
            </a:r>
            <a:endParaRPr sz="1400">
              <a:latin typeface="Tahoma"/>
              <a:cs typeface="Tahoma"/>
            </a:endParaRPr>
          </a:p>
          <a:p>
            <a:pPr marL="193675" indent="-181610">
              <a:lnSpc>
                <a:spcPct val="100000"/>
              </a:lnSpc>
              <a:spcBef>
                <a:spcPts val="185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Z-transform</a:t>
            </a:r>
            <a:endParaRPr sz="1300">
              <a:latin typeface="Trebuchet MS"/>
              <a:cs typeface="Trebuchet MS"/>
            </a:endParaRPr>
          </a:p>
          <a:p>
            <a:pPr marL="193675" marR="415290" indent="-181610">
              <a:lnSpc>
                <a:spcPct val="100000"/>
              </a:lnSpc>
              <a:spcBef>
                <a:spcPts val="204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Normalization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(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ur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4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ng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)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56817" y="3384550"/>
            <a:ext cx="2585720" cy="1028065"/>
            <a:chOff x="956817" y="3384550"/>
            <a:chExt cx="2585720" cy="1028065"/>
          </a:xfrm>
        </p:grpSpPr>
        <p:sp>
          <p:nvSpPr>
            <p:cNvPr id="28" name="object 28"/>
            <p:cNvSpPr/>
            <p:nvPr/>
          </p:nvSpPr>
          <p:spPr>
            <a:xfrm>
              <a:off x="963167" y="3390900"/>
              <a:ext cx="2573020" cy="1015365"/>
            </a:xfrm>
            <a:custGeom>
              <a:avLst/>
              <a:gdLst/>
              <a:ahLst/>
              <a:cxnLst/>
              <a:rect l="l" t="t" r="r" b="b"/>
              <a:pathLst>
                <a:path w="2573020" h="1015364">
                  <a:moveTo>
                    <a:pt x="2468372" y="0"/>
                  </a:moveTo>
                  <a:lnTo>
                    <a:pt x="104076" y="0"/>
                  </a:lnTo>
                  <a:lnTo>
                    <a:pt x="63565" y="8179"/>
                  </a:lnTo>
                  <a:lnTo>
                    <a:pt x="30483" y="30480"/>
                  </a:lnTo>
                  <a:lnTo>
                    <a:pt x="8178" y="63543"/>
                  </a:lnTo>
                  <a:lnTo>
                    <a:pt x="0" y="104012"/>
                  </a:lnTo>
                  <a:lnTo>
                    <a:pt x="0" y="910844"/>
                  </a:lnTo>
                  <a:lnTo>
                    <a:pt x="8178" y="951386"/>
                  </a:lnTo>
                  <a:lnTo>
                    <a:pt x="30483" y="984488"/>
                  </a:lnTo>
                  <a:lnTo>
                    <a:pt x="63565" y="1006802"/>
                  </a:lnTo>
                  <a:lnTo>
                    <a:pt x="104076" y="1014983"/>
                  </a:lnTo>
                  <a:lnTo>
                    <a:pt x="2468372" y="1014983"/>
                  </a:lnTo>
                  <a:lnTo>
                    <a:pt x="2508914" y="1006802"/>
                  </a:lnTo>
                  <a:lnTo>
                    <a:pt x="2542016" y="984488"/>
                  </a:lnTo>
                  <a:lnTo>
                    <a:pt x="2564330" y="951386"/>
                  </a:lnTo>
                  <a:lnTo>
                    <a:pt x="2572511" y="910844"/>
                  </a:lnTo>
                  <a:lnTo>
                    <a:pt x="2572511" y="104012"/>
                  </a:lnTo>
                  <a:lnTo>
                    <a:pt x="2564330" y="63543"/>
                  </a:lnTo>
                  <a:lnTo>
                    <a:pt x="2542016" y="30480"/>
                  </a:lnTo>
                  <a:lnTo>
                    <a:pt x="2508914" y="8179"/>
                  </a:lnTo>
                  <a:lnTo>
                    <a:pt x="2468372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63167" y="3390900"/>
              <a:ext cx="2573020" cy="1015365"/>
            </a:xfrm>
            <a:custGeom>
              <a:avLst/>
              <a:gdLst/>
              <a:ahLst/>
              <a:cxnLst/>
              <a:rect l="l" t="t" r="r" b="b"/>
              <a:pathLst>
                <a:path w="2573020" h="1015364">
                  <a:moveTo>
                    <a:pt x="0" y="104012"/>
                  </a:moveTo>
                  <a:lnTo>
                    <a:pt x="8178" y="63543"/>
                  </a:lnTo>
                  <a:lnTo>
                    <a:pt x="30483" y="30480"/>
                  </a:lnTo>
                  <a:lnTo>
                    <a:pt x="63565" y="8179"/>
                  </a:lnTo>
                  <a:lnTo>
                    <a:pt x="104076" y="0"/>
                  </a:lnTo>
                  <a:lnTo>
                    <a:pt x="2468372" y="0"/>
                  </a:lnTo>
                  <a:lnTo>
                    <a:pt x="2508914" y="8179"/>
                  </a:lnTo>
                  <a:lnTo>
                    <a:pt x="2542016" y="30480"/>
                  </a:lnTo>
                  <a:lnTo>
                    <a:pt x="2564330" y="63543"/>
                  </a:lnTo>
                  <a:lnTo>
                    <a:pt x="2572511" y="104012"/>
                  </a:lnTo>
                  <a:lnTo>
                    <a:pt x="2572511" y="910844"/>
                  </a:lnTo>
                  <a:lnTo>
                    <a:pt x="2564330" y="951386"/>
                  </a:lnTo>
                  <a:lnTo>
                    <a:pt x="2542016" y="984488"/>
                  </a:lnTo>
                  <a:lnTo>
                    <a:pt x="2508914" y="1006802"/>
                  </a:lnTo>
                  <a:lnTo>
                    <a:pt x="2468372" y="1014983"/>
                  </a:lnTo>
                  <a:lnTo>
                    <a:pt x="104076" y="1014983"/>
                  </a:lnTo>
                  <a:lnTo>
                    <a:pt x="63565" y="1006802"/>
                  </a:lnTo>
                  <a:lnTo>
                    <a:pt x="30483" y="984488"/>
                  </a:lnTo>
                  <a:lnTo>
                    <a:pt x="8178" y="951386"/>
                  </a:lnTo>
                  <a:lnTo>
                    <a:pt x="0" y="910844"/>
                  </a:lnTo>
                  <a:lnTo>
                    <a:pt x="0" y="104012"/>
                  </a:lnTo>
                  <a:close/>
                </a:path>
              </a:pathLst>
            </a:custGeom>
            <a:ln w="121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1254048" y="3529351"/>
            <a:ext cx="1680845" cy="71056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396240">
              <a:lnSpc>
                <a:spcPct val="100000"/>
              </a:lnSpc>
              <a:spcBef>
                <a:spcPts val="300"/>
              </a:spcBef>
            </a:pPr>
            <a:r>
              <a:rPr dirty="0" sz="1400" spc="-434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400" spc="-295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400" spc="-290" b="1">
                <a:solidFill>
                  <a:srgbClr val="13299F"/>
                </a:solidFill>
                <a:latin typeface="Tahoma"/>
                <a:cs typeface="Tahoma"/>
              </a:rPr>
              <a:t>rm</a:t>
            </a:r>
            <a:r>
              <a:rPr dirty="0" sz="1400" spc="-23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50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400" spc="-12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420" b="1">
                <a:solidFill>
                  <a:srgbClr val="13299F"/>
                </a:solidFill>
                <a:latin typeface="Tahoma"/>
                <a:cs typeface="Tahoma"/>
              </a:rPr>
              <a:t>D</a:t>
            </a:r>
            <a:r>
              <a:rPr dirty="0" sz="1400" spc="-120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400" spc="-17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195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400" spc="-95" b="1">
                <a:solidFill>
                  <a:srgbClr val="13299F"/>
                </a:solidFill>
                <a:latin typeface="Tahoma"/>
                <a:cs typeface="Tahoma"/>
              </a:rPr>
              <a:t>r</a:t>
            </a:r>
            <a:r>
              <a:rPr dirty="0" sz="1400" spc="-260" b="1">
                <a:solidFill>
                  <a:srgbClr val="13299F"/>
                </a:solidFill>
                <a:latin typeface="Tahoma"/>
                <a:cs typeface="Tahoma"/>
              </a:rPr>
              <a:t>ibu</a:t>
            </a:r>
            <a:r>
              <a:rPr dirty="0" sz="1400" spc="-195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400" spc="-16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400" spc="-305" b="1">
                <a:solidFill>
                  <a:srgbClr val="13299F"/>
                </a:solidFill>
                <a:latin typeface="Tahoma"/>
                <a:cs typeface="Tahoma"/>
              </a:rPr>
              <a:t>o</a:t>
            </a:r>
            <a:r>
              <a:rPr dirty="0" sz="1400" spc="-32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endParaRPr sz="1400">
              <a:latin typeface="Tahoma"/>
              <a:cs typeface="Tahoma"/>
            </a:endParaRPr>
          </a:p>
          <a:p>
            <a:pPr marL="193675" indent="-181610">
              <a:lnSpc>
                <a:spcPct val="100000"/>
              </a:lnSpc>
              <a:spcBef>
                <a:spcPts val="185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24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og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32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orm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ion</a:t>
            </a:r>
            <a:endParaRPr sz="1300">
              <a:latin typeface="Trebuchet MS"/>
              <a:cs typeface="Trebuchet MS"/>
            </a:endParaRPr>
          </a:p>
          <a:p>
            <a:pPr marL="193675" indent="-181610">
              <a:lnSpc>
                <a:spcPct val="100000"/>
              </a:lnSpc>
              <a:spcBef>
                <a:spcPts val="204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8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qu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Root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33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orm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ion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56817" y="4498594"/>
            <a:ext cx="2585720" cy="815975"/>
            <a:chOff x="956817" y="4498594"/>
            <a:chExt cx="2585720" cy="815975"/>
          </a:xfrm>
        </p:grpSpPr>
        <p:sp>
          <p:nvSpPr>
            <p:cNvPr id="32" name="object 32"/>
            <p:cNvSpPr/>
            <p:nvPr/>
          </p:nvSpPr>
          <p:spPr>
            <a:xfrm>
              <a:off x="963167" y="4504944"/>
              <a:ext cx="2573020" cy="803275"/>
            </a:xfrm>
            <a:custGeom>
              <a:avLst/>
              <a:gdLst/>
              <a:ahLst/>
              <a:cxnLst/>
              <a:rect l="l" t="t" r="r" b="b"/>
              <a:pathLst>
                <a:path w="2573020" h="803275">
                  <a:moveTo>
                    <a:pt x="2490216" y="0"/>
                  </a:moveTo>
                  <a:lnTo>
                    <a:pt x="82359" y="0"/>
                  </a:lnTo>
                  <a:lnTo>
                    <a:pt x="50299" y="6465"/>
                  </a:lnTo>
                  <a:lnTo>
                    <a:pt x="24120" y="24098"/>
                  </a:lnTo>
                  <a:lnTo>
                    <a:pt x="6471" y="50256"/>
                  </a:lnTo>
                  <a:lnTo>
                    <a:pt x="0" y="82295"/>
                  </a:lnTo>
                  <a:lnTo>
                    <a:pt x="0" y="720851"/>
                  </a:lnTo>
                  <a:lnTo>
                    <a:pt x="6471" y="752891"/>
                  </a:lnTo>
                  <a:lnTo>
                    <a:pt x="24120" y="779049"/>
                  </a:lnTo>
                  <a:lnTo>
                    <a:pt x="50299" y="796682"/>
                  </a:lnTo>
                  <a:lnTo>
                    <a:pt x="82359" y="803147"/>
                  </a:lnTo>
                  <a:lnTo>
                    <a:pt x="2490216" y="803147"/>
                  </a:lnTo>
                  <a:lnTo>
                    <a:pt x="2522255" y="796682"/>
                  </a:lnTo>
                  <a:lnTo>
                    <a:pt x="2548413" y="779049"/>
                  </a:lnTo>
                  <a:lnTo>
                    <a:pt x="2566046" y="752891"/>
                  </a:lnTo>
                  <a:lnTo>
                    <a:pt x="2572511" y="720851"/>
                  </a:lnTo>
                  <a:lnTo>
                    <a:pt x="2572511" y="82295"/>
                  </a:lnTo>
                  <a:lnTo>
                    <a:pt x="2566046" y="50256"/>
                  </a:lnTo>
                  <a:lnTo>
                    <a:pt x="2548413" y="24098"/>
                  </a:lnTo>
                  <a:lnTo>
                    <a:pt x="2522255" y="6465"/>
                  </a:lnTo>
                  <a:lnTo>
                    <a:pt x="2490216" y="0"/>
                  </a:lnTo>
                  <a:close/>
                </a:path>
              </a:pathLst>
            </a:custGeom>
            <a:solidFill>
              <a:srgbClr val="FFF1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963167" y="4504944"/>
              <a:ext cx="2573020" cy="803275"/>
            </a:xfrm>
            <a:custGeom>
              <a:avLst/>
              <a:gdLst/>
              <a:ahLst/>
              <a:cxnLst/>
              <a:rect l="l" t="t" r="r" b="b"/>
              <a:pathLst>
                <a:path w="2573020" h="803275">
                  <a:moveTo>
                    <a:pt x="0" y="82295"/>
                  </a:moveTo>
                  <a:lnTo>
                    <a:pt x="6471" y="50256"/>
                  </a:lnTo>
                  <a:lnTo>
                    <a:pt x="24120" y="24098"/>
                  </a:lnTo>
                  <a:lnTo>
                    <a:pt x="50299" y="6465"/>
                  </a:lnTo>
                  <a:lnTo>
                    <a:pt x="82359" y="0"/>
                  </a:lnTo>
                  <a:lnTo>
                    <a:pt x="2490216" y="0"/>
                  </a:lnTo>
                  <a:lnTo>
                    <a:pt x="2522255" y="6465"/>
                  </a:lnTo>
                  <a:lnTo>
                    <a:pt x="2548413" y="24098"/>
                  </a:lnTo>
                  <a:lnTo>
                    <a:pt x="2566046" y="50256"/>
                  </a:lnTo>
                  <a:lnTo>
                    <a:pt x="2572511" y="82295"/>
                  </a:lnTo>
                  <a:lnTo>
                    <a:pt x="2572511" y="720851"/>
                  </a:lnTo>
                  <a:lnTo>
                    <a:pt x="2566046" y="752891"/>
                  </a:lnTo>
                  <a:lnTo>
                    <a:pt x="2548413" y="779049"/>
                  </a:lnTo>
                  <a:lnTo>
                    <a:pt x="2522255" y="796682"/>
                  </a:lnTo>
                  <a:lnTo>
                    <a:pt x="2490216" y="803147"/>
                  </a:lnTo>
                  <a:lnTo>
                    <a:pt x="82359" y="803147"/>
                  </a:lnTo>
                  <a:lnTo>
                    <a:pt x="50299" y="796682"/>
                  </a:lnTo>
                  <a:lnTo>
                    <a:pt x="24120" y="779049"/>
                  </a:lnTo>
                  <a:lnTo>
                    <a:pt x="6471" y="752891"/>
                  </a:lnTo>
                  <a:lnTo>
                    <a:pt x="0" y="720851"/>
                  </a:lnTo>
                  <a:lnTo>
                    <a:pt x="0" y="82295"/>
                  </a:lnTo>
                  <a:close/>
                </a:path>
              </a:pathLst>
            </a:custGeom>
            <a:ln w="12192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1247647" y="4537481"/>
            <a:ext cx="1455420" cy="71056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556260">
              <a:lnSpc>
                <a:spcPct val="100000"/>
              </a:lnSpc>
              <a:spcBef>
                <a:spcPts val="305"/>
              </a:spcBef>
            </a:pPr>
            <a:r>
              <a:rPr dirty="0" sz="1400" spc="-245" b="1">
                <a:solidFill>
                  <a:srgbClr val="13299F"/>
                </a:solidFill>
                <a:latin typeface="Tahoma"/>
                <a:cs typeface="Tahoma"/>
              </a:rPr>
              <a:t>Categorization</a:t>
            </a:r>
            <a:endParaRPr sz="1400">
              <a:latin typeface="Tahoma"/>
              <a:cs typeface="Tahoma"/>
            </a:endParaRPr>
          </a:p>
          <a:p>
            <a:pPr marL="193675" indent="-181610">
              <a:lnSpc>
                <a:spcPct val="100000"/>
              </a:lnSpc>
              <a:spcBef>
                <a:spcPts val="185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Discretization</a:t>
            </a:r>
            <a:endParaRPr sz="1300">
              <a:latin typeface="Trebuchet MS"/>
              <a:cs typeface="Trebuchet MS"/>
            </a:endParaRPr>
          </a:p>
          <a:p>
            <a:pPr marL="193675" indent="-181610">
              <a:lnSpc>
                <a:spcPct val="100000"/>
              </a:lnSpc>
              <a:spcBef>
                <a:spcPts val="204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Binarization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535679" y="2784348"/>
            <a:ext cx="2842895" cy="2122170"/>
          </a:xfrm>
          <a:custGeom>
            <a:avLst/>
            <a:gdLst/>
            <a:ahLst/>
            <a:cxnLst/>
            <a:rect l="l" t="t" r="r" b="b"/>
            <a:pathLst>
              <a:path w="2842895" h="2122170">
                <a:moveTo>
                  <a:pt x="2253996" y="1114044"/>
                </a:moveTo>
                <a:lnTo>
                  <a:pt x="2548509" y="1114044"/>
                </a:lnTo>
                <a:lnTo>
                  <a:pt x="2548509" y="0"/>
                </a:lnTo>
                <a:lnTo>
                  <a:pt x="2842895" y="0"/>
                </a:lnTo>
              </a:path>
              <a:path w="2842895" h="2122170">
                <a:moveTo>
                  <a:pt x="2253996" y="1114044"/>
                </a:moveTo>
                <a:lnTo>
                  <a:pt x="2548509" y="1114044"/>
                </a:lnTo>
                <a:lnTo>
                  <a:pt x="2548509" y="2122170"/>
                </a:lnTo>
                <a:lnTo>
                  <a:pt x="2842895" y="2122170"/>
                </a:lnTo>
              </a:path>
              <a:path w="2842895" h="2122170">
                <a:moveTo>
                  <a:pt x="595884" y="1114044"/>
                </a:moveTo>
                <a:lnTo>
                  <a:pt x="297942" y="1114044"/>
                </a:lnTo>
                <a:lnTo>
                  <a:pt x="297942" y="0"/>
                </a:lnTo>
                <a:lnTo>
                  <a:pt x="0" y="0"/>
                </a:lnTo>
              </a:path>
              <a:path w="2842895" h="2122170">
                <a:moveTo>
                  <a:pt x="595884" y="1114044"/>
                </a:moveTo>
                <a:lnTo>
                  <a:pt x="297942" y="1114044"/>
                </a:lnTo>
                <a:lnTo>
                  <a:pt x="297942" y="2122170"/>
                </a:lnTo>
                <a:lnTo>
                  <a:pt x="0" y="2122170"/>
                </a:lnTo>
              </a:path>
              <a:path w="2842895" h="2122170">
                <a:moveTo>
                  <a:pt x="595884" y="1114044"/>
                </a:moveTo>
                <a:lnTo>
                  <a:pt x="0" y="1114044"/>
                </a:lnTo>
              </a:path>
              <a:path w="2842895" h="2122170">
                <a:moveTo>
                  <a:pt x="2253996" y="1114044"/>
                </a:moveTo>
                <a:lnTo>
                  <a:pt x="2842895" y="1114044"/>
                </a:lnTo>
              </a:path>
            </a:pathLst>
          </a:custGeom>
          <a:ln w="609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6" name="object 3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644" y="1542288"/>
            <a:ext cx="2289810" cy="214122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623316" y="1371600"/>
            <a:ext cx="227329" cy="515620"/>
            <a:chOff x="623316" y="1371600"/>
            <a:chExt cx="227329" cy="515620"/>
          </a:xfrm>
        </p:grpSpPr>
        <p:sp>
          <p:nvSpPr>
            <p:cNvPr id="38" name="object 38"/>
            <p:cNvSpPr/>
            <p:nvPr/>
          </p:nvSpPr>
          <p:spPr>
            <a:xfrm>
              <a:off x="661416" y="1371600"/>
              <a:ext cx="151130" cy="515620"/>
            </a:xfrm>
            <a:custGeom>
              <a:avLst/>
              <a:gdLst/>
              <a:ahLst/>
              <a:cxnLst/>
              <a:rect l="l" t="t" r="r" b="b"/>
              <a:pathLst>
                <a:path w="151129" h="515619">
                  <a:moveTo>
                    <a:pt x="113157" y="0"/>
                  </a:moveTo>
                  <a:lnTo>
                    <a:pt x="37718" y="0"/>
                  </a:lnTo>
                  <a:lnTo>
                    <a:pt x="37718" y="439674"/>
                  </a:lnTo>
                  <a:lnTo>
                    <a:pt x="0" y="439674"/>
                  </a:lnTo>
                  <a:lnTo>
                    <a:pt x="75438" y="515112"/>
                  </a:lnTo>
                  <a:lnTo>
                    <a:pt x="150876" y="439674"/>
                  </a:lnTo>
                  <a:lnTo>
                    <a:pt x="113157" y="439674"/>
                  </a:lnTo>
                  <a:lnTo>
                    <a:pt x="113157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3316" y="1514855"/>
              <a:ext cx="227076" cy="228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854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1.6. </a:t>
            </a:r>
            <a:r>
              <a:rPr dirty="0" spc="-10"/>
              <a:t>Procedures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Machine</a:t>
            </a:r>
            <a:r>
              <a:rPr dirty="0" spc="-10"/>
              <a:t> </a:t>
            </a:r>
            <a:r>
              <a:rPr dirty="0" spc="-5"/>
              <a:t>Learning-based</a:t>
            </a:r>
            <a:r>
              <a:rPr dirty="0" spc="10"/>
              <a:t> </a:t>
            </a:r>
            <a:r>
              <a:rPr dirty="0" spc="-5"/>
              <a:t>Data</a:t>
            </a:r>
            <a:r>
              <a:rPr dirty="0" spc="10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644" y="1542288"/>
            <a:ext cx="2289810" cy="2141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022348"/>
            <a:ext cx="8376666" cy="285216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23316" y="1371600"/>
            <a:ext cx="227329" cy="515620"/>
            <a:chOff x="623316" y="1371600"/>
            <a:chExt cx="227329" cy="515620"/>
          </a:xfrm>
        </p:grpSpPr>
        <p:sp>
          <p:nvSpPr>
            <p:cNvPr id="10" name="object 10"/>
            <p:cNvSpPr/>
            <p:nvPr/>
          </p:nvSpPr>
          <p:spPr>
            <a:xfrm>
              <a:off x="661416" y="1371600"/>
              <a:ext cx="151130" cy="515620"/>
            </a:xfrm>
            <a:custGeom>
              <a:avLst/>
              <a:gdLst/>
              <a:ahLst/>
              <a:cxnLst/>
              <a:rect l="l" t="t" r="r" b="b"/>
              <a:pathLst>
                <a:path w="151129" h="515619">
                  <a:moveTo>
                    <a:pt x="113157" y="0"/>
                  </a:moveTo>
                  <a:lnTo>
                    <a:pt x="37718" y="0"/>
                  </a:lnTo>
                  <a:lnTo>
                    <a:pt x="37718" y="439674"/>
                  </a:lnTo>
                  <a:lnTo>
                    <a:pt x="0" y="439674"/>
                  </a:lnTo>
                  <a:lnTo>
                    <a:pt x="75438" y="515112"/>
                  </a:lnTo>
                  <a:lnTo>
                    <a:pt x="150876" y="439674"/>
                  </a:lnTo>
                  <a:lnTo>
                    <a:pt x="113157" y="439674"/>
                  </a:lnTo>
                  <a:lnTo>
                    <a:pt x="113157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3316" y="1514855"/>
              <a:ext cx="227076" cy="228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854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1.6. </a:t>
            </a:r>
            <a:r>
              <a:rPr dirty="0" spc="-10"/>
              <a:t>Procedures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Machine</a:t>
            </a:r>
            <a:r>
              <a:rPr dirty="0" spc="-10"/>
              <a:t> </a:t>
            </a:r>
            <a:r>
              <a:rPr dirty="0" spc="-5"/>
              <a:t>Learning-based</a:t>
            </a:r>
            <a:r>
              <a:rPr dirty="0" spc="10"/>
              <a:t> </a:t>
            </a:r>
            <a:r>
              <a:rPr dirty="0" spc="-5"/>
              <a:t>Data</a:t>
            </a:r>
            <a:r>
              <a:rPr dirty="0" spc="10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644" y="1542288"/>
            <a:ext cx="1591818" cy="2141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022348"/>
            <a:ext cx="8372094" cy="115595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874264" y="3820667"/>
            <a:ext cx="3954145" cy="2010410"/>
            <a:chOff x="2874264" y="3820667"/>
            <a:chExt cx="3954145" cy="2010410"/>
          </a:xfrm>
        </p:grpSpPr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10154" y="3828045"/>
              <a:ext cx="3717916" cy="200282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874264" y="3820667"/>
              <a:ext cx="2109470" cy="905510"/>
            </a:xfrm>
            <a:custGeom>
              <a:avLst/>
              <a:gdLst/>
              <a:ahLst/>
              <a:cxnLst/>
              <a:rect l="l" t="t" r="r" b="b"/>
              <a:pathLst>
                <a:path w="2109470" h="905510">
                  <a:moveTo>
                    <a:pt x="996696" y="705612"/>
                  </a:moveTo>
                  <a:lnTo>
                    <a:pt x="0" y="705612"/>
                  </a:lnTo>
                  <a:lnTo>
                    <a:pt x="0" y="905256"/>
                  </a:lnTo>
                  <a:lnTo>
                    <a:pt x="996696" y="905256"/>
                  </a:lnTo>
                  <a:lnTo>
                    <a:pt x="996696" y="705612"/>
                  </a:lnTo>
                  <a:close/>
                </a:path>
                <a:path w="2109470" h="905510">
                  <a:moveTo>
                    <a:pt x="2109216" y="0"/>
                  </a:moveTo>
                  <a:lnTo>
                    <a:pt x="1114044" y="0"/>
                  </a:lnTo>
                  <a:lnTo>
                    <a:pt x="1114044" y="281940"/>
                  </a:lnTo>
                  <a:lnTo>
                    <a:pt x="2109216" y="281940"/>
                  </a:lnTo>
                  <a:lnTo>
                    <a:pt x="21092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2720339" y="3645408"/>
            <a:ext cx="4462780" cy="2397760"/>
          </a:xfrm>
          <a:prstGeom prst="rect">
            <a:avLst/>
          </a:prstGeom>
          <a:ln w="3175">
            <a:solidFill>
              <a:srgbClr val="BEBEBE"/>
            </a:solidFill>
          </a:ln>
        </p:spPr>
        <p:txBody>
          <a:bodyPr wrap="square" lIns="0" tIns="12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468755">
              <a:lnSpc>
                <a:spcPct val="100000"/>
              </a:lnSpc>
            </a:pP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25">
                <a:latin typeface="Trebuchet MS"/>
                <a:cs typeface="Trebuchet MS"/>
              </a:rPr>
              <a:t>r</a:t>
            </a:r>
            <a:r>
              <a:rPr dirty="0" sz="1300" spc="-155">
                <a:latin typeface="Trebuchet MS"/>
                <a:cs typeface="Trebuchet MS"/>
              </a:rPr>
              <a:t>a</a:t>
            </a:r>
            <a:r>
              <a:rPr dirty="0" sz="1300" spc="-130">
                <a:latin typeface="Trebuchet MS"/>
                <a:cs typeface="Trebuchet MS"/>
              </a:rPr>
              <a:t>i</a:t>
            </a:r>
            <a:r>
              <a:rPr dirty="0" sz="1300" spc="-240">
                <a:latin typeface="Trebuchet MS"/>
                <a:cs typeface="Trebuchet MS"/>
              </a:rPr>
              <a:t>n</a:t>
            </a:r>
            <a:r>
              <a:rPr dirty="0" sz="1300" spc="-155">
                <a:latin typeface="Trebuchet MS"/>
                <a:cs typeface="Trebuchet MS"/>
              </a:rPr>
              <a:t> </a:t>
            </a:r>
            <a:r>
              <a:rPr dirty="0" sz="1300" spc="-260">
                <a:latin typeface="Trebuchet MS"/>
                <a:cs typeface="Trebuchet MS"/>
              </a:rPr>
              <a:t>mod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endParaRPr sz="13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5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350">
              <a:latin typeface="Trebuchet MS"/>
              <a:cs typeface="Trebuchet MS"/>
            </a:endParaRPr>
          </a:p>
          <a:p>
            <a:pPr marL="364490">
              <a:lnSpc>
                <a:spcPct val="100000"/>
              </a:lnSpc>
            </a:pPr>
            <a:r>
              <a:rPr dirty="0" sz="1300" spc="-235">
                <a:latin typeface="Trebuchet MS"/>
                <a:cs typeface="Trebuchet MS"/>
              </a:rPr>
              <a:t>E</a:t>
            </a:r>
            <a:r>
              <a:rPr dirty="0" sz="1300" spc="-210">
                <a:latin typeface="Trebuchet MS"/>
                <a:cs typeface="Trebuchet MS"/>
              </a:rPr>
              <a:t>nt</a:t>
            </a:r>
            <a:r>
              <a:rPr dirty="0" sz="1300" spc="-140">
                <a:latin typeface="Trebuchet MS"/>
                <a:cs typeface="Trebuchet MS"/>
              </a:rPr>
              <a:t>i</a:t>
            </a:r>
            <a:r>
              <a:rPr dirty="0" sz="1300" spc="-135">
                <a:latin typeface="Trebuchet MS"/>
                <a:cs typeface="Trebuchet MS"/>
              </a:rPr>
              <a:t>r</a:t>
            </a:r>
            <a:r>
              <a:rPr dirty="0" sz="1300" spc="-180">
                <a:latin typeface="Trebuchet MS"/>
                <a:cs typeface="Trebuchet MS"/>
              </a:rPr>
              <a:t>e</a:t>
            </a:r>
            <a:r>
              <a:rPr dirty="0" sz="1300" spc="-145">
                <a:latin typeface="Trebuchet MS"/>
                <a:cs typeface="Trebuchet MS"/>
              </a:rPr>
              <a:t> </a:t>
            </a:r>
            <a:r>
              <a:rPr dirty="0" sz="1300" spc="-250">
                <a:latin typeface="Trebuchet MS"/>
                <a:cs typeface="Trebuchet MS"/>
              </a:rPr>
              <a:t>D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8308" y="4607052"/>
            <a:ext cx="995680" cy="2819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1915" rIns="0" bIns="0" rtlCol="0" vert="horz">
            <a:spAutoFit/>
          </a:bodyPr>
          <a:lstStyle/>
          <a:p>
            <a:pPr marL="142875">
              <a:lnSpc>
                <a:spcPct val="100000"/>
              </a:lnSpc>
              <a:spcBef>
                <a:spcPts val="645"/>
              </a:spcBef>
            </a:pP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15">
                <a:latin typeface="Trebuchet MS"/>
                <a:cs typeface="Trebuchet MS"/>
              </a:rPr>
              <a:t>ho</a:t>
            </a:r>
            <a:r>
              <a:rPr dirty="0" sz="1300" spc="-220">
                <a:latin typeface="Trebuchet MS"/>
                <a:cs typeface="Trebuchet MS"/>
              </a:rPr>
              <a:t>o</a:t>
            </a:r>
            <a:r>
              <a:rPr dirty="0" sz="1300" spc="-55">
                <a:latin typeface="Trebuchet MS"/>
                <a:cs typeface="Trebuchet MS"/>
              </a:rPr>
              <a:t>s</a:t>
            </a:r>
            <a:r>
              <a:rPr dirty="0" sz="1300" spc="-229">
                <a:latin typeface="Trebuchet MS"/>
                <a:cs typeface="Trebuchet MS"/>
              </a:rPr>
              <a:t>e</a:t>
            </a:r>
            <a:r>
              <a:rPr dirty="0" sz="1300" spc="-185">
                <a:latin typeface="Trebuchet MS"/>
                <a:cs typeface="Trebuchet MS"/>
              </a:rPr>
              <a:t> </a:t>
            </a:r>
            <a:r>
              <a:rPr dirty="0" sz="1300" spc="-260">
                <a:latin typeface="Trebuchet MS"/>
                <a:cs typeface="Trebuchet MS"/>
              </a:rPr>
              <a:t>mod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88308" y="5257800"/>
            <a:ext cx="995680" cy="2819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82550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650"/>
              </a:spcBef>
            </a:pPr>
            <a:r>
              <a:rPr dirty="0" sz="1300" spc="-260">
                <a:latin typeface="Trebuchet MS"/>
                <a:cs typeface="Trebuchet MS"/>
              </a:rPr>
              <a:t>mod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45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40">
                <a:latin typeface="Trebuchet MS"/>
                <a:cs typeface="Trebuchet MS"/>
              </a:rPr>
              <a:t>s</a:t>
            </a:r>
            <a:r>
              <a:rPr dirty="0" sz="1300" spc="-190">
                <a:latin typeface="Trebuchet MS"/>
                <a:cs typeface="Trebuchet MS"/>
              </a:rPr>
              <a:t>t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3316" y="1371600"/>
            <a:ext cx="227329" cy="515620"/>
            <a:chOff x="623316" y="1371600"/>
            <a:chExt cx="227329" cy="515620"/>
          </a:xfrm>
        </p:grpSpPr>
        <p:sp>
          <p:nvSpPr>
            <p:cNvPr id="16" name="object 16"/>
            <p:cNvSpPr/>
            <p:nvPr/>
          </p:nvSpPr>
          <p:spPr>
            <a:xfrm>
              <a:off x="661416" y="1371600"/>
              <a:ext cx="151130" cy="515620"/>
            </a:xfrm>
            <a:custGeom>
              <a:avLst/>
              <a:gdLst/>
              <a:ahLst/>
              <a:cxnLst/>
              <a:rect l="l" t="t" r="r" b="b"/>
              <a:pathLst>
                <a:path w="151129" h="515619">
                  <a:moveTo>
                    <a:pt x="113157" y="0"/>
                  </a:moveTo>
                  <a:lnTo>
                    <a:pt x="37718" y="0"/>
                  </a:lnTo>
                  <a:lnTo>
                    <a:pt x="37718" y="439674"/>
                  </a:lnTo>
                  <a:lnTo>
                    <a:pt x="0" y="439674"/>
                  </a:lnTo>
                  <a:lnTo>
                    <a:pt x="75438" y="515112"/>
                  </a:lnTo>
                  <a:lnTo>
                    <a:pt x="150876" y="439674"/>
                  </a:lnTo>
                  <a:lnTo>
                    <a:pt x="113157" y="439674"/>
                  </a:lnTo>
                  <a:lnTo>
                    <a:pt x="113157" y="0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316" y="1514855"/>
              <a:ext cx="227076" cy="228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4846" y="6524434"/>
            <a:ext cx="60143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854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1.6. </a:t>
            </a:r>
            <a:r>
              <a:rPr dirty="0" spc="-10"/>
              <a:t>Procedures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Machine</a:t>
            </a:r>
            <a:r>
              <a:rPr dirty="0" spc="-10"/>
              <a:t> </a:t>
            </a:r>
            <a:r>
              <a:rPr dirty="0" spc="-5"/>
              <a:t>Learning-based</a:t>
            </a:r>
            <a:r>
              <a:rPr dirty="0" spc="10"/>
              <a:t> </a:t>
            </a:r>
            <a:r>
              <a:rPr dirty="0" spc="-5"/>
              <a:t>Data</a:t>
            </a:r>
            <a:r>
              <a:rPr dirty="0" spc="10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644" y="1542288"/>
            <a:ext cx="1983486" cy="18211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022348"/>
            <a:ext cx="8292846" cy="855726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2301239" y="5373623"/>
            <a:ext cx="4810125" cy="360045"/>
            <a:chOff x="2301239" y="5373623"/>
            <a:chExt cx="4810125" cy="360045"/>
          </a:xfrm>
        </p:grpSpPr>
        <p:sp>
          <p:nvSpPr>
            <p:cNvPr id="10" name="object 10"/>
            <p:cNvSpPr/>
            <p:nvPr/>
          </p:nvSpPr>
          <p:spPr>
            <a:xfrm>
              <a:off x="2301239" y="5373623"/>
              <a:ext cx="4810125" cy="360045"/>
            </a:xfrm>
            <a:custGeom>
              <a:avLst/>
              <a:gdLst/>
              <a:ahLst/>
              <a:cxnLst/>
              <a:rect l="l" t="t" r="r" b="b"/>
              <a:pathLst>
                <a:path w="4810125" h="360045">
                  <a:moveTo>
                    <a:pt x="4629912" y="0"/>
                  </a:moveTo>
                  <a:lnTo>
                    <a:pt x="179832" y="0"/>
                  </a:lnTo>
                  <a:lnTo>
                    <a:pt x="132027" y="6424"/>
                  </a:lnTo>
                  <a:lnTo>
                    <a:pt x="89069" y="24553"/>
                  </a:lnTo>
                  <a:lnTo>
                    <a:pt x="52673" y="52673"/>
                  </a:lnTo>
                  <a:lnTo>
                    <a:pt x="24553" y="89069"/>
                  </a:lnTo>
                  <a:lnTo>
                    <a:pt x="6424" y="132027"/>
                  </a:lnTo>
                  <a:lnTo>
                    <a:pt x="0" y="179831"/>
                  </a:lnTo>
                  <a:lnTo>
                    <a:pt x="6425" y="227641"/>
                  </a:lnTo>
                  <a:lnTo>
                    <a:pt x="24557" y="270600"/>
                  </a:lnTo>
                  <a:lnTo>
                    <a:pt x="52679" y="306995"/>
                  </a:lnTo>
                  <a:lnTo>
                    <a:pt x="89076" y="335113"/>
                  </a:lnTo>
                  <a:lnTo>
                    <a:pt x="132033" y="353240"/>
                  </a:lnTo>
                  <a:lnTo>
                    <a:pt x="179832" y="359663"/>
                  </a:lnTo>
                  <a:lnTo>
                    <a:pt x="4629912" y="359663"/>
                  </a:lnTo>
                  <a:lnTo>
                    <a:pt x="4677719" y="353239"/>
                  </a:lnTo>
                  <a:lnTo>
                    <a:pt x="4720678" y="335110"/>
                  </a:lnTo>
                  <a:lnTo>
                    <a:pt x="4757074" y="306990"/>
                  </a:lnTo>
                  <a:lnTo>
                    <a:pt x="4785193" y="270594"/>
                  </a:lnTo>
                  <a:lnTo>
                    <a:pt x="4803320" y="227636"/>
                  </a:lnTo>
                  <a:lnTo>
                    <a:pt x="4809744" y="179831"/>
                  </a:lnTo>
                  <a:lnTo>
                    <a:pt x="4803319" y="132027"/>
                  </a:lnTo>
                  <a:lnTo>
                    <a:pt x="4785190" y="89069"/>
                  </a:lnTo>
                  <a:lnTo>
                    <a:pt x="4757070" y="52673"/>
                  </a:lnTo>
                  <a:lnTo>
                    <a:pt x="4720674" y="24553"/>
                  </a:lnTo>
                  <a:lnTo>
                    <a:pt x="4677716" y="6424"/>
                  </a:lnTo>
                  <a:lnTo>
                    <a:pt x="462991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38399" y="5426963"/>
              <a:ext cx="4203954" cy="255295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2277350" y="3394759"/>
            <a:ext cx="4826000" cy="1878330"/>
            <a:chOff x="2277350" y="3394759"/>
            <a:chExt cx="4826000" cy="1878330"/>
          </a:xfrm>
        </p:grpSpPr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77350" y="3394759"/>
              <a:ext cx="4825760" cy="18779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37815" y="4107179"/>
              <a:ext cx="216535" cy="1080770"/>
            </a:xfrm>
            <a:custGeom>
              <a:avLst/>
              <a:gdLst/>
              <a:ahLst/>
              <a:cxnLst/>
              <a:rect l="l" t="t" r="r" b="b"/>
              <a:pathLst>
                <a:path w="216535" h="1080770">
                  <a:moveTo>
                    <a:pt x="216407" y="0"/>
                  </a:moveTo>
                  <a:lnTo>
                    <a:pt x="0" y="0"/>
                  </a:lnTo>
                  <a:lnTo>
                    <a:pt x="0" y="1080516"/>
                  </a:lnTo>
                  <a:lnTo>
                    <a:pt x="216407" y="1080516"/>
                  </a:lnTo>
                  <a:lnTo>
                    <a:pt x="216407" y="0"/>
                  </a:lnTo>
                  <a:close/>
                </a:path>
              </a:pathLst>
            </a:custGeom>
            <a:solidFill>
              <a:srgbClr val="D6B7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6173723" y="3764279"/>
            <a:ext cx="353695" cy="215265"/>
          </a:xfrm>
          <a:custGeom>
            <a:avLst/>
            <a:gdLst/>
            <a:ahLst/>
            <a:cxnLst/>
            <a:rect l="l" t="t" r="r" b="b"/>
            <a:pathLst>
              <a:path w="353695" h="215264">
                <a:moveTo>
                  <a:pt x="353568" y="0"/>
                </a:moveTo>
                <a:lnTo>
                  <a:pt x="0" y="0"/>
                </a:lnTo>
                <a:lnTo>
                  <a:pt x="0" y="214884"/>
                </a:lnTo>
                <a:lnTo>
                  <a:pt x="353568" y="214884"/>
                </a:lnTo>
                <a:lnTo>
                  <a:pt x="353568" y="0"/>
                </a:lnTo>
                <a:close/>
              </a:path>
            </a:pathLst>
          </a:custGeom>
          <a:solidFill>
            <a:srgbClr val="CFD4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972811" y="3462528"/>
            <a:ext cx="1080770" cy="215265"/>
          </a:xfrm>
          <a:custGeom>
            <a:avLst/>
            <a:gdLst/>
            <a:ahLst/>
            <a:cxnLst/>
            <a:rect l="l" t="t" r="r" b="b"/>
            <a:pathLst>
              <a:path w="1080770" h="215264">
                <a:moveTo>
                  <a:pt x="1080515" y="0"/>
                </a:moveTo>
                <a:lnTo>
                  <a:pt x="0" y="0"/>
                </a:lnTo>
                <a:lnTo>
                  <a:pt x="0" y="214884"/>
                </a:lnTo>
                <a:lnTo>
                  <a:pt x="1080515" y="214884"/>
                </a:lnTo>
                <a:lnTo>
                  <a:pt x="1080515" y="0"/>
                </a:lnTo>
                <a:close/>
              </a:path>
            </a:pathLst>
          </a:custGeom>
          <a:solidFill>
            <a:srgbClr val="D6B7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327712" y="4337684"/>
            <a:ext cx="239395" cy="62039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29" b="1">
                <a:solidFill>
                  <a:srgbClr val="FFFFFF"/>
                </a:solidFill>
                <a:latin typeface="Tahoma"/>
                <a:cs typeface="Tahoma"/>
              </a:rPr>
              <a:t>Predicted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2653271" y="3462528"/>
          <a:ext cx="4316730" cy="1719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695"/>
                <a:gridCol w="387350"/>
                <a:gridCol w="36829"/>
                <a:gridCol w="1904"/>
                <a:gridCol w="586740"/>
                <a:gridCol w="234315"/>
                <a:gridCol w="478790"/>
                <a:gridCol w="328930"/>
                <a:gridCol w="246380"/>
                <a:gridCol w="545465"/>
                <a:gridCol w="346710"/>
                <a:gridCol w="236854"/>
                <a:gridCol w="529589"/>
              </a:tblGrid>
              <a:tr h="284988">
                <a:tc gridSpan="5"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rowSpan="2"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gridSpan="2"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1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r</a:t>
                      </a:r>
                      <a:r>
                        <a:rPr dirty="0" sz="1400" spc="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u</a:t>
                      </a:r>
                      <a:r>
                        <a:rPr dirty="0" sz="1400" spc="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/</a:t>
                      </a:r>
                      <a:r>
                        <a:rPr dirty="0" sz="1400" spc="-2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</a:t>
                      </a:r>
                      <a:r>
                        <a:rPr dirty="0" sz="1400" spc="1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r>
                        <a:rPr dirty="0" sz="1400" spc="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t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ua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l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49936">
                <a:tc gridSpan="5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400" spc="-254" b="1">
                          <a:latin typeface="Tahoma"/>
                          <a:cs typeface="Tahoma"/>
                        </a:rPr>
                        <a:t>Cat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29209"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dirty="0" sz="1400" spc="-15" b="1">
                          <a:latin typeface="Tahoma"/>
                          <a:cs typeface="Tahoma"/>
                        </a:rPr>
                        <a:t>F</a:t>
                      </a:r>
                      <a:r>
                        <a:rPr dirty="0" sz="1400" b="1">
                          <a:latin typeface="Tahoma"/>
                          <a:cs typeface="Tahoma"/>
                        </a:rPr>
                        <a:t>i</a:t>
                      </a:r>
                      <a:r>
                        <a:rPr dirty="0" sz="1400" spc="25" b="1">
                          <a:latin typeface="Tahoma"/>
                          <a:cs typeface="Tahoma"/>
                        </a:rPr>
                        <a:t>s</a:t>
                      </a:r>
                      <a:r>
                        <a:rPr dirty="0" sz="1400" b="1">
                          <a:latin typeface="Tahoma"/>
                          <a:cs typeface="Tahoma"/>
                        </a:rPr>
                        <a:t>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22225"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400" spc="-20" b="1">
                          <a:latin typeface="Tahoma"/>
                          <a:cs typeface="Tahoma"/>
                        </a:rPr>
                        <a:t>H</a:t>
                      </a:r>
                      <a:r>
                        <a:rPr dirty="0" sz="1400" spc="10" b="1">
                          <a:latin typeface="Tahoma"/>
                          <a:cs typeface="Tahoma"/>
                        </a:rPr>
                        <a:t>e</a:t>
                      </a:r>
                      <a:r>
                        <a:rPr dirty="0" sz="1400" b="1">
                          <a:latin typeface="Tahoma"/>
                          <a:cs typeface="Tahoma"/>
                        </a:rPr>
                        <a:t>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17145"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FD4EA"/>
                    </a:solidFill>
                  </a:tcPr>
                </a:tc>
              </a:tr>
              <a:tr h="228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982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39267">
                <a:tc>
                  <a:txBody>
                    <a:bodyPr/>
                    <a:lstStyle/>
                    <a:p>
                      <a:pPr>
                        <a:lnSpc>
                          <a:spcPts val="1610"/>
                        </a:lnSpc>
                        <a:spcBef>
                          <a:spcPts val="170"/>
                        </a:spcBef>
                      </a:pPr>
                      <a:r>
                        <a:rPr dirty="0" sz="1400" spc="-254" b="1">
                          <a:latin typeface="Tahoma"/>
                          <a:cs typeface="Tahoma"/>
                        </a:rPr>
                        <a:t>Cat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215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ts val="1520"/>
                        </a:lnSpc>
                        <a:spcBef>
                          <a:spcPts val="1030"/>
                        </a:spcBef>
                      </a:pPr>
                      <a:r>
                        <a:rPr dirty="0" sz="1300" b="1">
                          <a:latin typeface="Tahoma"/>
                          <a:cs typeface="Tahoma"/>
                        </a:rPr>
                        <a:t>4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308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215" marR="21590">
                        <a:lnSpc>
                          <a:spcPts val="1520"/>
                        </a:lnSpc>
                        <a:spcBef>
                          <a:spcPts val="1040"/>
                        </a:spcBef>
                      </a:pPr>
                      <a:r>
                        <a:rPr dirty="0" sz="1300" b="1">
                          <a:latin typeface="Tahoma"/>
                          <a:cs typeface="Tahoma"/>
                        </a:rPr>
                        <a:t>6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32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520"/>
                        </a:lnSpc>
                        <a:spcBef>
                          <a:spcPts val="260"/>
                        </a:spcBef>
                      </a:pPr>
                      <a:r>
                        <a:rPr dirty="0" sz="1300" b="1">
                          <a:latin typeface="Tahoma"/>
                          <a:cs typeface="Tahoma"/>
                        </a:rPr>
                        <a:t>3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33020"/>
                </a:tc>
              </a:tr>
              <a:tr h="1615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37743">
                <a:tc>
                  <a:txBody>
                    <a:bodyPr/>
                    <a:lstStyle/>
                    <a:p>
                      <a:pPr>
                        <a:lnSpc>
                          <a:spcPts val="1585"/>
                        </a:lnSpc>
                        <a:spcBef>
                          <a:spcPts val="185"/>
                        </a:spcBef>
                      </a:pPr>
                      <a:r>
                        <a:rPr dirty="0" sz="1400" spc="-229" b="1">
                          <a:latin typeface="Tahoma"/>
                          <a:cs typeface="Tahoma"/>
                        </a:rPr>
                        <a:t>Fish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234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ts val="1535"/>
                        </a:lnSpc>
                        <a:spcBef>
                          <a:spcPts val="235"/>
                        </a:spcBef>
                      </a:pPr>
                      <a:r>
                        <a:rPr dirty="0" sz="1300" b="1">
                          <a:latin typeface="Tahoma"/>
                          <a:cs typeface="Tahoma"/>
                        </a:rPr>
                        <a:t>1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298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215" marR="21590">
                        <a:lnSpc>
                          <a:spcPts val="1535"/>
                        </a:lnSpc>
                        <a:spcBef>
                          <a:spcPts val="235"/>
                        </a:spcBef>
                      </a:pPr>
                      <a:r>
                        <a:rPr dirty="0" sz="1300" b="1">
                          <a:latin typeface="Tahoma"/>
                          <a:cs typeface="Tahoma"/>
                        </a:rPr>
                        <a:t>2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298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ts val="1535"/>
                        </a:lnSpc>
                        <a:spcBef>
                          <a:spcPts val="235"/>
                        </a:spcBef>
                      </a:pPr>
                      <a:r>
                        <a:rPr dirty="0" sz="1300" b="1">
                          <a:latin typeface="Tahoma"/>
                          <a:cs typeface="Tahoma"/>
                        </a:rPr>
                        <a:t>0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29845"/>
                </a:tc>
              </a:tr>
              <a:tr h="10789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1085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R="21590"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335" b="1">
                          <a:latin typeface="Tahoma"/>
                          <a:cs typeface="Tahoma"/>
                        </a:rPr>
                        <a:t>Hen</a:t>
                      </a:r>
                      <a:endParaRPr sz="1400">
                        <a:latin typeface="Tahoma"/>
                        <a:cs typeface="Tahoma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DAE2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874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300" b="1">
                          <a:latin typeface="Tahoma"/>
                          <a:cs typeface="Tahoma"/>
                        </a:rPr>
                        <a:t>1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9215" marR="215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300" b="1">
                          <a:latin typeface="Tahoma"/>
                          <a:cs typeface="Tahoma"/>
                        </a:rPr>
                        <a:t>2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2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1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300" b="1">
                          <a:latin typeface="Tahoma"/>
                          <a:cs typeface="Tahoma"/>
                        </a:rPr>
                        <a:t>6</a:t>
                      </a:r>
                      <a:endParaRPr sz="1300">
                        <a:latin typeface="Tahoma"/>
                        <a:cs typeface="Tahoma"/>
                      </a:endParaRPr>
                    </a:p>
                  </a:txBody>
                  <a:tcPr marL="0" marR="0" marB="0" marT="1270"/>
                </a:tc>
              </a:tr>
            </a:tbl>
          </a:graphicData>
        </a:graphic>
      </p:graphicFrame>
      <p:sp>
        <p:nvSpPr>
          <p:cNvPr id="19" name="object 19"/>
          <p:cNvSpPr/>
          <p:nvPr/>
        </p:nvSpPr>
        <p:spPr>
          <a:xfrm>
            <a:off x="4282440" y="4130040"/>
            <a:ext cx="215265" cy="200025"/>
          </a:xfrm>
          <a:custGeom>
            <a:avLst/>
            <a:gdLst/>
            <a:ahLst/>
            <a:cxnLst/>
            <a:rect l="l" t="t" r="r" b="b"/>
            <a:pathLst>
              <a:path w="215264" h="200025">
                <a:moveTo>
                  <a:pt x="214884" y="0"/>
                </a:moveTo>
                <a:lnTo>
                  <a:pt x="0" y="0"/>
                </a:lnTo>
                <a:lnTo>
                  <a:pt x="0" y="199644"/>
                </a:lnTo>
                <a:lnTo>
                  <a:pt x="214884" y="199644"/>
                </a:lnTo>
                <a:lnTo>
                  <a:pt x="214884" y="0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08091" y="4130040"/>
            <a:ext cx="215265" cy="200025"/>
          </a:xfrm>
          <a:custGeom>
            <a:avLst/>
            <a:gdLst/>
            <a:ahLst/>
            <a:cxnLst/>
            <a:rect l="l" t="t" r="r" b="b"/>
            <a:pathLst>
              <a:path w="215264" h="200025">
                <a:moveTo>
                  <a:pt x="214884" y="0"/>
                </a:moveTo>
                <a:lnTo>
                  <a:pt x="0" y="0"/>
                </a:lnTo>
                <a:lnTo>
                  <a:pt x="0" y="199644"/>
                </a:lnTo>
                <a:lnTo>
                  <a:pt x="214884" y="199644"/>
                </a:lnTo>
                <a:lnTo>
                  <a:pt x="214884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420611" y="4130040"/>
            <a:ext cx="215265" cy="200025"/>
          </a:xfrm>
          <a:custGeom>
            <a:avLst/>
            <a:gdLst/>
            <a:ahLst/>
            <a:cxnLst/>
            <a:rect l="l" t="t" r="r" b="b"/>
            <a:pathLst>
              <a:path w="215265" h="200025">
                <a:moveTo>
                  <a:pt x="214884" y="0"/>
                </a:moveTo>
                <a:lnTo>
                  <a:pt x="0" y="0"/>
                </a:lnTo>
                <a:lnTo>
                  <a:pt x="0" y="199644"/>
                </a:lnTo>
                <a:lnTo>
                  <a:pt x="214884" y="199644"/>
                </a:lnTo>
                <a:lnTo>
                  <a:pt x="214884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82440" y="4527803"/>
            <a:ext cx="215265" cy="200025"/>
          </a:xfrm>
          <a:custGeom>
            <a:avLst/>
            <a:gdLst/>
            <a:ahLst/>
            <a:cxnLst/>
            <a:rect l="l" t="t" r="r" b="b"/>
            <a:pathLst>
              <a:path w="215264" h="200025">
                <a:moveTo>
                  <a:pt x="214884" y="0"/>
                </a:moveTo>
                <a:lnTo>
                  <a:pt x="0" y="0"/>
                </a:lnTo>
                <a:lnTo>
                  <a:pt x="0" y="199644"/>
                </a:lnTo>
                <a:lnTo>
                  <a:pt x="214884" y="199644"/>
                </a:lnTo>
                <a:lnTo>
                  <a:pt x="214884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308091" y="4527803"/>
            <a:ext cx="215265" cy="200025"/>
          </a:xfrm>
          <a:custGeom>
            <a:avLst/>
            <a:gdLst/>
            <a:ahLst/>
            <a:cxnLst/>
            <a:rect l="l" t="t" r="r" b="b"/>
            <a:pathLst>
              <a:path w="215264" h="200025">
                <a:moveTo>
                  <a:pt x="214884" y="0"/>
                </a:moveTo>
                <a:lnTo>
                  <a:pt x="0" y="0"/>
                </a:lnTo>
                <a:lnTo>
                  <a:pt x="0" y="199644"/>
                </a:lnTo>
                <a:lnTo>
                  <a:pt x="214884" y="199644"/>
                </a:lnTo>
                <a:lnTo>
                  <a:pt x="214884" y="0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420611" y="4527803"/>
            <a:ext cx="215265" cy="200025"/>
          </a:xfrm>
          <a:custGeom>
            <a:avLst/>
            <a:gdLst/>
            <a:ahLst/>
            <a:cxnLst/>
            <a:rect l="l" t="t" r="r" b="b"/>
            <a:pathLst>
              <a:path w="215265" h="200025">
                <a:moveTo>
                  <a:pt x="214884" y="0"/>
                </a:moveTo>
                <a:lnTo>
                  <a:pt x="0" y="0"/>
                </a:lnTo>
                <a:lnTo>
                  <a:pt x="0" y="199644"/>
                </a:lnTo>
                <a:lnTo>
                  <a:pt x="214884" y="199644"/>
                </a:lnTo>
                <a:lnTo>
                  <a:pt x="214884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82440" y="4953000"/>
            <a:ext cx="215265" cy="200025"/>
          </a:xfrm>
          <a:custGeom>
            <a:avLst/>
            <a:gdLst/>
            <a:ahLst/>
            <a:cxnLst/>
            <a:rect l="l" t="t" r="r" b="b"/>
            <a:pathLst>
              <a:path w="215264" h="200025">
                <a:moveTo>
                  <a:pt x="214884" y="0"/>
                </a:moveTo>
                <a:lnTo>
                  <a:pt x="0" y="0"/>
                </a:lnTo>
                <a:lnTo>
                  <a:pt x="0" y="199644"/>
                </a:lnTo>
                <a:lnTo>
                  <a:pt x="214884" y="199644"/>
                </a:lnTo>
                <a:lnTo>
                  <a:pt x="214884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308091" y="4953000"/>
            <a:ext cx="215265" cy="200025"/>
          </a:xfrm>
          <a:custGeom>
            <a:avLst/>
            <a:gdLst/>
            <a:ahLst/>
            <a:cxnLst/>
            <a:rect l="l" t="t" r="r" b="b"/>
            <a:pathLst>
              <a:path w="215264" h="200025">
                <a:moveTo>
                  <a:pt x="214884" y="0"/>
                </a:moveTo>
                <a:lnTo>
                  <a:pt x="0" y="0"/>
                </a:lnTo>
                <a:lnTo>
                  <a:pt x="0" y="199644"/>
                </a:lnTo>
                <a:lnTo>
                  <a:pt x="214884" y="199644"/>
                </a:lnTo>
                <a:lnTo>
                  <a:pt x="214884" y="0"/>
                </a:lnTo>
                <a:close/>
              </a:path>
            </a:pathLst>
          </a:custGeom>
          <a:solidFill>
            <a:srgbClr val="FAE4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420611" y="4953000"/>
            <a:ext cx="215265" cy="200025"/>
          </a:xfrm>
          <a:custGeom>
            <a:avLst/>
            <a:gdLst/>
            <a:ahLst/>
            <a:cxnLst/>
            <a:rect l="l" t="t" r="r" b="b"/>
            <a:pathLst>
              <a:path w="215265" h="200025">
                <a:moveTo>
                  <a:pt x="214884" y="0"/>
                </a:moveTo>
                <a:lnTo>
                  <a:pt x="0" y="0"/>
                </a:lnTo>
                <a:lnTo>
                  <a:pt x="0" y="199644"/>
                </a:lnTo>
                <a:lnTo>
                  <a:pt x="214884" y="199644"/>
                </a:lnTo>
                <a:lnTo>
                  <a:pt x="214884" y="0"/>
                </a:lnTo>
                <a:close/>
              </a:path>
            </a:pathLst>
          </a:custGeom>
          <a:solidFill>
            <a:srgbClr val="C5DFB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93135" y="4098035"/>
            <a:ext cx="222504" cy="224027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40379" y="4482084"/>
            <a:ext cx="295656" cy="295656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979420" y="4887467"/>
            <a:ext cx="303276" cy="303275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354067" y="3761232"/>
            <a:ext cx="222503" cy="224027"/>
          </a:xfrm>
          <a:prstGeom prst="rect">
            <a:avLst/>
          </a:prstGeom>
        </p:spPr>
      </p:pic>
      <p:pic>
        <p:nvPicPr>
          <p:cNvPr id="32" name="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436108" y="3729228"/>
            <a:ext cx="295656" cy="295656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6505956" y="3720084"/>
            <a:ext cx="436245" cy="303530"/>
            <a:chOff x="6505956" y="3720084"/>
            <a:chExt cx="436245" cy="303530"/>
          </a:xfrm>
        </p:grpSpPr>
        <p:sp>
          <p:nvSpPr>
            <p:cNvPr id="34" name="object 34"/>
            <p:cNvSpPr/>
            <p:nvPr/>
          </p:nvSpPr>
          <p:spPr>
            <a:xfrm>
              <a:off x="6527292" y="3747516"/>
              <a:ext cx="414655" cy="242570"/>
            </a:xfrm>
            <a:custGeom>
              <a:avLst/>
              <a:gdLst/>
              <a:ahLst/>
              <a:cxnLst/>
              <a:rect l="l" t="t" r="r" b="b"/>
              <a:pathLst>
                <a:path w="414654" h="242570">
                  <a:moveTo>
                    <a:pt x="414527" y="0"/>
                  </a:moveTo>
                  <a:lnTo>
                    <a:pt x="0" y="0"/>
                  </a:lnTo>
                  <a:lnTo>
                    <a:pt x="0" y="242316"/>
                  </a:lnTo>
                  <a:lnTo>
                    <a:pt x="414527" y="242316"/>
                  </a:lnTo>
                  <a:lnTo>
                    <a:pt x="414527" y="0"/>
                  </a:lnTo>
                  <a:close/>
                </a:path>
              </a:pathLst>
            </a:custGeom>
            <a:solidFill>
              <a:srgbClr val="CFD4EA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05956" y="3720084"/>
              <a:ext cx="303275" cy="303275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623316" y="1371600"/>
            <a:ext cx="227329" cy="515620"/>
            <a:chOff x="623316" y="1371600"/>
            <a:chExt cx="227329" cy="515620"/>
          </a:xfrm>
        </p:grpSpPr>
        <p:sp>
          <p:nvSpPr>
            <p:cNvPr id="37" name="object 37"/>
            <p:cNvSpPr/>
            <p:nvPr/>
          </p:nvSpPr>
          <p:spPr>
            <a:xfrm>
              <a:off x="661416" y="1371600"/>
              <a:ext cx="151130" cy="515620"/>
            </a:xfrm>
            <a:custGeom>
              <a:avLst/>
              <a:gdLst/>
              <a:ahLst/>
              <a:cxnLst/>
              <a:rect l="l" t="t" r="r" b="b"/>
              <a:pathLst>
                <a:path w="151129" h="515619">
                  <a:moveTo>
                    <a:pt x="113157" y="0"/>
                  </a:moveTo>
                  <a:lnTo>
                    <a:pt x="37718" y="0"/>
                  </a:lnTo>
                  <a:lnTo>
                    <a:pt x="37718" y="439674"/>
                  </a:lnTo>
                  <a:lnTo>
                    <a:pt x="0" y="439674"/>
                  </a:lnTo>
                  <a:lnTo>
                    <a:pt x="75438" y="515112"/>
                  </a:lnTo>
                  <a:lnTo>
                    <a:pt x="150876" y="439674"/>
                  </a:lnTo>
                  <a:lnTo>
                    <a:pt x="113157" y="439674"/>
                  </a:lnTo>
                  <a:lnTo>
                    <a:pt x="113157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23316" y="1514855"/>
              <a:ext cx="227076" cy="228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8540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1.6. </a:t>
            </a:r>
            <a:r>
              <a:rPr dirty="0" spc="-10"/>
              <a:t>Procedures</a:t>
            </a:r>
            <a:r>
              <a:rPr dirty="0" spc="5"/>
              <a:t> </a:t>
            </a:r>
            <a:r>
              <a:rPr dirty="0"/>
              <a:t>for</a:t>
            </a:r>
            <a:r>
              <a:rPr dirty="0" spc="-5"/>
              <a:t> Machine</a:t>
            </a:r>
            <a:r>
              <a:rPr dirty="0" spc="-10"/>
              <a:t> </a:t>
            </a:r>
            <a:r>
              <a:rPr dirty="0" spc="-5"/>
              <a:t>Learning-based</a:t>
            </a:r>
            <a:r>
              <a:rPr dirty="0" spc="10"/>
              <a:t> </a:t>
            </a:r>
            <a:r>
              <a:rPr dirty="0" spc="-5"/>
              <a:t>Data</a:t>
            </a:r>
            <a:r>
              <a:rPr dirty="0" spc="10"/>
              <a:t> </a:t>
            </a:r>
            <a:r>
              <a:rPr dirty="0" spc="-5"/>
              <a:t>Analysis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1644" y="1542288"/>
            <a:ext cx="3275837" cy="2141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022348"/>
            <a:ext cx="8501634" cy="215112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244975" y="4875566"/>
            <a:ext cx="1576128" cy="1314692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623316" y="1371600"/>
            <a:ext cx="227329" cy="515620"/>
            <a:chOff x="623316" y="1371600"/>
            <a:chExt cx="227329" cy="515620"/>
          </a:xfrm>
        </p:grpSpPr>
        <p:sp>
          <p:nvSpPr>
            <p:cNvPr id="11" name="object 11"/>
            <p:cNvSpPr/>
            <p:nvPr/>
          </p:nvSpPr>
          <p:spPr>
            <a:xfrm>
              <a:off x="661416" y="1371600"/>
              <a:ext cx="151130" cy="515620"/>
            </a:xfrm>
            <a:custGeom>
              <a:avLst/>
              <a:gdLst/>
              <a:ahLst/>
              <a:cxnLst/>
              <a:rect l="l" t="t" r="r" b="b"/>
              <a:pathLst>
                <a:path w="151129" h="515619">
                  <a:moveTo>
                    <a:pt x="113157" y="0"/>
                  </a:moveTo>
                  <a:lnTo>
                    <a:pt x="37718" y="0"/>
                  </a:lnTo>
                  <a:lnTo>
                    <a:pt x="37718" y="439674"/>
                  </a:lnTo>
                  <a:lnTo>
                    <a:pt x="0" y="439674"/>
                  </a:lnTo>
                  <a:lnTo>
                    <a:pt x="75438" y="515112"/>
                  </a:lnTo>
                  <a:lnTo>
                    <a:pt x="150876" y="439674"/>
                  </a:lnTo>
                  <a:lnTo>
                    <a:pt x="113157" y="439674"/>
                  </a:lnTo>
                  <a:lnTo>
                    <a:pt x="113157" y="0"/>
                  </a:lnTo>
                  <a:close/>
                </a:path>
              </a:pathLst>
            </a:custGeom>
            <a:solidFill>
              <a:srgbClr val="00999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3316" y="1514855"/>
              <a:ext cx="227076" cy="228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470141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933181" cy="2120646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65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49885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1.7.</a:t>
            </a:r>
            <a:r>
              <a:rPr dirty="0" spc="-15"/>
              <a:t> </a:t>
            </a:r>
            <a:r>
              <a:rPr dirty="0" spc="-5"/>
              <a:t>Reasons</a:t>
            </a:r>
            <a:r>
              <a:rPr dirty="0" spc="-35"/>
              <a:t> </a:t>
            </a:r>
            <a:r>
              <a:rPr dirty="0" spc="-5"/>
              <a:t>For</a:t>
            </a:r>
            <a:r>
              <a:rPr dirty="0" spc="-25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69528" y="3467100"/>
            <a:ext cx="6052185" cy="2627630"/>
            <a:chOff x="2069528" y="3467100"/>
            <a:chExt cx="6052185" cy="2627630"/>
          </a:xfrm>
        </p:grpSpPr>
        <p:sp>
          <p:nvSpPr>
            <p:cNvPr id="8" name="object 8"/>
            <p:cNvSpPr/>
            <p:nvPr/>
          </p:nvSpPr>
          <p:spPr>
            <a:xfrm>
              <a:off x="2071116" y="3610355"/>
              <a:ext cx="6049010" cy="2482850"/>
            </a:xfrm>
            <a:custGeom>
              <a:avLst/>
              <a:gdLst/>
              <a:ahLst/>
              <a:cxnLst/>
              <a:rect l="l" t="t" r="r" b="b"/>
              <a:pathLst>
                <a:path w="6049009" h="2482850">
                  <a:moveTo>
                    <a:pt x="0" y="2482596"/>
                  </a:moveTo>
                  <a:lnTo>
                    <a:pt x="6048756" y="2482596"/>
                  </a:lnTo>
                  <a:lnTo>
                    <a:pt x="6048756" y="0"/>
                  </a:lnTo>
                  <a:lnTo>
                    <a:pt x="0" y="0"/>
                  </a:lnTo>
                  <a:lnTo>
                    <a:pt x="0" y="2482596"/>
                  </a:lnTo>
                  <a:close/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80104" y="3467100"/>
              <a:ext cx="2295525" cy="338455"/>
            </a:xfrm>
            <a:custGeom>
              <a:avLst/>
              <a:gdLst/>
              <a:ahLst/>
              <a:cxnLst/>
              <a:rect l="l" t="t" r="r" b="b"/>
              <a:pathLst>
                <a:path w="2295525" h="338454">
                  <a:moveTo>
                    <a:pt x="2295144" y="0"/>
                  </a:moveTo>
                  <a:lnTo>
                    <a:pt x="0" y="0"/>
                  </a:lnTo>
                  <a:lnTo>
                    <a:pt x="0" y="338327"/>
                  </a:lnTo>
                  <a:lnTo>
                    <a:pt x="2295144" y="338327"/>
                  </a:lnTo>
                  <a:lnTo>
                    <a:pt x="22951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4297171" y="3500373"/>
            <a:ext cx="14605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350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600" spc="-180" b="1">
                <a:solidFill>
                  <a:srgbClr val="13299F"/>
                </a:solidFill>
                <a:latin typeface="Tahoma"/>
                <a:cs typeface="Tahoma"/>
              </a:rPr>
              <a:t>r</a:t>
            </a:r>
            <a:r>
              <a:rPr dirty="0" sz="1600" spc="-254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365" b="1">
                <a:solidFill>
                  <a:srgbClr val="13299F"/>
                </a:solidFill>
                <a:latin typeface="Tahoma"/>
                <a:cs typeface="Tahoma"/>
              </a:rPr>
              <a:t>d</a:t>
            </a:r>
            <a:r>
              <a:rPr dirty="0" sz="1600" spc="-170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600" spc="-229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600" spc="-170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600" spc="-355" b="1">
                <a:solidFill>
                  <a:srgbClr val="13299F"/>
                </a:solidFill>
                <a:latin typeface="Tahoma"/>
                <a:cs typeface="Tahoma"/>
              </a:rPr>
              <a:t>on</a:t>
            </a:r>
            <a:r>
              <a:rPr dirty="0" sz="1600" spc="-35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175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600" spc="-16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75" b="1">
                <a:solidFill>
                  <a:srgbClr val="13299F"/>
                </a:solidFill>
                <a:latin typeface="Tahoma"/>
                <a:cs typeface="Tahoma"/>
              </a:rPr>
              <a:t>Ap</a:t>
            </a:r>
            <a:r>
              <a:rPr dirty="0" sz="1600" spc="-365" b="1">
                <a:solidFill>
                  <a:srgbClr val="13299F"/>
                </a:solidFill>
                <a:latin typeface="Tahoma"/>
                <a:cs typeface="Tahoma"/>
              </a:rPr>
              <a:t>p</a:t>
            </a:r>
            <a:r>
              <a:rPr dirty="0" sz="1600" spc="-245" b="1">
                <a:solidFill>
                  <a:srgbClr val="13299F"/>
                </a:solidFill>
                <a:latin typeface="Tahoma"/>
                <a:cs typeface="Tahoma"/>
              </a:rPr>
              <a:t>ro</a:t>
            </a:r>
            <a:r>
              <a:rPr dirty="0" sz="1600" spc="-29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225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600" spc="-375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92823" y="3797808"/>
            <a:ext cx="940435" cy="370840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78105" rIns="0" bIns="0" rtlCol="0" vert="horz">
            <a:spAutoFit/>
          </a:bodyPr>
          <a:lstStyle/>
          <a:p>
            <a:pPr marL="236854">
              <a:lnSpc>
                <a:spcPct val="100000"/>
              </a:lnSpc>
              <a:spcBef>
                <a:spcPts val="615"/>
              </a:spcBef>
            </a:pPr>
            <a:r>
              <a:rPr dirty="0" sz="1400" spc="-270" b="1">
                <a:latin typeface="Tahoma"/>
                <a:cs typeface="Tahoma"/>
              </a:rPr>
              <a:t>Launch!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88126" y="4725670"/>
            <a:ext cx="1962150" cy="521970"/>
            <a:chOff x="6088126" y="4725670"/>
            <a:chExt cx="1962150" cy="521970"/>
          </a:xfrm>
        </p:grpSpPr>
        <p:sp>
          <p:nvSpPr>
            <p:cNvPr id="13" name="object 13"/>
            <p:cNvSpPr/>
            <p:nvPr/>
          </p:nvSpPr>
          <p:spPr>
            <a:xfrm>
              <a:off x="6094476" y="4732020"/>
              <a:ext cx="1949450" cy="509270"/>
            </a:xfrm>
            <a:custGeom>
              <a:avLst/>
              <a:gdLst/>
              <a:ahLst/>
              <a:cxnLst/>
              <a:rect l="l" t="t" r="r" b="b"/>
              <a:pathLst>
                <a:path w="1949450" h="509270">
                  <a:moveTo>
                    <a:pt x="974598" y="0"/>
                  </a:moveTo>
                  <a:lnTo>
                    <a:pt x="0" y="254507"/>
                  </a:lnTo>
                  <a:lnTo>
                    <a:pt x="974598" y="509015"/>
                  </a:lnTo>
                  <a:lnTo>
                    <a:pt x="1949196" y="254507"/>
                  </a:lnTo>
                  <a:lnTo>
                    <a:pt x="974598" y="0"/>
                  </a:lnTo>
                  <a:close/>
                </a:path>
              </a:pathLst>
            </a:custGeom>
            <a:solidFill>
              <a:srgbClr val="EDED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094476" y="4732020"/>
              <a:ext cx="1949450" cy="509270"/>
            </a:xfrm>
            <a:custGeom>
              <a:avLst/>
              <a:gdLst/>
              <a:ahLst/>
              <a:cxnLst/>
              <a:rect l="l" t="t" r="r" b="b"/>
              <a:pathLst>
                <a:path w="1949450" h="509270">
                  <a:moveTo>
                    <a:pt x="0" y="254507"/>
                  </a:moveTo>
                  <a:lnTo>
                    <a:pt x="974598" y="0"/>
                  </a:lnTo>
                  <a:lnTo>
                    <a:pt x="1949196" y="254507"/>
                  </a:lnTo>
                  <a:lnTo>
                    <a:pt x="974598" y="509015"/>
                  </a:lnTo>
                  <a:lnTo>
                    <a:pt x="0" y="254507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774306" y="4777232"/>
            <a:ext cx="58928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95"/>
              </a:spcBef>
            </a:pPr>
            <a:r>
              <a:rPr dirty="0" sz="1300" spc="-240" b="1">
                <a:latin typeface="Tahoma"/>
                <a:cs typeface="Tahoma"/>
              </a:rPr>
              <a:t>Solution </a:t>
            </a:r>
            <a:r>
              <a:rPr dirty="0" sz="1300" spc="-235" b="1">
                <a:latin typeface="Tahoma"/>
                <a:cs typeface="Tahoma"/>
              </a:rPr>
              <a:t> </a:t>
            </a:r>
            <a:r>
              <a:rPr dirty="0" sz="1300" spc="-280" b="1">
                <a:latin typeface="Tahoma"/>
                <a:cs typeface="Tahoma"/>
              </a:rPr>
              <a:t>E</a:t>
            </a:r>
            <a:r>
              <a:rPr dirty="0" sz="1300" spc="-275" b="1">
                <a:latin typeface="Tahoma"/>
                <a:cs typeface="Tahoma"/>
              </a:rPr>
              <a:t>v</a:t>
            </a:r>
            <a:r>
              <a:rPr dirty="0" sz="1300" spc="-270" b="1">
                <a:latin typeface="Tahoma"/>
                <a:cs typeface="Tahoma"/>
              </a:rPr>
              <a:t>a</a:t>
            </a:r>
            <a:r>
              <a:rPr dirty="0" sz="1300" spc="-150" b="1">
                <a:latin typeface="Tahoma"/>
                <a:cs typeface="Tahoma"/>
              </a:rPr>
              <a:t>l</a:t>
            </a:r>
            <a:r>
              <a:rPr dirty="0" sz="1300" spc="-320" b="1">
                <a:latin typeface="Tahoma"/>
                <a:cs typeface="Tahoma"/>
              </a:rPr>
              <a:t>u</a:t>
            </a:r>
            <a:r>
              <a:rPr dirty="0" sz="1300" spc="-265" b="1">
                <a:latin typeface="Tahoma"/>
                <a:cs typeface="Tahoma"/>
              </a:rPr>
              <a:t>a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290" b="1">
                <a:latin typeface="Tahoma"/>
                <a:cs typeface="Tahoma"/>
              </a:rPr>
              <a:t>on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20432" y="4168902"/>
            <a:ext cx="474980" cy="1483995"/>
            <a:chOff x="7020432" y="4168902"/>
            <a:chExt cx="474980" cy="1483995"/>
          </a:xfrm>
        </p:grpSpPr>
        <p:sp>
          <p:nvSpPr>
            <p:cNvPr id="17" name="object 17"/>
            <p:cNvSpPr/>
            <p:nvPr/>
          </p:nvSpPr>
          <p:spPr>
            <a:xfrm>
              <a:off x="7020432" y="4168902"/>
              <a:ext cx="86995" cy="564515"/>
            </a:xfrm>
            <a:custGeom>
              <a:avLst/>
              <a:gdLst/>
              <a:ahLst/>
              <a:cxnLst/>
              <a:rect l="l" t="t" r="r" b="b"/>
              <a:pathLst>
                <a:path w="86995" h="564514">
                  <a:moveTo>
                    <a:pt x="57930" y="86656"/>
                  </a:moveTo>
                  <a:lnTo>
                    <a:pt x="28974" y="86952"/>
                  </a:lnTo>
                  <a:lnTo>
                    <a:pt x="33782" y="564134"/>
                  </a:lnTo>
                  <a:lnTo>
                    <a:pt x="62738" y="563880"/>
                  </a:lnTo>
                  <a:lnTo>
                    <a:pt x="57930" y="86656"/>
                  </a:lnTo>
                  <a:close/>
                </a:path>
                <a:path w="86995" h="564514">
                  <a:moveTo>
                    <a:pt x="42545" y="0"/>
                  </a:moveTo>
                  <a:lnTo>
                    <a:pt x="0" y="87249"/>
                  </a:lnTo>
                  <a:lnTo>
                    <a:pt x="28974" y="86952"/>
                  </a:lnTo>
                  <a:lnTo>
                    <a:pt x="28828" y="72517"/>
                  </a:lnTo>
                  <a:lnTo>
                    <a:pt x="79632" y="72262"/>
                  </a:lnTo>
                  <a:lnTo>
                    <a:pt x="42545" y="0"/>
                  </a:lnTo>
                  <a:close/>
                </a:path>
                <a:path w="86995" h="564514">
                  <a:moveTo>
                    <a:pt x="57785" y="72262"/>
                  </a:moveTo>
                  <a:lnTo>
                    <a:pt x="28828" y="72517"/>
                  </a:lnTo>
                  <a:lnTo>
                    <a:pt x="28974" y="86952"/>
                  </a:lnTo>
                  <a:lnTo>
                    <a:pt x="57930" y="86656"/>
                  </a:lnTo>
                  <a:lnTo>
                    <a:pt x="57785" y="72262"/>
                  </a:lnTo>
                  <a:close/>
                </a:path>
                <a:path w="86995" h="564514">
                  <a:moveTo>
                    <a:pt x="79632" y="72262"/>
                  </a:moveTo>
                  <a:lnTo>
                    <a:pt x="57785" y="72262"/>
                  </a:lnTo>
                  <a:lnTo>
                    <a:pt x="57930" y="86656"/>
                  </a:lnTo>
                  <a:lnTo>
                    <a:pt x="86868" y="86360"/>
                  </a:lnTo>
                  <a:lnTo>
                    <a:pt x="79632" y="72262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59751" y="5317236"/>
              <a:ext cx="335279" cy="33527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59751" y="4331208"/>
              <a:ext cx="335279" cy="33528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372355" y="5559552"/>
            <a:ext cx="1362710" cy="337185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61594" rIns="0" bIns="0" rtlCol="0" vert="horz">
            <a:spAutoFit/>
          </a:bodyPr>
          <a:lstStyle/>
          <a:p>
            <a:pPr marL="238760">
              <a:lnSpc>
                <a:spcPct val="100000"/>
              </a:lnSpc>
              <a:spcBef>
                <a:spcPts val="484"/>
              </a:spcBef>
            </a:pPr>
            <a:r>
              <a:rPr dirty="0" sz="1400" spc="-305" b="1">
                <a:latin typeface="Tahoma"/>
                <a:cs typeface="Tahoma"/>
              </a:rPr>
              <a:t>E</a:t>
            </a:r>
            <a:r>
              <a:rPr dirty="0" sz="1400" spc="-85" b="1">
                <a:latin typeface="Tahoma"/>
                <a:cs typeface="Tahoma"/>
              </a:rPr>
              <a:t>rr</a:t>
            </a:r>
            <a:r>
              <a:rPr dirty="0" sz="1400" spc="-295" b="1">
                <a:latin typeface="Tahoma"/>
                <a:cs typeface="Tahoma"/>
              </a:rPr>
              <a:t>o</a:t>
            </a:r>
            <a:r>
              <a:rPr dirty="0" sz="1400" spc="-85" b="1">
                <a:latin typeface="Tahoma"/>
                <a:cs typeface="Tahoma"/>
              </a:rPr>
              <a:t>r</a:t>
            </a:r>
            <a:r>
              <a:rPr dirty="0" sz="1400" spc="-155" b="1">
                <a:latin typeface="Tahoma"/>
                <a:cs typeface="Tahoma"/>
              </a:rPr>
              <a:t> </a:t>
            </a:r>
            <a:r>
              <a:rPr dirty="0" sz="1400" spc="-350" b="1">
                <a:latin typeface="Tahoma"/>
                <a:cs typeface="Tahoma"/>
              </a:rPr>
              <a:t>A</a:t>
            </a:r>
            <a:r>
              <a:rPr dirty="0" sz="1400" spc="-320" b="1">
                <a:latin typeface="Tahoma"/>
                <a:cs typeface="Tahoma"/>
              </a:rPr>
              <a:t>n</a:t>
            </a:r>
            <a:r>
              <a:rPr dirty="0" sz="1400" spc="-280" b="1">
                <a:latin typeface="Tahoma"/>
                <a:cs typeface="Tahoma"/>
              </a:rPr>
              <a:t>a</a:t>
            </a:r>
            <a:r>
              <a:rPr dirty="0" sz="1400" spc="-140" b="1">
                <a:latin typeface="Tahoma"/>
                <a:cs typeface="Tahoma"/>
              </a:rPr>
              <a:t>l</a:t>
            </a:r>
            <a:r>
              <a:rPr dirty="0" sz="1400" spc="-300" b="1">
                <a:latin typeface="Tahoma"/>
                <a:cs typeface="Tahoma"/>
              </a:rPr>
              <a:t>y</a:t>
            </a:r>
            <a:r>
              <a:rPr dirty="0" sz="1400" spc="-155" b="1">
                <a:latin typeface="Tahoma"/>
                <a:cs typeface="Tahoma"/>
              </a:rPr>
              <a:t>s</a:t>
            </a:r>
            <a:r>
              <a:rPr dirty="0" sz="1400" spc="-165" b="1">
                <a:latin typeface="Tahoma"/>
                <a:cs typeface="Tahoma"/>
              </a:rPr>
              <a:t>is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05227" y="4732020"/>
            <a:ext cx="1595755" cy="509270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147955" rIns="0" bIns="0" rtlCol="0" vert="horz">
            <a:spAutoFit/>
          </a:bodyPr>
          <a:lstStyle/>
          <a:p>
            <a:pPr marL="235585">
              <a:lnSpc>
                <a:spcPct val="100000"/>
              </a:lnSpc>
              <a:spcBef>
                <a:spcPts val="1165"/>
              </a:spcBef>
            </a:pPr>
            <a:r>
              <a:rPr dirty="0" sz="1400" spc="-300" b="1">
                <a:latin typeface="Tahoma"/>
                <a:cs typeface="Tahoma"/>
              </a:rPr>
              <a:t>P</a:t>
            </a:r>
            <a:r>
              <a:rPr dirty="0" sz="1400" spc="-160" b="1">
                <a:latin typeface="Tahoma"/>
                <a:cs typeface="Tahoma"/>
              </a:rPr>
              <a:t>r</a:t>
            </a:r>
            <a:r>
              <a:rPr dirty="0" sz="1400" spc="-220" b="1">
                <a:latin typeface="Tahoma"/>
                <a:cs typeface="Tahoma"/>
              </a:rPr>
              <a:t>o</a:t>
            </a:r>
            <a:r>
              <a:rPr dirty="0" sz="1400" spc="-229" b="1">
                <a:latin typeface="Tahoma"/>
                <a:cs typeface="Tahoma"/>
              </a:rPr>
              <a:t>bl</a:t>
            </a:r>
            <a:r>
              <a:rPr dirty="0" sz="1400" spc="-270" b="1">
                <a:latin typeface="Tahoma"/>
                <a:cs typeface="Tahoma"/>
              </a:rPr>
              <a:t>e</a:t>
            </a:r>
            <a:r>
              <a:rPr dirty="0" sz="1400" spc="-459" b="1">
                <a:latin typeface="Tahoma"/>
                <a:cs typeface="Tahoma"/>
              </a:rPr>
              <a:t>m</a:t>
            </a:r>
            <a:r>
              <a:rPr dirty="0" sz="1400" spc="-160" b="1">
                <a:latin typeface="Tahoma"/>
                <a:cs typeface="Tahoma"/>
              </a:rPr>
              <a:t> </a:t>
            </a:r>
            <a:r>
              <a:rPr dirty="0" sz="1400" spc="-355" b="1">
                <a:latin typeface="Tahoma"/>
                <a:cs typeface="Tahoma"/>
              </a:rPr>
              <a:t>R</a:t>
            </a:r>
            <a:r>
              <a:rPr dirty="0" sz="1400" spc="-280" b="1">
                <a:latin typeface="Tahoma"/>
                <a:cs typeface="Tahoma"/>
              </a:rPr>
              <a:t>e</a:t>
            </a:r>
            <a:r>
              <a:rPr dirty="0" sz="1400" spc="-165" b="1">
                <a:latin typeface="Tahoma"/>
                <a:cs typeface="Tahoma"/>
              </a:rPr>
              <a:t>s</a:t>
            </a:r>
            <a:r>
              <a:rPr dirty="0" sz="1400" spc="-275" b="1">
                <a:latin typeface="Tahoma"/>
                <a:cs typeface="Tahoma"/>
              </a:rPr>
              <a:t>e</a:t>
            </a:r>
            <a:r>
              <a:rPr dirty="0" sz="1400" spc="-275" b="1">
                <a:latin typeface="Tahoma"/>
                <a:cs typeface="Tahoma"/>
              </a:rPr>
              <a:t>a</a:t>
            </a:r>
            <a:r>
              <a:rPr dirty="0" sz="1400" spc="-95" b="1">
                <a:latin typeface="Tahoma"/>
                <a:cs typeface="Tahoma"/>
              </a:rPr>
              <a:t>r</a:t>
            </a:r>
            <a:r>
              <a:rPr dirty="0" sz="1400" spc="-250" b="1">
                <a:latin typeface="Tahoma"/>
                <a:cs typeface="Tahoma"/>
              </a:rPr>
              <a:t>ch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363211" y="4732020"/>
            <a:ext cx="1362710" cy="509270"/>
          </a:xfrm>
          <a:prstGeom prst="rect">
            <a:avLst/>
          </a:prstGeom>
          <a:solidFill>
            <a:srgbClr val="FFF1CC"/>
          </a:solidFill>
          <a:ln w="12700">
            <a:solidFill>
              <a:srgbClr val="7E7E7E"/>
            </a:solidFill>
          </a:ln>
        </p:spPr>
        <p:txBody>
          <a:bodyPr wrap="square" lIns="0" tIns="147955" rIns="0" bIns="0" rtlCol="0" vert="horz">
            <a:spAutoFit/>
          </a:bodyPr>
          <a:lstStyle/>
          <a:p>
            <a:pPr marL="286385">
              <a:lnSpc>
                <a:spcPct val="100000"/>
              </a:lnSpc>
              <a:spcBef>
                <a:spcPts val="1165"/>
              </a:spcBef>
            </a:pPr>
            <a:r>
              <a:rPr dirty="0" sz="1400" spc="-459" b="1">
                <a:latin typeface="Tahoma"/>
                <a:cs typeface="Tahoma"/>
              </a:rPr>
              <a:t>M</a:t>
            </a:r>
            <a:r>
              <a:rPr dirty="0" sz="1400" spc="-290" b="1">
                <a:latin typeface="Tahoma"/>
                <a:cs typeface="Tahoma"/>
              </a:rPr>
              <a:t>a</a:t>
            </a:r>
            <a:r>
              <a:rPr dirty="0" sz="1400" spc="-275" b="1">
                <a:latin typeface="Tahoma"/>
                <a:cs typeface="Tahoma"/>
              </a:rPr>
              <a:t>king</a:t>
            </a:r>
            <a:r>
              <a:rPr dirty="0" sz="1400" spc="-145" b="1">
                <a:latin typeface="Tahoma"/>
                <a:cs typeface="Tahoma"/>
              </a:rPr>
              <a:t> </a:t>
            </a:r>
            <a:r>
              <a:rPr dirty="0" sz="1400" spc="-275" b="1">
                <a:latin typeface="Tahoma"/>
                <a:cs typeface="Tahoma"/>
              </a:rPr>
              <a:t>Rul</a:t>
            </a:r>
            <a:r>
              <a:rPr dirty="0" sz="1400" spc="-280" b="1">
                <a:latin typeface="Tahoma"/>
                <a:cs typeface="Tahoma"/>
              </a:rPr>
              <a:t>e</a:t>
            </a:r>
            <a:r>
              <a:rPr dirty="0" sz="1400" spc="-180" b="1"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961132" y="4943855"/>
            <a:ext cx="4123054" cy="827405"/>
          </a:xfrm>
          <a:custGeom>
            <a:avLst/>
            <a:gdLst/>
            <a:ahLst/>
            <a:cxnLst/>
            <a:rect l="l" t="t" r="r" b="b"/>
            <a:pathLst>
              <a:path w="4123054" h="827404">
                <a:moveTo>
                  <a:pt x="1402715" y="43434"/>
                </a:moveTo>
                <a:lnTo>
                  <a:pt x="1373759" y="28956"/>
                </a:lnTo>
                <a:lnTo>
                  <a:pt x="1315847" y="0"/>
                </a:lnTo>
                <a:lnTo>
                  <a:pt x="1315847" y="28956"/>
                </a:lnTo>
                <a:lnTo>
                  <a:pt x="840486" y="28956"/>
                </a:lnTo>
                <a:lnTo>
                  <a:pt x="840486" y="57912"/>
                </a:lnTo>
                <a:lnTo>
                  <a:pt x="1315847" y="57912"/>
                </a:lnTo>
                <a:lnTo>
                  <a:pt x="1315847" y="86868"/>
                </a:lnTo>
                <a:lnTo>
                  <a:pt x="1373759" y="57912"/>
                </a:lnTo>
                <a:lnTo>
                  <a:pt x="1402715" y="43434"/>
                </a:lnTo>
                <a:close/>
              </a:path>
              <a:path w="4123054" h="827404">
                <a:moveTo>
                  <a:pt x="1412494" y="769429"/>
                </a:moveTo>
                <a:lnTo>
                  <a:pt x="57912" y="769429"/>
                </a:lnTo>
                <a:lnTo>
                  <a:pt x="57912" y="384810"/>
                </a:lnTo>
                <a:lnTo>
                  <a:pt x="86868" y="384810"/>
                </a:lnTo>
                <a:lnTo>
                  <a:pt x="79629" y="370332"/>
                </a:lnTo>
                <a:lnTo>
                  <a:pt x="43434" y="297942"/>
                </a:lnTo>
                <a:lnTo>
                  <a:pt x="0" y="384810"/>
                </a:lnTo>
                <a:lnTo>
                  <a:pt x="28956" y="384810"/>
                </a:lnTo>
                <a:lnTo>
                  <a:pt x="28956" y="798385"/>
                </a:lnTo>
                <a:lnTo>
                  <a:pt x="1412494" y="798385"/>
                </a:lnTo>
                <a:lnTo>
                  <a:pt x="1412494" y="783907"/>
                </a:lnTo>
                <a:lnTo>
                  <a:pt x="1412494" y="769429"/>
                </a:lnTo>
                <a:close/>
              </a:path>
              <a:path w="4123054" h="827404">
                <a:moveTo>
                  <a:pt x="3133598" y="43434"/>
                </a:moveTo>
                <a:lnTo>
                  <a:pt x="3104642" y="28956"/>
                </a:lnTo>
                <a:lnTo>
                  <a:pt x="3046730" y="0"/>
                </a:lnTo>
                <a:lnTo>
                  <a:pt x="3046730" y="28956"/>
                </a:lnTo>
                <a:lnTo>
                  <a:pt x="2765298" y="28956"/>
                </a:lnTo>
                <a:lnTo>
                  <a:pt x="2765298" y="57912"/>
                </a:lnTo>
                <a:lnTo>
                  <a:pt x="3046730" y="57912"/>
                </a:lnTo>
                <a:lnTo>
                  <a:pt x="3046730" y="86868"/>
                </a:lnTo>
                <a:lnTo>
                  <a:pt x="3104629" y="57912"/>
                </a:lnTo>
                <a:lnTo>
                  <a:pt x="3133598" y="43434"/>
                </a:lnTo>
                <a:close/>
              </a:path>
              <a:path w="4123054" h="827404">
                <a:moveTo>
                  <a:pt x="4122801" y="297942"/>
                </a:moveTo>
                <a:lnTo>
                  <a:pt x="4093845" y="297942"/>
                </a:lnTo>
                <a:lnTo>
                  <a:pt x="4093845" y="769429"/>
                </a:lnTo>
                <a:lnTo>
                  <a:pt x="2861310" y="769429"/>
                </a:lnTo>
                <a:lnTo>
                  <a:pt x="2861310" y="740473"/>
                </a:lnTo>
                <a:lnTo>
                  <a:pt x="2774442" y="783907"/>
                </a:lnTo>
                <a:lnTo>
                  <a:pt x="2861310" y="827341"/>
                </a:lnTo>
                <a:lnTo>
                  <a:pt x="2861310" y="798385"/>
                </a:lnTo>
                <a:lnTo>
                  <a:pt x="4122801" y="798385"/>
                </a:lnTo>
                <a:lnTo>
                  <a:pt x="4122801" y="783907"/>
                </a:lnTo>
                <a:lnTo>
                  <a:pt x="4122801" y="769429"/>
                </a:lnTo>
                <a:lnTo>
                  <a:pt x="4122801" y="297942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232660"/>
            <a:ext cx="8458962" cy="85572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736" y="1898904"/>
            <a:ext cx="1663445" cy="191262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73963" y="1443177"/>
            <a:ext cx="405765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479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8157209" cy="125806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49885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1.7.</a:t>
            </a:r>
            <a:r>
              <a:rPr dirty="0" spc="-15"/>
              <a:t> </a:t>
            </a:r>
            <a:r>
              <a:rPr dirty="0" spc="-5"/>
              <a:t>Reasons</a:t>
            </a:r>
            <a:r>
              <a:rPr dirty="0" spc="-35"/>
              <a:t> </a:t>
            </a:r>
            <a:r>
              <a:rPr dirty="0" spc="-5"/>
              <a:t>For</a:t>
            </a:r>
            <a:r>
              <a:rPr dirty="0" spc="-25"/>
              <a:t> </a:t>
            </a:r>
            <a:r>
              <a:rPr dirty="0" spc="-5"/>
              <a:t>Machine</a:t>
            </a:r>
            <a:r>
              <a:rPr dirty="0" spc="-20"/>
              <a:t> </a:t>
            </a:r>
            <a:r>
              <a:rPr dirty="0" spc="-5"/>
              <a:t>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09864" y="3419855"/>
            <a:ext cx="6483350" cy="2837815"/>
            <a:chOff x="1709864" y="3419855"/>
            <a:chExt cx="6483350" cy="2837815"/>
          </a:xfrm>
        </p:grpSpPr>
        <p:sp>
          <p:nvSpPr>
            <p:cNvPr id="9" name="object 9"/>
            <p:cNvSpPr/>
            <p:nvPr/>
          </p:nvSpPr>
          <p:spPr>
            <a:xfrm>
              <a:off x="1711451" y="3575303"/>
              <a:ext cx="6480175" cy="2680970"/>
            </a:xfrm>
            <a:custGeom>
              <a:avLst/>
              <a:gdLst/>
              <a:ahLst/>
              <a:cxnLst/>
              <a:rect l="l" t="t" r="r" b="b"/>
              <a:pathLst>
                <a:path w="6480175" h="2680970">
                  <a:moveTo>
                    <a:pt x="0" y="2680716"/>
                  </a:moveTo>
                  <a:lnTo>
                    <a:pt x="6480048" y="2680716"/>
                  </a:lnTo>
                  <a:lnTo>
                    <a:pt x="6480048" y="0"/>
                  </a:lnTo>
                  <a:lnTo>
                    <a:pt x="0" y="0"/>
                  </a:lnTo>
                  <a:lnTo>
                    <a:pt x="0" y="2680716"/>
                  </a:lnTo>
                  <a:close/>
                </a:path>
              </a:pathLst>
            </a:custGeom>
            <a:ln w="317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439667" y="3419855"/>
              <a:ext cx="2883535" cy="338455"/>
            </a:xfrm>
            <a:custGeom>
              <a:avLst/>
              <a:gdLst/>
              <a:ahLst/>
              <a:cxnLst/>
              <a:rect l="l" t="t" r="r" b="b"/>
              <a:pathLst>
                <a:path w="2883535" h="338454">
                  <a:moveTo>
                    <a:pt x="2883408" y="0"/>
                  </a:moveTo>
                  <a:lnTo>
                    <a:pt x="0" y="0"/>
                  </a:lnTo>
                  <a:lnTo>
                    <a:pt x="0" y="338328"/>
                  </a:lnTo>
                  <a:lnTo>
                    <a:pt x="2883408" y="338328"/>
                  </a:lnTo>
                  <a:lnTo>
                    <a:pt x="288340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919473" y="3453510"/>
            <a:ext cx="192405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35" b="1">
                <a:solidFill>
                  <a:srgbClr val="13299F"/>
                </a:solidFill>
                <a:latin typeface="Tahoma"/>
                <a:cs typeface="Tahoma"/>
              </a:rPr>
              <a:t>M</a:t>
            </a:r>
            <a:r>
              <a:rPr dirty="0" sz="1600" spc="-34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225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600" spc="-375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r>
              <a:rPr dirty="0" sz="1600" spc="-17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600" spc="-360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600" spc="-33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600" spc="-14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20" b="1">
                <a:solidFill>
                  <a:srgbClr val="13299F"/>
                </a:solidFill>
                <a:latin typeface="Tahoma"/>
                <a:cs typeface="Tahoma"/>
              </a:rPr>
              <a:t>L</a:t>
            </a:r>
            <a:r>
              <a:rPr dirty="0" sz="1600" spc="-345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600" spc="-34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250" b="1">
                <a:solidFill>
                  <a:srgbClr val="13299F"/>
                </a:solidFill>
                <a:latin typeface="Tahoma"/>
                <a:cs typeface="Tahoma"/>
              </a:rPr>
              <a:t>rn</a:t>
            </a:r>
            <a:r>
              <a:rPr dirty="0" sz="1600" spc="-135" b="1">
                <a:solidFill>
                  <a:srgbClr val="13299F"/>
                </a:solidFill>
                <a:latin typeface="Tahoma"/>
                <a:cs typeface="Tahoma"/>
              </a:rPr>
              <a:t>i</a:t>
            </a:r>
            <a:r>
              <a:rPr dirty="0" sz="1600" spc="-375" b="1">
                <a:solidFill>
                  <a:srgbClr val="13299F"/>
                </a:solidFill>
                <a:latin typeface="Tahoma"/>
                <a:cs typeface="Tahoma"/>
              </a:rPr>
              <a:t>n</a:t>
            </a:r>
            <a:r>
              <a:rPr dirty="0" sz="1600" spc="-365" b="1">
                <a:solidFill>
                  <a:srgbClr val="13299F"/>
                </a:solidFill>
                <a:latin typeface="Tahoma"/>
                <a:cs typeface="Tahoma"/>
              </a:rPr>
              <a:t>g</a:t>
            </a:r>
            <a:r>
              <a:rPr dirty="0" sz="1600" spc="-13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600" spc="-375" b="1">
                <a:solidFill>
                  <a:srgbClr val="13299F"/>
                </a:solidFill>
                <a:latin typeface="Tahoma"/>
                <a:cs typeface="Tahoma"/>
              </a:rPr>
              <a:t>Ap</a:t>
            </a:r>
            <a:r>
              <a:rPr dirty="0" sz="1600" spc="-365" b="1">
                <a:solidFill>
                  <a:srgbClr val="13299F"/>
                </a:solidFill>
                <a:latin typeface="Tahoma"/>
                <a:cs typeface="Tahoma"/>
              </a:rPr>
              <a:t>p</a:t>
            </a:r>
            <a:r>
              <a:rPr dirty="0" sz="1600" spc="-245" b="1">
                <a:solidFill>
                  <a:srgbClr val="13299F"/>
                </a:solidFill>
                <a:latin typeface="Tahoma"/>
                <a:cs typeface="Tahoma"/>
              </a:rPr>
              <a:t>ro</a:t>
            </a:r>
            <a:r>
              <a:rPr dirty="0" sz="1600" spc="-29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600" spc="-225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600" spc="-375" b="1">
                <a:solidFill>
                  <a:srgbClr val="13299F"/>
                </a:solidFill>
                <a:latin typeface="Tahoma"/>
                <a:cs typeface="Tahoma"/>
              </a:rPr>
              <a:t>h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66916" y="3881628"/>
            <a:ext cx="1007744" cy="500380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142875" rIns="0" bIns="0" rtlCol="0" vert="horz">
            <a:spAutoFit/>
          </a:bodyPr>
          <a:lstStyle/>
          <a:p>
            <a:pPr marL="270510">
              <a:lnSpc>
                <a:spcPct val="100000"/>
              </a:lnSpc>
              <a:spcBef>
                <a:spcPts val="1125"/>
              </a:spcBef>
            </a:pPr>
            <a:r>
              <a:rPr dirty="0" sz="1400" spc="-270" b="1">
                <a:latin typeface="Tahoma"/>
                <a:cs typeface="Tahoma"/>
              </a:rPr>
              <a:t>Launch!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14973" y="4978653"/>
            <a:ext cx="2110105" cy="560070"/>
            <a:chOff x="6014973" y="4978653"/>
            <a:chExt cx="2110105" cy="560070"/>
          </a:xfrm>
        </p:grpSpPr>
        <p:sp>
          <p:nvSpPr>
            <p:cNvPr id="14" name="object 14"/>
            <p:cNvSpPr/>
            <p:nvPr/>
          </p:nvSpPr>
          <p:spPr>
            <a:xfrm>
              <a:off x="6021323" y="4985003"/>
              <a:ext cx="2097405" cy="547370"/>
            </a:xfrm>
            <a:custGeom>
              <a:avLst/>
              <a:gdLst/>
              <a:ahLst/>
              <a:cxnLst/>
              <a:rect l="l" t="t" r="r" b="b"/>
              <a:pathLst>
                <a:path w="2097404" h="547370">
                  <a:moveTo>
                    <a:pt x="1048511" y="0"/>
                  </a:moveTo>
                  <a:lnTo>
                    <a:pt x="0" y="273558"/>
                  </a:lnTo>
                  <a:lnTo>
                    <a:pt x="1048511" y="547116"/>
                  </a:lnTo>
                  <a:lnTo>
                    <a:pt x="2097024" y="273558"/>
                  </a:lnTo>
                  <a:lnTo>
                    <a:pt x="1048511" y="0"/>
                  </a:lnTo>
                  <a:close/>
                </a:path>
              </a:pathLst>
            </a:custGeom>
            <a:solidFill>
              <a:srgbClr val="EDEDE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021323" y="4985003"/>
              <a:ext cx="2097405" cy="547370"/>
            </a:xfrm>
            <a:custGeom>
              <a:avLst/>
              <a:gdLst/>
              <a:ahLst/>
              <a:cxnLst/>
              <a:rect l="l" t="t" r="r" b="b"/>
              <a:pathLst>
                <a:path w="2097404" h="547370">
                  <a:moveTo>
                    <a:pt x="0" y="273558"/>
                  </a:moveTo>
                  <a:lnTo>
                    <a:pt x="1048511" y="0"/>
                  </a:lnTo>
                  <a:lnTo>
                    <a:pt x="2097024" y="273558"/>
                  </a:lnTo>
                  <a:lnTo>
                    <a:pt x="1048511" y="547116"/>
                  </a:lnTo>
                  <a:lnTo>
                    <a:pt x="0" y="273558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6776719" y="5049139"/>
            <a:ext cx="58928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57785">
              <a:lnSpc>
                <a:spcPct val="100000"/>
              </a:lnSpc>
              <a:spcBef>
                <a:spcPts val="95"/>
              </a:spcBef>
            </a:pPr>
            <a:r>
              <a:rPr dirty="0" sz="1300" spc="-240" b="1">
                <a:latin typeface="Tahoma"/>
                <a:cs typeface="Tahoma"/>
              </a:rPr>
              <a:t>Solution </a:t>
            </a:r>
            <a:r>
              <a:rPr dirty="0" sz="1300" spc="-235" b="1">
                <a:latin typeface="Tahoma"/>
                <a:cs typeface="Tahoma"/>
              </a:rPr>
              <a:t> </a:t>
            </a:r>
            <a:r>
              <a:rPr dirty="0" sz="1300" spc="-280" b="1">
                <a:latin typeface="Tahoma"/>
                <a:cs typeface="Tahoma"/>
              </a:rPr>
              <a:t>E</a:t>
            </a:r>
            <a:r>
              <a:rPr dirty="0" sz="1300" spc="-275" b="1">
                <a:latin typeface="Tahoma"/>
                <a:cs typeface="Tahoma"/>
              </a:rPr>
              <a:t>v</a:t>
            </a:r>
            <a:r>
              <a:rPr dirty="0" sz="1300" spc="-270" b="1">
                <a:latin typeface="Tahoma"/>
                <a:cs typeface="Tahoma"/>
              </a:rPr>
              <a:t>a</a:t>
            </a:r>
            <a:r>
              <a:rPr dirty="0" sz="1300" spc="-150" b="1">
                <a:latin typeface="Tahoma"/>
                <a:cs typeface="Tahoma"/>
              </a:rPr>
              <a:t>l</a:t>
            </a:r>
            <a:r>
              <a:rPr dirty="0" sz="1300" spc="-320" b="1">
                <a:latin typeface="Tahoma"/>
                <a:cs typeface="Tahoma"/>
              </a:rPr>
              <a:t>u</a:t>
            </a:r>
            <a:r>
              <a:rPr dirty="0" sz="1300" spc="-265" b="1">
                <a:latin typeface="Tahoma"/>
                <a:cs typeface="Tahoma"/>
              </a:rPr>
              <a:t>a</a:t>
            </a:r>
            <a:r>
              <a:rPr dirty="0" sz="1300" spc="-195" b="1">
                <a:latin typeface="Tahoma"/>
                <a:cs typeface="Tahoma"/>
              </a:rPr>
              <a:t>t</a:t>
            </a:r>
            <a:r>
              <a:rPr dirty="0" sz="1300" spc="-155" b="1">
                <a:latin typeface="Tahoma"/>
                <a:cs typeface="Tahoma"/>
              </a:rPr>
              <a:t>i</a:t>
            </a:r>
            <a:r>
              <a:rPr dirty="0" sz="1300" spc="-290" b="1">
                <a:latin typeface="Tahoma"/>
                <a:cs typeface="Tahoma"/>
              </a:rPr>
              <a:t>on</a:t>
            </a:r>
            <a:endParaRPr sz="13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027164" y="4382261"/>
            <a:ext cx="501650" cy="1565910"/>
            <a:chOff x="7027164" y="4382261"/>
            <a:chExt cx="501650" cy="1565910"/>
          </a:xfrm>
        </p:grpSpPr>
        <p:sp>
          <p:nvSpPr>
            <p:cNvPr id="18" name="object 18"/>
            <p:cNvSpPr/>
            <p:nvPr/>
          </p:nvSpPr>
          <p:spPr>
            <a:xfrm>
              <a:off x="7027164" y="4382261"/>
              <a:ext cx="86995" cy="604520"/>
            </a:xfrm>
            <a:custGeom>
              <a:avLst/>
              <a:gdLst/>
              <a:ahLst/>
              <a:cxnLst/>
              <a:rect l="l" t="t" r="r" b="b"/>
              <a:pathLst>
                <a:path w="86995" h="604520">
                  <a:moveTo>
                    <a:pt x="57911" y="72389"/>
                  </a:moveTo>
                  <a:lnTo>
                    <a:pt x="28955" y="72389"/>
                  </a:lnTo>
                  <a:lnTo>
                    <a:pt x="28955" y="604265"/>
                  </a:lnTo>
                  <a:lnTo>
                    <a:pt x="57911" y="604265"/>
                  </a:lnTo>
                  <a:lnTo>
                    <a:pt x="57911" y="72389"/>
                  </a:lnTo>
                  <a:close/>
                </a:path>
                <a:path w="86995" h="604520">
                  <a:moveTo>
                    <a:pt x="43433" y="0"/>
                  </a:moveTo>
                  <a:lnTo>
                    <a:pt x="0" y="86868"/>
                  </a:lnTo>
                  <a:lnTo>
                    <a:pt x="28955" y="86868"/>
                  </a:lnTo>
                  <a:lnTo>
                    <a:pt x="28955" y="72389"/>
                  </a:lnTo>
                  <a:lnTo>
                    <a:pt x="79628" y="72389"/>
                  </a:lnTo>
                  <a:lnTo>
                    <a:pt x="43433" y="0"/>
                  </a:lnTo>
                  <a:close/>
                </a:path>
                <a:path w="86995" h="604520">
                  <a:moveTo>
                    <a:pt x="79628" y="72389"/>
                  </a:moveTo>
                  <a:lnTo>
                    <a:pt x="57911" y="72389"/>
                  </a:lnTo>
                  <a:lnTo>
                    <a:pt x="57911" y="86868"/>
                  </a:lnTo>
                  <a:lnTo>
                    <a:pt x="86867" y="86868"/>
                  </a:lnTo>
                  <a:lnTo>
                    <a:pt x="79628" y="72389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68896" y="5586983"/>
              <a:ext cx="359664" cy="36118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68896" y="4550663"/>
              <a:ext cx="359664" cy="359663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4177284" y="5739384"/>
            <a:ext cx="1455420" cy="360045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73025" rIns="0" bIns="0" rtlCol="0" vert="horz">
            <a:spAutoFit/>
          </a:bodyPr>
          <a:lstStyle/>
          <a:p>
            <a:pPr marL="285750">
              <a:lnSpc>
                <a:spcPct val="100000"/>
              </a:lnSpc>
              <a:spcBef>
                <a:spcPts val="575"/>
              </a:spcBef>
            </a:pPr>
            <a:r>
              <a:rPr dirty="0" sz="1400" spc="-305" b="1">
                <a:latin typeface="Tahoma"/>
                <a:cs typeface="Tahoma"/>
              </a:rPr>
              <a:t>E</a:t>
            </a:r>
            <a:r>
              <a:rPr dirty="0" sz="1400" spc="-85" b="1">
                <a:latin typeface="Tahoma"/>
                <a:cs typeface="Tahoma"/>
              </a:rPr>
              <a:t>rr</a:t>
            </a:r>
            <a:r>
              <a:rPr dirty="0" sz="1400" spc="-295" b="1">
                <a:latin typeface="Tahoma"/>
                <a:cs typeface="Tahoma"/>
              </a:rPr>
              <a:t>o</a:t>
            </a:r>
            <a:r>
              <a:rPr dirty="0" sz="1400" spc="-85" b="1">
                <a:latin typeface="Tahoma"/>
                <a:cs typeface="Tahoma"/>
              </a:rPr>
              <a:t>r</a:t>
            </a:r>
            <a:r>
              <a:rPr dirty="0" sz="1400" spc="-155" b="1">
                <a:latin typeface="Tahoma"/>
                <a:cs typeface="Tahoma"/>
              </a:rPr>
              <a:t> </a:t>
            </a:r>
            <a:r>
              <a:rPr dirty="0" sz="1400" spc="-350" b="1">
                <a:latin typeface="Tahoma"/>
                <a:cs typeface="Tahoma"/>
              </a:rPr>
              <a:t>A</a:t>
            </a:r>
            <a:r>
              <a:rPr dirty="0" sz="1400" spc="-320" b="1">
                <a:latin typeface="Tahoma"/>
                <a:cs typeface="Tahoma"/>
              </a:rPr>
              <a:t>n</a:t>
            </a:r>
            <a:r>
              <a:rPr dirty="0" sz="1400" spc="-280" b="1">
                <a:latin typeface="Tahoma"/>
                <a:cs typeface="Tahoma"/>
              </a:rPr>
              <a:t>a</a:t>
            </a:r>
            <a:r>
              <a:rPr dirty="0" sz="1400" spc="-140" b="1">
                <a:latin typeface="Tahoma"/>
                <a:cs typeface="Tahoma"/>
              </a:rPr>
              <a:t>l</a:t>
            </a:r>
            <a:r>
              <a:rPr dirty="0" sz="1400" spc="-300" b="1">
                <a:latin typeface="Tahoma"/>
                <a:cs typeface="Tahoma"/>
              </a:rPr>
              <a:t>y</a:t>
            </a:r>
            <a:r>
              <a:rPr dirty="0" sz="1400" spc="-155" b="1">
                <a:latin typeface="Tahoma"/>
                <a:cs typeface="Tahoma"/>
              </a:rPr>
              <a:t>s</a:t>
            </a:r>
            <a:r>
              <a:rPr dirty="0" sz="1400" spc="-165" b="1">
                <a:latin typeface="Tahoma"/>
                <a:cs typeface="Tahoma"/>
              </a:rPr>
              <a:t>is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4707" y="4985003"/>
            <a:ext cx="1710055" cy="547370"/>
          </a:xfrm>
          <a:prstGeom prst="rect">
            <a:avLst/>
          </a:prstGeom>
          <a:solidFill>
            <a:srgbClr val="EDEDEC"/>
          </a:solidFill>
          <a:ln w="12700">
            <a:solidFill>
              <a:srgbClr val="7E7E7E"/>
            </a:solidFill>
          </a:ln>
        </p:spPr>
        <p:txBody>
          <a:bodyPr wrap="square" lIns="0" tIns="167005" rIns="0" bIns="0" rtlCol="0" vert="horz">
            <a:spAutoFit/>
          </a:bodyPr>
          <a:lstStyle/>
          <a:p>
            <a:pPr marL="292100">
              <a:lnSpc>
                <a:spcPct val="100000"/>
              </a:lnSpc>
              <a:spcBef>
                <a:spcPts val="1315"/>
              </a:spcBef>
            </a:pPr>
            <a:r>
              <a:rPr dirty="0" sz="1400" spc="-300" b="1">
                <a:latin typeface="Tahoma"/>
                <a:cs typeface="Tahoma"/>
              </a:rPr>
              <a:t>P</a:t>
            </a:r>
            <a:r>
              <a:rPr dirty="0" sz="1400" spc="-160" b="1">
                <a:latin typeface="Tahoma"/>
                <a:cs typeface="Tahoma"/>
              </a:rPr>
              <a:t>r</a:t>
            </a:r>
            <a:r>
              <a:rPr dirty="0" sz="1400" spc="-220" b="1">
                <a:latin typeface="Tahoma"/>
                <a:cs typeface="Tahoma"/>
              </a:rPr>
              <a:t>o</a:t>
            </a:r>
            <a:r>
              <a:rPr dirty="0" sz="1400" spc="-229" b="1">
                <a:latin typeface="Tahoma"/>
                <a:cs typeface="Tahoma"/>
              </a:rPr>
              <a:t>bl</a:t>
            </a:r>
            <a:r>
              <a:rPr dirty="0" sz="1400" spc="-270" b="1">
                <a:latin typeface="Tahoma"/>
                <a:cs typeface="Tahoma"/>
              </a:rPr>
              <a:t>e</a:t>
            </a:r>
            <a:r>
              <a:rPr dirty="0" sz="1400" spc="-459" b="1">
                <a:latin typeface="Tahoma"/>
                <a:cs typeface="Tahoma"/>
              </a:rPr>
              <a:t>m</a:t>
            </a:r>
            <a:r>
              <a:rPr dirty="0" sz="1400" spc="-160" b="1">
                <a:latin typeface="Tahoma"/>
                <a:cs typeface="Tahoma"/>
              </a:rPr>
              <a:t> </a:t>
            </a:r>
            <a:r>
              <a:rPr dirty="0" sz="1400" spc="-355" b="1">
                <a:latin typeface="Tahoma"/>
                <a:cs typeface="Tahoma"/>
              </a:rPr>
              <a:t>R</a:t>
            </a:r>
            <a:r>
              <a:rPr dirty="0" sz="1400" spc="-280" b="1">
                <a:latin typeface="Tahoma"/>
                <a:cs typeface="Tahoma"/>
              </a:rPr>
              <a:t>e</a:t>
            </a:r>
            <a:r>
              <a:rPr dirty="0" sz="1400" spc="-165" b="1">
                <a:latin typeface="Tahoma"/>
                <a:cs typeface="Tahoma"/>
              </a:rPr>
              <a:t>s</a:t>
            </a:r>
            <a:r>
              <a:rPr dirty="0" sz="1400" spc="-275" b="1">
                <a:latin typeface="Tahoma"/>
                <a:cs typeface="Tahoma"/>
              </a:rPr>
              <a:t>e</a:t>
            </a:r>
            <a:r>
              <a:rPr dirty="0" sz="1400" spc="-275" b="1">
                <a:latin typeface="Tahoma"/>
                <a:cs typeface="Tahoma"/>
              </a:rPr>
              <a:t>a</a:t>
            </a:r>
            <a:r>
              <a:rPr dirty="0" sz="1400" spc="-95" b="1">
                <a:latin typeface="Tahoma"/>
                <a:cs typeface="Tahoma"/>
              </a:rPr>
              <a:t>r</a:t>
            </a:r>
            <a:r>
              <a:rPr dirty="0" sz="1400" spc="-250" b="1">
                <a:latin typeface="Tahoma"/>
                <a:cs typeface="Tahoma"/>
              </a:rPr>
              <a:t>ch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901440" y="4985003"/>
            <a:ext cx="1725295" cy="547370"/>
          </a:xfrm>
          <a:prstGeom prst="rect">
            <a:avLst/>
          </a:prstGeom>
          <a:solidFill>
            <a:srgbClr val="E1EFD9"/>
          </a:solidFill>
          <a:ln w="12700">
            <a:solidFill>
              <a:srgbClr val="7E7E7E"/>
            </a:solidFill>
          </a:ln>
        </p:spPr>
        <p:txBody>
          <a:bodyPr wrap="square" lIns="0" tIns="60325" rIns="0" bIns="0" rtlCol="0" vert="horz">
            <a:spAutoFit/>
          </a:bodyPr>
          <a:lstStyle/>
          <a:p>
            <a:pPr marL="297180" marR="290195" indent="33020">
              <a:lnSpc>
                <a:spcPct val="100000"/>
              </a:lnSpc>
              <a:spcBef>
                <a:spcPts val="475"/>
              </a:spcBef>
            </a:pPr>
            <a:r>
              <a:rPr dirty="0" sz="1400" spc="-459" b="1">
                <a:latin typeface="Tahoma"/>
                <a:cs typeface="Tahoma"/>
              </a:rPr>
              <a:t>M</a:t>
            </a:r>
            <a:r>
              <a:rPr dirty="0" sz="1400" spc="-290" b="1">
                <a:latin typeface="Tahoma"/>
                <a:cs typeface="Tahoma"/>
              </a:rPr>
              <a:t>a</a:t>
            </a:r>
            <a:r>
              <a:rPr dirty="0" sz="1400" spc="-170" b="1">
                <a:latin typeface="Tahoma"/>
                <a:cs typeface="Tahoma"/>
              </a:rPr>
              <a:t>c</a:t>
            </a:r>
            <a:r>
              <a:rPr dirty="0" sz="1400" spc="-245" b="1">
                <a:latin typeface="Tahoma"/>
                <a:cs typeface="Tahoma"/>
              </a:rPr>
              <a:t>hi</a:t>
            </a:r>
            <a:r>
              <a:rPr dirty="0" sz="1400" spc="-320" b="1">
                <a:latin typeface="Tahoma"/>
                <a:cs typeface="Tahoma"/>
              </a:rPr>
              <a:t>n</a:t>
            </a:r>
            <a:r>
              <a:rPr dirty="0" sz="1400" spc="-270" b="1">
                <a:latin typeface="Tahoma"/>
                <a:cs typeface="Tahoma"/>
              </a:rPr>
              <a:t>e</a:t>
            </a:r>
            <a:r>
              <a:rPr dirty="0" sz="1400" spc="-160" b="1">
                <a:latin typeface="Tahoma"/>
                <a:cs typeface="Tahoma"/>
              </a:rPr>
              <a:t> </a:t>
            </a:r>
            <a:r>
              <a:rPr dirty="0" sz="1400" spc="-280" b="1">
                <a:latin typeface="Tahoma"/>
                <a:cs typeface="Tahoma"/>
              </a:rPr>
              <a:t>L</a:t>
            </a:r>
            <a:r>
              <a:rPr dirty="0" sz="1400" spc="-275" b="1">
                <a:latin typeface="Tahoma"/>
                <a:cs typeface="Tahoma"/>
              </a:rPr>
              <a:t>e</a:t>
            </a:r>
            <a:r>
              <a:rPr dirty="0" sz="1400" spc="-265" b="1">
                <a:latin typeface="Tahoma"/>
                <a:cs typeface="Tahoma"/>
              </a:rPr>
              <a:t>a</a:t>
            </a:r>
            <a:r>
              <a:rPr dirty="0" sz="1400" spc="-204" b="1">
                <a:latin typeface="Tahoma"/>
                <a:cs typeface="Tahoma"/>
              </a:rPr>
              <a:t>rn</a:t>
            </a:r>
            <a:r>
              <a:rPr dirty="0" sz="1400" spc="-215" b="1">
                <a:latin typeface="Tahoma"/>
                <a:cs typeface="Tahoma"/>
              </a:rPr>
              <a:t>ing  </a:t>
            </a:r>
            <a:r>
              <a:rPr dirty="0" sz="1400" spc="-350" b="1">
                <a:latin typeface="Tahoma"/>
                <a:cs typeface="Tahoma"/>
              </a:rPr>
              <a:t>A</a:t>
            </a:r>
            <a:r>
              <a:rPr dirty="0" sz="1400" spc="-229" b="1">
                <a:latin typeface="Tahoma"/>
                <a:cs typeface="Tahoma"/>
              </a:rPr>
              <a:t>lg</a:t>
            </a:r>
            <a:r>
              <a:rPr dirty="0" sz="1400" spc="-295" b="1">
                <a:latin typeface="Tahoma"/>
                <a:cs typeface="Tahoma"/>
              </a:rPr>
              <a:t>o</a:t>
            </a:r>
            <a:r>
              <a:rPr dirty="0" sz="1400" spc="-140" b="1">
                <a:latin typeface="Tahoma"/>
                <a:cs typeface="Tahoma"/>
              </a:rPr>
              <a:t>ri</a:t>
            </a:r>
            <a:r>
              <a:rPr dirty="0" sz="1400" spc="-145" b="1">
                <a:latin typeface="Tahoma"/>
                <a:cs typeface="Tahoma"/>
              </a:rPr>
              <a:t>t</a:t>
            </a:r>
            <a:r>
              <a:rPr dirty="0" sz="1400" spc="-320" b="1">
                <a:latin typeface="Tahoma"/>
                <a:cs typeface="Tahoma"/>
              </a:rPr>
              <a:t>h</a:t>
            </a:r>
            <a:r>
              <a:rPr dirty="0" sz="1400" spc="-470" b="1">
                <a:latin typeface="Tahoma"/>
                <a:cs typeface="Tahoma"/>
              </a:rPr>
              <a:t>m</a:t>
            </a:r>
            <a:r>
              <a:rPr dirty="0" sz="1400" spc="-125" b="1">
                <a:latin typeface="Tahoma"/>
                <a:cs typeface="Tahoma"/>
              </a:rPr>
              <a:t> </a:t>
            </a:r>
            <a:r>
              <a:rPr dirty="0" sz="1400" spc="-320" b="1">
                <a:latin typeface="Tahoma"/>
                <a:cs typeface="Tahoma"/>
              </a:rPr>
              <a:t>T</a:t>
            </a:r>
            <a:r>
              <a:rPr dirty="0" sz="1400" spc="-155" b="1">
                <a:latin typeface="Tahoma"/>
                <a:cs typeface="Tahoma"/>
              </a:rPr>
              <a:t>r</a:t>
            </a:r>
            <a:r>
              <a:rPr dirty="0" sz="1400" spc="-195" b="1">
                <a:latin typeface="Tahoma"/>
                <a:cs typeface="Tahoma"/>
              </a:rPr>
              <a:t>a</a:t>
            </a:r>
            <a:r>
              <a:rPr dirty="0" sz="1400" spc="-235" b="1">
                <a:latin typeface="Tahoma"/>
                <a:cs typeface="Tahoma"/>
              </a:rPr>
              <a:t>inin</a:t>
            </a:r>
            <a:r>
              <a:rPr dirty="0" sz="1400" spc="-310" b="1">
                <a:latin typeface="Tahoma"/>
                <a:cs typeface="Tahoma"/>
              </a:rPr>
              <a:t>g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667000" y="3875278"/>
            <a:ext cx="4418965" cy="2088514"/>
            <a:chOff x="2667000" y="3875278"/>
            <a:chExt cx="4418965" cy="2088514"/>
          </a:xfrm>
        </p:grpSpPr>
        <p:sp>
          <p:nvSpPr>
            <p:cNvPr id="25" name="object 25"/>
            <p:cNvSpPr/>
            <p:nvPr/>
          </p:nvSpPr>
          <p:spPr>
            <a:xfrm>
              <a:off x="2667000" y="5216652"/>
              <a:ext cx="4418965" cy="747395"/>
            </a:xfrm>
            <a:custGeom>
              <a:avLst/>
              <a:gdLst/>
              <a:ahLst/>
              <a:cxnLst/>
              <a:rect l="l" t="t" r="r" b="b"/>
              <a:pathLst>
                <a:path w="4418965" h="747395">
                  <a:moveTo>
                    <a:pt x="1235456" y="43434"/>
                  </a:moveTo>
                  <a:lnTo>
                    <a:pt x="1206500" y="28956"/>
                  </a:lnTo>
                  <a:lnTo>
                    <a:pt x="1148588" y="0"/>
                  </a:lnTo>
                  <a:lnTo>
                    <a:pt x="1148588" y="28956"/>
                  </a:lnTo>
                  <a:lnTo>
                    <a:pt x="898398" y="28956"/>
                  </a:lnTo>
                  <a:lnTo>
                    <a:pt x="898398" y="57912"/>
                  </a:lnTo>
                  <a:lnTo>
                    <a:pt x="1148588" y="57912"/>
                  </a:lnTo>
                  <a:lnTo>
                    <a:pt x="1148588" y="86868"/>
                  </a:lnTo>
                  <a:lnTo>
                    <a:pt x="1206500" y="57912"/>
                  </a:lnTo>
                  <a:lnTo>
                    <a:pt x="1235456" y="43434"/>
                  </a:lnTo>
                  <a:close/>
                </a:path>
                <a:path w="4418965" h="747395">
                  <a:moveTo>
                    <a:pt x="1510284" y="689089"/>
                  </a:moveTo>
                  <a:lnTo>
                    <a:pt x="57912" y="689089"/>
                  </a:lnTo>
                  <a:lnTo>
                    <a:pt x="57912" y="403098"/>
                  </a:lnTo>
                  <a:lnTo>
                    <a:pt x="86868" y="403098"/>
                  </a:lnTo>
                  <a:lnTo>
                    <a:pt x="79629" y="388620"/>
                  </a:lnTo>
                  <a:lnTo>
                    <a:pt x="43434" y="316230"/>
                  </a:lnTo>
                  <a:lnTo>
                    <a:pt x="0" y="403098"/>
                  </a:lnTo>
                  <a:lnTo>
                    <a:pt x="28956" y="403098"/>
                  </a:lnTo>
                  <a:lnTo>
                    <a:pt x="28956" y="718032"/>
                  </a:lnTo>
                  <a:lnTo>
                    <a:pt x="1510284" y="718032"/>
                  </a:lnTo>
                  <a:lnTo>
                    <a:pt x="1510284" y="703567"/>
                  </a:lnTo>
                  <a:lnTo>
                    <a:pt x="1510284" y="689089"/>
                  </a:lnTo>
                  <a:close/>
                </a:path>
                <a:path w="4418965" h="747395">
                  <a:moveTo>
                    <a:pt x="3354959" y="43434"/>
                  </a:moveTo>
                  <a:lnTo>
                    <a:pt x="3326003" y="28956"/>
                  </a:lnTo>
                  <a:lnTo>
                    <a:pt x="3268091" y="0"/>
                  </a:lnTo>
                  <a:lnTo>
                    <a:pt x="3268091" y="28956"/>
                  </a:lnTo>
                  <a:lnTo>
                    <a:pt x="2960370" y="28956"/>
                  </a:lnTo>
                  <a:lnTo>
                    <a:pt x="2960370" y="57912"/>
                  </a:lnTo>
                  <a:lnTo>
                    <a:pt x="3268091" y="57912"/>
                  </a:lnTo>
                  <a:lnTo>
                    <a:pt x="3268091" y="86868"/>
                  </a:lnTo>
                  <a:lnTo>
                    <a:pt x="3326003" y="57912"/>
                  </a:lnTo>
                  <a:lnTo>
                    <a:pt x="3354959" y="43434"/>
                  </a:lnTo>
                  <a:close/>
                </a:path>
                <a:path w="4418965" h="747395">
                  <a:moveTo>
                    <a:pt x="4418457" y="316230"/>
                  </a:moveTo>
                  <a:lnTo>
                    <a:pt x="4389501" y="316230"/>
                  </a:lnTo>
                  <a:lnTo>
                    <a:pt x="4389501" y="689076"/>
                  </a:lnTo>
                  <a:lnTo>
                    <a:pt x="3053334" y="689076"/>
                  </a:lnTo>
                  <a:lnTo>
                    <a:pt x="3053334" y="660120"/>
                  </a:lnTo>
                  <a:lnTo>
                    <a:pt x="2966466" y="703554"/>
                  </a:lnTo>
                  <a:lnTo>
                    <a:pt x="3053334" y="746988"/>
                  </a:lnTo>
                  <a:lnTo>
                    <a:pt x="3053334" y="718032"/>
                  </a:lnTo>
                  <a:lnTo>
                    <a:pt x="4418457" y="718032"/>
                  </a:lnTo>
                  <a:lnTo>
                    <a:pt x="4418457" y="703554"/>
                  </a:lnTo>
                  <a:lnTo>
                    <a:pt x="4418457" y="689076"/>
                  </a:lnTo>
                  <a:lnTo>
                    <a:pt x="4418457" y="31623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061460" y="3881628"/>
              <a:ext cx="1407160" cy="822960"/>
            </a:xfrm>
            <a:custGeom>
              <a:avLst/>
              <a:gdLst/>
              <a:ahLst/>
              <a:cxnLst/>
              <a:rect l="l" t="t" r="r" b="b"/>
              <a:pathLst>
                <a:path w="1407160" h="822960">
                  <a:moveTo>
                    <a:pt x="1406652" y="0"/>
                  </a:moveTo>
                  <a:lnTo>
                    <a:pt x="281304" y="0"/>
                  </a:lnTo>
                  <a:lnTo>
                    <a:pt x="0" y="822960"/>
                  </a:lnTo>
                  <a:lnTo>
                    <a:pt x="1125347" y="822960"/>
                  </a:lnTo>
                  <a:lnTo>
                    <a:pt x="1406652" y="0"/>
                  </a:lnTo>
                  <a:close/>
                </a:path>
              </a:pathLst>
            </a:custGeom>
            <a:solidFill>
              <a:srgbClr val="E1EF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061460" y="3881628"/>
              <a:ext cx="1407160" cy="822960"/>
            </a:xfrm>
            <a:custGeom>
              <a:avLst/>
              <a:gdLst/>
              <a:ahLst/>
              <a:cxnLst/>
              <a:rect l="l" t="t" r="r" b="b"/>
              <a:pathLst>
                <a:path w="1407160" h="822960">
                  <a:moveTo>
                    <a:pt x="0" y="822960"/>
                  </a:moveTo>
                  <a:lnTo>
                    <a:pt x="281304" y="0"/>
                  </a:lnTo>
                  <a:lnTo>
                    <a:pt x="1406652" y="0"/>
                  </a:lnTo>
                  <a:lnTo>
                    <a:pt x="1125347" y="82296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612640" y="4432808"/>
            <a:ext cx="3022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20" b="1">
                <a:latin typeface="Tahoma"/>
                <a:cs typeface="Tahoma"/>
              </a:rPr>
              <a:t>D</a:t>
            </a:r>
            <a:r>
              <a:rPr dirty="0" sz="1400" spc="-265" b="1">
                <a:latin typeface="Tahoma"/>
                <a:cs typeface="Tahoma"/>
              </a:rPr>
              <a:t>a</a:t>
            </a:r>
            <a:r>
              <a:rPr dirty="0" sz="1400" spc="-195" b="1">
                <a:latin typeface="Tahoma"/>
                <a:cs typeface="Tahoma"/>
              </a:rPr>
              <a:t>t</a:t>
            </a:r>
            <a:r>
              <a:rPr dirty="0" sz="1400" spc="-280" b="1">
                <a:latin typeface="Tahoma"/>
                <a:cs typeface="Tahoma"/>
              </a:rPr>
              <a:t>a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407408" y="3956303"/>
            <a:ext cx="647700" cy="1029969"/>
            <a:chOff x="4407408" y="3956303"/>
            <a:chExt cx="647700" cy="1029969"/>
          </a:xfrm>
        </p:grpSpPr>
        <p:sp>
          <p:nvSpPr>
            <p:cNvPr id="30" name="object 30"/>
            <p:cNvSpPr/>
            <p:nvPr/>
          </p:nvSpPr>
          <p:spPr>
            <a:xfrm>
              <a:off x="4407408" y="3956303"/>
              <a:ext cx="647700" cy="492759"/>
            </a:xfrm>
            <a:custGeom>
              <a:avLst/>
              <a:gdLst/>
              <a:ahLst/>
              <a:cxnLst/>
              <a:rect l="l" t="t" r="r" b="b"/>
              <a:pathLst>
                <a:path w="647700" h="492760">
                  <a:moveTo>
                    <a:pt x="647700" y="454152"/>
                  </a:moveTo>
                  <a:lnTo>
                    <a:pt x="635000" y="447802"/>
                  </a:lnTo>
                  <a:lnTo>
                    <a:pt x="571500" y="416052"/>
                  </a:lnTo>
                  <a:lnTo>
                    <a:pt x="571500" y="447802"/>
                  </a:lnTo>
                  <a:lnTo>
                    <a:pt x="44450" y="447802"/>
                  </a:lnTo>
                  <a:lnTo>
                    <a:pt x="44450" y="76200"/>
                  </a:lnTo>
                  <a:lnTo>
                    <a:pt x="76200" y="76200"/>
                  </a:lnTo>
                  <a:lnTo>
                    <a:pt x="69850" y="63500"/>
                  </a:lnTo>
                  <a:lnTo>
                    <a:pt x="38100" y="0"/>
                  </a:lnTo>
                  <a:lnTo>
                    <a:pt x="0" y="76200"/>
                  </a:lnTo>
                  <a:lnTo>
                    <a:pt x="31750" y="76200"/>
                  </a:lnTo>
                  <a:lnTo>
                    <a:pt x="31750" y="454152"/>
                  </a:lnTo>
                  <a:lnTo>
                    <a:pt x="36576" y="454152"/>
                  </a:lnTo>
                  <a:lnTo>
                    <a:pt x="36576" y="460502"/>
                  </a:lnTo>
                  <a:lnTo>
                    <a:pt x="571500" y="460502"/>
                  </a:lnTo>
                  <a:lnTo>
                    <a:pt x="571500" y="492252"/>
                  </a:lnTo>
                  <a:lnTo>
                    <a:pt x="635000" y="460502"/>
                  </a:lnTo>
                  <a:lnTo>
                    <a:pt x="647700" y="45415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4512564" y="425957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60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60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60" y="45720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20" y="22860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60" y="0"/>
                  </a:lnTo>
                  <a:close/>
                </a:path>
              </a:pathLst>
            </a:custGeom>
            <a:solidFill>
              <a:srgbClr val="294D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512564" y="4259579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60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60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20" y="22860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60" y="45720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60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55236" y="4064507"/>
              <a:ext cx="167639" cy="10820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789932" y="4049267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22859" y="0"/>
                  </a:moveTo>
                  <a:lnTo>
                    <a:pt x="13983" y="1803"/>
                  </a:lnTo>
                  <a:lnTo>
                    <a:pt x="6715" y="6715"/>
                  </a:lnTo>
                  <a:lnTo>
                    <a:pt x="1803" y="13983"/>
                  </a:lnTo>
                  <a:lnTo>
                    <a:pt x="0" y="22859"/>
                  </a:lnTo>
                  <a:lnTo>
                    <a:pt x="1803" y="31736"/>
                  </a:lnTo>
                  <a:lnTo>
                    <a:pt x="6715" y="39004"/>
                  </a:lnTo>
                  <a:lnTo>
                    <a:pt x="13983" y="43916"/>
                  </a:lnTo>
                  <a:lnTo>
                    <a:pt x="22859" y="45719"/>
                  </a:lnTo>
                  <a:lnTo>
                    <a:pt x="31736" y="43916"/>
                  </a:lnTo>
                  <a:lnTo>
                    <a:pt x="39004" y="39004"/>
                  </a:lnTo>
                  <a:lnTo>
                    <a:pt x="43916" y="31736"/>
                  </a:lnTo>
                  <a:lnTo>
                    <a:pt x="45719" y="22859"/>
                  </a:lnTo>
                  <a:lnTo>
                    <a:pt x="43916" y="13983"/>
                  </a:lnTo>
                  <a:lnTo>
                    <a:pt x="39004" y="6715"/>
                  </a:lnTo>
                  <a:lnTo>
                    <a:pt x="31736" y="1803"/>
                  </a:lnTo>
                  <a:lnTo>
                    <a:pt x="22859" y="0"/>
                  </a:lnTo>
                  <a:close/>
                </a:path>
              </a:pathLst>
            </a:custGeom>
            <a:solidFill>
              <a:srgbClr val="294D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789932" y="4049267"/>
              <a:ext cx="45720" cy="45720"/>
            </a:xfrm>
            <a:custGeom>
              <a:avLst/>
              <a:gdLst/>
              <a:ahLst/>
              <a:cxnLst/>
              <a:rect l="l" t="t" r="r" b="b"/>
              <a:pathLst>
                <a:path w="45720" h="45720">
                  <a:moveTo>
                    <a:pt x="0" y="22859"/>
                  </a:moveTo>
                  <a:lnTo>
                    <a:pt x="1803" y="13983"/>
                  </a:lnTo>
                  <a:lnTo>
                    <a:pt x="6715" y="6715"/>
                  </a:lnTo>
                  <a:lnTo>
                    <a:pt x="13983" y="1803"/>
                  </a:lnTo>
                  <a:lnTo>
                    <a:pt x="22859" y="0"/>
                  </a:lnTo>
                  <a:lnTo>
                    <a:pt x="31736" y="1803"/>
                  </a:lnTo>
                  <a:lnTo>
                    <a:pt x="39004" y="6715"/>
                  </a:lnTo>
                  <a:lnTo>
                    <a:pt x="43916" y="13983"/>
                  </a:lnTo>
                  <a:lnTo>
                    <a:pt x="45719" y="22859"/>
                  </a:lnTo>
                  <a:lnTo>
                    <a:pt x="43916" y="31736"/>
                  </a:lnTo>
                  <a:lnTo>
                    <a:pt x="39004" y="39004"/>
                  </a:lnTo>
                  <a:lnTo>
                    <a:pt x="31736" y="43916"/>
                  </a:lnTo>
                  <a:lnTo>
                    <a:pt x="22859" y="45719"/>
                  </a:lnTo>
                  <a:lnTo>
                    <a:pt x="13983" y="43916"/>
                  </a:lnTo>
                  <a:lnTo>
                    <a:pt x="6715" y="39004"/>
                  </a:lnTo>
                  <a:lnTo>
                    <a:pt x="1803" y="31736"/>
                  </a:lnTo>
                  <a:lnTo>
                    <a:pt x="0" y="22859"/>
                  </a:lnTo>
                  <a:close/>
                </a:path>
              </a:pathLst>
            </a:custGeom>
            <a:ln w="6096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721352" y="4705349"/>
              <a:ext cx="86995" cy="280670"/>
            </a:xfrm>
            <a:custGeom>
              <a:avLst/>
              <a:gdLst/>
              <a:ahLst/>
              <a:cxnLst/>
              <a:rect l="l" t="t" r="r" b="b"/>
              <a:pathLst>
                <a:path w="86995" h="280670">
                  <a:moveTo>
                    <a:pt x="57912" y="0"/>
                  </a:moveTo>
                  <a:lnTo>
                    <a:pt x="28956" y="0"/>
                  </a:lnTo>
                  <a:lnTo>
                    <a:pt x="28956" y="28956"/>
                  </a:lnTo>
                  <a:lnTo>
                    <a:pt x="57912" y="28956"/>
                  </a:lnTo>
                  <a:lnTo>
                    <a:pt x="57912" y="0"/>
                  </a:lnTo>
                  <a:close/>
                </a:path>
                <a:path w="86995" h="280670">
                  <a:moveTo>
                    <a:pt x="57912" y="57912"/>
                  </a:moveTo>
                  <a:lnTo>
                    <a:pt x="28956" y="57912"/>
                  </a:lnTo>
                  <a:lnTo>
                    <a:pt x="28956" y="86868"/>
                  </a:lnTo>
                  <a:lnTo>
                    <a:pt x="57912" y="86868"/>
                  </a:lnTo>
                  <a:lnTo>
                    <a:pt x="57912" y="57912"/>
                  </a:lnTo>
                  <a:close/>
                </a:path>
                <a:path w="86995" h="280670">
                  <a:moveTo>
                    <a:pt x="57912" y="115824"/>
                  </a:moveTo>
                  <a:lnTo>
                    <a:pt x="28956" y="115824"/>
                  </a:lnTo>
                  <a:lnTo>
                    <a:pt x="28956" y="144780"/>
                  </a:lnTo>
                  <a:lnTo>
                    <a:pt x="57912" y="144780"/>
                  </a:lnTo>
                  <a:lnTo>
                    <a:pt x="57912" y="115824"/>
                  </a:lnTo>
                  <a:close/>
                </a:path>
                <a:path w="86995" h="280670">
                  <a:moveTo>
                    <a:pt x="28956" y="193675"/>
                  </a:moveTo>
                  <a:lnTo>
                    <a:pt x="0" y="193675"/>
                  </a:lnTo>
                  <a:lnTo>
                    <a:pt x="43434" y="280543"/>
                  </a:lnTo>
                  <a:lnTo>
                    <a:pt x="82359" y="202692"/>
                  </a:lnTo>
                  <a:lnTo>
                    <a:pt x="28956" y="202692"/>
                  </a:lnTo>
                  <a:lnTo>
                    <a:pt x="28956" y="193675"/>
                  </a:lnTo>
                  <a:close/>
                </a:path>
                <a:path w="86995" h="280670">
                  <a:moveTo>
                    <a:pt x="57912" y="173736"/>
                  </a:moveTo>
                  <a:lnTo>
                    <a:pt x="28956" y="173736"/>
                  </a:lnTo>
                  <a:lnTo>
                    <a:pt x="28956" y="202692"/>
                  </a:lnTo>
                  <a:lnTo>
                    <a:pt x="57912" y="202692"/>
                  </a:lnTo>
                  <a:lnTo>
                    <a:pt x="57912" y="173736"/>
                  </a:lnTo>
                  <a:close/>
                </a:path>
                <a:path w="86995" h="280670">
                  <a:moveTo>
                    <a:pt x="86868" y="193675"/>
                  </a:moveTo>
                  <a:lnTo>
                    <a:pt x="57912" y="193675"/>
                  </a:lnTo>
                  <a:lnTo>
                    <a:pt x="57912" y="202692"/>
                  </a:lnTo>
                  <a:lnTo>
                    <a:pt x="82359" y="202692"/>
                  </a:lnTo>
                  <a:lnTo>
                    <a:pt x="86868" y="1936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4736" y="1449324"/>
            <a:ext cx="182194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470141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933181" cy="212064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8067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655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1.8.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Limitations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2253995"/>
            <a:ext cx="8306561" cy="95631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895855"/>
            <a:ext cx="1568958" cy="18973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2935223" y="3645408"/>
            <a:ext cx="3939540" cy="1988820"/>
          </a:xfrm>
          <a:custGeom>
            <a:avLst/>
            <a:gdLst/>
            <a:ahLst/>
            <a:cxnLst/>
            <a:rect l="l" t="t" r="r" b="b"/>
            <a:pathLst>
              <a:path w="3939540" h="1988820">
                <a:moveTo>
                  <a:pt x="0" y="994410"/>
                </a:moveTo>
                <a:lnTo>
                  <a:pt x="3875" y="931527"/>
                </a:lnTo>
                <a:lnTo>
                  <a:pt x="15347" y="869683"/>
                </a:lnTo>
                <a:lnTo>
                  <a:pt x="34185" y="808994"/>
                </a:lnTo>
                <a:lnTo>
                  <a:pt x="60158" y="749576"/>
                </a:lnTo>
                <a:lnTo>
                  <a:pt x="93035" y="691547"/>
                </a:lnTo>
                <a:lnTo>
                  <a:pt x="132586" y="635023"/>
                </a:lnTo>
                <a:lnTo>
                  <a:pt x="178581" y="580120"/>
                </a:lnTo>
                <a:lnTo>
                  <a:pt x="230787" y="526954"/>
                </a:lnTo>
                <a:lnTo>
                  <a:pt x="259148" y="501060"/>
                </a:lnTo>
                <a:lnTo>
                  <a:pt x="288975" y="475643"/>
                </a:lnTo>
                <a:lnTo>
                  <a:pt x="320241" y="450720"/>
                </a:lnTo>
                <a:lnTo>
                  <a:pt x="352914" y="426303"/>
                </a:lnTo>
                <a:lnTo>
                  <a:pt x="386968" y="402409"/>
                </a:lnTo>
                <a:lnTo>
                  <a:pt x="422373" y="379051"/>
                </a:lnTo>
                <a:lnTo>
                  <a:pt x="459101" y="356244"/>
                </a:lnTo>
                <a:lnTo>
                  <a:pt x="497122" y="334002"/>
                </a:lnTo>
                <a:lnTo>
                  <a:pt x="536407" y="312341"/>
                </a:lnTo>
                <a:lnTo>
                  <a:pt x="576929" y="291274"/>
                </a:lnTo>
                <a:lnTo>
                  <a:pt x="618657" y="270817"/>
                </a:lnTo>
                <a:lnTo>
                  <a:pt x="661564" y="250983"/>
                </a:lnTo>
                <a:lnTo>
                  <a:pt x="705619" y="231788"/>
                </a:lnTo>
                <a:lnTo>
                  <a:pt x="750796" y="213245"/>
                </a:lnTo>
                <a:lnTo>
                  <a:pt x="797063" y="195371"/>
                </a:lnTo>
                <a:lnTo>
                  <a:pt x="844394" y="178178"/>
                </a:lnTo>
                <a:lnTo>
                  <a:pt x="892759" y="161682"/>
                </a:lnTo>
                <a:lnTo>
                  <a:pt x="942128" y="145897"/>
                </a:lnTo>
                <a:lnTo>
                  <a:pt x="992474" y="130839"/>
                </a:lnTo>
                <a:lnTo>
                  <a:pt x="1043767" y="116520"/>
                </a:lnTo>
                <a:lnTo>
                  <a:pt x="1095979" y="102956"/>
                </a:lnTo>
                <a:lnTo>
                  <a:pt x="1149080" y="90162"/>
                </a:lnTo>
                <a:lnTo>
                  <a:pt x="1203043" y="78152"/>
                </a:lnTo>
                <a:lnTo>
                  <a:pt x="1257837" y="66941"/>
                </a:lnTo>
                <a:lnTo>
                  <a:pt x="1313435" y="56542"/>
                </a:lnTo>
                <a:lnTo>
                  <a:pt x="1369807" y="46972"/>
                </a:lnTo>
                <a:lnTo>
                  <a:pt x="1426924" y="38244"/>
                </a:lnTo>
                <a:lnTo>
                  <a:pt x="1484758" y="30373"/>
                </a:lnTo>
                <a:lnTo>
                  <a:pt x="1543280" y="23373"/>
                </a:lnTo>
                <a:lnTo>
                  <a:pt x="1602461" y="17259"/>
                </a:lnTo>
                <a:lnTo>
                  <a:pt x="1662272" y="12046"/>
                </a:lnTo>
                <a:lnTo>
                  <a:pt x="1722684" y="7748"/>
                </a:lnTo>
                <a:lnTo>
                  <a:pt x="1783669" y="4380"/>
                </a:lnTo>
                <a:lnTo>
                  <a:pt x="1845197" y="1956"/>
                </a:lnTo>
                <a:lnTo>
                  <a:pt x="1907240" y="491"/>
                </a:lnTo>
                <a:lnTo>
                  <a:pt x="1969770" y="0"/>
                </a:lnTo>
                <a:lnTo>
                  <a:pt x="2032299" y="491"/>
                </a:lnTo>
                <a:lnTo>
                  <a:pt x="2094342" y="1956"/>
                </a:lnTo>
                <a:lnTo>
                  <a:pt x="2155870" y="4380"/>
                </a:lnTo>
                <a:lnTo>
                  <a:pt x="2216855" y="7748"/>
                </a:lnTo>
                <a:lnTo>
                  <a:pt x="2277267" y="12046"/>
                </a:lnTo>
                <a:lnTo>
                  <a:pt x="2337078" y="17259"/>
                </a:lnTo>
                <a:lnTo>
                  <a:pt x="2396259" y="23373"/>
                </a:lnTo>
                <a:lnTo>
                  <a:pt x="2454781" y="30373"/>
                </a:lnTo>
                <a:lnTo>
                  <a:pt x="2512615" y="38244"/>
                </a:lnTo>
                <a:lnTo>
                  <a:pt x="2569732" y="46972"/>
                </a:lnTo>
                <a:lnTo>
                  <a:pt x="2626104" y="56542"/>
                </a:lnTo>
                <a:lnTo>
                  <a:pt x="2681702" y="66941"/>
                </a:lnTo>
                <a:lnTo>
                  <a:pt x="2736496" y="78152"/>
                </a:lnTo>
                <a:lnTo>
                  <a:pt x="2790459" y="90162"/>
                </a:lnTo>
                <a:lnTo>
                  <a:pt x="2843560" y="102956"/>
                </a:lnTo>
                <a:lnTo>
                  <a:pt x="2895772" y="116520"/>
                </a:lnTo>
                <a:lnTo>
                  <a:pt x="2947065" y="130839"/>
                </a:lnTo>
                <a:lnTo>
                  <a:pt x="2997411" y="145897"/>
                </a:lnTo>
                <a:lnTo>
                  <a:pt x="3046780" y="161682"/>
                </a:lnTo>
                <a:lnTo>
                  <a:pt x="3095145" y="178178"/>
                </a:lnTo>
                <a:lnTo>
                  <a:pt x="3142476" y="195371"/>
                </a:lnTo>
                <a:lnTo>
                  <a:pt x="3188743" y="213245"/>
                </a:lnTo>
                <a:lnTo>
                  <a:pt x="3233920" y="231788"/>
                </a:lnTo>
                <a:lnTo>
                  <a:pt x="3277975" y="250983"/>
                </a:lnTo>
                <a:lnTo>
                  <a:pt x="3320882" y="270817"/>
                </a:lnTo>
                <a:lnTo>
                  <a:pt x="3362610" y="291274"/>
                </a:lnTo>
                <a:lnTo>
                  <a:pt x="3403132" y="312341"/>
                </a:lnTo>
                <a:lnTo>
                  <a:pt x="3442417" y="334002"/>
                </a:lnTo>
                <a:lnTo>
                  <a:pt x="3480438" y="356244"/>
                </a:lnTo>
                <a:lnTo>
                  <a:pt x="3517166" y="379051"/>
                </a:lnTo>
                <a:lnTo>
                  <a:pt x="3552571" y="402409"/>
                </a:lnTo>
                <a:lnTo>
                  <a:pt x="3586625" y="426303"/>
                </a:lnTo>
                <a:lnTo>
                  <a:pt x="3619298" y="450720"/>
                </a:lnTo>
                <a:lnTo>
                  <a:pt x="3650564" y="475643"/>
                </a:lnTo>
                <a:lnTo>
                  <a:pt x="3680391" y="501060"/>
                </a:lnTo>
                <a:lnTo>
                  <a:pt x="3708752" y="526954"/>
                </a:lnTo>
                <a:lnTo>
                  <a:pt x="3760958" y="580120"/>
                </a:lnTo>
                <a:lnTo>
                  <a:pt x="3806953" y="635023"/>
                </a:lnTo>
                <a:lnTo>
                  <a:pt x="3846504" y="691547"/>
                </a:lnTo>
                <a:lnTo>
                  <a:pt x="3879381" y="749576"/>
                </a:lnTo>
                <a:lnTo>
                  <a:pt x="3905354" y="808994"/>
                </a:lnTo>
                <a:lnTo>
                  <a:pt x="3924192" y="869683"/>
                </a:lnTo>
                <a:lnTo>
                  <a:pt x="3935664" y="931527"/>
                </a:lnTo>
                <a:lnTo>
                  <a:pt x="3939540" y="994410"/>
                </a:lnTo>
                <a:lnTo>
                  <a:pt x="3938566" y="1025973"/>
                </a:lnTo>
                <a:lnTo>
                  <a:pt x="3930863" y="1088351"/>
                </a:lnTo>
                <a:lnTo>
                  <a:pt x="3915680" y="1149633"/>
                </a:lnTo>
                <a:lnTo>
                  <a:pt x="3893245" y="1209700"/>
                </a:lnTo>
                <a:lnTo>
                  <a:pt x="3863791" y="1268438"/>
                </a:lnTo>
                <a:lnTo>
                  <a:pt x="3827548" y="1325730"/>
                </a:lnTo>
                <a:lnTo>
                  <a:pt x="3784746" y="1381458"/>
                </a:lnTo>
                <a:lnTo>
                  <a:pt x="3735617" y="1435507"/>
                </a:lnTo>
                <a:lnTo>
                  <a:pt x="3680391" y="1487759"/>
                </a:lnTo>
                <a:lnTo>
                  <a:pt x="3650564" y="1513176"/>
                </a:lnTo>
                <a:lnTo>
                  <a:pt x="3619298" y="1538099"/>
                </a:lnTo>
                <a:lnTo>
                  <a:pt x="3586625" y="1562516"/>
                </a:lnTo>
                <a:lnTo>
                  <a:pt x="3552571" y="1586410"/>
                </a:lnTo>
                <a:lnTo>
                  <a:pt x="3517166" y="1609768"/>
                </a:lnTo>
                <a:lnTo>
                  <a:pt x="3480438" y="1632575"/>
                </a:lnTo>
                <a:lnTo>
                  <a:pt x="3442417" y="1654817"/>
                </a:lnTo>
                <a:lnTo>
                  <a:pt x="3403132" y="1676478"/>
                </a:lnTo>
                <a:lnTo>
                  <a:pt x="3362610" y="1697545"/>
                </a:lnTo>
                <a:lnTo>
                  <a:pt x="3320882" y="1718002"/>
                </a:lnTo>
                <a:lnTo>
                  <a:pt x="3277975" y="1737836"/>
                </a:lnTo>
                <a:lnTo>
                  <a:pt x="3233920" y="1757031"/>
                </a:lnTo>
                <a:lnTo>
                  <a:pt x="3188743" y="1775574"/>
                </a:lnTo>
                <a:lnTo>
                  <a:pt x="3142476" y="1793448"/>
                </a:lnTo>
                <a:lnTo>
                  <a:pt x="3095145" y="1810641"/>
                </a:lnTo>
                <a:lnTo>
                  <a:pt x="3046780" y="1827137"/>
                </a:lnTo>
                <a:lnTo>
                  <a:pt x="2997411" y="1842922"/>
                </a:lnTo>
                <a:lnTo>
                  <a:pt x="2947065" y="1857980"/>
                </a:lnTo>
                <a:lnTo>
                  <a:pt x="2895772" y="1872299"/>
                </a:lnTo>
                <a:lnTo>
                  <a:pt x="2843560" y="1885863"/>
                </a:lnTo>
                <a:lnTo>
                  <a:pt x="2790459" y="1898657"/>
                </a:lnTo>
                <a:lnTo>
                  <a:pt x="2736496" y="1910667"/>
                </a:lnTo>
                <a:lnTo>
                  <a:pt x="2681702" y="1921878"/>
                </a:lnTo>
                <a:lnTo>
                  <a:pt x="2626104" y="1932277"/>
                </a:lnTo>
                <a:lnTo>
                  <a:pt x="2569732" y="1941847"/>
                </a:lnTo>
                <a:lnTo>
                  <a:pt x="2512615" y="1950575"/>
                </a:lnTo>
                <a:lnTo>
                  <a:pt x="2454781" y="1958446"/>
                </a:lnTo>
                <a:lnTo>
                  <a:pt x="2396259" y="1965446"/>
                </a:lnTo>
                <a:lnTo>
                  <a:pt x="2337078" y="1971560"/>
                </a:lnTo>
                <a:lnTo>
                  <a:pt x="2277267" y="1976773"/>
                </a:lnTo>
                <a:lnTo>
                  <a:pt x="2216855" y="1981071"/>
                </a:lnTo>
                <a:lnTo>
                  <a:pt x="2155870" y="1984439"/>
                </a:lnTo>
                <a:lnTo>
                  <a:pt x="2094342" y="1986863"/>
                </a:lnTo>
                <a:lnTo>
                  <a:pt x="2032299" y="1988328"/>
                </a:lnTo>
                <a:lnTo>
                  <a:pt x="1969770" y="1988820"/>
                </a:lnTo>
                <a:lnTo>
                  <a:pt x="1907240" y="1988328"/>
                </a:lnTo>
                <a:lnTo>
                  <a:pt x="1845197" y="1986863"/>
                </a:lnTo>
                <a:lnTo>
                  <a:pt x="1783669" y="1984439"/>
                </a:lnTo>
                <a:lnTo>
                  <a:pt x="1722684" y="1981071"/>
                </a:lnTo>
                <a:lnTo>
                  <a:pt x="1662272" y="1976773"/>
                </a:lnTo>
                <a:lnTo>
                  <a:pt x="1602461" y="1971560"/>
                </a:lnTo>
                <a:lnTo>
                  <a:pt x="1543280" y="1965446"/>
                </a:lnTo>
                <a:lnTo>
                  <a:pt x="1484758" y="1958446"/>
                </a:lnTo>
                <a:lnTo>
                  <a:pt x="1426924" y="1950575"/>
                </a:lnTo>
                <a:lnTo>
                  <a:pt x="1369807" y="1941847"/>
                </a:lnTo>
                <a:lnTo>
                  <a:pt x="1313435" y="1932277"/>
                </a:lnTo>
                <a:lnTo>
                  <a:pt x="1257837" y="1921878"/>
                </a:lnTo>
                <a:lnTo>
                  <a:pt x="1203043" y="1910667"/>
                </a:lnTo>
                <a:lnTo>
                  <a:pt x="1149080" y="1898657"/>
                </a:lnTo>
                <a:lnTo>
                  <a:pt x="1095979" y="1885863"/>
                </a:lnTo>
                <a:lnTo>
                  <a:pt x="1043767" y="1872299"/>
                </a:lnTo>
                <a:lnTo>
                  <a:pt x="992474" y="1857980"/>
                </a:lnTo>
                <a:lnTo>
                  <a:pt x="942128" y="1842922"/>
                </a:lnTo>
                <a:lnTo>
                  <a:pt x="892759" y="1827137"/>
                </a:lnTo>
                <a:lnTo>
                  <a:pt x="844394" y="1810641"/>
                </a:lnTo>
                <a:lnTo>
                  <a:pt x="797063" y="1793448"/>
                </a:lnTo>
                <a:lnTo>
                  <a:pt x="750796" y="1775574"/>
                </a:lnTo>
                <a:lnTo>
                  <a:pt x="705619" y="1757031"/>
                </a:lnTo>
                <a:lnTo>
                  <a:pt x="661564" y="1737836"/>
                </a:lnTo>
                <a:lnTo>
                  <a:pt x="618657" y="1718002"/>
                </a:lnTo>
                <a:lnTo>
                  <a:pt x="576929" y="1697545"/>
                </a:lnTo>
                <a:lnTo>
                  <a:pt x="536407" y="1676478"/>
                </a:lnTo>
                <a:lnTo>
                  <a:pt x="497122" y="1654817"/>
                </a:lnTo>
                <a:lnTo>
                  <a:pt x="459101" y="1632575"/>
                </a:lnTo>
                <a:lnTo>
                  <a:pt x="422373" y="1609768"/>
                </a:lnTo>
                <a:lnTo>
                  <a:pt x="386968" y="1586410"/>
                </a:lnTo>
                <a:lnTo>
                  <a:pt x="352914" y="1562516"/>
                </a:lnTo>
                <a:lnTo>
                  <a:pt x="320241" y="1538099"/>
                </a:lnTo>
                <a:lnTo>
                  <a:pt x="288975" y="1513176"/>
                </a:lnTo>
                <a:lnTo>
                  <a:pt x="259148" y="1487759"/>
                </a:lnTo>
                <a:lnTo>
                  <a:pt x="230787" y="1461865"/>
                </a:lnTo>
                <a:lnTo>
                  <a:pt x="178581" y="1408699"/>
                </a:lnTo>
                <a:lnTo>
                  <a:pt x="132586" y="1353796"/>
                </a:lnTo>
                <a:lnTo>
                  <a:pt x="93035" y="1297272"/>
                </a:lnTo>
                <a:lnTo>
                  <a:pt x="60158" y="1239243"/>
                </a:lnTo>
                <a:lnTo>
                  <a:pt x="34185" y="1179825"/>
                </a:lnTo>
                <a:lnTo>
                  <a:pt x="15347" y="1119136"/>
                </a:lnTo>
                <a:lnTo>
                  <a:pt x="3875" y="1057292"/>
                </a:lnTo>
                <a:lnTo>
                  <a:pt x="0" y="994410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907028" y="4903978"/>
            <a:ext cx="2019300" cy="1080135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marL="109855">
              <a:lnSpc>
                <a:spcPct val="100000"/>
              </a:lnSpc>
              <a:spcBef>
                <a:spcPts val="615"/>
              </a:spcBef>
            </a:pPr>
            <a:r>
              <a:rPr dirty="0" sz="1200" spc="-114">
                <a:latin typeface="Trebuchet MS"/>
                <a:cs typeface="Trebuchet MS"/>
              </a:rPr>
              <a:t>60000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dirty="0" sz="1200" spc="-190">
                <a:latin typeface="Trebuchet MS"/>
                <a:cs typeface="Trebuchet MS"/>
              </a:rPr>
              <a:t>MNIST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 marL="155575">
              <a:lnSpc>
                <a:spcPct val="100000"/>
              </a:lnSpc>
              <a:spcBef>
                <a:spcPts val="1085"/>
              </a:spcBef>
            </a:pPr>
            <a:r>
              <a:rPr dirty="0" sz="1400" spc="-360" b="1">
                <a:solidFill>
                  <a:srgbClr val="13299F"/>
                </a:solidFill>
                <a:latin typeface="Tahoma"/>
                <a:cs typeface="Tahoma"/>
              </a:rPr>
              <a:t>R</a:t>
            </a:r>
            <a:r>
              <a:rPr dirty="0" sz="1400" spc="-28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80" b="1">
                <a:solidFill>
                  <a:srgbClr val="13299F"/>
                </a:solidFill>
                <a:latin typeface="Tahoma"/>
                <a:cs typeface="Tahoma"/>
              </a:rPr>
              <a:t>re</a:t>
            </a:r>
            <a:r>
              <a:rPr dirty="0" sz="1400" spc="-13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420" b="1">
                <a:solidFill>
                  <a:srgbClr val="13299F"/>
                </a:solidFill>
                <a:latin typeface="Tahoma"/>
                <a:cs typeface="Tahoma"/>
              </a:rPr>
              <a:t>D</a:t>
            </a:r>
            <a:r>
              <a:rPr dirty="0" sz="1400" spc="-26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95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400" spc="-26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310" b="1">
                <a:solidFill>
                  <a:srgbClr val="13299F"/>
                </a:solidFill>
                <a:latin typeface="Tahoma"/>
                <a:cs typeface="Tahoma"/>
              </a:rPr>
              <a:t>b</a:t>
            </a:r>
            <a:r>
              <a:rPr dirty="0" sz="1400" spc="-30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7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27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r>
              <a:rPr dirty="0" sz="1400" spc="-16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235" b="1">
                <a:solidFill>
                  <a:srgbClr val="13299F"/>
                </a:solidFill>
                <a:latin typeface="Tahoma"/>
                <a:cs typeface="Tahoma"/>
              </a:rPr>
              <a:t>in</a:t>
            </a:r>
            <a:r>
              <a:rPr dirty="0" sz="1400" spc="-125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280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2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340" b="1">
                <a:solidFill>
                  <a:srgbClr val="13299F"/>
                </a:solidFill>
                <a:latin typeface="Tahoma"/>
                <a:cs typeface="Tahoma"/>
              </a:rPr>
              <a:t>V</a:t>
            </a:r>
            <a:r>
              <a:rPr dirty="0" sz="1400" spc="-26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5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200" b="1">
                <a:solidFill>
                  <a:srgbClr val="13299F"/>
                </a:solidFill>
                <a:latin typeface="Tahoma"/>
                <a:cs typeface="Tahoma"/>
              </a:rPr>
              <a:t>t</a:t>
            </a:r>
            <a:r>
              <a:rPr dirty="0" sz="1400" spc="-160" b="1">
                <a:solidFill>
                  <a:srgbClr val="13299F"/>
                </a:solidFill>
                <a:latin typeface="Tahoma"/>
                <a:cs typeface="Tahoma"/>
              </a:rPr>
              <a:t> </a:t>
            </a:r>
            <a:r>
              <a:rPr dirty="0" sz="1400" spc="-265" b="1">
                <a:solidFill>
                  <a:srgbClr val="13299F"/>
                </a:solidFill>
                <a:latin typeface="Tahoma"/>
                <a:cs typeface="Tahoma"/>
              </a:rPr>
              <a:t>S</a:t>
            </a:r>
            <a:r>
              <a:rPr dirty="0" sz="1400" spc="-310" b="1">
                <a:solidFill>
                  <a:srgbClr val="13299F"/>
                </a:solidFill>
                <a:latin typeface="Tahoma"/>
                <a:cs typeface="Tahoma"/>
              </a:rPr>
              <a:t>p</a:t>
            </a:r>
            <a:r>
              <a:rPr dirty="0" sz="1400" spc="-275" b="1">
                <a:solidFill>
                  <a:srgbClr val="13299F"/>
                </a:solidFill>
                <a:latin typeface="Tahoma"/>
                <a:cs typeface="Tahoma"/>
              </a:rPr>
              <a:t>a</a:t>
            </a:r>
            <a:r>
              <a:rPr dirty="0" sz="1400" spc="-170" b="1">
                <a:solidFill>
                  <a:srgbClr val="13299F"/>
                </a:solidFill>
                <a:latin typeface="Tahoma"/>
                <a:cs typeface="Tahoma"/>
              </a:rPr>
              <a:t>c</a:t>
            </a:r>
            <a:r>
              <a:rPr dirty="0" sz="1400" spc="-270" b="1">
                <a:solidFill>
                  <a:srgbClr val="13299F"/>
                </a:solidFill>
                <a:latin typeface="Tahoma"/>
                <a:cs typeface="Tahoma"/>
              </a:rPr>
              <a:t>e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96284" y="5075046"/>
            <a:ext cx="197103" cy="24523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806441" y="3675379"/>
            <a:ext cx="3994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9841" sz="2100" spc="30">
                <a:latin typeface="Cambria Math"/>
                <a:cs typeface="Cambria Math"/>
              </a:rPr>
              <a:t>2</a:t>
            </a:r>
            <a:r>
              <a:rPr dirty="0" sz="1000" spc="20">
                <a:latin typeface="Cambria Math"/>
                <a:cs typeface="Cambria Math"/>
              </a:rPr>
              <a:t>784</a:t>
            </a:r>
            <a:endParaRPr sz="100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73963" y="1440154"/>
            <a:ext cx="4263390" cy="305587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655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1.8.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Limitations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27"/>
            <a:ext cx="5113782" cy="46102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2274570" cy="18973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11806" y="3186597"/>
            <a:ext cx="3089229" cy="921833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779776" y="2610611"/>
            <a:ext cx="4125595" cy="1637030"/>
          </a:xfrm>
          <a:prstGeom prst="rect">
            <a:avLst/>
          </a:prstGeom>
          <a:ln w="3175">
            <a:solidFill>
              <a:srgbClr val="BEBEBE"/>
            </a:solidFill>
          </a:ln>
        </p:spPr>
        <p:txBody>
          <a:bodyPr wrap="square" lIns="0" tIns="44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Times New Roman"/>
              <a:cs typeface="Times New Roman"/>
            </a:endParaRPr>
          </a:p>
          <a:p>
            <a:pPr marL="462280">
              <a:lnSpc>
                <a:spcPct val="100000"/>
              </a:lnSpc>
              <a:tabLst>
                <a:tab pos="2706370" algn="l"/>
              </a:tabLst>
            </a:pPr>
            <a:r>
              <a:rPr dirty="0" sz="1400" spc="-265" b="1">
                <a:latin typeface="Tahoma"/>
                <a:cs typeface="Tahoma"/>
              </a:rPr>
              <a:t>S</a:t>
            </a:r>
            <a:r>
              <a:rPr dirty="0" sz="1400" spc="-265" b="1">
                <a:latin typeface="Tahoma"/>
                <a:cs typeface="Tahoma"/>
              </a:rPr>
              <a:t>a</a:t>
            </a:r>
            <a:r>
              <a:rPr dirty="0" sz="1400" spc="-465" b="1">
                <a:latin typeface="Tahoma"/>
                <a:cs typeface="Tahoma"/>
              </a:rPr>
              <a:t>m</a:t>
            </a:r>
            <a:r>
              <a:rPr dirty="0" sz="1400" spc="-300" b="1">
                <a:latin typeface="Tahoma"/>
                <a:cs typeface="Tahoma"/>
              </a:rPr>
              <a:t>p</a:t>
            </a:r>
            <a:r>
              <a:rPr dirty="0" sz="1400" spc="-210" b="1">
                <a:latin typeface="Tahoma"/>
                <a:cs typeface="Tahoma"/>
              </a:rPr>
              <a:t>lin</a:t>
            </a:r>
            <a:r>
              <a:rPr dirty="0" sz="1400" spc="-310" b="1">
                <a:latin typeface="Tahoma"/>
                <a:cs typeface="Tahoma"/>
              </a:rPr>
              <a:t>g</a:t>
            </a:r>
            <a:r>
              <a:rPr dirty="0" sz="1400" spc="-130" b="1">
                <a:latin typeface="Tahoma"/>
                <a:cs typeface="Tahoma"/>
              </a:rPr>
              <a:t> </a:t>
            </a:r>
            <a:r>
              <a:rPr dirty="0" sz="1400" spc="-434" b="1">
                <a:latin typeface="Tahoma"/>
                <a:cs typeface="Tahoma"/>
              </a:rPr>
              <a:t>N</a:t>
            </a:r>
            <a:r>
              <a:rPr dirty="0" sz="1400" spc="-290" b="1">
                <a:latin typeface="Tahoma"/>
                <a:cs typeface="Tahoma"/>
              </a:rPr>
              <a:t>o</a:t>
            </a:r>
            <a:r>
              <a:rPr dirty="0" sz="1400" spc="-120" b="1">
                <a:latin typeface="Tahoma"/>
                <a:cs typeface="Tahoma"/>
              </a:rPr>
              <a:t>i</a:t>
            </a:r>
            <a:r>
              <a:rPr dirty="0" sz="1400" spc="-175" b="1">
                <a:latin typeface="Tahoma"/>
                <a:cs typeface="Tahoma"/>
              </a:rPr>
              <a:t>s</a:t>
            </a:r>
            <a:r>
              <a:rPr dirty="0" sz="1400" spc="-270" b="1">
                <a:latin typeface="Tahoma"/>
                <a:cs typeface="Tahoma"/>
              </a:rPr>
              <a:t>e</a:t>
            </a:r>
            <a:r>
              <a:rPr dirty="0" sz="1400" b="1">
                <a:latin typeface="Tahoma"/>
                <a:cs typeface="Tahoma"/>
              </a:rPr>
              <a:t>	</a:t>
            </a:r>
            <a:r>
              <a:rPr dirty="0" sz="1400" spc="-265" b="1">
                <a:latin typeface="Tahoma"/>
                <a:cs typeface="Tahoma"/>
              </a:rPr>
              <a:t>S</a:t>
            </a:r>
            <a:r>
              <a:rPr dirty="0" sz="1400" spc="-265" b="1">
                <a:latin typeface="Tahoma"/>
                <a:cs typeface="Tahoma"/>
              </a:rPr>
              <a:t>a</a:t>
            </a:r>
            <a:r>
              <a:rPr dirty="0" sz="1400" spc="-270" b="1">
                <a:latin typeface="Tahoma"/>
                <a:cs typeface="Tahoma"/>
              </a:rPr>
              <a:t>mpli</a:t>
            </a:r>
            <a:r>
              <a:rPr dirty="0" sz="1400" spc="-325" b="1">
                <a:latin typeface="Tahoma"/>
                <a:cs typeface="Tahoma"/>
              </a:rPr>
              <a:t>n</a:t>
            </a:r>
            <a:r>
              <a:rPr dirty="0" sz="1400" spc="-315" b="1">
                <a:latin typeface="Tahoma"/>
                <a:cs typeface="Tahoma"/>
              </a:rPr>
              <a:t>g</a:t>
            </a:r>
            <a:r>
              <a:rPr dirty="0" sz="1400" spc="-130" b="1">
                <a:latin typeface="Tahoma"/>
                <a:cs typeface="Tahoma"/>
              </a:rPr>
              <a:t> </a:t>
            </a:r>
            <a:r>
              <a:rPr dirty="0" sz="1400" spc="-315" b="1">
                <a:latin typeface="Tahoma"/>
                <a:cs typeface="Tahoma"/>
              </a:rPr>
              <a:t>B</a:t>
            </a:r>
            <a:r>
              <a:rPr dirty="0" sz="1400" spc="-145" b="1">
                <a:latin typeface="Tahoma"/>
                <a:cs typeface="Tahoma"/>
              </a:rPr>
              <a:t>i</a:t>
            </a:r>
            <a:r>
              <a:rPr dirty="0" sz="1400" spc="-270" b="1">
                <a:latin typeface="Tahoma"/>
                <a:cs typeface="Tahoma"/>
              </a:rPr>
              <a:t>a</a:t>
            </a:r>
            <a:r>
              <a:rPr dirty="0" sz="1400" spc="-180" b="1">
                <a:latin typeface="Tahoma"/>
                <a:cs typeface="Tahoma"/>
              </a:rPr>
              <a:t>s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0851" y="1805927"/>
            <a:ext cx="8291322" cy="4610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3655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1.8.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Limitations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154430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655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1.8.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Limitations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6919722" cy="105994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203197" cy="157734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65569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1.8.</a:t>
            </a:r>
            <a:r>
              <a:rPr dirty="0" spc="-10"/>
              <a:t> </a:t>
            </a:r>
            <a:r>
              <a:rPr dirty="0" spc="-5"/>
              <a:t>Limitations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15"/>
              <a:t> </a:t>
            </a:r>
            <a:r>
              <a:rPr dirty="0" spc="-5"/>
              <a:t>Learning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5104638" cy="16230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543050" cy="1897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512777" y="3704564"/>
            <a:ext cx="190500" cy="1181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 sz="1300">
                <a:latin typeface="Cambria Math"/>
                <a:cs typeface="Cambria Math"/>
              </a:rPr>
              <a:t>𝑦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720084" y="2558795"/>
            <a:ext cx="2403475" cy="2374900"/>
            <a:chOff x="3720084" y="2558795"/>
            <a:chExt cx="2403475" cy="2374900"/>
          </a:xfrm>
        </p:grpSpPr>
        <p:sp>
          <p:nvSpPr>
            <p:cNvPr id="11" name="object 11"/>
            <p:cNvSpPr/>
            <p:nvPr/>
          </p:nvSpPr>
          <p:spPr>
            <a:xfrm>
              <a:off x="3761232" y="3616451"/>
              <a:ext cx="58419" cy="58419"/>
            </a:xfrm>
            <a:custGeom>
              <a:avLst/>
              <a:gdLst/>
              <a:ahLst/>
              <a:cxnLst/>
              <a:rect l="l" t="t" r="r" b="b"/>
              <a:pathLst>
                <a:path w="58420" h="58420">
                  <a:moveTo>
                    <a:pt x="28955" y="0"/>
                  </a:moveTo>
                  <a:lnTo>
                    <a:pt x="17680" y="2274"/>
                  </a:lnTo>
                  <a:lnTo>
                    <a:pt x="8477" y="8477"/>
                  </a:lnTo>
                  <a:lnTo>
                    <a:pt x="2274" y="17680"/>
                  </a:lnTo>
                  <a:lnTo>
                    <a:pt x="0" y="28956"/>
                  </a:lnTo>
                  <a:lnTo>
                    <a:pt x="2274" y="40231"/>
                  </a:lnTo>
                  <a:lnTo>
                    <a:pt x="8477" y="49434"/>
                  </a:lnTo>
                  <a:lnTo>
                    <a:pt x="17680" y="55637"/>
                  </a:lnTo>
                  <a:lnTo>
                    <a:pt x="28955" y="57912"/>
                  </a:lnTo>
                  <a:lnTo>
                    <a:pt x="40231" y="55637"/>
                  </a:lnTo>
                  <a:lnTo>
                    <a:pt x="49434" y="49434"/>
                  </a:lnTo>
                  <a:lnTo>
                    <a:pt x="55637" y="40231"/>
                  </a:lnTo>
                  <a:lnTo>
                    <a:pt x="57912" y="28956"/>
                  </a:lnTo>
                  <a:lnTo>
                    <a:pt x="55637" y="17680"/>
                  </a:lnTo>
                  <a:lnTo>
                    <a:pt x="49434" y="8477"/>
                  </a:lnTo>
                  <a:lnTo>
                    <a:pt x="40231" y="2274"/>
                  </a:lnTo>
                  <a:lnTo>
                    <a:pt x="28955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83152" y="3311651"/>
              <a:ext cx="57910" cy="59436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014216" y="3215639"/>
              <a:ext cx="57912" cy="396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133088" y="3151631"/>
              <a:ext cx="105156" cy="594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326636" y="3430523"/>
              <a:ext cx="59436" cy="5943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11980" y="3558539"/>
              <a:ext cx="57912" cy="5943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80560" y="3712463"/>
              <a:ext cx="59436" cy="579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693920" y="4209288"/>
              <a:ext cx="96012" cy="1356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66132" y="4314444"/>
              <a:ext cx="196595" cy="1295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956048" y="4162043"/>
              <a:ext cx="59436" cy="4114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4124" y="3113531"/>
              <a:ext cx="57912" cy="5943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16524" y="3113531"/>
              <a:ext cx="70103" cy="14935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50564" y="2564891"/>
              <a:ext cx="2046732" cy="235457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726180" y="2564891"/>
              <a:ext cx="2391410" cy="2362200"/>
            </a:xfrm>
            <a:custGeom>
              <a:avLst/>
              <a:gdLst/>
              <a:ahLst/>
              <a:cxnLst/>
              <a:rect l="l" t="t" r="r" b="b"/>
              <a:pathLst>
                <a:path w="2391410" h="2362200">
                  <a:moveTo>
                    <a:pt x="0" y="2362199"/>
                  </a:moveTo>
                  <a:lnTo>
                    <a:pt x="2391155" y="2362199"/>
                  </a:lnTo>
                  <a:lnTo>
                    <a:pt x="2391155" y="0"/>
                  </a:lnTo>
                  <a:lnTo>
                    <a:pt x="0" y="0"/>
                  </a:lnTo>
                  <a:lnTo>
                    <a:pt x="0" y="2362199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161788" y="3944111"/>
              <a:ext cx="71627" cy="89915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5271516" y="3037331"/>
              <a:ext cx="59690" cy="58419"/>
            </a:xfrm>
            <a:custGeom>
              <a:avLst/>
              <a:gdLst/>
              <a:ahLst/>
              <a:cxnLst/>
              <a:rect l="l" t="t" r="r" b="b"/>
              <a:pathLst>
                <a:path w="59689" h="58419">
                  <a:moveTo>
                    <a:pt x="29718" y="0"/>
                  </a:moveTo>
                  <a:lnTo>
                    <a:pt x="18162" y="2274"/>
                  </a:lnTo>
                  <a:lnTo>
                    <a:pt x="8715" y="8477"/>
                  </a:lnTo>
                  <a:lnTo>
                    <a:pt x="2339" y="17680"/>
                  </a:lnTo>
                  <a:lnTo>
                    <a:pt x="0" y="28955"/>
                  </a:lnTo>
                  <a:lnTo>
                    <a:pt x="2339" y="40231"/>
                  </a:lnTo>
                  <a:lnTo>
                    <a:pt x="8715" y="49434"/>
                  </a:lnTo>
                  <a:lnTo>
                    <a:pt x="18162" y="55637"/>
                  </a:lnTo>
                  <a:lnTo>
                    <a:pt x="29718" y="57912"/>
                  </a:lnTo>
                  <a:lnTo>
                    <a:pt x="41273" y="55637"/>
                  </a:lnTo>
                  <a:lnTo>
                    <a:pt x="50720" y="49434"/>
                  </a:lnTo>
                  <a:lnTo>
                    <a:pt x="57096" y="40231"/>
                  </a:lnTo>
                  <a:lnTo>
                    <a:pt x="59436" y="28955"/>
                  </a:lnTo>
                  <a:lnTo>
                    <a:pt x="57096" y="17680"/>
                  </a:lnTo>
                  <a:lnTo>
                    <a:pt x="50720" y="8477"/>
                  </a:lnTo>
                  <a:lnTo>
                    <a:pt x="41273" y="2274"/>
                  </a:lnTo>
                  <a:lnTo>
                    <a:pt x="2971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271516" y="3037331"/>
              <a:ext cx="59690" cy="58419"/>
            </a:xfrm>
            <a:custGeom>
              <a:avLst/>
              <a:gdLst/>
              <a:ahLst/>
              <a:cxnLst/>
              <a:rect l="l" t="t" r="r" b="b"/>
              <a:pathLst>
                <a:path w="59689" h="58419">
                  <a:moveTo>
                    <a:pt x="0" y="28955"/>
                  </a:moveTo>
                  <a:lnTo>
                    <a:pt x="2339" y="17680"/>
                  </a:lnTo>
                  <a:lnTo>
                    <a:pt x="8715" y="8477"/>
                  </a:lnTo>
                  <a:lnTo>
                    <a:pt x="18162" y="2274"/>
                  </a:lnTo>
                  <a:lnTo>
                    <a:pt x="29718" y="0"/>
                  </a:lnTo>
                  <a:lnTo>
                    <a:pt x="41273" y="2274"/>
                  </a:lnTo>
                  <a:lnTo>
                    <a:pt x="50720" y="8477"/>
                  </a:lnTo>
                  <a:lnTo>
                    <a:pt x="57096" y="17680"/>
                  </a:lnTo>
                  <a:lnTo>
                    <a:pt x="59436" y="28955"/>
                  </a:lnTo>
                  <a:lnTo>
                    <a:pt x="57096" y="40231"/>
                  </a:lnTo>
                  <a:lnTo>
                    <a:pt x="50720" y="49434"/>
                  </a:lnTo>
                  <a:lnTo>
                    <a:pt x="41273" y="55637"/>
                  </a:lnTo>
                  <a:lnTo>
                    <a:pt x="29718" y="57912"/>
                  </a:lnTo>
                  <a:lnTo>
                    <a:pt x="18162" y="55637"/>
                  </a:lnTo>
                  <a:lnTo>
                    <a:pt x="8715" y="49434"/>
                  </a:lnTo>
                  <a:lnTo>
                    <a:pt x="2339" y="40231"/>
                  </a:lnTo>
                  <a:lnTo>
                    <a:pt x="0" y="2895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303520" y="3095243"/>
              <a:ext cx="0" cy="1831975"/>
            </a:xfrm>
            <a:custGeom>
              <a:avLst/>
              <a:gdLst/>
              <a:ahLst/>
              <a:cxnLst/>
              <a:rect l="l" t="t" r="r" b="b"/>
              <a:pathLst>
                <a:path w="0" h="1831975">
                  <a:moveTo>
                    <a:pt x="0" y="0"/>
                  </a:moveTo>
                  <a:lnTo>
                    <a:pt x="0" y="1831593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5286756" y="3599687"/>
              <a:ext cx="38100" cy="233679"/>
            </a:xfrm>
            <a:custGeom>
              <a:avLst/>
              <a:gdLst/>
              <a:ahLst/>
              <a:cxnLst/>
              <a:rect l="l" t="t" r="r" b="b"/>
              <a:pathLst>
                <a:path w="38100" h="233679">
                  <a:moveTo>
                    <a:pt x="35306" y="0"/>
                  </a:moveTo>
                  <a:lnTo>
                    <a:pt x="2794" y="0"/>
                  </a:lnTo>
                  <a:lnTo>
                    <a:pt x="0" y="2794"/>
                  </a:lnTo>
                  <a:lnTo>
                    <a:pt x="0" y="6350"/>
                  </a:lnTo>
                  <a:lnTo>
                    <a:pt x="0" y="230378"/>
                  </a:lnTo>
                  <a:lnTo>
                    <a:pt x="2794" y="233172"/>
                  </a:lnTo>
                  <a:lnTo>
                    <a:pt x="35306" y="233172"/>
                  </a:lnTo>
                  <a:lnTo>
                    <a:pt x="38100" y="230378"/>
                  </a:lnTo>
                  <a:lnTo>
                    <a:pt x="38100" y="2794"/>
                  </a:lnTo>
                  <a:lnTo>
                    <a:pt x="3530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3565271" y="4928742"/>
            <a:ext cx="2773045" cy="634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56870">
              <a:lnSpc>
                <a:spcPct val="100000"/>
              </a:lnSpc>
              <a:spcBef>
                <a:spcPts val="100"/>
              </a:spcBef>
              <a:tabLst>
                <a:tab pos="708025" algn="l"/>
              </a:tabLst>
            </a:pPr>
            <a:r>
              <a:rPr dirty="0" sz="1400">
                <a:latin typeface="Cambria Math"/>
                <a:cs typeface="Cambria Math"/>
              </a:rPr>
              <a:t>𝑥	</a:t>
            </a:r>
            <a:r>
              <a:rPr dirty="0" sz="1400" spc="5">
                <a:latin typeface="Cambria Math"/>
                <a:cs typeface="Cambria Math"/>
              </a:rPr>
              <a:t>𝑥</a:t>
            </a:r>
            <a:r>
              <a:rPr dirty="0" baseline="-16666" sz="1500" spc="7">
                <a:latin typeface="Cambria Math"/>
                <a:cs typeface="Cambria Math"/>
              </a:rPr>
              <a:t>0</a:t>
            </a:r>
            <a:endParaRPr baseline="-16666" sz="15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3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</a:pP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Graph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an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Inaccurate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Prediction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Due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Overfitting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0448" y="6524434"/>
            <a:ext cx="8301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655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1.8.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Limitations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01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3734562" cy="759713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1620774" cy="18973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900929" y="5385308"/>
            <a:ext cx="11303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5">
                <a:latin typeface="Cambria Math"/>
                <a:cs typeface="Cambria Math"/>
              </a:rPr>
              <a:t>𝑥</a:t>
            </a:r>
            <a:endParaRPr sz="13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44197" y="3970629"/>
            <a:ext cx="190500" cy="11811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 sz="1300">
                <a:latin typeface="Cambria Math"/>
                <a:cs typeface="Cambria Math"/>
              </a:rPr>
              <a:t>𝑦</a:t>
            </a:r>
            <a:endParaRPr sz="13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640835" y="2807207"/>
            <a:ext cx="2628900" cy="2578735"/>
            <a:chOff x="3640835" y="2807207"/>
            <a:chExt cx="2628900" cy="2578735"/>
          </a:xfrm>
        </p:grpSpPr>
        <p:sp>
          <p:nvSpPr>
            <p:cNvPr id="12" name="object 12"/>
            <p:cNvSpPr/>
            <p:nvPr/>
          </p:nvSpPr>
          <p:spPr>
            <a:xfrm>
              <a:off x="3701795" y="395477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60" h="60960">
                  <a:moveTo>
                    <a:pt x="30479" y="0"/>
                  </a:moveTo>
                  <a:lnTo>
                    <a:pt x="18591" y="2387"/>
                  </a:lnTo>
                  <a:lnTo>
                    <a:pt x="8905" y="8905"/>
                  </a:lnTo>
                  <a:lnTo>
                    <a:pt x="2387" y="18591"/>
                  </a:lnTo>
                  <a:lnTo>
                    <a:pt x="0" y="30480"/>
                  </a:lnTo>
                  <a:lnTo>
                    <a:pt x="2387" y="42368"/>
                  </a:lnTo>
                  <a:lnTo>
                    <a:pt x="8905" y="52054"/>
                  </a:lnTo>
                  <a:lnTo>
                    <a:pt x="18591" y="58572"/>
                  </a:lnTo>
                  <a:lnTo>
                    <a:pt x="30479" y="60960"/>
                  </a:lnTo>
                  <a:lnTo>
                    <a:pt x="42368" y="58572"/>
                  </a:lnTo>
                  <a:lnTo>
                    <a:pt x="52054" y="52054"/>
                  </a:lnTo>
                  <a:lnTo>
                    <a:pt x="58572" y="42368"/>
                  </a:lnTo>
                  <a:lnTo>
                    <a:pt x="60959" y="30480"/>
                  </a:lnTo>
                  <a:lnTo>
                    <a:pt x="58572" y="18591"/>
                  </a:lnTo>
                  <a:lnTo>
                    <a:pt x="52054" y="8905"/>
                  </a:lnTo>
                  <a:lnTo>
                    <a:pt x="42368" y="2387"/>
                  </a:lnTo>
                  <a:lnTo>
                    <a:pt x="30479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3646931" y="2813303"/>
              <a:ext cx="2616835" cy="2566670"/>
            </a:xfrm>
            <a:custGeom>
              <a:avLst/>
              <a:gdLst/>
              <a:ahLst/>
              <a:cxnLst/>
              <a:rect l="l" t="t" r="r" b="b"/>
              <a:pathLst>
                <a:path w="2616835" h="2566670">
                  <a:moveTo>
                    <a:pt x="0" y="2566416"/>
                  </a:moveTo>
                  <a:lnTo>
                    <a:pt x="2616708" y="2566416"/>
                  </a:lnTo>
                  <a:lnTo>
                    <a:pt x="2616708" y="0"/>
                  </a:lnTo>
                  <a:lnTo>
                    <a:pt x="0" y="0"/>
                  </a:lnTo>
                  <a:lnTo>
                    <a:pt x="0" y="2566416"/>
                  </a:lnTo>
                  <a:close/>
                </a:path>
              </a:pathLst>
            </a:custGeom>
            <a:ln w="12191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46931" y="3966971"/>
              <a:ext cx="2608580" cy="271145"/>
            </a:xfrm>
            <a:custGeom>
              <a:avLst/>
              <a:gdLst/>
              <a:ahLst/>
              <a:cxnLst/>
              <a:rect l="l" t="t" r="r" b="b"/>
              <a:pathLst>
                <a:path w="2608579" h="271145">
                  <a:moveTo>
                    <a:pt x="0" y="0"/>
                  </a:moveTo>
                  <a:lnTo>
                    <a:pt x="2608326" y="270890"/>
                  </a:lnTo>
                </a:path>
              </a:pathLst>
            </a:custGeom>
            <a:ln w="1219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828288" y="3508247"/>
              <a:ext cx="208915" cy="182880"/>
            </a:xfrm>
            <a:custGeom>
              <a:avLst/>
              <a:gdLst/>
              <a:ahLst/>
              <a:cxnLst/>
              <a:rect l="l" t="t" r="r" b="b"/>
              <a:pathLst>
                <a:path w="208914" h="182879">
                  <a:moveTo>
                    <a:pt x="60960" y="152400"/>
                  </a:moveTo>
                  <a:lnTo>
                    <a:pt x="58572" y="140512"/>
                  </a:lnTo>
                  <a:lnTo>
                    <a:pt x="52044" y="130835"/>
                  </a:lnTo>
                  <a:lnTo>
                    <a:pt x="42367" y="124307"/>
                  </a:lnTo>
                  <a:lnTo>
                    <a:pt x="30480" y="121920"/>
                  </a:lnTo>
                  <a:lnTo>
                    <a:pt x="18580" y="124307"/>
                  </a:lnTo>
                  <a:lnTo>
                    <a:pt x="8902" y="130835"/>
                  </a:lnTo>
                  <a:lnTo>
                    <a:pt x="2374" y="140512"/>
                  </a:lnTo>
                  <a:lnTo>
                    <a:pt x="0" y="152400"/>
                  </a:lnTo>
                  <a:lnTo>
                    <a:pt x="2374" y="164299"/>
                  </a:lnTo>
                  <a:lnTo>
                    <a:pt x="8902" y="173977"/>
                  </a:lnTo>
                  <a:lnTo>
                    <a:pt x="18580" y="180505"/>
                  </a:lnTo>
                  <a:lnTo>
                    <a:pt x="30480" y="182880"/>
                  </a:lnTo>
                  <a:lnTo>
                    <a:pt x="42367" y="180505"/>
                  </a:lnTo>
                  <a:lnTo>
                    <a:pt x="52044" y="173977"/>
                  </a:lnTo>
                  <a:lnTo>
                    <a:pt x="58572" y="164299"/>
                  </a:lnTo>
                  <a:lnTo>
                    <a:pt x="60960" y="152400"/>
                  </a:lnTo>
                  <a:close/>
                </a:path>
                <a:path w="208914" h="182879">
                  <a:moveTo>
                    <a:pt x="208788" y="30480"/>
                  </a:moveTo>
                  <a:lnTo>
                    <a:pt x="206400" y="18592"/>
                  </a:lnTo>
                  <a:lnTo>
                    <a:pt x="199872" y="8915"/>
                  </a:lnTo>
                  <a:lnTo>
                    <a:pt x="190195" y="2387"/>
                  </a:lnTo>
                  <a:lnTo>
                    <a:pt x="178308" y="0"/>
                  </a:lnTo>
                  <a:lnTo>
                    <a:pt x="166408" y="2387"/>
                  </a:lnTo>
                  <a:lnTo>
                    <a:pt x="156730" y="8915"/>
                  </a:lnTo>
                  <a:lnTo>
                    <a:pt x="150202" y="18592"/>
                  </a:lnTo>
                  <a:lnTo>
                    <a:pt x="147828" y="30480"/>
                  </a:lnTo>
                  <a:lnTo>
                    <a:pt x="150202" y="42379"/>
                  </a:lnTo>
                  <a:lnTo>
                    <a:pt x="156730" y="52057"/>
                  </a:lnTo>
                  <a:lnTo>
                    <a:pt x="166408" y="58585"/>
                  </a:lnTo>
                  <a:lnTo>
                    <a:pt x="178308" y="60972"/>
                  </a:lnTo>
                  <a:lnTo>
                    <a:pt x="190195" y="58585"/>
                  </a:lnTo>
                  <a:lnTo>
                    <a:pt x="199872" y="52057"/>
                  </a:lnTo>
                  <a:lnTo>
                    <a:pt x="206400" y="42379"/>
                  </a:lnTo>
                  <a:lnTo>
                    <a:pt x="208788" y="3048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5655" y="3436619"/>
              <a:ext cx="111252" cy="7010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320540" y="3398519"/>
              <a:ext cx="1594485" cy="723900"/>
            </a:xfrm>
            <a:custGeom>
              <a:avLst/>
              <a:gdLst/>
              <a:ahLst/>
              <a:cxnLst/>
              <a:rect l="l" t="t" r="r" b="b"/>
              <a:pathLst>
                <a:path w="1594485" h="723900">
                  <a:moveTo>
                    <a:pt x="62484" y="387096"/>
                  </a:moveTo>
                  <a:lnTo>
                    <a:pt x="60020" y="375208"/>
                  </a:lnTo>
                  <a:lnTo>
                    <a:pt x="53340" y="365531"/>
                  </a:lnTo>
                  <a:lnTo>
                    <a:pt x="43408" y="359003"/>
                  </a:lnTo>
                  <a:lnTo>
                    <a:pt x="31242" y="356616"/>
                  </a:lnTo>
                  <a:lnTo>
                    <a:pt x="19062" y="359003"/>
                  </a:lnTo>
                  <a:lnTo>
                    <a:pt x="9144" y="365531"/>
                  </a:lnTo>
                  <a:lnTo>
                    <a:pt x="2451" y="375208"/>
                  </a:lnTo>
                  <a:lnTo>
                    <a:pt x="0" y="387096"/>
                  </a:lnTo>
                  <a:lnTo>
                    <a:pt x="2451" y="398995"/>
                  </a:lnTo>
                  <a:lnTo>
                    <a:pt x="9144" y="408673"/>
                  </a:lnTo>
                  <a:lnTo>
                    <a:pt x="19062" y="415201"/>
                  </a:lnTo>
                  <a:lnTo>
                    <a:pt x="31242" y="417576"/>
                  </a:lnTo>
                  <a:lnTo>
                    <a:pt x="43408" y="415201"/>
                  </a:lnTo>
                  <a:lnTo>
                    <a:pt x="53340" y="408673"/>
                  </a:lnTo>
                  <a:lnTo>
                    <a:pt x="60020" y="398995"/>
                  </a:lnTo>
                  <a:lnTo>
                    <a:pt x="62484" y="387096"/>
                  </a:lnTo>
                  <a:close/>
                </a:path>
                <a:path w="1594485" h="723900">
                  <a:moveTo>
                    <a:pt x="150876" y="524256"/>
                  </a:moveTo>
                  <a:lnTo>
                    <a:pt x="148488" y="512368"/>
                  </a:lnTo>
                  <a:lnTo>
                    <a:pt x="141960" y="502691"/>
                  </a:lnTo>
                  <a:lnTo>
                    <a:pt x="132283" y="496163"/>
                  </a:lnTo>
                  <a:lnTo>
                    <a:pt x="120396" y="493776"/>
                  </a:lnTo>
                  <a:lnTo>
                    <a:pt x="108496" y="496163"/>
                  </a:lnTo>
                  <a:lnTo>
                    <a:pt x="98818" y="502691"/>
                  </a:lnTo>
                  <a:lnTo>
                    <a:pt x="92290" y="512368"/>
                  </a:lnTo>
                  <a:lnTo>
                    <a:pt x="89916" y="524256"/>
                  </a:lnTo>
                  <a:lnTo>
                    <a:pt x="92290" y="536155"/>
                  </a:lnTo>
                  <a:lnTo>
                    <a:pt x="98818" y="545833"/>
                  </a:lnTo>
                  <a:lnTo>
                    <a:pt x="108496" y="552361"/>
                  </a:lnTo>
                  <a:lnTo>
                    <a:pt x="120396" y="554736"/>
                  </a:lnTo>
                  <a:lnTo>
                    <a:pt x="132283" y="552361"/>
                  </a:lnTo>
                  <a:lnTo>
                    <a:pt x="141960" y="545833"/>
                  </a:lnTo>
                  <a:lnTo>
                    <a:pt x="148488" y="536155"/>
                  </a:lnTo>
                  <a:lnTo>
                    <a:pt x="150876" y="524256"/>
                  </a:lnTo>
                  <a:close/>
                </a:path>
                <a:path w="1594485" h="723900">
                  <a:moveTo>
                    <a:pt x="230124" y="693420"/>
                  </a:moveTo>
                  <a:lnTo>
                    <a:pt x="227660" y="681532"/>
                  </a:lnTo>
                  <a:lnTo>
                    <a:pt x="220980" y="671855"/>
                  </a:lnTo>
                  <a:lnTo>
                    <a:pt x="211048" y="665327"/>
                  </a:lnTo>
                  <a:lnTo>
                    <a:pt x="198882" y="662940"/>
                  </a:lnTo>
                  <a:lnTo>
                    <a:pt x="186702" y="665327"/>
                  </a:lnTo>
                  <a:lnTo>
                    <a:pt x="176784" y="671855"/>
                  </a:lnTo>
                  <a:lnTo>
                    <a:pt x="170091" y="681532"/>
                  </a:lnTo>
                  <a:lnTo>
                    <a:pt x="167640" y="693420"/>
                  </a:lnTo>
                  <a:lnTo>
                    <a:pt x="170091" y="705319"/>
                  </a:lnTo>
                  <a:lnTo>
                    <a:pt x="176784" y="714997"/>
                  </a:lnTo>
                  <a:lnTo>
                    <a:pt x="186702" y="721525"/>
                  </a:lnTo>
                  <a:lnTo>
                    <a:pt x="198882" y="723900"/>
                  </a:lnTo>
                  <a:lnTo>
                    <a:pt x="211048" y="721525"/>
                  </a:lnTo>
                  <a:lnTo>
                    <a:pt x="220980" y="714997"/>
                  </a:lnTo>
                  <a:lnTo>
                    <a:pt x="227660" y="705319"/>
                  </a:lnTo>
                  <a:lnTo>
                    <a:pt x="230124" y="693420"/>
                  </a:lnTo>
                  <a:close/>
                </a:path>
                <a:path w="1594485" h="723900">
                  <a:moveTo>
                    <a:pt x="1423416" y="31242"/>
                  </a:moveTo>
                  <a:lnTo>
                    <a:pt x="1421028" y="19075"/>
                  </a:lnTo>
                  <a:lnTo>
                    <a:pt x="1414500" y="9156"/>
                  </a:lnTo>
                  <a:lnTo>
                    <a:pt x="1404823" y="2463"/>
                  </a:lnTo>
                  <a:lnTo>
                    <a:pt x="1392936" y="0"/>
                  </a:lnTo>
                  <a:lnTo>
                    <a:pt x="1381036" y="2463"/>
                  </a:lnTo>
                  <a:lnTo>
                    <a:pt x="1371358" y="9144"/>
                  </a:lnTo>
                  <a:lnTo>
                    <a:pt x="1364830" y="19075"/>
                  </a:lnTo>
                  <a:lnTo>
                    <a:pt x="1362456" y="31242"/>
                  </a:lnTo>
                  <a:lnTo>
                    <a:pt x="1364830" y="43421"/>
                  </a:lnTo>
                  <a:lnTo>
                    <a:pt x="1371358" y="53340"/>
                  </a:lnTo>
                  <a:lnTo>
                    <a:pt x="1381036" y="60032"/>
                  </a:lnTo>
                  <a:lnTo>
                    <a:pt x="1392936" y="62484"/>
                  </a:lnTo>
                  <a:lnTo>
                    <a:pt x="1404823" y="60032"/>
                  </a:lnTo>
                  <a:lnTo>
                    <a:pt x="1414500" y="53340"/>
                  </a:lnTo>
                  <a:lnTo>
                    <a:pt x="1421028" y="43421"/>
                  </a:lnTo>
                  <a:lnTo>
                    <a:pt x="1423416" y="31242"/>
                  </a:lnTo>
                  <a:close/>
                </a:path>
                <a:path w="1594485" h="723900">
                  <a:moveTo>
                    <a:pt x="1578864" y="31242"/>
                  </a:moveTo>
                  <a:lnTo>
                    <a:pt x="1576400" y="19075"/>
                  </a:lnTo>
                  <a:lnTo>
                    <a:pt x="1569720" y="9156"/>
                  </a:lnTo>
                  <a:lnTo>
                    <a:pt x="1559788" y="2463"/>
                  </a:lnTo>
                  <a:lnTo>
                    <a:pt x="1547622" y="0"/>
                  </a:lnTo>
                  <a:lnTo>
                    <a:pt x="1535442" y="2463"/>
                  </a:lnTo>
                  <a:lnTo>
                    <a:pt x="1525524" y="9144"/>
                  </a:lnTo>
                  <a:lnTo>
                    <a:pt x="1518831" y="19075"/>
                  </a:lnTo>
                  <a:lnTo>
                    <a:pt x="1516380" y="31242"/>
                  </a:lnTo>
                  <a:lnTo>
                    <a:pt x="1518831" y="43421"/>
                  </a:lnTo>
                  <a:lnTo>
                    <a:pt x="1525524" y="53340"/>
                  </a:lnTo>
                  <a:lnTo>
                    <a:pt x="1535442" y="60032"/>
                  </a:lnTo>
                  <a:lnTo>
                    <a:pt x="1547622" y="62484"/>
                  </a:lnTo>
                  <a:lnTo>
                    <a:pt x="1559788" y="60032"/>
                  </a:lnTo>
                  <a:lnTo>
                    <a:pt x="1569707" y="53340"/>
                  </a:lnTo>
                  <a:lnTo>
                    <a:pt x="1576400" y="43421"/>
                  </a:lnTo>
                  <a:lnTo>
                    <a:pt x="1578864" y="31242"/>
                  </a:lnTo>
                  <a:close/>
                </a:path>
                <a:path w="1594485" h="723900">
                  <a:moveTo>
                    <a:pt x="1594104" y="124968"/>
                  </a:moveTo>
                  <a:lnTo>
                    <a:pt x="1591640" y="113080"/>
                  </a:lnTo>
                  <a:lnTo>
                    <a:pt x="1584960" y="103403"/>
                  </a:lnTo>
                  <a:lnTo>
                    <a:pt x="1575028" y="96875"/>
                  </a:lnTo>
                  <a:lnTo>
                    <a:pt x="1562862" y="94488"/>
                  </a:lnTo>
                  <a:lnTo>
                    <a:pt x="1550682" y="96875"/>
                  </a:lnTo>
                  <a:lnTo>
                    <a:pt x="1540764" y="103403"/>
                  </a:lnTo>
                  <a:lnTo>
                    <a:pt x="1534071" y="113080"/>
                  </a:lnTo>
                  <a:lnTo>
                    <a:pt x="1531620" y="124968"/>
                  </a:lnTo>
                  <a:lnTo>
                    <a:pt x="1534071" y="136867"/>
                  </a:lnTo>
                  <a:lnTo>
                    <a:pt x="1540764" y="146545"/>
                  </a:lnTo>
                  <a:lnTo>
                    <a:pt x="1550682" y="153073"/>
                  </a:lnTo>
                  <a:lnTo>
                    <a:pt x="1562862" y="155448"/>
                  </a:lnTo>
                  <a:lnTo>
                    <a:pt x="1575028" y="153073"/>
                  </a:lnTo>
                  <a:lnTo>
                    <a:pt x="1584960" y="146545"/>
                  </a:lnTo>
                  <a:lnTo>
                    <a:pt x="1591640" y="136867"/>
                  </a:lnTo>
                  <a:lnTo>
                    <a:pt x="1594104" y="124968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237987" y="4311395"/>
              <a:ext cx="74675" cy="9448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15256" y="4539995"/>
              <a:ext cx="399415" cy="320040"/>
            </a:xfrm>
            <a:custGeom>
              <a:avLst/>
              <a:gdLst/>
              <a:ahLst/>
              <a:cxnLst/>
              <a:rect l="l" t="t" r="r" b="b"/>
              <a:pathLst>
                <a:path w="399414" h="320039">
                  <a:moveTo>
                    <a:pt x="60960" y="68580"/>
                  </a:moveTo>
                  <a:lnTo>
                    <a:pt x="58572" y="56692"/>
                  </a:lnTo>
                  <a:lnTo>
                    <a:pt x="52044" y="47015"/>
                  </a:lnTo>
                  <a:lnTo>
                    <a:pt x="42367" y="40487"/>
                  </a:lnTo>
                  <a:lnTo>
                    <a:pt x="30480" y="38100"/>
                  </a:lnTo>
                  <a:lnTo>
                    <a:pt x="18580" y="40487"/>
                  </a:lnTo>
                  <a:lnTo>
                    <a:pt x="8902" y="47015"/>
                  </a:lnTo>
                  <a:lnTo>
                    <a:pt x="2374" y="56692"/>
                  </a:lnTo>
                  <a:lnTo>
                    <a:pt x="0" y="68580"/>
                  </a:lnTo>
                  <a:lnTo>
                    <a:pt x="2374" y="80479"/>
                  </a:lnTo>
                  <a:lnTo>
                    <a:pt x="8902" y="90157"/>
                  </a:lnTo>
                  <a:lnTo>
                    <a:pt x="18580" y="96685"/>
                  </a:lnTo>
                  <a:lnTo>
                    <a:pt x="30480" y="99060"/>
                  </a:lnTo>
                  <a:lnTo>
                    <a:pt x="42367" y="96685"/>
                  </a:lnTo>
                  <a:lnTo>
                    <a:pt x="52044" y="90157"/>
                  </a:lnTo>
                  <a:lnTo>
                    <a:pt x="58572" y="80479"/>
                  </a:lnTo>
                  <a:lnTo>
                    <a:pt x="60960" y="68580"/>
                  </a:lnTo>
                  <a:close/>
                </a:path>
                <a:path w="399414" h="320039">
                  <a:moveTo>
                    <a:pt x="103632" y="156972"/>
                  </a:moveTo>
                  <a:lnTo>
                    <a:pt x="101244" y="145084"/>
                  </a:lnTo>
                  <a:lnTo>
                    <a:pt x="94716" y="135407"/>
                  </a:lnTo>
                  <a:lnTo>
                    <a:pt x="85039" y="128879"/>
                  </a:lnTo>
                  <a:lnTo>
                    <a:pt x="73152" y="126492"/>
                  </a:lnTo>
                  <a:lnTo>
                    <a:pt x="61252" y="128879"/>
                  </a:lnTo>
                  <a:lnTo>
                    <a:pt x="51574" y="135407"/>
                  </a:lnTo>
                  <a:lnTo>
                    <a:pt x="45046" y="145084"/>
                  </a:lnTo>
                  <a:lnTo>
                    <a:pt x="42672" y="156972"/>
                  </a:lnTo>
                  <a:lnTo>
                    <a:pt x="45046" y="168871"/>
                  </a:lnTo>
                  <a:lnTo>
                    <a:pt x="48323" y="173748"/>
                  </a:lnTo>
                  <a:lnTo>
                    <a:pt x="45046" y="178612"/>
                  </a:lnTo>
                  <a:lnTo>
                    <a:pt x="42672" y="190500"/>
                  </a:lnTo>
                  <a:lnTo>
                    <a:pt x="45046" y="202399"/>
                  </a:lnTo>
                  <a:lnTo>
                    <a:pt x="51574" y="212077"/>
                  </a:lnTo>
                  <a:lnTo>
                    <a:pt x="61252" y="218605"/>
                  </a:lnTo>
                  <a:lnTo>
                    <a:pt x="73152" y="220980"/>
                  </a:lnTo>
                  <a:lnTo>
                    <a:pt x="85039" y="218605"/>
                  </a:lnTo>
                  <a:lnTo>
                    <a:pt x="94716" y="212077"/>
                  </a:lnTo>
                  <a:lnTo>
                    <a:pt x="101244" y="202399"/>
                  </a:lnTo>
                  <a:lnTo>
                    <a:pt x="103632" y="190500"/>
                  </a:lnTo>
                  <a:lnTo>
                    <a:pt x="101244" y="178612"/>
                  </a:lnTo>
                  <a:lnTo>
                    <a:pt x="97955" y="173748"/>
                  </a:lnTo>
                  <a:lnTo>
                    <a:pt x="101244" y="168871"/>
                  </a:lnTo>
                  <a:lnTo>
                    <a:pt x="103632" y="156972"/>
                  </a:lnTo>
                  <a:close/>
                </a:path>
                <a:path w="399414" h="320039">
                  <a:moveTo>
                    <a:pt x="309372" y="215646"/>
                  </a:moveTo>
                  <a:lnTo>
                    <a:pt x="306984" y="203479"/>
                  </a:lnTo>
                  <a:lnTo>
                    <a:pt x="300456" y="193548"/>
                  </a:lnTo>
                  <a:lnTo>
                    <a:pt x="290779" y="186867"/>
                  </a:lnTo>
                  <a:lnTo>
                    <a:pt x="278892" y="184404"/>
                  </a:lnTo>
                  <a:lnTo>
                    <a:pt x="266992" y="186867"/>
                  </a:lnTo>
                  <a:lnTo>
                    <a:pt x="257314" y="193548"/>
                  </a:lnTo>
                  <a:lnTo>
                    <a:pt x="252209" y="201307"/>
                  </a:lnTo>
                  <a:lnTo>
                    <a:pt x="247116" y="193548"/>
                  </a:lnTo>
                  <a:lnTo>
                    <a:pt x="237439" y="186867"/>
                  </a:lnTo>
                  <a:lnTo>
                    <a:pt x="225552" y="184404"/>
                  </a:lnTo>
                  <a:lnTo>
                    <a:pt x="213652" y="186867"/>
                  </a:lnTo>
                  <a:lnTo>
                    <a:pt x="203974" y="193548"/>
                  </a:lnTo>
                  <a:lnTo>
                    <a:pt x="197446" y="203479"/>
                  </a:lnTo>
                  <a:lnTo>
                    <a:pt x="195072" y="215646"/>
                  </a:lnTo>
                  <a:lnTo>
                    <a:pt x="197446" y="227825"/>
                  </a:lnTo>
                  <a:lnTo>
                    <a:pt x="203974" y="237744"/>
                  </a:lnTo>
                  <a:lnTo>
                    <a:pt x="213652" y="244436"/>
                  </a:lnTo>
                  <a:lnTo>
                    <a:pt x="225552" y="246888"/>
                  </a:lnTo>
                  <a:lnTo>
                    <a:pt x="237439" y="244436"/>
                  </a:lnTo>
                  <a:lnTo>
                    <a:pt x="247116" y="237744"/>
                  </a:lnTo>
                  <a:lnTo>
                    <a:pt x="252209" y="229997"/>
                  </a:lnTo>
                  <a:lnTo>
                    <a:pt x="257314" y="237744"/>
                  </a:lnTo>
                  <a:lnTo>
                    <a:pt x="266992" y="244436"/>
                  </a:lnTo>
                  <a:lnTo>
                    <a:pt x="278892" y="246888"/>
                  </a:lnTo>
                  <a:lnTo>
                    <a:pt x="290779" y="244436"/>
                  </a:lnTo>
                  <a:lnTo>
                    <a:pt x="300456" y="237744"/>
                  </a:lnTo>
                  <a:lnTo>
                    <a:pt x="306984" y="227825"/>
                  </a:lnTo>
                  <a:lnTo>
                    <a:pt x="309372" y="215646"/>
                  </a:lnTo>
                  <a:close/>
                </a:path>
                <a:path w="399414" h="320039">
                  <a:moveTo>
                    <a:pt x="355092" y="30480"/>
                  </a:moveTo>
                  <a:lnTo>
                    <a:pt x="352704" y="18592"/>
                  </a:lnTo>
                  <a:lnTo>
                    <a:pt x="346176" y="8915"/>
                  </a:lnTo>
                  <a:lnTo>
                    <a:pt x="336499" y="2387"/>
                  </a:lnTo>
                  <a:lnTo>
                    <a:pt x="324612" y="0"/>
                  </a:lnTo>
                  <a:lnTo>
                    <a:pt x="312712" y="2387"/>
                  </a:lnTo>
                  <a:lnTo>
                    <a:pt x="303034" y="8915"/>
                  </a:lnTo>
                  <a:lnTo>
                    <a:pt x="296506" y="18592"/>
                  </a:lnTo>
                  <a:lnTo>
                    <a:pt x="294132" y="30480"/>
                  </a:lnTo>
                  <a:lnTo>
                    <a:pt x="296506" y="42379"/>
                  </a:lnTo>
                  <a:lnTo>
                    <a:pt x="303034" y="52057"/>
                  </a:lnTo>
                  <a:lnTo>
                    <a:pt x="312712" y="58585"/>
                  </a:lnTo>
                  <a:lnTo>
                    <a:pt x="324612" y="60960"/>
                  </a:lnTo>
                  <a:lnTo>
                    <a:pt x="336499" y="58585"/>
                  </a:lnTo>
                  <a:lnTo>
                    <a:pt x="346176" y="52057"/>
                  </a:lnTo>
                  <a:lnTo>
                    <a:pt x="352704" y="42379"/>
                  </a:lnTo>
                  <a:lnTo>
                    <a:pt x="355092" y="30480"/>
                  </a:lnTo>
                  <a:close/>
                </a:path>
                <a:path w="399414" h="320039">
                  <a:moveTo>
                    <a:pt x="399288" y="289560"/>
                  </a:moveTo>
                  <a:lnTo>
                    <a:pt x="396824" y="277672"/>
                  </a:lnTo>
                  <a:lnTo>
                    <a:pt x="390144" y="267995"/>
                  </a:lnTo>
                  <a:lnTo>
                    <a:pt x="380212" y="261467"/>
                  </a:lnTo>
                  <a:lnTo>
                    <a:pt x="368046" y="259080"/>
                  </a:lnTo>
                  <a:lnTo>
                    <a:pt x="355866" y="261467"/>
                  </a:lnTo>
                  <a:lnTo>
                    <a:pt x="345948" y="267995"/>
                  </a:lnTo>
                  <a:lnTo>
                    <a:pt x="339255" y="277672"/>
                  </a:lnTo>
                  <a:lnTo>
                    <a:pt x="336804" y="289560"/>
                  </a:lnTo>
                  <a:lnTo>
                    <a:pt x="339255" y="301459"/>
                  </a:lnTo>
                  <a:lnTo>
                    <a:pt x="345948" y="311137"/>
                  </a:lnTo>
                  <a:lnTo>
                    <a:pt x="355866" y="317665"/>
                  </a:lnTo>
                  <a:lnTo>
                    <a:pt x="368046" y="320040"/>
                  </a:lnTo>
                  <a:lnTo>
                    <a:pt x="380212" y="317665"/>
                  </a:lnTo>
                  <a:lnTo>
                    <a:pt x="390144" y="311137"/>
                  </a:lnTo>
                  <a:lnTo>
                    <a:pt x="396824" y="301459"/>
                  </a:lnTo>
                  <a:lnTo>
                    <a:pt x="399288" y="28956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7397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7819"/>
            <a:ext cx="6418326" cy="40615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60876"/>
            <a:ext cx="3749802" cy="144094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0154"/>
            <a:ext cx="4821174" cy="30558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702563" y="2791967"/>
            <a:ext cx="250190" cy="213360"/>
            <a:chOff x="702563" y="2791967"/>
            <a:chExt cx="250190" cy="21336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2563" y="2791967"/>
              <a:ext cx="249936" cy="2133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80287" y="2848355"/>
              <a:ext cx="99822" cy="10287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09294" y="2782316"/>
            <a:ext cx="6600825" cy="779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deep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learning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model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can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diagnose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skin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cancer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with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near-human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accuracy.</a:t>
            </a:r>
            <a:endParaRPr sz="1300">
              <a:latin typeface="Trebuchet MS"/>
              <a:cs typeface="Trebuchet MS"/>
            </a:endParaRPr>
          </a:p>
          <a:p>
            <a:pPr marL="374650" marR="5080">
              <a:lnSpc>
                <a:spcPts val="1560"/>
              </a:lnSpc>
              <a:spcBef>
                <a:spcPts val="1315"/>
              </a:spcBef>
            </a:pPr>
            <a:r>
              <a:rPr dirty="0" sz="1300" spc="-200">
                <a:latin typeface="Trebuchet MS"/>
                <a:cs typeface="Trebuchet MS"/>
              </a:rPr>
              <a:t>Andre</a:t>
            </a:r>
            <a:r>
              <a:rPr dirty="0" sz="1300" spc="-160">
                <a:latin typeface="Trebuchet MS"/>
                <a:cs typeface="Trebuchet MS"/>
              </a:rPr>
              <a:t> </a:t>
            </a:r>
            <a:r>
              <a:rPr dirty="0" sz="1300" spc="-195">
                <a:latin typeface="Trebuchet MS"/>
                <a:cs typeface="Trebuchet MS"/>
              </a:rPr>
              <a:t>Esteva,</a:t>
            </a:r>
            <a:r>
              <a:rPr dirty="0" sz="1300" spc="-185">
                <a:latin typeface="Trebuchet MS"/>
                <a:cs typeface="Trebuchet MS"/>
              </a:rPr>
              <a:t> </a:t>
            </a:r>
            <a:r>
              <a:rPr dirty="0" sz="1300" spc="-204">
                <a:latin typeface="Trebuchet MS"/>
                <a:cs typeface="Trebuchet MS"/>
              </a:rPr>
              <a:t>et</a:t>
            </a:r>
            <a:r>
              <a:rPr dirty="0" sz="1300" spc="-135">
                <a:latin typeface="Trebuchet MS"/>
                <a:cs typeface="Trebuchet MS"/>
              </a:rPr>
              <a:t> </a:t>
            </a:r>
            <a:r>
              <a:rPr dirty="0" sz="1300" spc="-225">
                <a:latin typeface="Trebuchet MS"/>
                <a:cs typeface="Trebuchet MS"/>
              </a:rPr>
              <a:t>al.,</a:t>
            </a:r>
            <a:r>
              <a:rPr dirty="0" sz="1300" spc="-125">
                <a:latin typeface="Trebuchet MS"/>
                <a:cs typeface="Trebuchet MS"/>
              </a:rPr>
              <a:t> </a:t>
            </a:r>
            <a:r>
              <a:rPr dirty="0" sz="1300" spc="-229">
                <a:latin typeface="Trebuchet MS"/>
                <a:cs typeface="Trebuchet MS"/>
              </a:rPr>
              <a:t>“</a:t>
            </a:r>
            <a:r>
              <a:rPr dirty="0" sz="1300" spc="-229" b="1">
                <a:latin typeface="Tahoma"/>
                <a:cs typeface="Tahoma"/>
              </a:rPr>
              <a:t>Dermatologist-level</a:t>
            </a:r>
            <a:r>
              <a:rPr dirty="0" sz="1300" spc="-210" b="1">
                <a:latin typeface="Tahoma"/>
                <a:cs typeface="Tahoma"/>
              </a:rPr>
              <a:t> </a:t>
            </a:r>
            <a:r>
              <a:rPr dirty="0" sz="1300" spc="-200" b="1">
                <a:latin typeface="Tahoma"/>
                <a:cs typeface="Tahoma"/>
              </a:rPr>
              <a:t>classification</a:t>
            </a:r>
            <a:r>
              <a:rPr dirty="0" sz="1300" spc="-90" b="1">
                <a:latin typeface="Tahoma"/>
                <a:cs typeface="Tahoma"/>
              </a:rPr>
              <a:t> </a:t>
            </a:r>
            <a:r>
              <a:rPr dirty="0" sz="1300" spc="-229" b="1">
                <a:latin typeface="Tahoma"/>
                <a:cs typeface="Tahoma"/>
              </a:rPr>
              <a:t>of</a:t>
            </a:r>
            <a:r>
              <a:rPr dirty="0" sz="1300" spc="-95" b="1">
                <a:latin typeface="Tahoma"/>
                <a:cs typeface="Tahoma"/>
              </a:rPr>
              <a:t> </a:t>
            </a:r>
            <a:r>
              <a:rPr dirty="0" sz="1300" spc="-229" b="1">
                <a:latin typeface="Tahoma"/>
                <a:cs typeface="Tahoma"/>
              </a:rPr>
              <a:t>skin</a:t>
            </a:r>
            <a:r>
              <a:rPr dirty="0" sz="1300" spc="-105" b="1">
                <a:latin typeface="Tahoma"/>
                <a:cs typeface="Tahoma"/>
              </a:rPr>
              <a:t> </a:t>
            </a:r>
            <a:r>
              <a:rPr dirty="0" sz="1300" spc="-210" b="1">
                <a:latin typeface="Tahoma"/>
                <a:cs typeface="Tahoma"/>
              </a:rPr>
              <a:t>cancer</a:t>
            </a:r>
            <a:r>
              <a:rPr dirty="0" sz="1300" spc="-95" b="1">
                <a:latin typeface="Tahoma"/>
                <a:cs typeface="Tahoma"/>
              </a:rPr>
              <a:t> </a:t>
            </a:r>
            <a:r>
              <a:rPr dirty="0" sz="1300" spc="-280" b="1">
                <a:latin typeface="Tahoma"/>
                <a:cs typeface="Tahoma"/>
              </a:rPr>
              <a:t>with</a:t>
            </a:r>
            <a:r>
              <a:rPr dirty="0" sz="1300" spc="-275" b="1">
                <a:latin typeface="Tahoma"/>
                <a:cs typeface="Tahoma"/>
              </a:rPr>
              <a:t> </a:t>
            </a:r>
            <a:r>
              <a:rPr dirty="0" sz="1300" spc="-280" b="1">
                <a:latin typeface="Tahoma"/>
                <a:cs typeface="Tahoma"/>
              </a:rPr>
              <a:t>deep</a:t>
            </a:r>
            <a:r>
              <a:rPr dirty="0" sz="1300" spc="-190" b="1">
                <a:latin typeface="Tahoma"/>
                <a:cs typeface="Tahoma"/>
              </a:rPr>
              <a:t> </a:t>
            </a:r>
            <a:r>
              <a:rPr dirty="0" sz="1300" spc="-235" b="1">
                <a:latin typeface="Tahoma"/>
                <a:cs typeface="Tahoma"/>
              </a:rPr>
              <a:t>neural</a:t>
            </a:r>
            <a:r>
              <a:rPr dirty="0" sz="1300" spc="-210" b="1">
                <a:latin typeface="Tahoma"/>
                <a:cs typeface="Tahoma"/>
              </a:rPr>
              <a:t> </a:t>
            </a:r>
            <a:r>
              <a:rPr dirty="0" sz="1300" spc="-260" b="1">
                <a:latin typeface="Tahoma"/>
                <a:cs typeface="Tahoma"/>
              </a:rPr>
              <a:t>networks</a:t>
            </a:r>
            <a:r>
              <a:rPr dirty="0" sz="1300" spc="-260">
                <a:latin typeface="Trebuchet MS"/>
                <a:cs typeface="Trebuchet MS"/>
              </a:rPr>
              <a:t>”,</a:t>
            </a:r>
            <a:r>
              <a:rPr dirty="0" sz="1300" spc="-210">
                <a:latin typeface="Trebuchet MS"/>
                <a:cs typeface="Trebuchet MS"/>
              </a:rPr>
              <a:t> </a:t>
            </a:r>
            <a:r>
              <a:rPr dirty="0" sz="1350" spc="-240" i="1">
                <a:latin typeface="Trebuchet MS"/>
                <a:cs typeface="Trebuchet MS"/>
              </a:rPr>
              <a:t>Nature,</a:t>
            </a:r>
            <a:r>
              <a:rPr dirty="0" sz="1350" spc="-195" i="1">
                <a:latin typeface="Trebuchet MS"/>
                <a:cs typeface="Trebuchet MS"/>
              </a:rPr>
              <a:t> </a:t>
            </a:r>
            <a:r>
              <a:rPr dirty="0" sz="1300" spc="-225">
                <a:latin typeface="Trebuchet MS"/>
                <a:cs typeface="Trebuchet MS"/>
              </a:rPr>
              <a:t>volume </a:t>
            </a:r>
            <a:r>
              <a:rPr dirty="0" sz="1300" spc="-220">
                <a:latin typeface="Trebuchet MS"/>
                <a:cs typeface="Trebuchet MS"/>
              </a:rPr>
              <a:t> </a:t>
            </a:r>
            <a:r>
              <a:rPr dirty="0" sz="1300" spc="-204">
                <a:latin typeface="Trebuchet MS"/>
                <a:cs typeface="Trebuchet MS"/>
              </a:rPr>
              <a:t>542(2017),</a:t>
            </a:r>
            <a:r>
              <a:rPr dirty="0" sz="1300" spc="-125">
                <a:latin typeface="Trebuchet MS"/>
                <a:cs typeface="Trebuchet MS"/>
              </a:rPr>
              <a:t> </a:t>
            </a:r>
            <a:r>
              <a:rPr dirty="0" sz="1300" spc="-175">
                <a:latin typeface="Trebuchet MS"/>
                <a:cs typeface="Trebuchet MS"/>
              </a:rPr>
              <a:t>pages</a:t>
            </a:r>
            <a:r>
              <a:rPr dirty="0" sz="1300" spc="-165">
                <a:latin typeface="Trebuchet MS"/>
                <a:cs typeface="Trebuchet MS"/>
              </a:rPr>
              <a:t> </a:t>
            </a:r>
            <a:r>
              <a:rPr dirty="0" sz="1300" spc="-275">
                <a:latin typeface="Trebuchet MS"/>
                <a:cs typeface="Trebuchet MS"/>
              </a:rPr>
              <a:t>115–118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41832" y="3643884"/>
            <a:ext cx="2799715" cy="215265"/>
            <a:chOff x="941832" y="3643884"/>
            <a:chExt cx="2799715" cy="215265"/>
          </a:xfrm>
        </p:grpSpPr>
        <p:sp>
          <p:nvSpPr>
            <p:cNvPr id="11" name="object 11"/>
            <p:cNvSpPr/>
            <p:nvPr/>
          </p:nvSpPr>
          <p:spPr>
            <a:xfrm>
              <a:off x="941832" y="3643884"/>
              <a:ext cx="2799715" cy="215265"/>
            </a:xfrm>
            <a:custGeom>
              <a:avLst/>
              <a:gdLst/>
              <a:ahLst/>
              <a:cxnLst/>
              <a:rect l="l" t="t" r="r" b="b"/>
              <a:pathLst>
                <a:path w="2799715" h="215264">
                  <a:moveTo>
                    <a:pt x="2692146" y="0"/>
                  </a:moveTo>
                  <a:lnTo>
                    <a:pt x="107442" y="0"/>
                  </a:lnTo>
                  <a:lnTo>
                    <a:pt x="65622" y="8447"/>
                  </a:lnTo>
                  <a:lnTo>
                    <a:pt x="31470" y="31480"/>
                  </a:lnTo>
                  <a:lnTo>
                    <a:pt x="8443" y="65633"/>
                  </a:lnTo>
                  <a:lnTo>
                    <a:pt x="0" y="107442"/>
                  </a:lnTo>
                  <a:lnTo>
                    <a:pt x="8443" y="149250"/>
                  </a:lnTo>
                  <a:lnTo>
                    <a:pt x="31470" y="183403"/>
                  </a:lnTo>
                  <a:lnTo>
                    <a:pt x="65622" y="206436"/>
                  </a:lnTo>
                  <a:lnTo>
                    <a:pt x="107442" y="214884"/>
                  </a:lnTo>
                  <a:lnTo>
                    <a:pt x="2692146" y="214884"/>
                  </a:lnTo>
                  <a:lnTo>
                    <a:pt x="2733954" y="206436"/>
                  </a:lnTo>
                  <a:lnTo>
                    <a:pt x="2768107" y="183403"/>
                  </a:lnTo>
                  <a:lnTo>
                    <a:pt x="2791140" y="149250"/>
                  </a:lnTo>
                  <a:lnTo>
                    <a:pt x="2799588" y="107442"/>
                  </a:lnTo>
                  <a:lnTo>
                    <a:pt x="2791140" y="65633"/>
                  </a:lnTo>
                  <a:lnTo>
                    <a:pt x="2768107" y="31480"/>
                  </a:lnTo>
                  <a:lnTo>
                    <a:pt x="2733954" y="8447"/>
                  </a:lnTo>
                  <a:lnTo>
                    <a:pt x="269214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03020" y="3700272"/>
              <a:ext cx="2074926" cy="12725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84876" y="3148583"/>
            <a:ext cx="333011" cy="399288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659891" y="4584191"/>
            <a:ext cx="2811780" cy="1583690"/>
            <a:chOff x="659891" y="4584191"/>
            <a:chExt cx="2811780" cy="1583690"/>
          </a:xfrm>
        </p:grpSpPr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2939" y="4587239"/>
              <a:ext cx="2805684" cy="157734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1415" y="4585715"/>
              <a:ext cx="2809240" cy="1580515"/>
            </a:xfrm>
            <a:custGeom>
              <a:avLst/>
              <a:gdLst/>
              <a:ahLst/>
              <a:cxnLst/>
              <a:rect l="l" t="t" r="r" b="b"/>
              <a:pathLst>
                <a:path w="2809240" h="1580514">
                  <a:moveTo>
                    <a:pt x="0" y="1580387"/>
                  </a:moveTo>
                  <a:lnTo>
                    <a:pt x="2808732" y="1580387"/>
                  </a:lnTo>
                  <a:lnTo>
                    <a:pt x="2808732" y="0"/>
                  </a:lnTo>
                  <a:lnTo>
                    <a:pt x="0" y="0"/>
                  </a:lnTo>
                  <a:lnTo>
                    <a:pt x="0" y="1580387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702563" y="5894831"/>
              <a:ext cx="2376170" cy="219710"/>
            </a:xfrm>
            <a:custGeom>
              <a:avLst/>
              <a:gdLst/>
              <a:ahLst/>
              <a:cxnLst/>
              <a:rect l="l" t="t" r="r" b="b"/>
              <a:pathLst>
                <a:path w="2376170" h="219710">
                  <a:moveTo>
                    <a:pt x="2266188" y="0"/>
                  </a:moveTo>
                  <a:lnTo>
                    <a:pt x="109728" y="0"/>
                  </a:lnTo>
                  <a:lnTo>
                    <a:pt x="67015" y="8622"/>
                  </a:lnTo>
                  <a:lnTo>
                    <a:pt x="32137" y="32137"/>
                  </a:lnTo>
                  <a:lnTo>
                    <a:pt x="8622" y="67015"/>
                  </a:lnTo>
                  <a:lnTo>
                    <a:pt x="0" y="109728"/>
                  </a:lnTo>
                  <a:lnTo>
                    <a:pt x="8622" y="152440"/>
                  </a:lnTo>
                  <a:lnTo>
                    <a:pt x="32137" y="187318"/>
                  </a:lnTo>
                  <a:lnTo>
                    <a:pt x="67015" y="210833"/>
                  </a:lnTo>
                  <a:lnTo>
                    <a:pt x="109728" y="219456"/>
                  </a:lnTo>
                  <a:lnTo>
                    <a:pt x="2266188" y="219456"/>
                  </a:lnTo>
                  <a:lnTo>
                    <a:pt x="2308889" y="210833"/>
                  </a:lnTo>
                  <a:lnTo>
                    <a:pt x="2343769" y="187318"/>
                  </a:lnTo>
                  <a:lnTo>
                    <a:pt x="2367289" y="152440"/>
                  </a:lnTo>
                  <a:lnTo>
                    <a:pt x="2375916" y="109728"/>
                  </a:lnTo>
                  <a:lnTo>
                    <a:pt x="2367289" y="67015"/>
                  </a:lnTo>
                  <a:lnTo>
                    <a:pt x="2343769" y="32137"/>
                  </a:lnTo>
                  <a:lnTo>
                    <a:pt x="2308889" y="8622"/>
                  </a:lnTo>
                  <a:lnTo>
                    <a:pt x="226618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31747" y="5954267"/>
              <a:ext cx="1719833" cy="127253"/>
            </a:xfrm>
            <a:prstGeom prst="rect">
              <a:avLst/>
            </a:prstGeom>
          </p:spPr>
        </p:pic>
      </p:grp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04622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2.1.</a:t>
            </a:r>
            <a:r>
              <a:rPr dirty="0" spc="-20"/>
              <a:t> </a:t>
            </a:r>
            <a:r>
              <a:rPr dirty="0" spc="-5"/>
              <a:t>Applications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5"/>
              <a:t>Artificial</a:t>
            </a:r>
            <a:r>
              <a:rPr dirty="0" spc="10"/>
              <a:t> </a:t>
            </a:r>
            <a:r>
              <a:rPr dirty="0" spc="-5"/>
              <a:t>Intelligence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1" name="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4736" y="1923275"/>
            <a:ext cx="8297418" cy="741438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54736" y="4069079"/>
            <a:ext cx="7014209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7560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527803" y="2525267"/>
            <a:ext cx="0" cy="1849755"/>
          </a:xfrm>
          <a:custGeom>
            <a:avLst/>
            <a:gdLst/>
            <a:ahLst/>
            <a:cxnLst/>
            <a:rect l="l" t="t" r="r" b="b"/>
            <a:pathLst>
              <a:path w="0" h="1849754">
                <a:moveTo>
                  <a:pt x="0" y="1849628"/>
                </a:moveTo>
                <a:lnTo>
                  <a:pt x="0" y="0"/>
                </a:lnTo>
              </a:path>
            </a:pathLst>
          </a:custGeom>
          <a:ln w="12192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40379" y="2511551"/>
            <a:ext cx="0" cy="274320"/>
          </a:xfrm>
          <a:custGeom>
            <a:avLst/>
            <a:gdLst/>
            <a:ahLst/>
            <a:cxnLst/>
            <a:rect l="l" t="t" r="r" b="b"/>
            <a:pathLst>
              <a:path w="0" h="274319">
                <a:moveTo>
                  <a:pt x="0" y="0"/>
                </a:moveTo>
                <a:lnTo>
                  <a:pt x="0" y="274065"/>
                </a:lnTo>
              </a:path>
            </a:pathLst>
          </a:custGeom>
          <a:ln w="12192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40379" y="2511551"/>
            <a:ext cx="2974975" cy="274320"/>
          </a:xfrm>
          <a:custGeom>
            <a:avLst/>
            <a:gdLst/>
            <a:ahLst/>
            <a:cxnLst/>
            <a:rect l="l" t="t" r="r" b="b"/>
            <a:pathLst>
              <a:path w="2974975" h="274319">
                <a:moveTo>
                  <a:pt x="2974847" y="0"/>
                </a:moveTo>
                <a:lnTo>
                  <a:pt x="2974847" y="274065"/>
                </a:lnTo>
              </a:path>
              <a:path w="2974975" h="274319">
                <a:moveTo>
                  <a:pt x="0" y="272796"/>
                </a:moveTo>
                <a:lnTo>
                  <a:pt x="2974721" y="272796"/>
                </a:lnTo>
              </a:path>
            </a:pathLst>
          </a:custGeom>
          <a:ln w="12192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2294889" y="2993135"/>
            <a:ext cx="4555490" cy="1193800"/>
            <a:chOff x="2294889" y="2993135"/>
            <a:chExt cx="4555490" cy="1193800"/>
          </a:xfrm>
        </p:grpSpPr>
        <p:sp>
          <p:nvSpPr>
            <p:cNvPr id="9" name="object 9"/>
            <p:cNvSpPr/>
            <p:nvPr/>
          </p:nvSpPr>
          <p:spPr>
            <a:xfrm>
              <a:off x="2301239" y="3582923"/>
              <a:ext cx="4542790" cy="15240"/>
            </a:xfrm>
            <a:custGeom>
              <a:avLst/>
              <a:gdLst/>
              <a:ahLst/>
              <a:cxnLst/>
              <a:rect l="l" t="t" r="r" b="b"/>
              <a:pathLst>
                <a:path w="4542790" h="15239">
                  <a:moveTo>
                    <a:pt x="0" y="0"/>
                  </a:moveTo>
                  <a:lnTo>
                    <a:pt x="4542536" y="15112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938016" y="2993135"/>
              <a:ext cx="1195070" cy="1193800"/>
            </a:xfrm>
            <a:custGeom>
              <a:avLst/>
              <a:gdLst/>
              <a:ahLst/>
              <a:cxnLst/>
              <a:rect l="l" t="t" r="r" b="b"/>
              <a:pathLst>
                <a:path w="1195070" h="1193800">
                  <a:moveTo>
                    <a:pt x="597408" y="0"/>
                  </a:moveTo>
                  <a:lnTo>
                    <a:pt x="548410" y="1977"/>
                  </a:lnTo>
                  <a:lnTo>
                    <a:pt x="500503" y="7807"/>
                  </a:lnTo>
                  <a:lnTo>
                    <a:pt x="453841" y="17337"/>
                  </a:lnTo>
                  <a:lnTo>
                    <a:pt x="408578" y="30412"/>
                  </a:lnTo>
                  <a:lnTo>
                    <a:pt x="364867" y="46880"/>
                  </a:lnTo>
                  <a:lnTo>
                    <a:pt x="322861" y="66587"/>
                  </a:lnTo>
                  <a:lnTo>
                    <a:pt x="282716" y="89380"/>
                  </a:lnTo>
                  <a:lnTo>
                    <a:pt x="244583" y="115104"/>
                  </a:lnTo>
                  <a:lnTo>
                    <a:pt x="208618" y="143607"/>
                  </a:lnTo>
                  <a:lnTo>
                    <a:pt x="174974" y="174736"/>
                  </a:lnTo>
                  <a:lnTo>
                    <a:pt x="143804" y="208336"/>
                  </a:lnTo>
                  <a:lnTo>
                    <a:pt x="115263" y="244254"/>
                  </a:lnTo>
                  <a:lnTo>
                    <a:pt x="89503" y="282337"/>
                  </a:lnTo>
                  <a:lnTo>
                    <a:pt x="66680" y="322432"/>
                  </a:lnTo>
                  <a:lnTo>
                    <a:pt x="46946" y="364384"/>
                  </a:lnTo>
                  <a:lnTo>
                    <a:pt x="30455" y="408041"/>
                  </a:lnTo>
                  <a:lnTo>
                    <a:pt x="17361" y="453249"/>
                  </a:lnTo>
                  <a:lnTo>
                    <a:pt x="7818" y="499855"/>
                  </a:lnTo>
                  <a:lnTo>
                    <a:pt x="1980" y="547705"/>
                  </a:lnTo>
                  <a:lnTo>
                    <a:pt x="0" y="596646"/>
                  </a:lnTo>
                  <a:lnTo>
                    <a:pt x="1980" y="645586"/>
                  </a:lnTo>
                  <a:lnTo>
                    <a:pt x="7818" y="693436"/>
                  </a:lnTo>
                  <a:lnTo>
                    <a:pt x="17361" y="740042"/>
                  </a:lnTo>
                  <a:lnTo>
                    <a:pt x="30455" y="785250"/>
                  </a:lnTo>
                  <a:lnTo>
                    <a:pt x="46946" y="828907"/>
                  </a:lnTo>
                  <a:lnTo>
                    <a:pt x="66680" y="870859"/>
                  </a:lnTo>
                  <a:lnTo>
                    <a:pt x="89503" y="910954"/>
                  </a:lnTo>
                  <a:lnTo>
                    <a:pt x="115263" y="949037"/>
                  </a:lnTo>
                  <a:lnTo>
                    <a:pt x="143804" y="984955"/>
                  </a:lnTo>
                  <a:lnTo>
                    <a:pt x="174974" y="1018555"/>
                  </a:lnTo>
                  <a:lnTo>
                    <a:pt x="208618" y="1049684"/>
                  </a:lnTo>
                  <a:lnTo>
                    <a:pt x="244583" y="1078187"/>
                  </a:lnTo>
                  <a:lnTo>
                    <a:pt x="282716" y="1103911"/>
                  </a:lnTo>
                  <a:lnTo>
                    <a:pt x="322861" y="1126704"/>
                  </a:lnTo>
                  <a:lnTo>
                    <a:pt x="364867" y="1146411"/>
                  </a:lnTo>
                  <a:lnTo>
                    <a:pt x="408578" y="1162879"/>
                  </a:lnTo>
                  <a:lnTo>
                    <a:pt x="453841" y="1175954"/>
                  </a:lnTo>
                  <a:lnTo>
                    <a:pt x="500503" y="1185484"/>
                  </a:lnTo>
                  <a:lnTo>
                    <a:pt x="548410" y="1191314"/>
                  </a:lnTo>
                  <a:lnTo>
                    <a:pt x="597408" y="1193291"/>
                  </a:lnTo>
                  <a:lnTo>
                    <a:pt x="646405" y="1191314"/>
                  </a:lnTo>
                  <a:lnTo>
                    <a:pt x="694312" y="1185484"/>
                  </a:lnTo>
                  <a:lnTo>
                    <a:pt x="740974" y="1175954"/>
                  </a:lnTo>
                  <a:lnTo>
                    <a:pt x="786237" y="1162879"/>
                  </a:lnTo>
                  <a:lnTo>
                    <a:pt x="829948" y="1146411"/>
                  </a:lnTo>
                  <a:lnTo>
                    <a:pt x="871954" y="1126704"/>
                  </a:lnTo>
                  <a:lnTo>
                    <a:pt x="912099" y="1103911"/>
                  </a:lnTo>
                  <a:lnTo>
                    <a:pt x="950232" y="1078187"/>
                  </a:lnTo>
                  <a:lnTo>
                    <a:pt x="986197" y="1049684"/>
                  </a:lnTo>
                  <a:lnTo>
                    <a:pt x="1019841" y="1018555"/>
                  </a:lnTo>
                  <a:lnTo>
                    <a:pt x="1051011" y="984955"/>
                  </a:lnTo>
                  <a:lnTo>
                    <a:pt x="1079552" y="949037"/>
                  </a:lnTo>
                  <a:lnTo>
                    <a:pt x="1105312" y="910954"/>
                  </a:lnTo>
                  <a:lnTo>
                    <a:pt x="1128135" y="870859"/>
                  </a:lnTo>
                  <a:lnTo>
                    <a:pt x="1147869" y="828907"/>
                  </a:lnTo>
                  <a:lnTo>
                    <a:pt x="1164360" y="785250"/>
                  </a:lnTo>
                  <a:lnTo>
                    <a:pt x="1177454" y="740042"/>
                  </a:lnTo>
                  <a:lnTo>
                    <a:pt x="1186997" y="693436"/>
                  </a:lnTo>
                  <a:lnTo>
                    <a:pt x="1192835" y="645586"/>
                  </a:lnTo>
                  <a:lnTo>
                    <a:pt x="1194816" y="596646"/>
                  </a:lnTo>
                  <a:lnTo>
                    <a:pt x="1192835" y="547705"/>
                  </a:lnTo>
                  <a:lnTo>
                    <a:pt x="1186997" y="499855"/>
                  </a:lnTo>
                  <a:lnTo>
                    <a:pt x="1177454" y="453249"/>
                  </a:lnTo>
                  <a:lnTo>
                    <a:pt x="1164360" y="408041"/>
                  </a:lnTo>
                  <a:lnTo>
                    <a:pt x="1147869" y="364384"/>
                  </a:lnTo>
                  <a:lnTo>
                    <a:pt x="1128135" y="322432"/>
                  </a:lnTo>
                  <a:lnTo>
                    <a:pt x="1105312" y="282337"/>
                  </a:lnTo>
                  <a:lnTo>
                    <a:pt x="1079552" y="244254"/>
                  </a:lnTo>
                  <a:lnTo>
                    <a:pt x="1051011" y="208336"/>
                  </a:lnTo>
                  <a:lnTo>
                    <a:pt x="1019841" y="174736"/>
                  </a:lnTo>
                  <a:lnTo>
                    <a:pt x="986197" y="143607"/>
                  </a:lnTo>
                  <a:lnTo>
                    <a:pt x="950232" y="115104"/>
                  </a:lnTo>
                  <a:lnTo>
                    <a:pt x="912099" y="89380"/>
                  </a:lnTo>
                  <a:lnTo>
                    <a:pt x="871954" y="66587"/>
                  </a:lnTo>
                  <a:lnTo>
                    <a:pt x="829948" y="46880"/>
                  </a:lnTo>
                  <a:lnTo>
                    <a:pt x="786237" y="30412"/>
                  </a:lnTo>
                  <a:lnTo>
                    <a:pt x="740974" y="17337"/>
                  </a:lnTo>
                  <a:lnTo>
                    <a:pt x="694312" y="7807"/>
                  </a:lnTo>
                  <a:lnTo>
                    <a:pt x="646405" y="1977"/>
                  </a:lnTo>
                  <a:lnTo>
                    <a:pt x="59740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4228846" y="3479419"/>
            <a:ext cx="6127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1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400" spc="-9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400" spc="-65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400" spc="-95" b="1">
                <a:solidFill>
                  <a:srgbClr val="FFFFFF"/>
                </a:solidFill>
                <a:latin typeface="Arial"/>
                <a:cs typeface="Arial"/>
              </a:rPr>
              <a:t>ifi</a:t>
            </a:r>
            <a:r>
              <a:rPr dirty="0" sz="1400" spc="-185" b="1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400" spc="-10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400" spc="-30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endParaRPr sz="1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31309" y="3692778"/>
            <a:ext cx="8070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35" b="1">
                <a:solidFill>
                  <a:srgbClr val="FFFFFF"/>
                </a:solidFill>
                <a:latin typeface="Arial"/>
                <a:cs typeface="Arial"/>
              </a:rPr>
              <a:t>Intelligence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375403" y="3087623"/>
            <a:ext cx="2712720" cy="770255"/>
            <a:chOff x="4375403" y="3087623"/>
            <a:chExt cx="2712720" cy="770255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5403" y="3087623"/>
              <a:ext cx="318515" cy="35509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836663" y="3328415"/>
              <a:ext cx="245110" cy="523240"/>
            </a:xfrm>
            <a:custGeom>
              <a:avLst/>
              <a:gdLst/>
              <a:ahLst/>
              <a:cxnLst/>
              <a:rect l="l" t="t" r="r" b="b"/>
              <a:pathLst>
                <a:path w="245109" h="523239">
                  <a:moveTo>
                    <a:pt x="244855" y="0"/>
                  </a:moveTo>
                  <a:lnTo>
                    <a:pt x="6095" y="0"/>
                  </a:lnTo>
                </a:path>
                <a:path w="245109" h="523239">
                  <a:moveTo>
                    <a:pt x="244855" y="522732"/>
                  </a:moveTo>
                  <a:lnTo>
                    <a:pt x="6095" y="522732"/>
                  </a:lnTo>
                </a:path>
                <a:path w="245109" h="523239">
                  <a:moveTo>
                    <a:pt x="0" y="0"/>
                  </a:moveTo>
                  <a:lnTo>
                    <a:pt x="0" y="522351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616701" y="3391661"/>
              <a:ext cx="995680" cy="398145"/>
            </a:xfrm>
            <a:custGeom>
              <a:avLst/>
              <a:gdLst/>
              <a:ahLst/>
              <a:cxnLst/>
              <a:rect l="l" t="t" r="r" b="b"/>
              <a:pathLst>
                <a:path w="995679" h="398145">
                  <a:moveTo>
                    <a:pt x="928877" y="0"/>
                  </a:moveTo>
                  <a:lnTo>
                    <a:pt x="66294" y="0"/>
                  </a:lnTo>
                  <a:lnTo>
                    <a:pt x="40505" y="5214"/>
                  </a:lnTo>
                  <a:lnTo>
                    <a:pt x="19430" y="19430"/>
                  </a:lnTo>
                  <a:lnTo>
                    <a:pt x="5214" y="40505"/>
                  </a:lnTo>
                  <a:lnTo>
                    <a:pt x="0" y="66293"/>
                  </a:lnTo>
                  <a:lnTo>
                    <a:pt x="0" y="331469"/>
                  </a:lnTo>
                  <a:lnTo>
                    <a:pt x="5214" y="357258"/>
                  </a:lnTo>
                  <a:lnTo>
                    <a:pt x="19431" y="378332"/>
                  </a:lnTo>
                  <a:lnTo>
                    <a:pt x="40505" y="392549"/>
                  </a:lnTo>
                  <a:lnTo>
                    <a:pt x="66294" y="397763"/>
                  </a:lnTo>
                  <a:lnTo>
                    <a:pt x="928877" y="397763"/>
                  </a:lnTo>
                  <a:lnTo>
                    <a:pt x="954666" y="392549"/>
                  </a:lnTo>
                  <a:lnTo>
                    <a:pt x="975741" y="378332"/>
                  </a:lnTo>
                  <a:lnTo>
                    <a:pt x="989957" y="357258"/>
                  </a:lnTo>
                  <a:lnTo>
                    <a:pt x="995172" y="331469"/>
                  </a:lnTo>
                  <a:lnTo>
                    <a:pt x="995172" y="66293"/>
                  </a:lnTo>
                  <a:lnTo>
                    <a:pt x="989957" y="40505"/>
                  </a:lnTo>
                  <a:lnTo>
                    <a:pt x="975740" y="19430"/>
                  </a:lnTo>
                  <a:lnTo>
                    <a:pt x="954666" y="5214"/>
                  </a:lnTo>
                  <a:lnTo>
                    <a:pt x="9288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616701" y="3391661"/>
              <a:ext cx="995680" cy="398145"/>
            </a:xfrm>
            <a:custGeom>
              <a:avLst/>
              <a:gdLst/>
              <a:ahLst/>
              <a:cxnLst/>
              <a:rect l="l" t="t" r="r" b="b"/>
              <a:pathLst>
                <a:path w="995679" h="398145">
                  <a:moveTo>
                    <a:pt x="0" y="66293"/>
                  </a:moveTo>
                  <a:lnTo>
                    <a:pt x="5214" y="40505"/>
                  </a:lnTo>
                  <a:lnTo>
                    <a:pt x="19430" y="19430"/>
                  </a:lnTo>
                  <a:lnTo>
                    <a:pt x="40505" y="5214"/>
                  </a:lnTo>
                  <a:lnTo>
                    <a:pt x="66294" y="0"/>
                  </a:lnTo>
                  <a:lnTo>
                    <a:pt x="928877" y="0"/>
                  </a:lnTo>
                  <a:lnTo>
                    <a:pt x="954666" y="5214"/>
                  </a:lnTo>
                  <a:lnTo>
                    <a:pt x="975740" y="19430"/>
                  </a:lnTo>
                  <a:lnTo>
                    <a:pt x="989957" y="40505"/>
                  </a:lnTo>
                  <a:lnTo>
                    <a:pt x="995172" y="66293"/>
                  </a:lnTo>
                  <a:lnTo>
                    <a:pt x="995172" y="331469"/>
                  </a:lnTo>
                  <a:lnTo>
                    <a:pt x="989957" y="357258"/>
                  </a:lnTo>
                  <a:lnTo>
                    <a:pt x="975741" y="378332"/>
                  </a:lnTo>
                  <a:lnTo>
                    <a:pt x="954666" y="392549"/>
                  </a:lnTo>
                  <a:lnTo>
                    <a:pt x="928877" y="397763"/>
                  </a:lnTo>
                  <a:lnTo>
                    <a:pt x="66294" y="397763"/>
                  </a:lnTo>
                  <a:lnTo>
                    <a:pt x="40505" y="392549"/>
                  </a:lnTo>
                  <a:lnTo>
                    <a:pt x="19431" y="378332"/>
                  </a:lnTo>
                  <a:lnTo>
                    <a:pt x="5214" y="357258"/>
                  </a:lnTo>
                  <a:lnTo>
                    <a:pt x="0" y="331469"/>
                  </a:lnTo>
                  <a:lnTo>
                    <a:pt x="0" y="66293"/>
                  </a:lnTo>
                  <a:close/>
                </a:path>
              </a:pathLst>
            </a:custGeom>
            <a:ln w="1981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632459" y="5092953"/>
            <a:ext cx="2598420" cy="651510"/>
            <a:chOff x="632459" y="5092953"/>
            <a:chExt cx="2598420" cy="651510"/>
          </a:xfrm>
        </p:grpSpPr>
        <p:sp>
          <p:nvSpPr>
            <p:cNvPr id="19" name="object 19"/>
            <p:cNvSpPr/>
            <p:nvPr/>
          </p:nvSpPr>
          <p:spPr>
            <a:xfrm>
              <a:off x="1129283" y="5099303"/>
              <a:ext cx="2095500" cy="238760"/>
            </a:xfrm>
            <a:custGeom>
              <a:avLst/>
              <a:gdLst/>
              <a:ahLst/>
              <a:cxnLst/>
              <a:rect l="l" t="t" r="r" b="b"/>
              <a:pathLst>
                <a:path w="2095500" h="238760">
                  <a:moveTo>
                    <a:pt x="0" y="0"/>
                  </a:moveTo>
                  <a:lnTo>
                    <a:pt x="2095246" y="0"/>
                  </a:lnTo>
                </a:path>
                <a:path w="2095500" h="238760">
                  <a:moveTo>
                    <a:pt x="0" y="23876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32459" y="5227319"/>
              <a:ext cx="993775" cy="516890"/>
            </a:xfrm>
            <a:custGeom>
              <a:avLst/>
              <a:gdLst/>
              <a:ahLst/>
              <a:cxnLst/>
              <a:rect l="l" t="t" r="r" b="b"/>
              <a:pathLst>
                <a:path w="993775" h="516889">
                  <a:moveTo>
                    <a:pt x="907542" y="0"/>
                  </a:moveTo>
                  <a:lnTo>
                    <a:pt x="86106" y="0"/>
                  </a:lnTo>
                  <a:lnTo>
                    <a:pt x="52592" y="6774"/>
                  </a:lnTo>
                  <a:lnTo>
                    <a:pt x="25222" y="25241"/>
                  </a:lnTo>
                  <a:lnTo>
                    <a:pt x="6767" y="52613"/>
                  </a:lnTo>
                  <a:lnTo>
                    <a:pt x="0" y="86105"/>
                  </a:lnTo>
                  <a:lnTo>
                    <a:pt x="0" y="430529"/>
                  </a:lnTo>
                  <a:lnTo>
                    <a:pt x="6767" y="464043"/>
                  </a:lnTo>
                  <a:lnTo>
                    <a:pt x="25222" y="491413"/>
                  </a:lnTo>
                  <a:lnTo>
                    <a:pt x="52592" y="509868"/>
                  </a:lnTo>
                  <a:lnTo>
                    <a:pt x="86106" y="516635"/>
                  </a:lnTo>
                  <a:lnTo>
                    <a:pt x="907542" y="516635"/>
                  </a:lnTo>
                  <a:lnTo>
                    <a:pt x="941034" y="509868"/>
                  </a:lnTo>
                  <a:lnTo>
                    <a:pt x="968406" y="491413"/>
                  </a:lnTo>
                  <a:lnTo>
                    <a:pt x="986873" y="464043"/>
                  </a:lnTo>
                  <a:lnTo>
                    <a:pt x="993647" y="430529"/>
                  </a:lnTo>
                  <a:lnTo>
                    <a:pt x="993647" y="86105"/>
                  </a:lnTo>
                  <a:lnTo>
                    <a:pt x="986873" y="52613"/>
                  </a:lnTo>
                  <a:lnTo>
                    <a:pt x="968406" y="25241"/>
                  </a:lnTo>
                  <a:lnTo>
                    <a:pt x="941034" y="6774"/>
                  </a:lnTo>
                  <a:lnTo>
                    <a:pt x="907542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73074" y="5381066"/>
            <a:ext cx="7099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25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ee</a:t>
            </a:r>
            <a:r>
              <a:rPr dirty="0" sz="1200" spc="-22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200" spc="-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215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200" spc="-6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200" spc="-22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200" spc="-12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ng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679448" y="4379721"/>
            <a:ext cx="995680" cy="1364615"/>
            <a:chOff x="1679448" y="4379721"/>
            <a:chExt cx="995680" cy="1364615"/>
          </a:xfrm>
        </p:grpSpPr>
        <p:sp>
          <p:nvSpPr>
            <p:cNvPr id="23" name="object 23"/>
            <p:cNvSpPr/>
            <p:nvPr/>
          </p:nvSpPr>
          <p:spPr>
            <a:xfrm>
              <a:off x="2176272" y="4386071"/>
              <a:ext cx="0" cy="1135380"/>
            </a:xfrm>
            <a:custGeom>
              <a:avLst/>
              <a:gdLst/>
              <a:ahLst/>
              <a:cxnLst/>
              <a:rect l="l" t="t" r="r" b="b"/>
              <a:pathLst>
                <a:path w="0" h="1135379">
                  <a:moveTo>
                    <a:pt x="0" y="0"/>
                  </a:moveTo>
                  <a:lnTo>
                    <a:pt x="0" y="1135380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1679448" y="5227319"/>
              <a:ext cx="995680" cy="516890"/>
            </a:xfrm>
            <a:custGeom>
              <a:avLst/>
              <a:gdLst/>
              <a:ahLst/>
              <a:cxnLst/>
              <a:rect l="l" t="t" r="r" b="b"/>
              <a:pathLst>
                <a:path w="995680" h="516889">
                  <a:moveTo>
                    <a:pt x="909065" y="0"/>
                  </a:moveTo>
                  <a:lnTo>
                    <a:pt x="86106" y="0"/>
                  </a:lnTo>
                  <a:lnTo>
                    <a:pt x="52613" y="6774"/>
                  </a:lnTo>
                  <a:lnTo>
                    <a:pt x="25241" y="25241"/>
                  </a:lnTo>
                  <a:lnTo>
                    <a:pt x="6774" y="52613"/>
                  </a:lnTo>
                  <a:lnTo>
                    <a:pt x="0" y="86105"/>
                  </a:lnTo>
                  <a:lnTo>
                    <a:pt x="0" y="430529"/>
                  </a:lnTo>
                  <a:lnTo>
                    <a:pt x="6774" y="464043"/>
                  </a:lnTo>
                  <a:lnTo>
                    <a:pt x="25241" y="491413"/>
                  </a:lnTo>
                  <a:lnTo>
                    <a:pt x="52613" y="509868"/>
                  </a:lnTo>
                  <a:lnTo>
                    <a:pt x="86106" y="516635"/>
                  </a:lnTo>
                  <a:lnTo>
                    <a:pt x="909065" y="516635"/>
                  </a:lnTo>
                  <a:lnTo>
                    <a:pt x="942558" y="509868"/>
                  </a:lnTo>
                  <a:lnTo>
                    <a:pt x="969930" y="491413"/>
                  </a:lnTo>
                  <a:lnTo>
                    <a:pt x="988397" y="464043"/>
                  </a:lnTo>
                  <a:lnTo>
                    <a:pt x="995171" y="430529"/>
                  </a:lnTo>
                  <a:lnTo>
                    <a:pt x="995171" y="86105"/>
                  </a:lnTo>
                  <a:lnTo>
                    <a:pt x="988397" y="52613"/>
                  </a:lnTo>
                  <a:lnTo>
                    <a:pt x="969930" y="25241"/>
                  </a:lnTo>
                  <a:lnTo>
                    <a:pt x="942558" y="6774"/>
                  </a:lnTo>
                  <a:lnTo>
                    <a:pt x="909065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1837689" y="5381066"/>
            <a:ext cx="6769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70">
                <a:solidFill>
                  <a:srgbClr val="404040"/>
                </a:solidFill>
                <a:latin typeface="Trebuchet MS"/>
                <a:cs typeface="Trebuchet MS"/>
              </a:rPr>
              <a:t>Unsupervised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726435" y="5092953"/>
            <a:ext cx="995680" cy="651510"/>
            <a:chOff x="2726435" y="5092953"/>
            <a:chExt cx="995680" cy="651510"/>
          </a:xfrm>
        </p:grpSpPr>
        <p:sp>
          <p:nvSpPr>
            <p:cNvPr id="27" name="object 27"/>
            <p:cNvSpPr/>
            <p:nvPr/>
          </p:nvSpPr>
          <p:spPr>
            <a:xfrm>
              <a:off x="3224783" y="5099303"/>
              <a:ext cx="0" cy="238760"/>
            </a:xfrm>
            <a:custGeom>
              <a:avLst/>
              <a:gdLst/>
              <a:ahLst/>
              <a:cxnLst/>
              <a:rect l="l" t="t" r="r" b="b"/>
              <a:pathLst>
                <a:path w="0" h="238760">
                  <a:moveTo>
                    <a:pt x="0" y="23876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2726435" y="5227319"/>
              <a:ext cx="995680" cy="516890"/>
            </a:xfrm>
            <a:custGeom>
              <a:avLst/>
              <a:gdLst/>
              <a:ahLst/>
              <a:cxnLst/>
              <a:rect l="l" t="t" r="r" b="b"/>
              <a:pathLst>
                <a:path w="995679" h="516889">
                  <a:moveTo>
                    <a:pt x="909065" y="0"/>
                  </a:moveTo>
                  <a:lnTo>
                    <a:pt x="86106" y="0"/>
                  </a:lnTo>
                  <a:lnTo>
                    <a:pt x="52613" y="6774"/>
                  </a:lnTo>
                  <a:lnTo>
                    <a:pt x="25241" y="25241"/>
                  </a:lnTo>
                  <a:lnTo>
                    <a:pt x="6774" y="52613"/>
                  </a:lnTo>
                  <a:lnTo>
                    <a:pt x="0" y="86105"/>
                  </a:lnTo>
                  <a:lnTo>
                    <a:pt x="0" y="430529"/>
                  </a:lnTo>
                  <a:lnTo>
                    <a:pt x="6774" y="464043"/>
                  </a:lnTo>
                  <a:lnTo>
                    <a:pt x="25241" y="491413"/>
                  </a:lnTo>
                  <a:lnTo>
                    <a:pt x="52613" y="509868"/>
                  </a:lnTo>
                  <a:lnTo>
                    <a:pt x="86106" y="516635"/>
                  </a:lnTo>
                  <a:lnTo>
                    <a:pt x="909065" y="516635"/>
                  </a:lnTo>
                  <a:lnTo>
                    <a:pt x="942558" y="509868"/>
                  </a:lnTo>
                  <a:lnTo>
                    <a:pt x="969930" y="491413"/>
                  </a:lnTo>
                  <a:lnTo>
                    <a:pt x="988397" y="464043"/>
                  </a:lnTo>
                  <a:lnTo>
                    <a:pt x="995172" y="430529"/>
                  </a:lnTo>
                  <a:lnTo>
                    <a:pt x="995172" y="86105"/>
                  </a:lnTo>
                  <a:lnTo>
                    <a:pt x="988397" y="52613"/>
                  </a:lnTo>
                  <a:lnTo>
                    <a:pt x="969930" y="25241"/>
                  </a:lnTo>
                  <a:lnTo>
                    <a:pt x="942558" y="6774"/>
                  </a:lnTo>
                  <a:lnTo>
                    <a:pt x="909065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943225" y="5381066"/>
            <a:ext cx="5626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60">
                <a:solidFill>
                  <a:srgbClr val="404040"/>
                </a:solidFill>
                <a:latin typeface="Trebuchet MS"/>
                <a:cs typeface="Trebuchet MS"/>
              </a:rPr>
              <a:t>Supervised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72641" y="4554982"/>
            <a:ext cx="2209165" cy="418465"/>
            <a:chOff x="1072641" y="4554982"/>
            <a:chExt cx="2209165" cy="418465"/>
          </a:xfrm>
        </p:grpSpPr>
        <p:sp>
          <p:nvSpPr>
            <p:cNvPr id="31" name="object 31"/>
            <p:cNvSpPr/>
            <p:nvPr/>
          </p:nvSpPr>
          <p:spPr>
            <a:xfrm>
              <a:off x="1082801" y="4565142"/>
              <a:ext cx="2188845" cy="398145"/>
            </a:xfrm>
            <a:custGeom>
              <a:avLst/>
              <a:gdLst/>
              <a:ahLst/>
              <a:cxnLst/>
              <a:rect l="l" t="t" r="r" b="b"/>
              <a:pathLst>
                <a:path w="2188845" h="398145">
                  <a:moveTo>
                    <a:pt x="2122170" y="0"/>
                  </a:moveTo>
                  <a:lnTo>
                    <a:pt x="66293" y="0"/>
                  </a:lnTo>
                  <a:lnTo>
                    <a:pt x="40488" y="5214"/>
                  </a:lnTo>
                  <a:lnTo>
                    <a:pt x="19416" y="19430"/>
                  </a:lnTo>
                  <a:lnTo>
                    <a:pt x="5209" y="40505"/>
                  </a:lnTo>
                  <a:lnTo>
                    <a:pt x="0" y="66293"/>
                  </a:lnTo>
                  <a:lnTo>
                    <a:pt x="0" y="331469"/>
                  </a:lnTo>
                  <a:lnTo>
                    <a:pt x="5209" y="357258"/>
                  </a:lnTo>
                  <a:lnTo>
                    <a:pt x="19416" y="378332"/>
                  </a:lnTo>
                  <a:lnTo>
                    <a:pt x="40488" y="392549"/>
                  </a:lnTo>
                  <a:lnTo>
                    <a:pt x="66293" y="397763"/>
                  </a:lnTo>
                  <a:lnTo>
                    <a:pt x="2122170" y="397763"/>
                  </a:lnTo>
                  <a:lnTo>
                    <a:pt x="2147958" y="392549"/>
                  </a:lnTo>
                  <a:lnTo>
                    <a:pt x="2169033" y="378332"/>
                  </a:lnTo>
                  <a:lnTo>
                    <a:pt x="2183249" y="357258"/>
                  </a:lnTo>
                  <a:lnTo>
                    <a:pt x="2188464" y="331469"/>
                  </a:lnTo>
                  <a:lnTo>
                    <a:pt x="2188464" y="66293"/>
                  </a:lnTo>
                  <a:lnTo>
                    <a:pt x="2183249" y="40505"/>
                  </a:lnTo>
                  <a:lnTo>
                    <a:pt x="2169033" y="19430"/>
                  </a:lnTo>
                  <a:lnTo>
                    <a:pt x="2147958" y="5214"/>
                  </a:lnTo>
                  <a:lnTo>
                    <a:pt x="2122170" y="0"/>
                  </a:lnTo>
                  <a:close/>
                </a:path>
              </a:pathLst>
            </a:custGeom>
            <a:solidFill>
              <a:srgbClr val="7B7B7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1082801" y="4565142"/>
              <a:ext cx="2188845" cy="398145"/>
            </a:xfrm>
            <a:custGeom>
              <a:avLst/>
              <a:gdLst/>
              <a:ahLst/>
              <a:cxnLst/>
              <a:rect l="l" t="t" r="r" b="b"/>
              <a:pathLst>
                <a:path w="2188845" h="398145">
                  <a:moveTo>
                    <a:pt x="0" y="66293"/>
                  </a:moveTo>
                  <a:lnTo>
                    <a:pt x="5209" y="40505"/>
                  </a:lnTo>
                  <a:lnTo>
                    <a:pt x="19416" y="19430"/>
                  </a:lnTo>
                  <a:lnTo>
                    <a:pt x="40488" y="5214"/>
                  </a:lnTo>
                  <a:lnTo>
                    <a:pt x="66293" y="0"/>
                  </a:lnTo>
                  <a:lnTo>
                    <a:pt x="2122170" y="0"/>
                  </a:lnTo>
                  <a:lnTo>
                    <a:pt x="2147958" y="5214"/>
                  </a:lnTo>
                  <a:lnTo>
                    <a:pt x="2169033" y="19430"/>
                  </a:lnTo>
                  <a:lnTo>
                    <a:pt x="2183249" y="40505"/>
                  </a:lnTo>
                  <a:lnTo>
                    <a:pt x="2188464" y="66293"/>
                  </a:lnTo>
                  <a:lnTo>
                    <a:pt x="2188464" y="331469"/>
                  </a:lnTo>
                  <a:lnTo>
                    <a:pt x="2183249" y="357258"/>
                  </a:lnTo>
                  <a:lnTo>
                    <a:pt x="2169033" y="378332"/>
                  </a:lnTo>
                  <a:lnTo>
                    <a:pt x="2147958" y="392549"/>
                  </a:lnTo>
                  <a:lnTo>
                    <a:pt x="2122170" y="397763"/>
                  </a:lnTo>
                  <a:lnTo>
                    <a:pt x="66293" y="397763"/>
                  </a:lnTo>
                  <a:lnTo>
                    <a:pt x="40488" y="392549"/>
                  </a:lnTo>
                  <a:lnTo>
                    <a:pt x="19416" y="378332"/>
                  </a:lnTo>
                  <a:lnTo>
                    <a:pt x="5209" y="357258"/>
                  </a:lnTo>
                  <a:lnTo>
                    <a:pt x="0" y="331469"/>
                  </a:lnTo>
                  <a:lnTo>
                    <a:pt x="0" y="66293"/>
                  </a:lnTo>
                  <a:close/>
                </a:path>
              </a:pathLst>
            </a:custGeom>
            <a:ln w="1981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1652777" y="4655311"/>
            <a:ext cx="10471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200" spc="-155" b="1">
                <a:solidFill>
                  <a:srgbClr val="FFFFFF"/>
                </a:solidFill>
                <a:latin typeface="Arial"/>
                <a:cs typeface="Arial"/>
              </a:rPr>
              <a:t>achin</a:t>
            </a:r>
            <a:r>
              <a:rPr dirty="0" sz="1200" spc="-16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4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1200" spc="-21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200" spc="-1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200" spc="-7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200" spc="-135" b="1">
                <a:solidFill>
                  <a:srgbClr val="FFFFFF"/>
                </a:solidFill>
                <a:latin typeface="Arial"/>
                <a:cs typeface="Arial"/>
              </a:rPr>
              <a:t>ning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227576" y="4379721"/>
            <a:ext cx="4676140" cy="1364615"/>
            <a:chOff x="4227576" y="4379721"/>
            <a:chExt cx="4676140" cy="1364615"/>
          </a:xfrm>
        </p:grpSpPr>
        <p:sp>
          <p:nvSpPr>
            <p:cNvPr id="35" name="object 35"/>
            <p:cNvSpPr/>
            <p:nvPr/>
          </p:nvSpPr>
          <p:spPr>
            <a:xfrm>
              <a:off x="4724400" y="4386071"/>
              <a:ext cx="4173220" cy="1045844"/>
            </a:xfrm>
            <a:custGeom>
              <a:avLst/>
              <a:gdLst/>
              <a:ahLst/>
              <a:cxnLst/>
              <a:rect l="l" t="t" r="r" b="b"/>
              <a:pathLst>
                <a:path w="4173220" h="1045845">
                  <a:moveTo>
                    <a:pt x="2086355" y="0"/>
                  </a:moveTo>
                  <a:lnTo>
                    <a:pt x="2086355" y="1045336"/>
                  </a:lnTo>
                </a:path>
                <a:path w="4173220" h="1045845">
                  <a:moveTo>
                    <a:pt x="0" y="713232"/>
                  </a:moveTo>
                  <a:lnTo>
                    <a:pt x="4172711" y="713232"/>
                  </a:lnTo>
                </a:path>
                <a:path w="4173220" h="1045845">
                  <a:moveTo>
                    <a:pt x="0" y="951991"/>
                  </a:moveTo>
                  <a:lnTo>
                    <a:pt x="0" y="713232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227576" y="5227319"/>
              <a:ext cx="995680" cy="516890"/>
            </a:xfrm>
            <a:custGeom>
              <a:avLst/>
              <a:gdLst/>
              <a:ahLst/>
              <a:cxnLst/>
              <a:rect l="l" t="t" r="r" b="b"/>
              <a:pathLst>
                <a:path w="995679" h="516889">
                  <a:moveTo>
                    <a:pt x="909065" y="0"/>
                  </a:moveTo>
                  <a:lnTo>
                    <a:pt x="86106" y="0"/>
                  </a:lnTo>
                  <a:lnTo>
                    <a:pt x="52613" y="6774"/>
                  </a:lnTo>
                  <a:lnTo>
                    <a:pt x="25241" y="25241"/>
                  </a:lnTo>
                  <a:lnTo>
                    <a:pt x="6774" y="52613"/>
                  </a:lnTo>
                  <a:lnTo>
                    <a:pt x="0" y="86105"/>
                  </a:lnTo>
                  <a:lnTo>
                    <a:pt x="0" y="430529"/>
                  </a:lnTo>
                  <a:lnTo>
                    <a:pt x="6774" y="464043"/>
                  </a:lnTo>
                  <a:lnTo>
                    <a:pt x="25241" y="491413"/>
                  </a:lnTo>
                  <a:lnTo>
                    <a:pt x="52613" y="509868"/>
                  </a:lnTo>
                  <a:lnTo>
                    <a:pt x="86106" y="516635"/>
                  </a:lnTo>
                  <a:lnTo>
                    <a:pt x="909065" y="516635"/>
                  </a:lnTo>
                  <a:lnTo>
                    <a:pt x="942558" y="509868"/>
                  </a:lnTo>
                  <a:lnTo>
                    <a:pt x="969930" y="491413"/>
                  </a:lnTo>
                  <a:lnTo>
                    <a:pt x="988397" y="464043"/>
                  </a:lnTo>
                  <a:lnTo>
                    <a:pt x="995172" y="430529"/>
                  </a:lnTo>
                  <a:lnTo>
                    <a:pt x="995172" y="86105"/>
                  </a:lnTo>
                  <a:lnTo>
                    <a:pt x="988397" y="52613"/>
                  </a:lnTo>
                  <a:lnTo>
                    <a:pt x="969930" y="25241"/>
                  </a:lnTo>
                  <a:lnTo>
                    <a:pt x="942558" y="6774"/>
                  </a:lnTo>
                  <a:lnTo>
                    <a:pt x="909065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334383" y="5381066"/>
            <a:ext cx="78168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3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215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dirty="0" sz="1200" spc="-16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28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200" spc="-22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200" spc="-20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6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14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195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5271515" y="5092953"/>
            <a:ext cx="3080385" cy="651510"/>
            <a:chOff x="5271515" y="5092953"/>
            <a:chExt cx="3080385" cy="651510"/>
          </a:xfrm>
        </p:grpSpPr>
        <p:sp>
          <p:nvSpPr>
            <p:cNvPr id="39" name="object 39"/>
            <p:cNvSpPr/>
            <p:nvPr/>
          </p:nvSpPr>
          <p:spPr>
            <a:xfrm>
              <a:off x="5768339" y="5099303"/>
              <a:ext cx="0" cy="238760"/>
            </a:xfrm>
            <a:custGeom>
              <a:avLst/>
              <a:gdLst/>
              <a:ahLst/>
              <a:cxnLst/>
              <a:rect l="l" t="t" r="r" b="b"/>
              <a:pathLst>
                <a:path w="0" h="238760">
                  <a:moveTo>
                    <a:pt x="0" y="23876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5271515" y="5227319"/>
              <a:ext cx="993775" cy="516890"/>
            </a:xfrm>
            <a:custGeom>
              <a:avLst/>
              <a:gdLst/>
              <a:ahLst/>
              <a:cxnLst/>
              <a:rect l="l" t="t" r="r" b="b"/>
              <a:pathLst>
                <a:path w="993775" h="516889">
                  <a:moveTo>
                    <a:pt x="907542" y="0"/>
                  </a:moveTo>
                  <a:lnTo>
                    <a:pt x="86106" y="0"/>
                  </a:lnTo>
                  <a:lnTo>
                    <a:pt x="52613" y="6774"/>
                  </a:lnTo>
                  <a:lnTo>
                    <a:pt x="25241" y="25241"/>
                  </a:lnTo>
                  <a:lnTo>
                    <a:pt x="6774" y="52613"/>
                  </a:lnTo>
                  <a:lnTo>
                    <a:pt x="0" y="86105"/>
                  </a:lnTo>
                  <a:lnTo>
                    <a:pt x="0" y="430529"/>
                  </a:lnTo>
                  <a:lnTo>
                    <a:pt x="6774" y="464043"/>
                  </a:lnTo>
                  <a:lnTo>
                    <a:pt x="25241" y="491413"/>
                  </a:lnTo>
                  <a:lnTo>
                    <a:pt x="52613" y="509868"/>
                  </a:lnTo>
                  <a:lnTo>
                    <a:pt x="86106" y="516635"/>
                  </a:lnTo>
                  <a:lnTo>
                    <a:pt x="907542" y="516635"/>
                  </a:lnTo>
                  <a:lnTo>
                    <a:pt x="941034" y="509868"/>
                  </a:lnTo>
                  <a:lnTo>
                    <a:pt x="968406" y="491413"/>
                  </a:lnTo>
                  <a:lnTo>
                    <a:pt x="986873" y="464043"/>
                  </a:lnTo>
                  <a:lnTo>
                    <a:pt x="993648" y="430529"/>
                  </a:lnTo>
                  <a:lnTo>
                    <a:pt x="993648" y="86105"/>
                  </a:lnTo>
                  <a:lnTo>
                    <a:pt x="986873" y="52613"/>
                  </a:lnTo>
                  <a:lnTo>
                    <a:pt x="968406" y="25241"/>
                  </a:lnTo>
                  <a:lnTo>
                    <a:pt x="941034" y="6774"/>
                  </a:lnTo>
                  <a:lnTo>
                    <a:pt x="907542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854695" y="5099303"/>
              <a:ext cx="0" cy="238760"/>
            </a:xfrm>
            <a:custGeom>
              <a:avLst/>
              <a:gdLst/>
              <a:ahLst/>
              <a:cxnLst/>
              <a:rect l="l" t="t" r="r" b="b"/>
              <a:pathLst>
                <a:path w="0" h="238760">
                  <a:moveTo>
                    <a:pt x="0" y="23876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7357871" y="5227319"/>
              <a:ext cx="993775" cy="516890"/>
            </a:xfrm>
            <a:custGeom>
              <a:avLst/>
              <a:gdLst/>
              <a:ahLst/>
              <a:cxnLst/>
              <a:rect l="l" t="t" r="r" b="b"/>
              <a:pathLst>
                <a:path w="993775" h="516889">
                  <a:moveTo>
                    <a:pt x="907542" y="0"/>
                  </a:moveTo>
                  <a:lnTo>
                    <a:pt x="86105" y="0"/>
                  </a:lnTo>
                  <a:lnTo>
                    <a:pt x="52613" y="6774"/>
                  </a:lnTo>
                  <a:lnTo>
                    <a:pt x="25241" y="25241"/>
                  </a:lnTo>
                  <a:lnTo>
                    <a:pt x="6774" y="52613"/>
                  </a:lnTo>
                  <a:lnTo>
                    <a:pt x="0" y="86105"/>
                  </a:lnTo>
                  <a:lnTo>
                    <a:pt x="0" y="430529"/>
                  </a:lnTo>
                  <a:lnTo>
                    <a:pt x="6774" y="464043"/>
                  </a:lnTo>
                  <a:lnTo>
                    <a:pt x="25241" y="491413"/>
                  </a:lnTo>
                  <a:lnTo>
                    <a:pt x="52613" y="509868"/>
                  </a:lnTo>
                  <a:lnTo>
                    <a:pt x="86105" y="516635"/>
                  </a:lnTo>
                  <a:lnTo>
                    <a:pt x="907542" y="516635"/>
                  </a:lnTo>
                  <a:lnTo>
                    <a:pt x="941034" y="509868"/>
                  </a:lnTo>
                  <a:lnTo>
                    <a:pt x="968406" y="491413"/>
                  </a:lnTo>
                  <a:lnTo>
                    <a:pt x="986873" y="464043"/>
                  </a:lnTo>
                  <a:lnTo>
                    <a:pt x="993648" y="430529"/>
                  </a:lnTo>
                  <a:lnTo>
                    <a:pt x="993648" y="86105"/>
                  </a:lnTo>
                  <a:lnTo>
                    <a:pt x="986873" y="52613"/>
                  </a:lnTo>
                  <a:lnTo>
                    <a:pt x="968406" y="25241"/>
                  </a:lnTo>
                  <a:lnTo>
                    <a:pt x="941034" y="6774"/>
                  </a:lnTo>
                  <a:lnTo>
                    <a:pt x="907542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7520685" y="5381066"/>
            <a:ext cx="66929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1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200" spc="-15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200" spc="-45">
                <a:solidFill>
                  <a:srgbClr val="404040"/>
                </a:solidFill>
                <a:latin typeface="Trebuchet MS"/>
                <a:cs typeface="Trebuchet MS"/>
              </a:rPr>
              <a:t>ss</a:t>
            </a:r>
            <a:r>
              <a:rPr dirty="0" sz="1200" spc="-14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165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dirty="0" sz="1200" spc="-13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145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200" spc="-19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14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195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8400288" y="5092953"/>
            <a:ext cx="995680" cy="651510"/>
            <a:chOff x="8400288" y="5092953"/>
            <a:chExt cx="995680" cy="651510"/>
          </a:xfrm>
        </p:grpSpPr>
        <p:sp>
          <p:nvSpPr>
            <p:cNvPr id="45" name="object 45"/>
            <p:cNvSpPr/>
            <p:nvPr/>
          </p:nvSpPr>
          <p:spPr>
            <a:xfrm>
              <a:off x="8897112" y="5099303"/>
              <a:ext cx="0" cy="238760"/>
            </a:xfrm>
            <a:custGeom>
              <a:avLst/>
              <a:gdLst/>
              <a:ahLst/>
              <a:cxnLst/>
              <a:rect l="l" t="t" r="r" b="b"/>
              <a:pathLst>
                <a:path w="0" h="238760">
                  <a:moveTo>
                    <a:pt x="0" y="23876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8400288" y="5227319"/>
              <a:ext cx="995680" cy="516890"/>
            </a:xfrm>
            <a:custGeom>
              <a:avLst/>
              <a:gdLst/>
              <a:ahLst/>
              <a:cxnLst/>
              <a:rect l="l" t="t" r="r" b="b"/>
              <a:pathLst>
                <a:path w="995679" h="516889">
                  <a:moveTo>
                    <a:pt x="909065" y="0"/>
                  </a:moveTo>
                  <a:lnTo>
                    <a:pt x="86105" y="0"/>
                  </a:lnTo>
                  <a:lnTo>
                    <a:pt x="52613" y="6774"/>
                  </a:lnTo>
                  <a:lnTo>
                    <a:pt x="25241" y="25241"/>
                  </a:lnTo>
                  <a:lnTo>
                    <a:pt x="6774" y="52613"/>
                  </a:lnTo>
                  <a:lnTo>
                    <a:pt x="0" y="86105"/>
                  </a:lnTo>
                  <a:lnTo>
                    <a:pt x="0" y="430529"/>
                  </a:lnTo>
                  <a:lnTo>
                    <a:pt x="6774" y="464043"/>
                  </a:lnTo>
                  <a:lnTo>
                    <a:pt x="25241" y="491413"/>
                  </a:lnTo>
                  <a:lnTo>
                    <a:pt x="52613" y="509868"/>
                  </a:lnTo>
                  <a:lnTo>
                    <a:pt x="86105" y="516635"/>
                  </a:lnTo>
                  <a:lnTo>
                    <a:pt x="909065" y="516635"/>
                  </a:lnTo>
                  <a:lnTo>
                    <a:pt x="942558" y="509868"/>
                  </a:lnTo>
                  <a:lnTo>
                    <a:pt x="969930" y="491413"/>
                  </a:lnTo>
                  <a:lnTo>
                    <a:pt x="988397" y="464043"/>
                  </a:lnTo>
                  <a:lnTo>
                    <a:pt x="995171" y="430529"/>
                  </a:lnTo>
                  <a:lnTo>
                    <a:pt x="995171" y="86105"/>
                  </a:lnTo>
                  <a:lnTo>
                    <a:pt x="988397" y="52613"/>
                  </a:lnTo>
                  <a:lnTo>
                    <a:pt x="969930" y="25241"/>
                  </a:lnTo>
                  <a:lnTo>
                    <a:pt x="942558" y="6774"/>
                  </a:lnTo>
                  <a:lnTo>
                    <a:pt x="909065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8617457" y="5289930"/>
            <a:ext cx="56261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100"/>
              </a:spcBef>
            </a:pPr>
            <a:r>
              <a:rPr dirty="0" sz="1200" spc="-190">
                <a:solidFill>
                  <a:srgbClr val="404040"/>
                </a:solidFill>
                <a:latin typeface="Trebuchet MS"/>
                <a:cs typeface="Trebuchet MS"/>
              </a:rPr>
              <a:t>Machine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00" spc="-170">
                <a:solidFill>
                  <a:srgbClr val="404040"/>
                </a:solidFill>
                <a:latin typeface="Trebuchet MS"/>
                <a:cs typeface="Trebuchet MS"/>
              </a:rPr>
              <a:t>Translation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6313932" y="5227320"/>
            <a:ext cx="995680" cy="516890"/>
          </a:xfrm>
          <a:custGeom>
            <a:avLst/>
            <a:gdLst/>
            <a:ahLst/>
            <a:cxnLst/>
            <a:rect l="l" t="t" r="r" b="b"/>
            <a:pathLst>
              <a:path w="995679" h="516889">
                <a:moveTo>
                  <a:pt x="909065" y="0"/>
                </a:moveTo>
                <a:lnTo>
                  <a:pt x="86105" y="0"/>
                </a:lnTo>
                <a:lnTo>
                  <a:pt x="52613" y="6774"/>
                </a:lnTo>
                <a:lnTo>
                  <a:pt x="25241" y="25241"/>
                </a:lnTo>
                <a:lnTo>
                  <a:pt x="6774" y="52613"/>
                </a:lnTo>
                <a:lnTo>
                  <a:pt x="0" y="86105"/>
                </a:lnTo>
                <a:lnTo>
                  <a:pt x="0" y="430529"/>
                </a:lnTo>
                <a:lnTo>
                  <a:pt x="6774" y="464043"/>
                </a:lnTo>
                <a:lnTo>
                  <a:pt x="25241" y="491413"/>
                </a:lnTo>
                <a:lnTo>
                  <a:pt x="52613" y="509868"/>
                </a:lnTo>
                <a:lnTo>
                  <a:pt x="86105" y="516635"/>
                </a:lnTo>
                <a:lnTo>
                  <a:pt x="909065" y="516635"/>
                </a:lnTo>
                <a:lnTo>
                  <a:pt x="942558" y="509868"/>
                </a:lnTo>
                <a:lnTo>
                  <a:pt x="969930" y="491413"/>
                </a:lnTo>
                <a:lnTo>
                  <a:pt x="988397" y="464043"/>
                </a:lnTo>
                <a:lnTo>
                  <a:pt x="995171" y="430529"/>
                </a:lnTo>
                <a:lnTo>
                  <a:pt x="995171" y="86105"/>
                </a:lnTo>
                <a:lnTo>
                  <a:pt x="988397" y="52613"/>
                </a:lnTo>
                <a:lnTo>
                  <a:pt x="969930" y="25241"/>
                </a:lnTo>
                <a:lnTo>
                  <a:pt x="942558" y="6774"/>
                </a:lnTo>
                <a:lnTo>
                  <a:pt x="909065" y="0"/>
                </a:lnTo>
                <a:close/>
              </a:path>
            </a:pathLst>
          </a:custGeom>
          <a:solidFill>
            <a:srgbClr val="DAE2F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5284723" y="5381066"/>
            <a:ext cx="198501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40">
                <a:solidFill>
                  <a:srgbClr val="404040"/>
                </a:solidFill>
                <a:latin typeface="Trebuchet MS"/>
                <a:cs typeface="Trebuchet MS"/>
              </a:rPr>
              <a:t>Qu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4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14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195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dirty="0" sz="1200" spc="-1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21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200" spc="-22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200" spc="-12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200" spc="-235">
                <a:solidFill>
                  <a:srgbClr val="404040"/>
                </a:solidFill>
                <a:latin typeface="Trebuchet MS"/>
                <a:cs typeface="Trebuchet MS"/>
              </a:rPr>
              <a:t>w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12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200" spc="-11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22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200" spc="-1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200">
                <a:solidFill>
                  <a:srgbClr val="404040"/>
                </a:solidFill>
                <a:latin typeface="Trebuchet MS"/>
                <a:cs typeface="Trebuchet MS"/>
              </a:rPr>
              <a:t>  </a:t>
            </a:r>
            <a:r>
              <a:rPr dirty="0" sz="1200" spc="-1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21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r>
              <a:rPr dirty="0" sz="1200" spc="-15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190">
                <a:solidFill>
                  <a:srgbClr val="404040"/>
                </a:solidFill>
                <a:latin typeface="Trebuchet MS"/>
                <a:cs typeface="Trebuchet MS"/>
              </a:rPr>
              <a:t>nt</a:t>
            </a:r>
            <a:r>
              <a:rPr dirty="0" sz="1200" spc="-1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215">
                <a:solidFill>
                  <a:srgbClr val="404040"/>
                </a:solidFill>
                <a:latin typeface="Trebuchet MS"/>
                <a:cs typeface="Trebuchet MS"/>
              </a:rPr>
              <a:t>Ex</a:t>
            </a:r>
            <a:r>
              <a:rPr dirty="0" sz="1200" spc="-16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6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200" spc="-145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14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195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707126" y="4554982"/>
            <a:ext cx="2209165" cy="418465"/>
            <a:chOff x="5707126" y="4554982"/>
            <a:chExt cx="2209165" cy="418465"/>
          </a:xfrm>
        </p:grpSpPr>
        <p:sp>
          <p:nvSpPr>
            <p:cNvPr id="51" name="object 51"/>
            <p:cNvSpPr/>
            <p:nvPr/>
          </p:nvSpPr>
          <p:spPr>
            <a:xfrm>
              <a:off x="5717286" y="4565142"/>
              <a:ext cx="2188845" cy="398145"/>
            </a:xfrm>
            <a:custGeom>
              <a:avLst/>
              <a:gdLst/>
              <a:ahLst/>
              <a:cxnLst/>
              <a:rect l="l" t="t" r="r" b="b"/>
              <a:pathLst>
                <a:path w="2188845" h="398145">
                  <a:moveTo>
                    <a:pt x="2122169" y="0"/>
                  </a:moveTo>
                  <a:lnTo>
                    <a:pt x="66293" y="0"/>
                  </a:lnTo>
                  <a:lnTo>
                    <a:pt x="40505" y="5214"/>
                  </a:lnTo>
                  <a:lnTo>
                    <a:pt x="19430" y="19430"/>
                  </a:lnTo>
                  <a:lnTo>
                    <a:pt x="5214" y="40505"/>
                  </a:lnTo>
                  <a:lnTo>
                    <a:pt x="0" y="66293"/>
                  </a:lnTo>
                  <a:lnTo>
                    <a:pt x="0" y="331469"/>
                  </a:lnTo>
                  <a:lnTo>
                    <a:pt x="5214" y="357258"/>
                  </a:lnTo>
                  <a:lnTo>
                    <a:pt x="19430" y="378332"/>
                  </a:lnTo>
                  <a:lnTo>
                    <a:pt x="40505" y="392549"/>
                  </a:lnTo>
                  <a:lnTo>
                    <a:pt x="66293" y="397763"/>
                  </a:lnTo>
                  <a:lnTo>
                    <a:pt x="2122169" y="397763"/>
                  </a:lnTo>
                  <a:lnTo>
                    <a:pt x="2147958" y="392549"/>
                  </a:lnTo>
                  <a:lnTo>
                    <a:pt x="2169033" y="378332"/>
                  </a:lnTo>
                  <a:lnTo>
                    <a:pt x="2183249" y="357258"/>
                  </a:lnTo>
                  <a:lnTo>
                    <a:pt x="2188464" y="331469"/>
                  </a:lnTo>
                  <a:lnTo>
                    <a:pt x="2188464" y="66293"/>
                  </a:lnTo>
                  <a:lnTo>
                    <a:pt x="2183249" y="40505"/>
                  </a:lnTo>
                  <a:lnTo>
                    <a:pt x="2169032" y="19430"/>
                  </a:lnTo>
                  <a:lnTo>
                    <a:pt x="2147958" y="5214"/>
                  </a:lnTo>
                  <a:lnTo>
                    <a:pt x="2122169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717286" y="4565142"/>
              <a:ext cx="2188845" cy="398145"/>
            </a:xfrm>
            <a:custGeom>
              <a:avLst/>
              <a:gdLst/>
              <a:ahLst/>
              <a:cxnLst/>
              <a:rect l="l" t="t" r="r" b="b"/>
              <a:pathLst>
                <a:path w="2188845" h="398145">
                  <a:moveTo>
                    <a:pt x="0" y="66293"/>
                  </a:moveTo>
                  <a:lnTo>
                    <a:pt x="5214" y="40505"/>
                  </a:lnTo>
                  <a:lnTo>
                    <a:pt x="19430" y="19430"/>
                  </a:lnTo>
                  <a:lnTo>
                    <a:pt x="40505" y="5214"/>
                  </a:lnTo>
                  <a:lnTo>
                    <a:pt x="66293" y="0"/>
                  </a:lnTo>
                  <a:lnTo>
                    <a:pt x="2122169" y="0"/>
                  </a:lnTo>
                  <a:lnTo>
                    <a:pt x="2147958" y="5214"/>
                  </a:lnTo>
                  <a:lnTo>
                    <a:pt x="2169032" y="19430"/>
                  </a:lnTo>
                  <a:lnTo>
                    <a:pt x="2183249" y="40505"/>
                  </a:lnTo>
                  <a:lnTo>
                    <a:pt x="2188464" y="66293"/>
                  </a:lnTo>
                  <a:lnTo>
                    <a:pt x="2188464" y="331469"/>
                  </a:lnTo>
                  <a:lnTo>
                    <a:pt x="2183249" y="357258"/>
                  </a:lnTo>
                  <a:lnTo>
                    <a:pt x="2169033" y="378332"/>
                  </a:lnTo>
                  <a:lnTo>
                    <a:pt x="2147958" y="392549"/>
                  </a:lnTo>
                  <a:lnTo>
                    <a:pt x="2122169" y="397763"/>
                  </a:lnTo>
                  <a:lnTo>
                    <a:pt x="66293" y="397763"/>
                  </a:lnTo>
                  <a:lnTo>
                    <a:pt x="40505" y="392549"/>
                  </a:lnTo>
                  <a:lnTo>
                    <a:pt x="19430" y="378332"/>
                  </a:lnTo>
                  <a:lnTo>
                    <a:pt x="5214" y="357258"/>
                  </a:lnTo>
                  <a:lnTo>
                    <a:pt x="0" y="331469"/>
                  </a:lnTo>
                  <a:lnTo>
                    <a:pt x="0" y="66293"/>
                  </a:lnTo>
                  <a:close/>
                </a:path>
              </a:pathLst>
            </a:custGeom>
            <a:ln w="1981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5955538" y="4655311"/>
            <a:ext cx="17125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4" b="1">
                <a:solidFill>
                  <a:srgbClr val="FFFFFF"/>
                </a:solidFill>
                <a:latin typeface="Arial"/>
                <a:cs typeface="Arial"/>
              </a:rPr>
              <a:t>Nat</a:t>
            </a:r>
            <a:r>
              <a:rPr dirty="0" sz="1200" spc="-125" b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200" spc="-6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200" spc="-9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1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95" b="1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dirty="0" sz="1200" spc="-135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200" spc="-15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200" spc="-165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200" spc="-175" b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200" spc="-150" b="1">
                <a:solidFill>
                  <a:srgbClr val="FFFFFF"/>
                </a:solidFill>
                <a:latin typeface="Arial"/>
                <a:cs typeface="Arial"/>
              </a:rPr>
              <a:t>ag</a:t>
            </a:r>
            <a:r>
              <a:rPr dirty="0" sz="1200" spc="-14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2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155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200" spc="-95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200" spc="-220" b="1">
                <a:solidFill>
                  <a:srgbClr val="FFFFFF"/>
                </a:solidFill>
                <a:latin typeface="Arial"/>
                <a:cs typeface="Arial"/>
              </a:rPr>
              <a:t>oc</a:t>
            </a:r>
            <a:r>
              <a:rPr dirty="0" sz="1200" spc="-2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200" spc="-21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200" spc="-22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200" spc="-120" b="1">
                <a:solidFill>
                  <a:srgbClr val="FFFFFF"/>
                </a:solidFill>
                <a:latin typeface="Arial"/>
                <a:cs typeface="Arial"/>
              </a:rPr>
              <a:t>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177795" y="4386071"/>
            <a:ext cx="4631055" cy="0"/>
          </a:xfrm>
          <a:custGeom>
            <a:avLst/>
            <a:gdLst/>
            <a:ahLst/>
            <a:cxnLst/>
            <a:rect l="l" t="t" r="r" b="b"/>
            <a:pathLst>
              <a:path w="4631055" h="0">
                <a:moveTo>
                  <a:pt x="0" y="0"/>
                </a:moveTo>
                <a:lnTo>
                  <a:pt x="4630928" y="0"/>
                </a:lnTo>
              </a:path>
            </a:pathLst>
          </a:custGeom>
          <a:ln w="12192">
            <a:solidFill>
              <a:srgbClr val="D0CEC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5920485" y="3482085"/>
            <a:ext cx="3873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30" b="1">
                <a:solidFill>
                  <a:srgbClr val="183DAF"/>
                </a:solidFill>
                <a:latin typeface="Arial"/>
                <a:cs typeface="Arial"/>
              </a:rPr>
              <a:t>Vision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7019290" y="3116326"/>
            <a:ext cx="1413510" cy="418465"/>
            <a:chOff x="7019290" y="3116326"/>
            <a:chExt cx="1413510" cy="418465"/>
          </a:xfrm>
        </p:grpSpPr>
        <p:sp>
          <p:nvSpPr>
            <p:cNvPr id="57" name="object 57"/>
            <p:cNvSpPr/>
            <p:nvPr/>
          </p:nvSpPr>
          <p:spPr>
            <a:xfrm>
              <a:off x="7029450" y="3126486"/>
              <a:ext cx="1393190" cy="398145"/>
            </a:xfrm>
            <a:custGeom>
              <a:avLst/>
              <a:gdLst/>
              <a:ahLst/>
              <a:cxnLst/>
              <a:rect l="l" t="t" r="r" b="b"/>
              <a:pathLst>
                <a:path w="1393190" h="398145">
                  <a:moveTo>
                    <a:pt x="1326642" y="0"/>
                  </a:moveTo>
                  <a:lnTo>
                    <a:pt x="66294" y="0"/>
                  </a:lnTo>
                  <a:lnTo>
                    <a:pt x="40505" y="5214"/>
                  </a:lnTo>
                  <a:lnTo>
                    <a:pt x="19430" y="19430"/>
                  </a:lnTo>
                  <a:lnTo>
                    <a:pt x="5214" y="40505"/>
                  </a:lnTo>
                  <a:lnTo>
                    <a:pt x="0" y="66293"/>
                  </a:lnTo>
                  <a:lnTo>
                    <a:pt x="0" y="331469"/>
                  </a:lnTo>
                  <a:lnTo>
                    <a:pt x="5214" y="357258"/>
                  </a:lnTo>
                  <a:lnTo>
                    <a:pt x="19431" y="378333"/>
                  </a:lnTo>
                  <a:lnTo>
                    <a:pt x="40505" y="392549"/>
                  </a:lnTo>
                  <a:lnTo>
                    <a:pt x="66294" y="397763"/>
                  </a:lnTo>
                  <a:lnTo>
                    <a:pt x="1326642" y="397763"/>
                  </a:lnTo>
                  <a:lnTo>
                    <a:pt x="1352430" y="392549"/>
                  </a:lnTo>
                  <a:lnTo>
                    <a:pt x="1373504" y="378333"/>
                  </a:lnTo>
                  <a:lnTo>
                    <a:pt x="1387721" y="357258"/>
                  </a:lnTo>
                  <a:lnTo>
                    <a:pt x="1392935" y="331469"/>
                  </a:lnTo>
                  <a:lnTo>
                    <a:pt x="1392935" y="66293"/>
                  </a:lnTo>
                  <a:lnTo>
                    <a:pt x="1387721" y="40505"/>
                  </a:lnTo>
                  <a:lnTo>
                    <a:pt x="1373504" y="19430"/>
                  </a:lnTo>
                  <a:lnTo>
                    <a:pt x="1352430" y="5214"/>
                  </a:lnTo>
                  <a:lnTo>
                    <a:pt x="132664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029450" y="3126486"/>
              <a:ext cx="1393190" cy="398145"/>
            </a:xfrm>
            <a:custGeom>
              <a:avLst/>
              <a:gdLst/>
              <a:ahLst/>
              <a:cxnLst/>
              <a:rect l="l" t="t" r="r" b="b"/>
              <a:pathLst>
                <a:path w="1393190" h="398145">
                  <a:moveTo>
                    <a:pt x="0" y="66293"/>
                  </a:moveTo>
                  <a:lnTo>
                    <a:pt x="5214" y="40505"/>
                  </a:lnTo>
                  <a:lnTo>
                    <a:pt x="19430" y="19430"/>
                  </a:lnTo>
                  <a:lnTo>
                    <a:pt x="40505" y="5214"/>
                  </a:lnTo>
                  <a:lnTo>
                    <a:pt x="66294" y="0"/>
                  </a:lnTo>
                  <a:lnTo>
                    <a:pt x="1326642" y="0"/>
                  </a:lnTo>
                  <a:lnTo>
                    <a:pt x="1352430" y="5214"/>
                  </a:lnTo>
                  <a:lnTo>
                    <a:pt x="1373504" y="19430"/>
                  </a:lnTo>
                  <a:lnTo>
                    <a:pt x="1387721" y="40505"/>
                  </a:lnTo>
                  <a:lnTo>
                    <a:pt x="1392935" y="66293"/>
                  </a:lnTo>
                  <a:lnTo>
                    <a:pt x="1392935" y="331469"/>
                  </a:lnTo>
                  <a:lnTo>
                    <a:pt x="1387721" y="357258"/>
                  </a:lnTo>
                  <a:lnTo>
                    <a:pt x="1373504" y="378333"/>
                  </a:lnTo>
                  <a:lnTo>
                    <a:pt x="1352430" y="392549"/>
                  </a:lnTo>
                  <a:lnTo>
                    <a:pt x="1326642" y="397763"/>
                  </a:lnTo>
                  <a:lnTo>
                    <a:pt x="66294" y="397763"/>
                  </a:lnTo>
                  <a:lnTo>
                    <a:pt x="40505" y="392549"/>
                  </a:lnTo>
                  <a:lnTo>
                    <a:pt x="19431" y="378333"/>
                  </a:lnTo>
                  <a:lnTo>
                    <a:pt x="5214" y="357258"/>
                  </a:lnTo>
                  <a:lnTo>
                    <a:pt x="0" y="331469"/>
                  </a:lnTo>
                  <a:lnTo>
                    <a:pt x="0" y="66293"/>
                  </a:lnTo>
                  <a:close/>
                </a:path>
              </a:pathLst>
            </a:custGeom>
            <a:ln w="1981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7272908" y="3214242"/>
            <a:ext cx="905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1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29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200" spc="-18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ge</a:t>
            </a:r>
            <a:r>
              <a:rPr dirty="0" sz="1200" spc="-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200" spc="-18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145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200" spc="-170">
                <a:solidFill>
                  <a:srgbClr val="404040"/>
                </a:solidFill>
                <a:latin typeface="Trebuchet MS"/>
                <a:cs typeface="Trebuchet MS"/>
              </a:rPr>
              <a:t>og</a:t>
            </a:r>
            <a:r>
              <a:rPr dirty="0" sz="1200" spc="-22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200" spc="-12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18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14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20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7019290" y="3646678"/>
            <a:ext cx="1413510" cy="418465"/>
            <a:chOff x="7019290" y="3646678"/>
            <a:chExt cx="1413510" cy="418465"/>
          </a:xfrm>
        </p:grpSpPr>
        <p:sp>
          <p:nvSpPr>
            <p:cNvPr id="61" name="object 61"/>
            <p:cNvSpPr/>
            <p:nvPr/>
          </p:nvSpPr>
          <p:spPr>
            <a:xfrm>
              <a:off x="7029450" y="3656838"/>
              <a:ext cx="1393190" cy="398145"/>
            </a:xfrm>
            <a:custGeom>
              <a:avLst/>
              <a:gdLst/>
              <a:ahLst/>
              <a:cxnLst/>
              <a:rect l="l" t="t" r="r" b="b"/>
              <a:pathLst>
                <a:path w="1393190" h="398145">
                  <a:moveTo>
                    <a:pt x="1326642" y="0"/>
                  </a:moveTo>
                  <a:lnTo>
                    <a:pt x="66294" y="0"/>
                  </a:lnTo>
                  <a:lnTo>
                    <a:pt x="40505" y="5214"/>
                  </a:lnTo>
                  <a:lnTo>
                    <a:pt x="19430" y="19431"/>
                  </a:lnTo>
                  <a:lnTo>
                    <a:pt x="5214" y="40505"/>
                  </a:lnTo>
                  <a:lnTo>
                    <a:pt x="0" y="66293"/>
                  </a:lnTo>
                  <a:lnTo>
                    <a:pt x="0" y="331469"/>
                  </a:lnTo>
                  <a:lnTo>
                    <a:pt x="5214" y="357258"/>
                  </a:lnTo>
                  <a:lnTo>
                    <a:pt x="19431" y="378332"/>
                  </a:lnTo>
                  <a:lnTo>
                    <a:pt x="40505" y="392549"/>
                  </a:lnTo>
                  <a:lnTo>
                    <a:pt x="66294" y="397763"/>
                  </a:lnTo>
                  <a:lnTo>
                    <a:pt x="1326642" y="397763"/>
                  </a:lnTo>
                  <a:lnTo>
                    <a:pt x="1352430" y="392549"/>
                  </a:lnTo>
                  <a:lnTo>
                    <a:pt x="1373504" y="378332"/>
                  </a:lnTo>
                  <a:lnTo>
                    <a:pt x="1387721" y="357258"/>
                  </a:lnTo>
                  <a:lnTo>
                    <a:pt x="1392935" y="331469"/>
                  </a:lnTo>
                  <a:lnTo>
                    <a:pt x="1392935" y="66293"/>
                  </a:lnTo>
                  <a:lnTo>
                    <a:pt x="1387721" y="40505"/>
                  </a:lnTo>
                  <a:lnTo>
                    <a:pt x="1373504" y="19431"/>
                  </a:lnTo>
                  <a:lnTo>
                    <a:pt x="1352430" y="5214"/>
                  </a:lnTo>
                  <a:lnTo>
                    <a:pt x="132664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7029450" y="3656838"/>
              <a:ext cx="1393190" cy="398145"/>
            </a:xfrm>
            <a:custGeom>
              <a:avLst/>
              <a:gdLst/>
              <a:ahLst/>
              <a:cxnLst/>
              <a:rect l="l" t="t" r="r" b="b"/>
              <a:pathLst>
                <a:path w="1393190" h="398145">
                  <a:moveTo>
                    <a:pt x="0" y="66293"/>
                  </a:moveTo>
                  <a:lnTo>
                    <a:pt x="5214" y="40505"/>
                  </a:lnTo>
                  <a:lnTo>
                    <a:pt x="19430" y="19431"/>
                  </a:lnTo>
                  <a:lnTo>
                    <a:pt x="40505" y="5214"/>
                  </a:lnTo>
                  <a:lnTo>
                    <a:pt x="66294" y="0"/>
                  </a:lnTo>
                  <a:lnTo>
                    <a:pt x="1326642" y="0"/>
                  </a:lnTo>
                  <a:lnTo>
                    <a:pt x="1352430" y="5214"/>
                  </a:lnTo>
                  <a:lnTo>
                    <a:pt x="1373504" y="19431"/>
                  </a:lnTo>
                  <a:lnTo>
                    <a:pt x="1387721" y="40505"/>
                  </a:lnTo>
                  <a:lnTo>
                    <a:pt x="1392935" y="66293"/>
                  </a:lnTo>
                  <a:lnTo>
                    <a:pt x="1392935" y="331469"/>
                  </a:lnTo>
                  <a:lnTo>
                    <a:pt x="1387721" y="357258"/>
                  </a:lnTo>
                  <a:lnTo>
                    <a:pt x="1373504" y="378332"/>
                  </a:lnTo>
                  <a:lnTo>
                    <a:pt x="1352430" y="392549"/>
                  </a:lnTo>
                  <a:lnTo>
                    <a:pt x="1326642" y="397763"/>
                  </a:lnTo>
                  <a:lnTo>
                    <a:pt x="66294" y="397763"/>
                  </a:lnTo>
                  <a:lnTo>
                    <a:pt x="40505" y="392549"/>
                  </a:lnTo>
                  <a:lnTo>
                    <a:pt x="19431" y="378332"/>
                  </a:lnTo>
                  <a:lnTo>
                    <a:pt x="5214" y="357258"/>
                  </a:lnTo>
                  <a:lnTo>
                    <a:pt x="0" y="331469"/>
                  </a:lnTo>
                  <a:lnTo>
                    <a:pt x="0" y="66293"/>
                  </a:lnTo>
                  <a:close/>
                </a:path>
              </a:pathLst>
            </a:custGeom>
            <a:ln w="1981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7361301" y="3750055"/>
            <a:ext cx="7270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4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200" spc="-18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200" spc="-145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200" spc="-21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200" spc="-14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ne</a:t>
            </a:r>
            <a:r>
              <a:rPr dirty="0" sz="1200" spc="-1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254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1200" spc="-13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4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200" spc="-14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200" spc="-200">
                <a:solidFill>
                  <a:srgbClr val="404040"/>
                </a:solidFill>
                <a:latin typeface="Trebuchet MS"/>
                <a:cs typeface="Trebuchet MS"/>
              </a:rPr>
              <a:t>on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2450338" y="3381502"/>
            <a:ext cx="1014094" cy="418465"/>
            <a:chOff x="2450338" y="3381502"/>
            <a:chExt cx="1014094" cy="418465"/>
          </a:xfrm>
        </p:grpSpPr>
        <p:sp>
          <p:nvSpPr>
            <p:cNvPr id="65" name="object 65"/>
            <p:cNvSpPr/>
            <p:nvPr/>
          </p:nvSpPr>
          <p:spPr>
            <a:xfrm>
              <a:off x="2460498" y="3391662"/>
              <a:ext cx="993775" cy="398145"/>
            </a:xfrm>
            <a:custGeom>
              <a:avLst/>
              <a:gdLst/>
              <a:ahLst/>
              <a:cxnLst/>
              <a:rect l="l" t="t" r="r" b="b"/>
              <a:pathLst>
                <a:path w="993775" h="398145">
                  <a:moveTo>
                    <a:pt x="927353" y="0"/>
                  </a:moveTo>
                  <a:lnTo>
                    <a:pt x="66293" y="0"/>
                  </a:lnTo>
                  <a:lnTo>
                    <a:pt x="40505" y="5214"/>
                  </a:lnTo>
                  <a:lnTo>
                    <a:pt x="19431" y="19430"/>
                  </a:lnTo>
                  <a:lnTo>
                    <a:pt x="5214" y="40505"/>
                  </a:lnTo>
                  <a:lnTo>
                    <a:pt x="0" y="66293"/>
                  </a:lnTo>
                  <a:lnTo>
                    <a:pt x="0" y="331469"/>
                  </a:lnTo>
                  <a:lnTo>
                    <a:pt x="5214" y="357258"/>
                  </a:lnTo>
                  <a:lnTo>
                    <a:pt x="19431" y="378332"/>
                  </a:lnTo>
                  <a:lnTo>
                    <a:pt x="40505" y="392549"/>
                  </a:lnTo>
                  <a:lnTo>
                    <a:pt x="66293" y="397763"/>
                  </a:lnTo>
                  <a:lnTo>
                    <a:pt x="927353" y="397763"/>
                  </a:lnTo>
                  <a:lnTo>
                    <a:pt x="953142" y="392549"/>
                  </a:lnTo>
                  <a:lnTo>
                    <a:pt x="974217" y="378332"/>
                  </a:lnTo>
                  <a:lnTo>
                    <a:pt x="988433" y="357258"/>
                  </a:lnTo>
                  <a:lnTo>
                    <a:pt x="993648" y="331469"/>
                  </a:lnTo>
                  <a:lnTo>
                    <a:pt x="993648" y="66293"/>
                  </a:lnTo>
                  <a:lnTo>
                    <a:pt x="988433" y="40505"/>
                  </a:lnTo>
                  <a:lnTo>
                    <a:pt x="974216" y="19430"/>
                  </a:lnTo>
                  <a:lnTo>
                    <a:pt x="953142" y="5214"/>
                  </a:lnTo>
                  <a:lnTo>
                    <a:pt x="9273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/>
            <p:cNvSpPr/>
            <p:nvPr/>
          </p:nvSpPr>
          <p:spPr>
            <a:xfrm>
              <a:off x="2460498" y="3391662"/>
              <a:ext cx="993775" cy="398145"/>
            </a:xfrm>
            <a:custGeom>
              <a:avLst/>
              <a:gdLst/>
              <a:ahLst/>
              <a:cxnLst/>
              <a:rect l="l" t="t" r="r" b="b"/>
              <a:pathLst>
                <a:path w="993775" h="398145">
                  <a:moveTo>
                    <a:pt x="0" y="66293"/>
                  </a:moveTo>
                  <a:lnTo>
                    <a:pt x="5214" y="40505"/>
                  </a:lnTo>
                  <a:lnTo>
                    <a:pt x="19431" y="19430"/>
                  </a:lnTo>
                  <a:lnTo>
                    <a:pt x="40505" y="5214"/>
                  </a:lnTo>
                  <a:lnTo>
                    <a:pt x="66293" y="0"/>
                  </a:lnTo>
                  <a:lnTo>
                    <a:pt x="927353" y="0"/>
                  </a:lnTo>
                  <a:lnTo>
                    <a:pt x="953142" y="5214"/>
                  </a:lnTo>
                  <a:lnTo>
                    <a:pt x="974216" y="19430"/>
                  </a:lnTo>
                  <a:lnTo>
                    <a:pt x="988433" y="40505"/>
                  </a:lnTo>
                  <a:lnTo>
                    <a:pt x="993648" y="66293"/>
                  </a:lnTo>
                  <a:lnTo>
                    <a:pt x="993648" y="331469"/>
                  </a:lnTo>
                  <a:lnTo>
                    <a:pt x="988433" y="357258"/>
                  </a:lnTo>
                  <a:lnTo>
                    <a:pt x="974217" y="378332"/>
                  </a:lnTo>
                  <a:lnTo>
                    <a:pt x="953142" y="392549"/>
                  </a:lnTo>
                  <a:lnTo>
                    <a:pt x="927353" y="397763"/>
                  </a:lnTo>
                  <a:lnTo>
                    <a:pt x="66293" y="397763"/>
                  </a:lnTo>
                  <a:lnTo>
                    <a:pt x="40505" y="392549"/>
                  </a:lnTo>
                  <a:lnTo>
                    <a:pt x="19431" y="378332"/>
                  </a:lnTo>
                  <a:lnTo>
                    <a:pt x="5214" y="357258"/>
                  </a:lnTo>
                  <a:lnTo>
                    <a:pt x="0" y="331469"/>
                  </a:lnTo>
                  <a:lnTo>
                    <a:pt x="0" y="66293"/>
                  </a:lnTo>
                  <a:close/>
                </a:path>
              </a:pathLst>
            </a:custGeom>
            <a:ln w="1981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7" name="object 67"/>
          <p:cNvSpPr txBox="1"/>
          <p:nvPr/>
        </p:nvSpPr>
        <p:spPr>
          <a:xfrm>
            <a:off x="2747264" y="3482085"/>
            <a:ext cx="4191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29" b="1">
                <a:solidFill>
                  <a:srgbClr val="183DAF"/>
                </a:solidFill>
                <a:latin typeface="Arial"/>
                <a:cs typeface="Arial"/>
              </a:rPr>
              <a:t>S</a:t>
            </a:r>
            <a:r>
              <a:rPr dirty="0" sz="1200" spc="-204" b="1">
                <a:solidFill>
                  <a:srgbClr val="183DAF"/>
                </a:solidFill>
                <a:latin typeface="Arial"/>
                <a:cs typeface="Arial"/>
              </a:rPr>
              <a:t>p</a:t>
            </a:r>
            <a:r>
              <a:rPr dirty="0" sz="1200" spc="-160" b="1">
                <a:solidFill>
                  <a:srgbClr val="183DAF"/>
                </a:solidFill>
                <a:latin typeface="Arial"/>
                <a:cs typeface="Arial"/>
              </a:rPr>
              <a:t>ee</a:t>
            </a:r>
            <a:r>
              <a:rPr dirty="0" sz="1200" spc="-275" b="1">
                <a:solidFill>
                  <a:srgbClr val="183DAF"/>
                </a:solidFill>
                <a:latin typeface="Arial"/>
                <a:cs typeface="Arial"/>
              </a:rPr>
              <a:t>c</a:t>
            </a:r>
            <a:r>
              <a:rPr dirty="0" sz="1200" spc="-170" b="1">
                <a:solidFill>
                  <a:srgbClr val="183DAF"/>
                </a:solidFill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780033" y="3116326"/>
            <a:ext cx="1524635" cy="741680"/>
            <a:chOff x="780033" y="3116326"/>
            <a:chExt cx="1524635" cy="741680"/>
          </a:xfrm>
        </p:grpSpPr>
        <p:sp>
          <p:nvSpPr>
            <p:cNvPr id="69" name="object 69"/>
            <p:cNvSpPr/>
            <p:nvPr/>
          </p:nvSpPr>
          <p:spPr>
            <a:xfrm>
              <a:off x="2054351" y="3328416"/>
              <a:ext cx="243840" cy="523240"/>
            </a:xfrm>
            <a:custGeom>
              <a:avLst/>
              <a:gdLst/>
              <a:ahLst/>
              <a:cxnLst/>
              <a:rect l="l" t="t" r="r" b="b"/>
              <a:pathLst>
                <a:path w="243839" h="523239">
                  <a:moveTo>
                    <a:pt x="3048" y="0"/>
                  </a:moveTo>
                  <a:lnTo>
                    <a:pt x="241808" y="0"/>
                  </a:lnTo>
                </a:path>
                <a:path w="243839" h="523239">
                  <a:moveTo>
                    <a:pt x="0" y="522732"/>
                  </a:moveTo>
                  <a:lnTo>
                    <a:pt x="238760" y="522732"/>
                  </a:lnTo>
                </a:path>
                <a:path w="243839" h="523239">
                  <a:moveTo>
                    <a:pt x="243840" y="0"/>
                  </a:moveTo>
                  <a:lnTo>
                    <a:pt x="243840" y="522351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790193" y="3126486"/>
              <a:ext cx="1382395" cy="398145"/>
            </a:xfrm>
            <a:custGeom>
              <a:avLst/>
              <a:gdLst/>
              <a:ahLst/>
              <a:cxnLst/>
              <a:rect l="l" t="t" r="r" b="b"/>
              <a:pathLst>
                <a:path w="1382395" h="398145">
                  <a:moveTo>
                    <a:pt x="1315974" y="0"/>
                  </a:moveTo>
                  <a:lnTo>
                    <a:pt x="66293" y="0"/>
                  </a:lnTo>
                  <a:lnTo>
                    <a:pt x="40488" y="5214"/>
                  </a:lnTo>
                  <a:lnTo>
                    <a:pt x="19416" y="19430"/>
                  </a:lnTo>
                  <a:lnTo>
                    <a:pt x="5209" y="40505"/>
                  </a:lnTo>
                  <a:lnTo>
                    <a:pt x="0" y="66293"/>
                  </a:lnTo>
                  <a:lnTo>
                    <a:pt x="0" y="331469"/>
                  </a:lnTo>
                  <a:lnTo>
                    <a:pt x="5209" y="357258"/>
                  </a:lnTo>
                  <a:lnTo>
                    <a:pt x="19416" y="378333"/>
                  </a:lnTo>
                  <a:lnTo>
                    <a:pt x="40488" y="392549"/>
                  </a:lnTo>
                  <a:lnTo>
                    <a:pt x="66293" y="397763"/>
                  </a:lnTo>
                  <a:lnTo>
                    <a:pt x="1315974" y="397763"/>
                  </a:lnTo>
                  <a:lnTo>
                    <a:pt x="1341762" y="392549"/>
                  </a:lnTo>
                  <a:lnTo>
                    <a:pt x="1362837" y="378333"/>
                  </a:lnTo>
                  <a:lnTo>
                    <a:pt x="1377053" y="357258"/>
                  </a:lnTo>
                  <a:lnTo>
                    <a:pt x="1382268" y="331469"/>
                  </a:lnTo>
                  <a:lnTo>
                    <a:pt x="1382268" y="66293"/>
                  </a:lnTo>
                  <a:lnTo>
                    <a:pt x="1377053" y="40505"/>
                  </a:lnTo>
                  <a:lnTo>
                    <a:pt x="1362837" y="19430"/>
                  </a:lnTo>
                  <a:lnTo>
                    <a:pt x="1341762" y="5214"/>
                  </a:lnTo>
                  <a:lnTo>
                    <a:pt x="131597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790193" y="3126486"/>
              <a:ext cx="1382395" cy="398145"/>
            </a:xfrm>
            <a:custGeom>
              <a:avLst/>
              <a:gdLst/>
              <a:ahLst/>
              <a:cxnLst/>
              <a:rect l="l" t="t" r="r" b="b"/>
              <a:pathLst>
                <a:path w="1382395" h="398145">
                  <a:moveTo>
                    <a:pt x="0" y="66293"/>
                  </a:moveTo>
                  <a:lnTo>
                    <a:pt x="5209" y="40505"/>
                  </a:lnTo>
                  <a:lnTo>
                    <a:pt x="19416" y="19430"/>
                  </a:lnTo>
                  <a:lnTo>
                    <a:pt x="40488" y="5214"/>
                  </a:lnTo>
                  <a:lnTo>
                    <a:pt x="66293" y="0"/>
                  </a:lnTo>
                  <a:lnTo>
                    <a:pt x="1315974" y="0"/>
                  </a:lnTo>
                  <a:lnTo>
                    <a:pt x="1341762" y="5214"/>
                  </a:lnTo>
                  <a:lnTo>
                    <a:pt x="1362837" y="19430"/>
                  </a:lnTo>
                  <a:lnTo>
                    <a:pt x="1377053" y="40505"/>
                  </a:lnTo>
                  <a:lnTo>
                    <a:pt x="1382268" y="66293"/>
                  </a:lnTo>
                  <a:lnTo>
                    <a:pt x="1382268" y="331469"/>
                  </a:lnTo>
                  <a:lnTo>
                    <a:pt x="1377053" y="357258"/>
                  </a:lnTo>
                  <a:lnTo>
                    <a:pt x="1362837" y="378333"/>
                  </a:lnTo>
                  <a:lnTo>
                    <a:pt x="1341762" y="392549"/>
                  </a:lnTo>
                  <a:lnTo>
                    <a:pt x="1315974" y="397763"/>
                  </a:lnTo>
                  <a:lnTo>
                    <a:pt x="66293" y="397763"/>
                  </a:lnTo>
                  <a:lnTo>
                    <a:pt x="40488" y="392549"/>
                  </a:lnTo>
                  <a:lnTo>
                    <a:pt x="19416" y="378333"/>
                  </a:lnTo>
                  <a:lnTo>
                    <a:pt x="5209" y="357258"/>
                  </a:lnTo>
                  <a:lnTo>
                    <a:pt x="0" y="331469"/>
                  </a:lnTo>
                  <a:lnTo>
                    <a:pt x="0" y="66293"/>
                  </a:lnTo>
                  <a:close/>
                </a:path>
              </a:pathLst>
            </a:custGeom>
            <a:ln w="1981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1121460" y="3214242"/>
            <a:ext cx="7143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200" spc="-215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200" spc="-20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175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200" spc="-19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200" spc="-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17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19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200" spc="-1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17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195">
                <a:solidFill>
                  <a:srgbClr val="404040"/>
                </a:solidFill>
                <a:latin typeface="Trebuchet MS"/>
                <a:cs typeface="Trebuchet MS"/>
              </a:rPr>
              <a:t>xt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769619" y="3646932"/>
            <a:ext cx="1400810" cy="417830"/>
            <a:chOff x="769619" y="3646932"/>
            <a:chExt cx="1400810" cy="417830"/>
          </a:xfrm>
        </p:grpSpPr>
        <p:sp>
          <p:nvSpPr>
            <p:cNvPr id="74" name="object 74"/>
            <p:cNvSpPr/>
            <p:nvPr/>
          </p:nvSpPr>
          <p:spPr>
            <a:xfrm>
              <a:off x="779525" y="3656838"/>
              <a:ext cx="1381125" cy="398145"/>
            </a:xfrm>
            <a:custGeom>
              <a:avLst/>
              <a:gdLst/>
              <a:ahLst/>
              <a:cxnLst/>
              <a:rect l="l" t="t" r="r" b="b"/>
              <a:pathLst>
                <a:path w="1381125" h="398145">
                  <a:moveTo>
                    <a:pt x="1314450" y="0"/>
                  </a:moveTo>
                  <a:lnTo>
                    <a:pt x="66293" y="0"/>
                  </a:lnTo>
                  <a:lnTo>
                    <a:pt x="40488" y="5214"/>
                  </a:lnTo>
                  <a:lnTo>
                    <a:pt x="19416" y="19431"/>
                  </a:lnTo>
                  <a:lnTo>
                    <a:pt x="5209" y="40505"/>
                  </a:lnTo>
                  <a:lnTo>
                    <a:pt x="0" y="66293"/>
                  </a:lnTo>
                  <a:lnTo>
                    <a:pt x="0" y="331469"/>
                  </a:lnTo>
                  <a:lnTo>
                    <a:pt x="5209" y="357258"/>
                  </a:lnTo>
                  <a:lnTo>
                    <a:pt x="19416" y="378332"/>
                  </a:lnTo>
                  <a:lnTo>
                    <a:pt x="40488" y="392549"/>
                  </a:lnTo>
                  <a:lnTo>
                    <a:pt x="66293" y="397763"/>
                  </a:lnTo>
                  <a:lnTo>
                    <a:pt x="1314450" y="397763"/>
                  </a:lnTo>
                  <a:lnTo>
                    <a:pt x="1340238" y="392549"/>
                  </a:lnTo>
                  <a:lnTo>
                    <a:pt x="1361313" y="378332"/>
                  </a:lnTo>
                  <a:lnTo>
                    <a:pt x="1375529" y="357258"/>
                  </a:lnTo>
                  <a:lnTo>
                    <a:pt x="1380744" y="331469"/>
                  </a:lnTo>
                  <a:lnTo>
                    <a:pt x="1380744" y="66293"/>
                  </a:lnTo>
                  <a:lnTo>
                    <a:pt x="1375529" y="40505"/>
                  </a:lnTo>
                  <a:lnTo>
                    <a:pt x="1361313" y="19431"/>
                  </a:lnTo>
                  <a:lnTo>
                    <a:pt x="1340238" y="5214"/>
                  </a:lnTo>
                  <a:lnTo>
                    <a:pt x="13144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779525" y="3656838"/>
              <a:ext cx="1381125" cy="398145"/>
            </a:xfrm>
            <a:custGeom>
              <a:avLst/>
              <a:gdLst/>
              <a:ahLst/>
              <a:cxnLst/>
              <a:rect l="l" t="t" r="r" b="b"/>
              <a:pathLst>
                <a:path w="1381125" h="398145">
                  <a:moveTo>
                    <a:pt x="0" y="66293"/>
                  </a:moveTo>
                  <a:lnTo>
                    <a:pt x="5209" y="40505"/>
                  </a:lnTo>
                  <a:lnTo>
                    <a:pt x="19416" y="19431"/>
                  </a:lnTo>
                  <a:lnTo>
                    <a:pt x="40488" y="5214"/>
                  </a:lnTo>
                  <a:lnTo>
                    <a:pt x="66293" y="0"/>
                  </a:lnTo>
                  <a:lnTo>
                    <a:pt x="1314450" y="0"/>
                  </a:lnTo>
                  <a:lnTo>
                    <a:pt x="1340238" y="5214"/>
                  </a:lnTo>
                  <a:lnTo>
                    <a:pt x="1361313" y="19431"/>
                  </a:lnTo>
                  <a:lnTo>
                    <a:pt x="1375529" y="40505"/>
                  </a:lnTo>
                  <a:lnTo>
                    <a:pt x="1380744" y="66293"/>
                  </a:lnTo>
                  <a:lnTo>
                    <a:pt x="1380744" y="331469"/>
                  </a:lnTo>
                  <a:lnTo>
                    <a:pt x="1375529" y="357258"/>
                  </a:lnTo>
                  <a:lnTo>
                    <a:pt x="1361313" y="378332"/>
                  </a:lnTo>
                  <a:lnTo>
                    <a:pt x="1340238" y="392549"/>
                  </a:lnTo>
                  <a:lnTo>
                    <a:pt x="1314450" y="397763"/>
                  </a:lnTo>
                  <a:lnTo>
                    <a:pt x="66293" y="397763"/>
                  </a:lnTo>
                  <a:lnTo>
                    <a:pt x="40488" y="392549"/>
                  </a:lnTo>
                  <a:lnTo>
                    <a:pt x="19416" y="378332"/>
                  </a:lnTo>
                  <a:lnTo>
                    <a:pt x="5209" y="357258"/>
                  </a:lnTo>
                  <a:lnTo>
                    <a:pt x="0" y="331469"/>
                  </a:lnTo>
                  <a:lnTo>
                    <a:pt x="0" y="66293"/>
                  </a:lnTo>
                  <a:close/>
                </a:path>
              </a:pathLst>
            </a:custGeom>
            <a:ln w="1981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6" name="object 76"/>
          <p:cNvSpPr txBox="1"/>
          <p:nvPr/>
        </p:nvSpPr>
        <p:spPr>
          <a:xfrm>
            <a:off x="1107439" y="3750055"/>
            <a:ext cx="7232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33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204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215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dirty="0" sz="1200" spc="-17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17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200" spc="-19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200" spc="-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200" spc="-4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200" spc="-215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200" spc="-20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200" spc="-195">
                <a:solidFill>
                  <a:srgbClr val="404040"/>
                </a:solidFill>
                <a:latin typeface="Trebuchet MS"/>
                <a:cs typeface="Trebuchet MS"/>
              </a:rPr>
              <a:t>ech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404872" y="2205227"/>
            <a:ext cx="1272540" cy="398145"/>
          </a:xfrm>
          <a:custGeom>
            <a:avLst/>
            <a:gdLst/>
            <a:ahLst/>
            <a:cxnLst/>
            <a:rect l="l" t="t" r="r" b="b"/>
            <a:pathLst>
              <a:path w="1272539" h="398144">
                <a:moveTo>
                  <a:pt x="1206245" y="0"/>
                </a:moveTo>
                <a:lnTo>
                  <a:pt x="66293" y="0"/>
                </a:lnTo>
                <a:lnTo>
                  <a:pt x="40505" y="5214"/>
                </a:lnTo>
                <a:lnTo>
                  <a:pt x="19431" y="19431"/>
                </a:lnTo>
                <a:lnTo>
                  <a:pt x="5214" y="40505"/>
                </a:lnTo>
                <a:lnTo>
                  <a:pt x="0" y="66294"/>
                </a:lnTo>
                <a:lnTo>
                  <a:pt x="0" y="331470"/>
                </a:lnTo>
                <a:lnTo>
                  <a:pt x="5214" y="357258"/>
                </a:lnTo>
                <a:lnTo>
                  <a:pt x="19430" y="378333"/>
                </a:lnTo>
                <a:lnTo>
                  <a:pt x="40505" y="392549"/>
                </a:lnTo>
                <a:lnTo>
                  <a:pt x="66293" y="397763"/>
                </a:lnTo>
                <a:lnTo>
                  <a:pt x="1206245" y="397763"/>
                </a:lnTo>
                <a:lnTo>
                  <a:pt x="1232034" y="392549"/>
                </a:lnTo>
                <a:lnTo>
                  <a:pt x="1253109" y="378333"/>
                </a:lnTo>
                <a:lnTo>
                  <a:pt x="1267325" y="357258"/>
                </a:lnTo>
                <a:lnTo>
                  <a:pt x="1272539" y="331470"/>
                </a:lnTo>
                <a:lnTo>
                  <a:pt x="1272539" y="66294"/>
                </a:lnTo>
                <a:lnTo>
                  <a:pt x="1267325" y="40505"/>
                </a:lnTo>
                <a:lnTo>
                  <a:pt x="1253109" y="19430"/>
                </a:lnTo>
                <a:lnTo>
                  <a:pt x="1232034" y="5214"/>
                </a:lnTo>
                <a:lnTo>
                  <a:pt x="1206245" y="0"/>
                </a:lnTo>
                <a:close/>
              </a:path>
            </a:pathLst>
          </a:custGeom>
          <a:solidFill>
            <a:srgbClr val="3399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2791460" y="2282189"/>
            <a:ext cx="49974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4">
                <a:solidFill>
                  <a:srgbClr val="FFFFFF"/>
                </a:solidFill>
                <a:latin typeface="Trebuchet MS"/>
                <a:cs typeface="Trebuchet MS"/>
              </a:rPr>
              <a:t>Planning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3892296" y="2205227"/>
            <a:ext cx="1272540" cy="398145"/>
          </a:xfrm>
          <a:custGeom>
            <a:avLst/>
            <a:gdLst/>
            <a:ahLst/>
            <a:cxnLst/>
            <a:rect l="l" t="t" r="r" b="b"/>
            <a:pathLst>
              <a:path w="1272539" h="398144">
                <a:moveTo>
                  <a:pt x="1206245" y="0"/>
                </a:moveTo>
                <a:lnTo>
                  <a:pt x="66293" y="0"/>
                </a:lnTo>
                <a:lnTo>
                  <a:pt x="40505" y="5214"/>
                </a:lnTo>
                <a:lnTo>
                  <a:pt x="19430" y="19431"/>
                </a:lnTo>
                <a:lnTo>
                  <a:pt x="5214" y="40505"/>
                </a:lnTo>
                <a:lnTo>
                  <a:pt x="0" y="66294"/>
                </a:lnTo>
                <a:lnTo>
                  <a:pt x="0" y="331470"/>
                </a:lnTo>
                <a:lnTo>
                  <a:pt x="5214" y="357258"/>
                </a:lnTo>
                <a:lnTo>
                  <a:pt x="19430" y="378333"/>
                </a:lnTo>
                <a:lnTo>
                  <a:pt x="40505" y="392549"/>
                </a:lnTo>
                <a:lnTo>
                  <a:pt x="66293" y="397763"/>
                </a:lnTo>
                <a:lnTo>
                  <a:pt x="1206245" y="397763"/>
                </a:lnTo>
                <a:lnTo>
                  <a:pt x="1232034" y="392549"/>
                </a:lnTo>
                <a:lnTo>
                  <a:pt x="1253109" y="378333"/>
                </a:lnTo>
                <a:lnTo>
                  <a:pt x="1267325" y="357258"/>
                </a:lnTo>
                <a:lnTo>
                  <a:pt x="1272539" y="331470"/>
                </a:lnTo>
                <a:lnTo>
                  <a:pt x="1272539" y="66294"/>
                </a:lnTo>
                <a:lnTo>
                  <a:pt x="1267325" y="40505"/>
                </a:lnTo>
                <a:lnTo>
                  <a:pt x="1253108" y="19430"/>
                </a:lnTo>
                <a:lnTo>
                  <a:pt x="1232034" y="5214"/>
                </a:lnTo>
                <a:lnTo>
                  <a:pt x="1206245" y="0"/>
                </a:lnTo>
                <a:close/>
              </a:path>
            </a:pathLst>
          </a:custGeom>
          <a:solidFill>
            <a:srgbClr val="00B3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4077715" y="2282189"/>
            <a:ext cx="9017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54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400" spc="-245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dirty="0" sz="1400" spc="-25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1400" spc="-22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400" spc="-14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400" spc="-14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400" spc="-19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400" spc="-215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dirty="0" sz="1400" spc="-3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400" spc="-21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400" spc="-25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400" spc="-204">
                <a:solidFill>
                  <a:srgbClr val="FFFFFF"/>
                </a:solidFill>
                <a:latin typeface="Trebuchet MS"/>
                <a:cs typeface="Trebuchet MS"/>
              </a:rPr>
              <a:t>ms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5379720" y="2205227"/>
            <a:ext cx="1272540" cy="398145"/>
          </a:xfrm>
          <a:custGeom>
            <a:avLst/>
            <a:gdLst/>
            <a:ahLst/>
            <a:cxnLst/>
            <a:rect l="l" t="t" r="r" b="b"/>
            <a:pathLst>
              <a:path w="1272540" h="398144">
                <a:moveTo>
                  <a:pt x="1206246" y="0"/>
                </a:moveTo>
                <a:lnTo>
                  <a:pt x="66293" y="0"/>
                </a:lnTo>
                <a:lnTo>
                  <a:pt x="40505" y="5214"/>
                </a:lnTo>
                <a:lnTo>
                  <a:pt x="19430" y="19431"/>
                </a:lnTo>
                <a:lnTo>
                  <a:pt x="5214" y="40505"/>
                </a:lnTo>
                <a:lnTo>
                  <a:pt x="0" y="66294"/>
                </a:lnTo>
                <a:lnTo>
                  <a:pt x="0" y="331470"/>
                </a:lnTo>
                <a:lnTo>
                  <a:pt x="5214" y="357258"/>
                </a:lnTo>
                <a:lnTo>
                  <a:pt x="19430" y="378333"/>
                </a:lnTo>
                <a:lnTo>
                  <a:pt x="40505" y="392549"/>
                </a:lnTo>
                <a:lnTo>
                  <a:pt x="66293" y="397763"/>
                </a:lnTo>
                <a:lnTo>
                  <a:pt x="1206246" y="397763"/>
                </a:lnTo>
                <a:lnTo>
                  <a:pt x="1232034" y="392549"/>
                </a:lnTo>
                <a:lnTo>
                  <a:pt x="1253108" y="378333"/>
                </a:lnTo>
                <a:lnTo>
                  <a:pt x="1267325" y="357258"/>
                </a:lnTo>
                <a:lnTo>
                  <a:pt x="1272539" y="331470"/>
                </a:lnTo>
                <a:lnTo>
                  <a:pt x="1272539" y="66294"/>
                </a:lnTo>
                <a:lnTo>
                  <a:pt x="1267325" y="40505"/>
                </a:lnTo>
                <a:lnTo>
                  <a:pt x="1253108" y="19430"/>
                </a:lnTo>
                <a:lnTo>
                  <a:pt x="1232034" y="5214"/>
                </a:lnTo>
                <a:lnTo>
                  <a:pt x="1206246" y="0"/>
                </a:lnTo>
                <a:close/>
              </a:path>
            </a:pathLst>
          </a:custGeom>
          <a:solidFill>
            <a:srgbClr val="00C3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5760465" y="2282189"/>
            <a:ext cx="51054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29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400" spc="-204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400" spc="-245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dirty="0" sz="1400" spc="-24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400" spc="-195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400" spc="-16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400" spc="-125">
                <a:solidFill>
                  <a:srgbClr val="FFFFFF"/>
                </a:solidFill>
                <a:latin typeface="Trebuchet MS"/>
                <a:cs typeface="Trebuchet MS"/>
              </a:rPr>
              <a:t>cs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8459723" y="6073140"/>
            <a:ext cx="1005840" cy="213360"/>
            <a:chOff x="8459723" y="6073140"/>
            <a:chExt cx="1005840" cy="213360"/>
          </a:xfrm>
        </p:grpSpPr>
        <p:sp>
          <p:nvSpPr>
            <p:cNvPr id="84" name="object 84"/>
            <p:cNvSpPr/>
            <p:nvPr/>
          </p:nvSpPr>
          <p:spPr>
            <a:xfrm>
              <a:off x="8459723" y="6073140"/>
              <a:ext cx="1005840" cy="213360"/>
            </a:xfrm>
            <a:custGeom>
              <a:avLst/>
              <a:gdLst/>
              <a:ahLst/>
              <a:cxnLst/>
              <a:rect l="l" t="t" r="r" b="b"/>
              <a:pathLst>
                <a:path w="1005840" h="213360">
                  <a:moveTo>
                    <a:pt x="899159" y="0"/>
                  </a:moveTo>
                  <a:lnTo>
                    <a:pt x="106679" y="0"/>
                  </a:lnTo>
                  <a:lnTo>
                    <a:pt x="65150" y="8383"/>
                  </a:lnTo>
                  <a:lnTo>
                    <a:pt x="31241" y="31246"/>
                  </a:lnTo>
                  <a:lnTo>
                    <a:pt x="8381" y="65156"/>
                  </a:lnTo>
                  <a:lnTo>
                    <a:pt x="0" y="106680"/>
                  </a:lnTo>
                  <a:lnTo>
                    <a:pt x="8382" y="148203"/>
                  </a:lnTo>
                  <a:lnTo>
                    <a:pt x="31242" y="182113"/>
                  </a:lnTo>
                  <a:lnTo>
                    <a:pt x="65150" y="204976"/>
                  </a:lnTo>
                  <a:lnTo>
                    <a:pt x="106679" y="213360"/>
                  </a:lnTo>
                  <a:lnTo>
                    <a:pt x="899159" y="213360"/>
                  </a:lnTo>
                  <a:lnTo>
                    <a:pt x="940688" y="204976"/>
                  </a:lnTo>
                  <a:lnTo>
                    <a:pt x="974598" y="182113"/>
                  </a:lnTo>
                  <a:lnTo>
                    <a:pt x="997458" y="148203"/>
                  </a:lnTo>
                  <a:lnTo>
                    <a:pt x="1005840" y="106680"/>
                  </a:lnTo>
                  <a:lnTo>
                    <a:pt x="997458" y="65156"/>
                  </a:lnTo>
                  <a:lnTo>
                    <a:pt x="974598" y="31246"/>
                  </a:lnTo>
                  <a:lnTo>
                    <a:pt x="940688" y="8383"/>
                  </a:lnTo>
                  <a:lnTo>
                    <a:pt x="89915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5" name="object 8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11183" y="6129528"/>
              <a:ext cx="503681" cy="104393"/>
            </a:xfrm>
            <a:prstGeom prst="rect">
              <a:avLst/>
            </a:prstGeom>
          </p:spPr>
        </p:pic>
      </p:grpSp>
      <p:sp>
        <p:nvSpPr>
          <p:cNvPr id="86" name="object 8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04622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2.1.</a:t>
            </a:r>
            <a:r>
              <a:rPr dirty="0" spc="-20"/>
              <a:t> </a:t>
            </a:r>
            <a:r>
              <a:rPr dirty="0" spc="-5"/>
              <a:t>Applications</a:t>
            </a:r>
            <a:r>
              <a:rPr dirty="0" spc="5"/>
              <a:t> </a:t>
            </a:r>
            <a:r>
              <a:rPr dirty="0"/>
              <a:t>of</a:t>
            </a:r>
            <a:r>
              <a:rPr dirty="0" spc="-25"/>
              <a:t> </a:t>
            </a:r>
            <a:r>
              <a:rPr dirty="0" spc="-5"/>
              <a:t>Artificial</a:t>
            </a:r>
            <a:r>
              <a:rPr dirty="0" spc="10"/>
              <a:t> </a:t>
            </a:r>
            <a:r>
              <a:rPr dirty="0" spc="-5"/>
              <a:t>Intelligence</a:t>
            </a:r>
          </a:p>
        </p:txBody>
      </p:sp>
      <p:sp>
        <p:nvSpPr>
          <p:cNvPr id="87" name="object 8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8" name="object 8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449311"/>
            <a:ext cx="8247126" cy="401586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10183" y="1805939"/>
            <a:ext cx="5965697" cy="375742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404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Applications</a:t>
            </a:r>
            <a:r>
              <a:rPr dirty="0" sz="1800" spc="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Artificial</a:t>
            </a:r>
            <a:r>
              <a:rPr dirty="0" sz="1800" spc="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Intelligence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449324"/>
            <a:ext cx="2122170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4046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2.1.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Applications</a:t>
            </a:r>
            <a:r>
              <a:rPr dirty="0" sz="1800" spc="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of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Artificial</a:t>
            </a:r>
            <a:r>
              <a:rPr dirty="0" sz="1800" spc="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Intelligence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736" y="1449324"/>
            <a:ext cx="8750935" cy="4980940"/>
            <a:chOff x="554736" y="1449324"/>
            <a:chExt cx="8750935" cy="498094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736" y="1449324"/>
              <a:ext cx="2122170" cy="18973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5612" y="1653540"/>
              <a:ext cx="8599932" cy="477621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6418326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3018282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91184" y="3136264"/>
            <a:ext cx="8647430" cy="3107690"/>
            <a:chOff x="591184" y="3136264"/>
            <a:chExt cx="8647430" cy="3107690"/>
          </a:xfrm>
        </p:grpSpPr>
        <p:sp>
          <p:nvSpPr>
            <p:cNvPr id="6" name="object 6"/>
            <p:cNvSpPr/>
            <p:nvPr/>
          </p:nvSpPr>
          <p:spPr>
            <a:xfrm>
              <a:off x="594359" y="3139439"/>
              <a:ext cx="8641080" cy="3101340"/>
            </a:xfrm>
            <a:custGeom>
              <a:avLst/>
              <a:gdLst/>
              <a:ahLst/>
              <a:cxnLst/>
              <a:rect l="l" t="t" r="r" b="b"/>
              <a:pathLst>
                <a:path w="8641080" h="3101340">
                  <a:moveTo>
                    <a:pt x="0" y="3101340"/>
                  </a:moveTo>
                  <a:lnTo>
                    <a:pt x="8641080" y="3101340"/>
                  </a:lnTo>
                  <a:lnTo>
                    <a:pt x="8641080" y="0"/>
                  </a:lnTo>
                  <a:lnTo>
                    <a:pt x="0" y="0"/>
                  </a:lnTo>
                  <a:lnTo>
                    <a:pt x="0" y="310134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025395" y="5631179"/>
              <a:ext cx="1172210" cy="195580"/>
            </a:xfrm>
            <a:custGeom>
              <a:avLst/>
              <a:gdLst/>
              <a:ahLst/>
              <a:cxnLst/>
              <a:rect l="l" t="t" r="r" b="b"/>
              <a:pathLst>
                <a:path w="1172210" h="195579">
                  <a:moveTo>
                    <a:pt x="1171956" y="0"/>
                  </a:moveTo>
                  <a:lnTo>
                    <a:pt x="1143300" y="42896"/>
                  </a:lnTo>
                  <a:lnTo>
                    <a:pt x="1066374" y="76110"/>
                  </a:lnTo>
                  <a:lnTo>
                    <a:pt x="1014048" y="87623"/>
                  </a:lnTo>
                  <a:lnTo>
                    <a:pt x="954739" y="94960"/>
                  </a:lnTo>
                  <a:lnTo>
                    <a:pt x="890143" y="97536"/>
                  </a:lnTo>
                  <a:lnTo>
                    <a:pt x="867791" y="97536"/>
                  </a:lnTo>
                  <a:lnTo>
                    <a:pt x="803194" y="100111"/>
                  </a:lnTo>
                  <a:lnTo>
                    <a:pt x="743885" y="107448"/>
                  </a:lnTo>
                  <a:lnTo>
                    <a:pt x="691559" y="118961"/>
                  </a:lnTo>
                  <a:lnTo>
                    <a:pt x="647909" y="134065"/>
                  </a:lnTo>
                  <a:lnTo>
                    <a:pt x="593424" y="172706"/>
                  </a:lnTo>
                  <a:lnTo>
                    <a:pt x="585978" y="195072"/>
                  </a:lnTo>
                  <a:lnTo>
                    <a:pt x="578531" y="172706"/>
                  </a:lnTo>
                  <a:lnTo>
                    <a:pt x="524046" y="134065"/>
                  </a:lnTo>
                  <a:lnTo>
                    <a:pt x="480396" y="118961"/>
                  </a:lnTo>
                  <a:lnTo>
                    <a:pt x="428070" y="107448"/>
                  </a:lnTo>
                  <a:lnTo>
                    <a:pt x="368761" y="100111"/>
                  </a:lnTo>
                  <a:lnTo>
                    <a:pt x="304165" y="97536"/>
                  </a:lnTo>
                  <a:lnTo>
                    <a:pt x="281813" y="97536"/>
                  </a:lnTo>
                  <a:lnTo>
                    <a:pt x="217216" y="94960"/>
                  </a:lnTo>
                  <a:lnTo>
                    <a:pt x="157907" y="87623"/>
                  </a:lnTo>
                  <a:lnTo>
                    <a:pt x="105581" y="76110"/>
                  </a:lnTo>
                  <a:lnTo>
                    <a:pt x="61931" y="61006"/>
                  </a:lnTo>
                  <a:lnTo>
                    <a:pt x="7446" y="22365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077592" y="5860491"/>
            <a:ext cx="10629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70">
                <a:latin typeface="Trebuchet MS"/>
                <a:cs typeface="Trebuchet MS"/>
              </a:rPr>
              <a:t>F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50">
                <a:latin typeface="Trebuchet MS"/>
                <a:cs typeface="Trebuchet MS"/>
              </a:rPr>
              <a:t>ur</a:t>
            </a:r>
            <a:r>
              <a:rPr dirty="0" sz="1300" spc="-229">
                <a:latin typeface="Trebuchet MS"/>
                <a:cs typeface="Trebuchet MS"/>
              </a:rPr>
              <a:t>e</a:t>
            </a:r>
            <a:r>
              <a:rPr dirty="0" sz="1300" spc="-145">
                <a:latin typeface="Trebuchet MS"/>
                <a:cs typeface="Trebuchet MS"/>
              </a:rPr>
              <a:t> </a:t>
            </a:r>
            <a:r>
              <a:rPr dirty="0" sz="1300" spc="-235">
                <a:latin typeface="Trebuchet MS"/>
                <a:cs typeface="Trebuchet MS"/>
              </a:rPr>
              <a:t>E</a:t>
            </a:r>
            <a:r>
              <a:rPr dirty="0" sz="1300" spc="-195">
                <a:latin typeface="Trebuchet MS"/>
                <a:cs typeface="Trebuchet MS"/>
              </a:rPr>
              <a:t>ng</a:t>
            </a:r>
            <a:r>
              <a:rPr dirty="0" sz="1300" spc="-185">
                <a:latin typeface="Trebuchet MS"/>
                <a:cs typeface="Trebuchet MS"/>
              </a:rPr>
              <a:t>in</a:t>
            </a:r>
            <a:r>
              <a:rPr dirty="0" sz="1300" spc="-229">
                <a:latin typeface="Trebuchet MS"/>
                <a:cs typeface="Trebuchet MS"/>
              </a:rPr>
              <a:t>e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60">
                <a:latin typeface="Trebuchet MS"/>
                <a:cs typeface="Trebuchet MS"/>
              </a:rPr>
              <a:t>ring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29988" y="5860491"/>
            <a:ext cx="16135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20">
                <a:latin typeface="Trebuchet MS"/>
                <a:cs typeface="Trebuchet MS"/>
              </a:rPr>
              <a:t>Con</a:t>
            </a:r>
            <a:r>
              <a:rPr dirty="0" sz="1300" spc="-200">
                <a:latin typeface="Trebuchet MS"/>
                <a:cs typeface="Trebuchet MS"/>
              </a:rPr>
              <a:t>v</a:t>
            </a:r>
            <a:r>
              <a:rPr dirty="0" sz="1300" spc="-200">
                <a:latin typeface="Trebuchet MS"/>
                <a:cs typeface="Trebuchet MS"/>
              </a:rPr>
              <a:t>olu</a:t>
            </a:r>
            <a:r>
              <a:rPr dirty="0" sz="1300" spc="-185">
                <a:latin typeface="Trebuchet MS"/>
                <a:cs typeface="Trebuchet MS"/>
              </a:rPr>
              <a:t>t</a:t>
            </a:r>
            <a:r>
              <a:rPr dirty="0" sz="1300" spc="-190">
                <a:latin typeface="Trebuchet MS"/>
                <a:cs typeface="Trebuchet MS"/>
              </a:rPr>
              <a:t>ion</a:t>
            </a:r>
            <a:r>
              <a:rPr dirty="0" sz="1300" spc="-215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45">
                <a:latin typeface="Trebuchet MS"/>
                <a:cs typeface="Trebuchet MS"/>
              </a:rPr>
              <a:t> </a:t>
            </a:r>
            <a:r>
              <a:rPr dirty="0" sz="1300" spc="-260">
                <a:latin typeface="Trebuchet MS"/>
                <a:cs typeface="Trebuchet MS"/>
              </a:rPr>
              <a:t>N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50">
                <a:latin typeface="Trebuchet MS"/>
                <a:cs typeface="Trebuchet MS"/>
              </a:rPr>
              <a:t>ur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70">
                <a:latin typeface="Trebuchet MS"/>
                <a:cs typeface="Trebuchet MS"/>
              </a:rPr>
              <a:t> </a:t>
            </a:r>
            <a:r>
              <a:rPr dirty="0" sz="1300" spc="-260">
                <a:latin typeface="Trebuchet MS"/>
                <a:cs typeface="Trebuchet MS"/>
              </a:rPr>
              <a:t>N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90">
                <a:latin typeface="Trebuchet MS"/>
                <a:cs typeface="Trebuchet MS"/>
              </a:rPr>
              <a:t>w</a:t>
            </a:r>
            <a:r>
              <a:rPr dirty="0" sz="1300" spc="-225">
                <a:latin typeface="Trebuchet MS"/>
                <a:cs typeface="Trebuchet MS"/>
              </a:rPr>
              <a:t>o</a:t>
            </a:r>
            <a:r>
              <a:rPr dirty="0" sz="1300" spc="-135">
                <a:latin typeface="Trebuchet MS"/>
                <a:cs typeface="Trebuchet MS"/>
              </a:rPr>
              <a:t>r</a:t>
            </a:r>
            <a:r>
              <a:rPr dirty="0" sz="1300" spc="-185">
                <a:latin typeface="Trebuchet MS"/>
                <a:cs typeface="Trebuchet MS"/>
              </a:rPr>
              <a:t>k</a:t>
            </a:r>
            <a:r>
              <a:rPr dirty="0" sz="1300" spc="-65">
                <a:latin typeface="Trebuchet MS"/>
                <a:cs typeface="Trebuchet MS"/>
              </a:rPr>
              <a:t>s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932304" y="3450209"/>
            <a:ext cx="5755005" cy="2382520"/>
            <a:chOff x="1932304" y="3450209"/>
            <a:chExt cx="5755005" cy="2382520"/>
          </a:xfrm>
        </p:grpSpPr>
        <p:sp>
          <p:nvSpPr>
            <p:cNvPr id="11" name="object 11"/>
            <p:cNvSpPr/>
            <p:nvPr/>
          </p:nvSpPr>
          <p:spPr>
            <a:xfrm>
              <a:off x="3393947" y="5631180"/>
              <a:ext cx="4287520" cy="195580"/>
            </a:xfrm>
            <a:custGeom>
              <a:avLst/>
              <a:gdLst/>
              <a:ahLst/>
              <a:cxnLst/>
              <a:rect l="l" t="t" r="r" b="b"/>
              <a:pathLst>
                <a:path w="4287520" h="195579">
                  <a:moveTo>
                    <a:pt x="4287011" y="0"/>
                  </a:moveTo>
                  <a:lnTo>
                    <a:pt x="4258356" y="42896"/>
                  </a:lnTo>
                  <a:lnTo>
                    <a:pt x="4181430" y="76110"/>
                  </a:lnTo>
                  <a:lnTo>
                    <a:pt x="4129104" y="87623"/>
                  </a:lnTo>
                  <a:lnTo>
                    <a:pt x="4069795" y="94960"/>
                  </a:lnTo>
                  <a:lnTo>
                    <a:pt x="4005199" y="97536"/>
                  </a:lnTo>
                  <a:lnTo>
                    <a:pt x="2425318" y="97536"/>
                  </a:lnTo>
                  <a:lnTo>
                    <a:pt x="2360722" y="100112"/>
                  </a:lnTo>
                  <a:lnTo>
                    <a:pt x="2301413" y="107450"/>
                  </a:lnTo>
                  <a:lnTo>
                    <a:pt x="2249087" y="118965"/>
                  </a:lnTo>
                  <a:lnTo>
                    <a:pt x="2205437" y="134071"/>
                  </a:lnTo>
                  <a:lnTo>
                    <a:pt x="2150952" y="172710"/>
                  </a:lnTo>
                  <a:lnTo>
                    <a:pt x="2143505" y="195072"/>
                  </a:lnTo>
                  <a:lnTo>
                    <a:pt x="2136059" y="172710"/>
                  </a:lnTo>
                  <a:lnTo>
                    <a:pt x="2081574" y="134071"/>
                  </a:lnTo>
                  <a:lnTo>
                    <a:pt x="2037924" y="118965"/>
                  </a:lnTo>
                  <a:lnTo>
                    <a:pt x="1985598" y="107450"/>
                  </a:lnTo>
                  <a:lnTo>
                    <a:pt x="1926289" y="100112"/>
                  </a:lnTo>
                  <a:lnTo>
                    <a:pt x="1861692" y="97536"/>
                  </a:lnTo>
                  <a:lnTo>
                    <a:pt x="281813" y="97536"/>
                  </a:lnTo>
                  <a:lnTo>
                    <a:pt x="217216" y="94960"/>
                  </a:lnTo>
                  <a:lnTo>
                    <a:pt x="157907" y="87623"/>
                  </a:lnTo>
                  <a:lnTo>
                    <a:pt x="105581" y="76110"/>
                  </a:lnTo>
                  <a:lnTo>
                    <a:pt x="61931" y="61006"/>
                  </a:lnTo>
                  <a:lnTo>
                    <a:pt x="7446" y="22365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970531" y="4873752"/>
              <a:ext cx="2707005" cy="0"/>
            </a:xfrm>
            <a:custGeom>
              <a:avLst/>
              <a:gdLst/>
              <a:ahLst/>
              <a:cxnLst/>
              <a:rect l="l" t="t" r="r" b="b"/>
              <a:pathLst>
                <a:path w="2707004" h="0">
                  <a:moveTo>
                    <a:pt x="0" y="0"/>
                  </a:moveTo>
                  <a:lnTo>
                    <a:pt x="188975" y="0"/>
                  </a:lnTo>
                </a:path>
                <a:path w="2707004" h="0">
                  <a:moveTo>
                    <a:pt x="440436" y="0"/>
                  </a:moveTo>
                  <a:lnTo>
                    <a:pt x="818388" y="0"/>
                  </a:lnTo>
                </a:path>
                <a:path w="2707004" h="0">
                  <a:moveTo>
                    <a:pt x="1069848" y="0"/>
                  </a:moveTo>
                  <a:lnTo>
                    <a:pt x="1447800" y="0"/>
                  </a:lnTo>
                </a:path>
                <a:path w="2707004" h="0">
                  <a:moveTo>
                    <a:pt x="1699260" y="0"/>
                  </a:moveTo>
                  <a:lnTo>
                    <a:pt x="2077212" y="0"/>
                  </a:lnTo>
                </a:path>
                <a:path w="2707004" h="0">
                  <a:moveTo>
                    <a:pt x="2330196" y="0"/>
                  </a:moveTo>
                  <a:lnTo>
                    <a:pt x="2706623" y="0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930139" y="4872228"/>
              <a:ext cx="2707005" cy="3175"/>
            </a:xfrm>
            <a:custGeom>
              <a:avLst/>
              <a:gdLst/>
              <a:ahLst/>
              <a:cxnLst/>
              <a:rect l="l" t="t" r="r" b="b"/>
              <a:pathLst>
                <a:path w="2707004" h="3175">
                  <a:moveTo>
                    <a:pt x="0" y="3048"/>
                  </a:moveTo>
                  <a:lnTo>
                    <a:pt x="2706624" y="3048"/>
                  </a:lnTo>
                </a:path>
                <a:path w="2707004" h="3175">
                  <a:moveTo>
                    <a:pt x="0" y="0"/>
                  </a:moveTo>
                  <a:lnTo>
                    <a:pt x="2706624" y="0"/>
                  </a:lnTo>
                </a:path>
              </a:pathLst>
            </a:custGeom>
            <a:ln w="31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970531" y="3736848"/>
              <a:ext cx="5666740" cy="853440"/>
            </a:xfrm>
            <a:custGeom>
              <a:avLst/>
              <a:gdLst/>
              <a:ahLst/>
              <a:cxnLst/>
              <a:rect l="l" t="t" r="r" b="b"/>
              <a:pathLst>
                <a:path w="5666740" h="853439">
                  <a:moveTo>
                    <a:pt x="0" y="853439"/>
                  </a:moveTo>
                  <a:lnTo>
                    <a:pt x="188975" y="853439"/>
                  </a:lnTo>
                </a:path>
                <a:path w="5666740" h="853439">
                  <a:moveTo>
                    <a:pt x="440436" y="853439"/>
                  </a:moveTo>
                  <a:lnTo>
                    <a:pt x="818388" y="853439"/>
                  </a:lnTo>
                </a:path>
                <a:path w="5666740" h="853439">
                  <a:moveTo>
                    <a:pt x="1069848" y="853439"/>
                  </a:moveTo>
                  <a:lnTo>
                    <a:pt x="1447800" y="853439"/>
                  </a:lnTo>
                </a:path>
                <a:path w="5666740" h="853439">
                  <a:moveTo>
                    <a:pt x="1699260" y="853439"/>
                  </a:moveTo>
                  <a:lnTo>
                    <a:pt x="2077212" y="853439"/>
                  </a:lnTo>
                </a:path>
                <a:path w="5666740" h="853439">
                  <a:moveTo>
                    <a:pt x="2330196" y="853439"/>
                  </a:moveTo>
                  <a:lnTo>
                    <a:pt x="5666232" y="853439"/>
                  </a:lnTo>
                </a:path>
                <a:path w="5666740" h="853439">
                  <a:moveTo>
                    <a:pt x="0" y="568451"/>
                  </a:moveTo>
                  <a:lnTo>
                    <a:pt x="188975" y="568451"/>
                  </a:lnTo>
                </a:path>
                <a:path w="5666740" h="853439">
                  <a:moveTo>
                    <a:pt x="440436" y="568451"/>
                  </a:moveTo>
                  <a:lnTo>
                    <a:pt x="818388" y="568451"/>
                  </a:lnTo>
                </a:path>
                <a:path w="5666740" h="853439">
                  <a:moveTo>
                    <a:pt x="1069848" y="568451"/>
                  </a:moveTo>
                  <a:lnTo>
                    <a:pt x="1447800" y="568451"/>
                  </a:lnTo>
                </a:path>
                <a:path w="5666740" h="853439">
                  <a:moveTo>
                    <a:pt x="1699260" y="568451"/>
                  </a:moveTo>
                  <a:lnTo>
                    <a:pt x="5666232" y="568451"/>
                  </a:lnTo>
                </a:path>
                <a:path w="5666740" h="853439">
                  <a:moveTo>
                    <a:pt x="0" y="284988"/>
                  </a:moveTo>
                  <a:lnTo>
                    <a:pt x="188975" y="284988"/>
                  </a:lnTo>
                </a:path>
                <a:path w="5666740" h="853439">
                  <a:moveTo>
                    <a:pt x="440436" y="284988"/>
                  </a:moveTo>
                  <a:lnTo>
                    <a:pt x="818388" y="284988"/>
                  </a:lnTo>
                </a:path>
                <a:path w="5666740" h="853439">
                  <a:moveTo>
                    <a:pt x="1069848" y="284988"/>
                  </a:moveTo>
                  <a:lnTo>
                    <a:pt x="5666232" y="284988"/>
                  </a:lnTo>
                </a:path>
                <a:path w="5666740" h="853439">
                  <a:moveTo>
                    <a:pt x="0" y="0"/>
                  </a:moveTo>
                  <a:lnTo>
                    <a:pt x="188975" y="0"/>
                  </a:lnTo>
                </a:path>
                <a:path w="5666740" h="853439">
                  <a:moveTo>
                    <a:pt x="440436" y="0"/>
                  </a:moveTo>
                  <a:lnTo>
                    <a:pt x="818388" y="0"/>
                  </a:lnTo>
                </a:path>
                <a:path w="5666740" h="853439">
                  <a:moveTo>
                    <a:pt x="1069848" y="0"/>
                  </a:moveTo>
                  <a:lnTo>
                    <a:pt x="5666232" y="0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970531" y="3453384"/>
              <a:ext cx="5666740" cy="0"/>
            </a:xfrm>
            <a:custGeom>
              <a:avLst/>
              <a:gdLst/>
              <a:ahLst/>
              <a:cxnLst/>
              <a:rect l="l" t="t" r="r" b="b"/>
              <a:pathLst>
                <a:path w="5666740" h="0">
                  <a:moveTo>
                    <a:pt x="0" y="0"/>
                  </a:moveTo>
                  <a:lnTo>
                    <a:pt x="5666232" y="0"/>
                  </a:lnTo>
                </a:path>
              </a:pathLst>
            </a:custGeom>
            <a:ln w="609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159508" y="3566160"/>
              <a:ext cx="2771140" cy="1592580"/>
            </a:xfrm>
            <a:custGeom>
              <a:avLst/>
              <a:gdLst/>
              <a:ahLst/>
              <a:cxnLst/>
              <a:rect l="l" t="t" r="r" b="b"/>
              <a:pathLst>
                <a:path w="2771140" h="1592579">
                  <a:moveTo>
                    <a:pt x="251460" y="0"/>
                  </a:moveTo>
                  <a:lnTo>
                    <a:pt x="0" y="0"/>
                  </a:lnTo>
                  <a:lnTo>
                    <a:pt x="0" y="1592580"/>
                  </a:lnTo>
                  <a:lnTo>
                    <a:pt x="251460" y="1592580"/>
                  </a:lnTo>
                  <a:lnTo>
                    <a:pt x="251460" y="0"/>
                  </a:lnTo>
                  <a:close/>
                </a:path>
                <a:path w="2771140" h="1592579">
                  <a:moveTo>
                    <a:pt x="880872" y="114300"/>
                  </a:moveTo>
                  <a:lnTo>
                    <a:pt x="629412" y="114300"/>
                  </a:lnTo>
                  <a:lnTo>
                    <a:pt x="629412" y="1592580"/>
                  </a:lnTo>
                  <a:lnTo>
                    <a:pt x="880872" y="1592580"/>
                  </a:lnTo>
                  <a:lnTo>
                    <a:pt x="880872" y="114300"/>
                  </a:lnTo>
                  <a:close/>
                </a:path>
                <a:path w="2771140" h="1592579">
                  <a:moveTo>
                    <a:pt x="1510284" y="682752"/>
                  </a:moveTo>
                  <a:lnTo>
                    <a:pt x="1258824" y="682752"/>
                  </a:lnTo>
                  <a:lnTo>
                    <a:pt x="1258824" y="1592580"/>
                  </a:lnTo>
                  <a:lnTo>
                    <a:pt x="1510284" y="1592580"/>
                  </a:lnTo>
                  <a:lnTo>
                    <a:pt x="1510284" y="682752"/>
                  </a:lnTo>
                  <a:close/>
                </a:path>
                <a:path w="2771140" h="1592579">
                  <a:moveTo>
                    <a:pt x="2141220" y="909828"/>
                  </a:moveTo>
                  <a:lnTo>
                    <a:pt x="1888236" y="909828"/>
                  </a:lnTo>
                  <a:lnTo>
                    <a:pt x="1888236" y="1592580"/>
                  </a:lnTo>
                  <a:lnTo>
                    <a:pt x="2141220" y="1592580"/>
                  </a:lnTo>
                  <a:lnTo>
                    <a:pt x="2141220" y="909828"/>
                  </a:lnTo>
                  <a:close/>
                </a:path>
                <a:path w="2771140" h="1592579">
                  <a:moveTo>
                    <a:pt x="2770632" y="1194816"/>
                  </a:moveTo>
                  <a:lnTo>
                    <a:pt x="2517648" y="1194816"/>
                  </a:lnTo>
                  <a:lnTo>
                    <a:pt x="2517648" y="1592580"/>
                  </a:lnTo>
                  <a:lnTo>
                    <a:pt x="2770632" y="1592580"/>
                  </a:lnTo>
                  <a:lnTo>
                    <a:pt x="2770632" y="1194816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5308091" y="4873752"/>
              <a:ext cx="251460" cy="285115"/>
            </a:xfrm>
            <a:custGeom>
              <a:avLst/>
              <a:gdLst/>
              <a:ahLst/>
              <a:cxnLst/>
              <a:rect l="l" t="t" r="r" b="b"/>
              <a:pathLst>
                <a:path w="251460" h="285114">
                  <a:moveTo>
                    <a:pt x="251460" y="0"/>
                  </a:moveTo>
                  <a:lnTo>
                    <a:pt x="0" y="0"/>
                  </a:lnTo>
                  <a:lnTo>
                    <a:pt x="0" y="284988"/>
                  </a:lnTo>
                  <a:lnTo>
                    <a:pt x="251460" y="284988"/>
                  </a:lnTo>
                  <a:lnTo>
                    <a:pt x="251460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37504" y="4954524"/>
              <a:ext cx="1510665" cy="204470"/>
            </a:xfrm>
            <a:custGeom>
              <a:avLst/>
              <a:gdLst/>
              <a:ahLst/>
              <a:cxnLst/>
              <a:rect l="l" t="t" r="r" b="b"/>
              <a:pathLst>
                <a:path w="1510665" h="204470">
                  <a:moveTo>
                    <a:pt x="251460" y="0"/>
                  </a:moveTo>
                  <a:lnTo>
                    <a:pt x="0" y="0"/>
                  </a:lnTo>
                  <a:lnTo>
                    <a:pt x="0" y="204216"/>
                  </a:lnTo>
                  <a:lnTo>
                    <a:pt x="251460" y="204216"/>
                  </a:lnTo>
                  <a:lnTo>
                    <a:pt x="251460" y="0"/>
                  </a:lnTo>
                  <a:close/>
                </a:path>
                <a:path w="1510665" h="204470">
                  <a:moveTo>
                    <a:pt x="880872" y="33528"/>
                  </a:moveTo>
                  <a:lnTo>
                    <a:pt x="629412" y="33528"/>
                  </a:lnTo>
                  <a:lnTo>
                    <a:pt x="629412" y="204216"/>
                  </a:lnTo>
                  <a:lnTo>
                    <a:pt x="880872" y="204216"/>
                  </a:lnTo>
                  <a:lnTo>
                    <a:pt x="880872" y="33528"/>
                  </a:lnTo>
                  <a:close/>
                </a:path>
                <a:path w="1510665" h="204470">
                  <a:moveTo>
                    <a:pt x="1510271" y="73152"/>
                  </a:moveTo>
                  <a:lnTo>
                    <a:pt x="1258824" y="73152"/>
                  </a:lnTo>
                  <a:lnTo>
                    <a:pt x="1258824" y="204216"/>
                  </a:lnTo>
                  <a:lnTo>
                    <a:pt x="1510271" y="204216"/>
                  </a:lnTo>
                  <a:lnTo>
                    <a:pt x="1510271" y="73152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935479" y="3453384"/>
              <a:ext cx="5701665" cy="1740535"/>
            </a:xfrm>
            <a:custGeom>
              <a:avLst/>
              <a:gdLst/>
              <a:ahLst/>
              <a:cxnLst/>
              <a:rect l="l" t="t" r="r" b="b"/>
              <a:pathLst>
                <a:path w="5701665" h="1740535">
                  <a:moveTo>
                    <a:pt x="35051" y="1705355"/>
                  </a:moveTo>
                  <a:lnTo>
                    <a:pt x="35051" y="0"/>
                  </a:lnTo>
                </a:path>
                <a:path w="5701665" h="1740535">
                  <a:moveTo>
                    <a:pt x="0" y="1705355"/>
                  </a:moveTo>
                  <a:lnTo>
                    <a:pt x="35051" y="1705355"/>
                  </a:lnTo>
                </a:path>
                <a:path w="5701665" h="1740535">
                  <a:moveTo>
                    <a:pt x="0" y="1420367"/>
                  </a:moveTo>
                  <a:lnTo>
                    <a:pt x="35051" y="1420367"/>
                  </a:lnTo>
                </a:path>
                <a:path w="5701665" h="1740535">
                  <a:moveTo>
                    <a:pt x="0" y="1136903"/>
                  </a:moveTo>
                  <a:lnTo>
                    <a:pt x="35051" y="1136903"/>
                  </a:lnTo>
                </a:path>
                <a:path w="5701665" h="1740535">
                  <a:moveTo>
                    <a:pt x="0" y="851915"/>
                  </a:moveTo>
                  <a:lnTo>
                    <a:pt x="35051" y="851915"/>
                  </a:lnTo>
                </a:path>
                <a:path w="5701665" h="1740535">
                  <a:moveTo>
                    <a:pt x="0" y="568451"/>
                  </a:moveTo>
                  <a:lnTo>
                    <a:pt x="35051" y="568451"/>
                  </a:lnTo>
                </a:path>
                <a:path w="5701665" h="1740535">
                  <a:moveTo>
                    <a:pt x="0" y="283463"/>
                  </a:moveTo>
                  <a:lnTo>
                    <a:pt x="35051" y="283463"/>
                  </a:lnTo>
                </a:path>
                <a:path w="5701665" h="1740535">
                  <a:moveTo>
                    <a:pt x="0" y="0"/>
                  </a:moveTo>
                  <a:lnTo>
                    <a:pt x="35051" y="0"/>
                  </a:lnTo>
                </a:path>
                <a:path w="5701665" h="1740535">
                  <a:moveTo>
                    <a:pt x="35051" y="1705355"/>
                  </a:moveTo>
                  <a:lnTo>
                    <a:pt x="5701284" y="1705355"/>
                  </a:lnTo>
                </a:path>
                <a:path w="5701665" h="1740535">
                  <a:moveTo>
                    <a:pt x="35051" y="1705355"/>
                  </a:moveTo>
                  <a:lnTo>
                    <a:pt x="35051" y="1740408"/>
                  </a:lnTo>
                </a:path>
                <a:path w="5701665" h="1740535">
                  <a:moveTo>
                    <a:pt x="664463" y="1705355"/>
                  </a:moveTo>
                  <a:lnTo>
                    <a:pt x="664463" y="1740408"/>
                  </a:lnTo>
                </a:path>
                <a:path w="5701665" h="1740535">
                  <a:moveTo>
                    <a:pt x="1293876" y="1705355"/>
                  </a:moveTo>
                  <a:lnTo>
                    <a:pt x="1293876" y="1740408"/>
                  </a:lnTo>
                </a:path>
                <a:path w="5701665" h="1740535">
                  <a:moveTo>
                    <a:pt x="1923287" y="1705355"/>
                  </a:moveTo>
                  <a:lnTo>
                    <a:pt x="1923287" y="1740408"/>
                  </a:lnTo>
                </a:path>
                <a:path w="5701665" h="1740535">
                  <a:moveTo>
                    <a:pt x="2554223" y="1705355"/>
                  </a:moveTo>
                  <a:lnTo>
                    <a:pt x="2554223" y="1740408"/>
                  </a:lnTo>
                </a:path>
                <a:path w="5701665" h="1740535">
                  <a:moveTo>
                    <a:pt x="3183635" y="1705355"/>
                  </a:moveTo>
                  <a:lnTo>
                    <a:pt x="3183635" y="1740408"/>
                  </a:lnTo>
                </a:path>
                <a:path w="5701665" h="1740535">
                  <a:moveTo>
                    <a:pt x="3813048" y="1705355"/>
                  </a:moveTo>
                  <a:lnTo>
                    <a:pt x="3813048" y="1740408"/>
                  </a:lnTo>
                </a:path>
                <a:path w="5701665" h="1740535">
                  <a:moveTo>
                    <a:pt x="4442459" y="1705355"/>
                  </a:moveTo>
                  <a:lnTo>
                    <a:pt x="4442459" y="1740408"/>
                  </a:lnTo>
                </a:path>
                <a:path w="5701665" h="1740535">
                  <a:moveTo>
                    <a:pt x="5071872" y="1705355"/>
                  </a:moveTo>
                  <a:lnTo>
                    <a:pt x="5071872" y="1740408"/>
                  </a:lnTo>
                </a:path>
                <a:path w="5701665" h="1740535">
                  <a:moveTo>
                    <a:pt x="5701284" y="1705355"/>
                  </a:moveTo>
                  <a:lnTo>
                    <a:pt x="5701284" y="1740408"/>
                  </a:lnTo>
                </a:path>
              </a:pathLst>
            </a:custGeom>
            <a:ln w="6096">
              <a:solidFill>
                <a:srgbClr val="8888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1761235" y="3363544"/>
            <a:ext cx="124460" cy="1870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90">
                <a:solidFill>
                  <a:srgbClr val="7E7E7E"/>
                </a:solidFill>
                <a:latin typeface="Trebuchet MS"/>
                <a:cs typeface="Trebuchet MS"/>
              </a:rPr>
              <a:t>30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 marL="18415">
              <a:lnSpc>
                <a:spcPct val="100000"/>
              </a:lnSpc>
            </a:pPr>
            <a:r>
              <a:rPr dirty="0" sz="900" spc="-120">
                <a:solidFill>
                  <a:srgbClr val="7E7E7E"/>
                </a:solidFill>
                <a:latin typeface="Trebuchet MS"/>
                <a:cs typeface="Trebuchet MS"/>
              </a:rPr>
              <a:t>25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 marL="15875">
              <a:lnSpc>
                <a:spcPct val="100000"/>
              </a:lnSpc>
            </a:pPr>
            <a:r>
              <a:rPr dirty="0" sz="900" spc="-110">
                <a:solidFill>
                  <a:srgbClr val="7E7E7E"/>
                </a:solidFill>
                <a:latin typeface="Trebuchet MS"/>
                <a:cs typeface="Trebuchet MS"/>
              </a:rPr>
              <a:t>20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Trebuchet MS"/>
              <a:cs typeface="Trebuchet MS"/>
            </a:endParaRPr>
          </a:p>
          <a:p>
            <a:pPr marL="40005">
              <a:lnSpc>
                <a:spcPct val="100000"/>
              </a:lnSpc>
            </a:pPr>
            <a:r>
              <a:rPr dirty="0" sz="900" spc="-204">
                <a:solidFill>
                  <a:srgbClr val="7E7E7E"/>
                </a:solidFill>
                <a:latin typeface="Trebuchet MS"/>
                <a:cs typeface="Trebuchet MS"/>
              </a:rPr>
              <a:t>15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Trebuchet MS"/>
              <a:cs typeface="Trebuchet MS"/>
            </a:endParaRPr>
          </a:p>
          <a:p>
            <a:pPr marL="37465">
              <a:lnSpc>
                <a:spcPct val="100000"/>
              </a:lnSpc>
            </a:pPr>
            <a:r>
              <a:rPr dirty="0" sz="900" spc="-195">
                <a:solidFill>
                  <a:srgbClr val="7E7E7E"/>
                </a:solidFill>
                <a:latin typeface="Trebuchet MS"/>
                <a:cs typeface="Trebuchet MS"/>
              </a:rPr>
              <a:t>10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000">
              <a:latin typeface="Trebuchet MS"/>
              <a:cs typeface="Trebuchet MS"/>
            </a:endParaRPr>
          </a:p>
          <a:p>
            <a:pPr marL="63500">
              <a:lnSpc>
                <a:spcPct val="100000"/>
              </a:lnSpc>
            </a:pPr>
            <a:r>
              <a:rPr dirty="0" sz="900" spc="-105">
                <a:solidFill>
                  <a:srgbClr val="7E7E7E"/>
                </a:solidFill>
                <a:latin typeface="Trebuchet MS"/>
                <a:cs typeface="Trebuchet MS"/>
              </a:rPr>
              <a:t>5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Trebuchet MS"/>
              <a:cs typeface="Trebuchet MS"/>
            </a:endParaRPr>
          </a:p>
          <a:p>
            <a:pPr marL="60325">
              <a:lnSpc>
                <a:spcPct val="100000"/>
              </a:lnSpc>
            </a:pPr>
            <a:r>
              <a:rPr dirty="0" sz="900" spc="-85">
                <a:solidFill>
                  <a:srgbClr val="7E7E7E"/>
                </a:solidFill>
                <a:latin typeface="Trebuchet MS"/>
                <a:cs typeface="Trebuchet MS"/>
              </a:rPr>
              <a:t>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89479" y="5208523"/>
            <a:ext cx="1930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>
                <a:solidFill>
                  <a:srgbClr val="7E7E7E"/>
                </a:solidFill>
                <a:latin typeface="Trebuchet MS"/>
                <a:cs typeface="Trebuchet MS"/>
              </a:rPr>
              <a:t>2</a:t>
            </a:r>
            <a:r>
              <a:rPr dirty="0" sz="900" spc="-85">
                <a:solidFill>
                  <a:srgbClr val="7E7E7E"/>
                </a:solidFill>
                <a:latin typeface="Trebuchet MS"/>
                <a:cs typeface="Trebuchet MS"/>
              </a:rPr>
              <a:t>0</a:t>
            </a:r>
            <a:r>
              <a:rPr dirty="0" sz="900" spc="-195">
                <a:solidFill>
                  <a:srgbClr val="7E7E7E"/>
                </a:solidFill>
                <a:latin typeface="Trebuchet MS"/>
                <a:cs typeface="Trebuchet MS"/>
              </a:rPr>
              <a:t>10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32354" y="5208523"/>
            <a:ext cx="1663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>
                <a:solidFill>
                  <a:srgbClr val="7E7E7E"/>
                </a:solidFill>
                <a:latin typeface="Trebuchet MS"/>
                <a:cs typeface="Trebuchet MS"/>
              </a:rPr>
              <a:t>2</a:t>
            </a:r>
            <a:r>
              <a:rPr dirty="0" sz="900" spc="-85">
                <a:solidFill>
                  <a:srgbClr val="7E7E7E"/>
                </a:solidFill>
                <a:latin typeface="Trebuchet MS"/>
                <a:cs typeface="Trebuchet MS"/>
              </a:rPr>
              <a:t>0</a:t>
            </a:r>
            <a:r>
              <a:rPr dirty="0" sz="900" spc="-295">
                <a:solidFill>
                  <a:srgbClr val="7E7E7E"/>
                </a:solidFill>
                <a:latin typeface="Trebuchet MS"/>
                <a:cs typeface="Trebuchet MS"/>
              </a:rPr>
              <a:t>11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51352" y="5208523"/>
            <a:ext cx="18796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>
                <a:solidFill>
                  <a:srgbClr val="7E7E7E"/>
                </a:solidFill>
                <a:latin typeface="Trebuchet MS"/>
                <a:cs typeface="Trebuchet MS"/>
              </a:rPr>
              <a:t>2</a:t>
            </a:r>
            <a:r>
              <a:rPr dirty="0" sz="900" spc="-85">
                <a:solidFill>
                  <a:srgbClr val="7E7E7E"/>
                </a:solidFill>
                <a:latin typeface="Trebuchet MS"/>
                <a:cs typeface="Trebuchet MS"/>
              </a:rPr>
              <a:t>0</a:t>
            </a:r>
            <a:r>
              <a:rPr dirty="0" sz="900" spc="-210">
                <a:solidFill>
                  <a:srgbClr val="7E7E7E"/>
                </a:solidFill>
                <a:latin typeface="Trebuchet MS"/>
                <a:cs typeface="Trebuchet MS"/>
              </a:rPr>
              <a:t>12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79240" y="5208523"/>
            <a:ext cx="1917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>
                <a:solidFill>
                  <a:srgbClr val="7E7E7E"/>
                </a:solidFill>
                <a:latin typeface="Trebuchet MS"/>
                <a:cs typeface="Trebuchet MS"/>
              </a:rPr>
              <a:t>2</a:t>
            </a:r>
            <a:r>
              <a:rPr dirty="0" sz="900" spc="-85">
                <a:solidFill>
                  <a:srgbClr val="7E7E7E"/>
                </a:solidFill>
                <a:latin typeface="Trebuchet MS"/>
                <a:cs typeface="Trebuchet MS"/>
              </a:rPr>
              <a:t>0</a:t>
            </a:r>
            <a:r>
              <a:rPr dirty="0" sz="900" spc="-200">
                <a:solidFill>
                  <a:srgbClr val="7E7E7E"/>
                </a:solidFill>
                <a:latin typeface="Trebuchet MS"/>
                <a:cs typeface="Trebuchet MS"/>
              </a:rPr>
              <a:t>13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11065" y="5208523"/>
            <a:ext cx="1873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>
                <a:solidFill>
                  <a:srgbClr val="7E7E7E"/>
                </a:solidFill>
                <a:latin typeface="Trebuchet MS"/>
                <a:cs typeface="Trebuchet MS"/>
              </a:rPr>
              <a:t>2</a:t>
            </a:r>
            <a:r>
              <a:rPr dirty="0" sz="900" spc="-85">
                <a:solidFill>
                  <a:srgbClr val="7E7E7E"/>
                </a:solidFill>
                <a:latin typeface="Trebuchet MS"/>
                <a:cs typeface="Trebuchet MS"/>
              </a:rPr>
              <a:t>0</a:t>
            </a:r>
            <a:r>
              <a:rPr dirty="0" sz="900" spc="-215">
                <a:solidFill>
                  <a:srgbClr val="7E7E7E"/>
                </a:solidFill>
                <a:latin typeface="Trebuchet MS"/>
                <a:cs typeface="Trebuchet MS"/>
              </a:rPr>
              <a:t>14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98185" y="5208523"/>
            <a:ext cx="2717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90">
                <a:solidFill>
                  <a:srgbClr val="7E7E7E"/>
                </a:solidFill>
                <a:latin typeface="Trebuchet MS"/>
                <a:cs typeface="Trebuchet MS"/>
              </a:rPr>
              <a:t>H</a:t>
            </a:r>
            <a:r>
              <a:rPr dirty="0" sz="900" spc="-170">
                <a:solidFill>
                  <a:srgbClr val="7E7E7E"/>
                </a:solidFill>
                <a:latin typeface="Trebuchet MS"/>
                <a:cs typeface="Trebuchet MS"/>
              </a:rPr>
              <a:t>u</a:t>
            </a:r>
            <a:r>
              <a:rPr dirty="0" sz="900" spc="-225">
                <a:solidFill>
                  <a:srgbClr val="7E7E7E"/>
                </a:solidFill>
                <a:latin typeface="Trebuchet MS"/>
                <a:cs typeface="Trebuchet MS"/>
              </a:rPr>
              <a:t>m</a:t>
            </a:r>
            <a:r>
              <a:rPr dirty="0" sz="900" spc="-145">
                <a:solidFill>
                  <a:srgbClr val="7E7E7E"/>
                </a:solidFill>
                <a:latin typeface="Trebuchet MS"/>
                <a:cs typeface="Trebuchet MS"/>
              </a:rPr>
              <a:t>an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968746" y="5208523"/>
            <a:ext cx="190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>
                <a:solidFill>
                  <a:srgbClr val="7E7E7E"/>
                </a:solidFill>
                <a:latin typeface="Trebuchet MS"/>
                <a:cs typeface="Trebuchet MS"/>
              </a:rPr>
              <a:t>2</a:t>
            </a:r>
            <a:r>
              <a:rPr dirty="0" sz="900" spc="-85">
                <a:solidFill>
                  <a:srgbClr val="7E7E7E"/>
                </a:solidFill>
                <a:latin typeface="Trebuchet MS"/>
                <a:cs typeface="Trebuchet MS"/>
              </a:rPr>
              <a:t>0</a:t>
            </a:r>
            <a:r>
              <a:rPr dirty="0" sz="900" spc="-204">
                <a:solidFill>
                  <a:srgbClr val="7E7E7E"/>
                </a:solidFill>
                <a:latin typeface="Trebuchet MS"/>
                <a:cs typeface="Trebuchet MS"/>
              </a:rPr>
              <a:t>15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597777" y="5208523"/>
            <a:ext cx="1917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>
                <a:solidFill>
                  <a:srgbClr val="7E7E7E"/>
                </a:solidFill>
                <a:latin typeface="Trebuchet MS"/>
                <a:cs typeface="Trebuchet MS"/>
              </a:rPr>
              <a:t>2</a:t>
            </a:r>
            <a:r>
              <a:rPr dirty="0" sz="900" spc="-85">
                <a:solidFill>
                  <a:srgbClr val="7E7E7E"/>
                </a:solidFill>
                <a:latin typeface="Trebuchet MS"/>
                <a:cs typeface="Trebuchet MS"/>
              </a:rPr>
              <a:t>0</a:t>
            </a:r>
            <a:r>
              <a:rPr dirty="0" sz="900" spc="-195">
                <a:solidFill>
                  <a:srgbClr val="7E7E7E"/>
                </a:solidFill>
                <a:latin typeface="Trebuchet MS"/>
                <a:cs typeface="Trebuchet MS"/>
              </a:rPr>
              <a:t>16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230871" y="5208523"/>
            <a:ext cx="1847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30">
                <a:solidFill>
                  <a:srgbClr val="7E7E7E"/>
                </a:solidFill>
                <a:latin typeface="Trebuchet MS"/>
                <a:cs typeface="Trebuchet MS"/>
              </a:rPr>
              <a:t>2</a:t>
            </a:r>
            <a:r>
              <a:rPr dirty="0" sz="900" spc="-85">
                <a:solidFill>
                  <a:srgbClr val="7E7E7E"/>
                </a:solidFill>
                <a:latin typeface="Trebuchet MS"/>
                <a:cs typeface="Trebuchet MS"/>
              </a:rPr>
              <a:t>0</a:t>
            </a:r>
            <a:r>
              <a:rPr dirty="0" sz="900" spc="-225">
                <a:solidFill>
                  <a:srgbClr val="7E7E7E"/>
                </a:solidFill>
                <a:latin typeface="Trebuchet MS"/>
                <a:cs typeface="Trebuchet MS"/>
              </a:rPr>
              <a:t>17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186968" y="3003804"/>
            <a:ext cx="6987540" cy="3168650"/>
            <a:chOff x="2186968" y="3003804"/>
            <a:chExt cx="6987540" cy="3168650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86968" y="5407255"/>
              <a:ext cx="368017" cy="9819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8665" y="5407255"/>
              <a:ext cx="192768" cy="9819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76304" y="5405801"/>
              <a:ext cx="287213" cy="99648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02656" y="5407255"/>
              <a:ext cx="212549" cy="9819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17136" y="5402580"/>
              <a:ext cx="413765" cy="25378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58852" y="5407255"/>
              <a:ext cx="270497" cy="9819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54172" y="5407236"/>
              <a:ext cx="538701" cy="12107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232919" y="5407255"/>
              <a:ext cx="224774" cy="98194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40280" y="3403092"/>
              <a:ext cx="236981" cy="13335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65194" y="3517528"/>
              <a:ext cx="232335" cy="12711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96072" y="4061486"/>
              <a:ext cx="201913" cy="12875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13276" y="4277868"/>
              <a:ext cx="198882" cy="13335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748783" y="4546092"/>
              <a:ext cx="163829" cy="13182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379740" y="4660418"/>
              <a:ext cx="165333" cy="12875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946661" y="4739776"/>
              <a:ext cx="261352" cy="12711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08063" y="4760976"/>
              <a:ext cx="169925" cy="13182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229856" y="4791455"/>
              <a:ext cx="166877" cy="13335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2699004" y="3003804"/>
              <a:ext cx="4069079" cy="245745"/>
            </a:xfrm>
            <a:custGeom>
              <a:avLst/>
              <a:gdLst/>
              <a:ahLst/>
              <a:cxnLst/>
              <a:rect l="l" t="t" r="r" b="b"/>
              <a:pathLst>
                <a:path w="4069079" h="245744">
                  <a:moveTo>
                    <a:pt x="4069079" y="0"/>
                  </a:moveTo>
                  <a:lnTo>
                    <a:pt x="0" y="0"/>
                  </a:lnTo>
                  <a:lnTo>
                    <a:pt x="0" y="245363"/>
                  </a:lnTo>
                  <a:lnTo>
                    <a:pt x="4069079" y="245363"/>
                  </a:lnTo>
                  <a:lnTo>
                    <a:pt x="40690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91255" y="3049524"/>
              <a:ext cx="3082290" cy="197358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8170163" y="5958839"/>
              <a:ext cx="1004569" cy="213360"/>
            </a:xfrm>
            <a:custGeom>
              <a:avLst/>
              <a:gdLst/>
              <a:ahLst/>
              <a:cxnLst/>
              <a:rect l="l" t="t" r="r" b="b"/>
              <a:pathLst>
                <a:path w="1004570" h="213360">
                  <a:moveTo>
                    <a:pt x="897635" y="0"/>
                  </a:moveTo>
                  <a:lnTo>
                    <a:pt x="106679" y="0"/>
                  </a:lnTo>
                  <a:lnTo>
                    <a:pt x="65150" y="8383"/>
                  </a:lnTo>
                  <a:lnTo>
                    <a:pt x="31241" y="31246"/>
                  </a:lnTo>
                  <a:lnTo>
                    <a:pt x="8381" y="65156"/>
                  </a:lnTo>
                  <a:lnTo>
                    <a:pt x="0" y="106680"/>
                  </a:lnTo>
                  <a:lnTo>
                    <a:pt x="8382" y="148203"/>
                  </a:lnTo>
                  <a:lnTo>
                    <a:pt x="31242" y="182113"/>
                  </a:lnTo>
                  <a:lnTo>
                    <a:pt x="65150" y="204976"/>
                  </a:lnTo>
                  <a:lnTo>
                    <a:pt x="106679" y="213360"/>
                  </a:lnTo>
                  <a:lnTo>
                    <a:pt x="897635" y="213360"/>
                  </a:lnTo>
                  <a:lnTo>
                    <a:pt x="939165" y="204976"/>
                  </a:lnTo>
                  <a:lnTo>
                    <a:pt x="973074" y="182113"/>
                  </a:lnTo>
                  <a:lnTo>
                    <a:pt x="995933" y="148203"/>
                  </a:lnTo>
                  <a:lnTo>
                    <a:pt x="1004315" y="106680"/>
                  </a:lnTo>
                  <a:lnTo>
                    <a:pt x="995933" y="65156"/>
                  </a:lnTo>
                  <a:lnTo>
                    <a:pt x="973073" y="31246"/>
                  </a:lnTo>
                  <a:lnTo>
                    <a:pt x="939164" y="8383"/>
                  </a:lnTo>
                  <a:lnTo>
                    <a:pt x="897635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491727" y="6013704"/>
              <a:ext cx="366522" cy="125730"/>
            </a:xfrm>
            <a:prstGeom prst="rect">
              <a:avLst/>
            </a:prstGeom>
          </p:spPr>
        </p:pic>
      </p:grp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33235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2.2.</a:t>
            </a:r>
            <a:r>
              <a:rPr dirty="0" spc="-40"/>
              <a:t> </a:t>
            </a:r>
            <a:r>
              <a:rPr dirty="0" spc="-5"/>
              <a:t>Image</a:t>
            </a:r>
            <a:r>
              <a:rPr dirty="0" spc="-35"/>
              <a:t> </a:t>
            </a:r>
            <a:r>
              <a:rPr dirty="0" spc="-5"/>
              <a:t>Recognition</a:t>
            </a:r>
          </a:p>
        </p:txBody>
      </p:sp>
      <p:sp>
        <p:nvSpPr>
          <p:cNvPr id="53" name="object 53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54" name="object 5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54736" y="1898891"/>
            <a:ext cx="8661654" cy="742962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52627" y="1446237"/>
            <a:ext cx="2512314" cy="29950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91312" y="2721864"/>
            <a:ext cx="8647430" cy="3206750"/>
            <a:chOff x="591312" y="2721864"/>
            <a:chExt cx="8647430" cy="3206750"/>
          </a:xfrm>
        </p:grpSpPr>
        <p:sp>
          <p:nvSpPr>
            <p:cNvPr id="6" name="object 6"/>
            <p:cNvSpPr/>
            <p:nvPr/>
          </p:nvSpPr>
          <p:spPr>
            <a:xfrm>
              <a:off x="594360" y="2724912"/>
              <a:ext cx="8641080" cy="3200400"/>
            </a:xfrm>
            <a:custGeom>
              <a:avLst/>
              <a:gdLst/>
              <a:ahLst/>
              <a:cxnLst/>
              <a:rect l="l" t="t" r="r" b="b"/>
              <a:pathLst>
                <a:path w="8641080" h="3200400">
                  <a:moveTo>
                    <a:pt x="0" y="3200400"/>
                  </a:moveTo>
                  <a:lnTo>
                    <a:pt x="8641080" y="3200400"/>
                  </a:lnTo>
                  <a:lnTo>
                    <a:pt x="8641080" y="0"/>
                  </a:lnTo>
                  <a:lnTo>
                    <a:pt x="0" y="0"/>
                  </a:lnTo>
                  <a:lnTo>
                    <a:pt x="0" y="320040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43827" y="5410200"/>
              <a:ext cx="886205" cy="174497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201412" y="5093208"/>
              <a:ext cx="2971800" cy="149860"/>
            </a:xfrm>
            <a:custGeom>
              <a:avLst/>
              <a:gdLst/>
              <a:ahLst/>
              <a:cxnLst/>
              <a:rect l="l" t="t" r="r" b="b"/>
              <a:pathLst>
                <a:path w="2971800" h="149860">
                  <a:moveTo>
                    <a:pt x="2971799" y="0"/>
                  </a:moveTo>
                  <a:lnTo>
                    <a:pt x="2959919" y="29081"/>
                  </a:lnTo>
                  <a:lnTo>
                    <a:pt x="2927524" y="52816"/>
                  </a:lnTo>
                  <a:lnTo>
                    <a:pt x="2879484" y="68812"/>
                  </a:lnTo>
                  <a:lnTo>
                    <a:pt x="2820669" y="74676"/>
                  </a:lnTo>
                  <a:lnTo>
                    <a:pt x="2769202" y="74676"/>
                  </a:lnTo>
                  <a:lnTo>
                    <a:pt x="2717736" y="74676"/>
                  </a:lnTo>
                  <a:lnTo>
                    <a:pt x="1637030" y="74676"/>
                  </a:lnTo>
                  <a:lnTo>
                    <a:pt x="1578215" y="80539"/>
                  </a:lnTo>
                  <a:lnTo>
                    <a:pt x="1530175" y="96535"/>
                  </a:lnTo>
                  <a:lnTo>
                    <a:pt x="1497780" y="120270"/>
                  </a:lnTo>
                  <a:lnTo>
                    <a:pt x="1485899" y="149352"/>
                  </a:lnTo>
                  <a:lnTo>
                    <a:pt x="1474019" y="120270"/>
                  </a:lnTo>
                  <a:lnTo>
                    <a:pt x="1441624" y="96535"/>
                  </a:lnTo>
                  <a:lnTo>
                    <a:pt x="1393584" y="80539"/>
                  </a:lnTo>
                  <a:lnTo>
                    <a:pt x="1334769" y="74676"/>
                  </a:lnTo>
                  <a:lnTo>
                    <a:pt x="151129" y="74676"/>
                  </a:lnTo>
                  <a:lnTo>
                    <a:pt x="92315" y="68812"/>
                  </a:lnTo>
                  <a:lnTo>
                    <a:pt x="44275" y="52816"/>
                  </a:lnTo>
                  <a:lnTo>
                    <a:pt x="11880" y="29081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63851" y="5410200"/>
              <a:ext cx="1323594" cy="1744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56459" y="4700003"/>
              <a:ext cx="735342" cy="36958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09215" y="3046463"/>
              <a:ext cx="825258" cy="38787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850136" y="5093208"/>
              <a:ext cx="1347470" cy="149860"/>
            </a:xfrm>
            <a:custGeom>
              <a:avLst/>
              <a:gdLst/>
              <a:ahLst/>
              <a:cxnLst/>
              <a:rect l="l" t="t" r="r" b="b"/>
              <a:pathLst>
                <a:path w="1347470" h="149860">
                  <a:moveTo>
                    <a:pt x="1347215" y="0"/>
                  </a:moveTo>
                  <a:lnTo>
                    <a:pt x="1341822" y="29081"/>
                  </a:lnTo>
                  <a:lnTo>
                    <a:pt x="1327118" y="52816"/>
                  </a:lnTo>
                  <a:lnTo>
                    <a:pt x="1305317" y="68812"/>
                  </a:lnTo>
                  <a:lnTo>
                    <a:pt x="1278636" y="74676"/>
                  </a:lnTo>
                  <a:lnTo>
                    <a:pt x="1229868" y="74676"/>
                  </a:lnTo>
                  <a:lnTo>
                    <a:pt x="1181100" y="74676"/>
                  </a:lnTo>
                  <a:lnTo>
                    <a:pt x="742188" y="74676"/>
                  </a:lnTo>
                  <a:lnTo>
                    <a:pt x="715506" y="80539"/>
                  </a:lnTo>
                  <a:lnTo>
                    <a:pt x="693705" y="96535"/>
                  </a:lnTo>
                  <a:lnTo>
                    <a:pt x="679001" y="120270"/>
                  </a:lnTo>
                  <a:lnTo>
                    <a:pt x="673607" y="149352"/>
                  </a:lnTo>
                  <a:lnTo>
                    <a:pt x="668214" y="120270"/>
                  </a:lnTo>
                  <a:lnTo>
                    <a:pt x="653510" y="96535"/>
                  </a:lnTo>
                  <a:lnTo>
                    <a:pt x="631709" y="80539"/>
                  </a:lnTo>
                  <a:lnTo>
                    <a:pt x="605027" y="74676"/>
                  </a:lnTo>
                  <a:lnTo>
                    <a:pt x="68580" y="74676"/>
                  </a:lnTo>
                  <a:lnTo>
                    <a:pt x="41898" y="68812"/>
                  </a:lnTo>
                  <a:lnTo>
                    <a:pt x="20097" y="52816"/>
                  </a:lnTo>
                  <a:lnTo>
                    <a:pt x="5393" y="29081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50136" y="3491484"/>
              <a:ext cx="1347215" cy="115366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47087" y="3488436"/>
              <a:ext cx="1353820" cy="1160145"/>
            </a:xfrm>
            <a:custGeom>
              <a:avLst/>
              <a:gdLst/>
              <a:ahLst/>
              <a:cxnLst/>
              <a:rect l="l" t="t" r="r" b="b"/>
              <a:pathLst>
                <a:path w="1353820" h="1160145">
                  <a:moveTo>
                    <a:pt x="0" y="1159764"/>
                  </a:moveTo>
                  <a:lnTo>
                    <a:pt x="1353312" y="1159764"/>
                  </a:lnTo>
                  <a:lnTo>
                    <a:pt x="1353312" y="0"/>
                  </a:lnTo>
                  <a:lnTo>
                    <a:pt x="0" y="0"/>
                  </a:lnTo>
                  <a:lnTo>
                    <a:pt x="0" y="1159764"/>
                  </a:lnTo>
                  <a:close/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99332" y="5410200"/>
              <a:ext cx="787146" cy="17449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27704" y="3046450"/>
              <a:ext cx="924305" cy="3558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85890" y="4811341"/>
              <a:ext cx="221695" cy="13937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18916" y="5096256"/>
              <a:ext cx="1347470" cy="149860"/>
            </a:xfrm>
            <a:custGeom>
              <a:avLst/>
              <a:gdLst/>
              <a:ahLst/>
              <a:cxnLst/>
              <a:rect l="l" t="t" r="r" b="b"/>
              <a:pathLst>
                <a:path w="1347470" h="149860">
                  <a:moveTo>
                    <a:pt x="1347216" y="0"/>
                  </a:moveTo>
                  <a:lnTo>
                    <a:pt x="1341822" y="29081"/>
                  </a:lnTo>
                  <a:lnTo>
                    <a:pt x="1327118" y="52816"/>
                  </a:lnTo>
                  <a:lnTo>
                    <a:pt x="1305317" y="68812"/>
                  </a:lnTo>
                  <a:lnTo>
                    <a:pt x="1278636" y="74676"/>
                  </a:lnTo>
                  <a:lnTo>
                    <a:pt x="1229868" y="74676"/>
                  </a:lnTo>
                  <a:lnTo>
                    <a:pt x="1181100" y="74676"/>
                  </a:lnTo>
                  <a:lnTo>
                    <a:pt x="742188" y="74676"/>
                  </a:lnTo>
                  <a:lnTo>
                    <a:pt x="715506" y="80539"/>
                  </a:lnTo>
                  <a:lnTo>
                    <a:pt x="693705" y="96535"/>
                  </a:lnTo>
                  <a:lnTo>
                    <a:pt x="679001" y="120270"/>
                  </a:lnTo>
                  <a:lnTo>
                    <a:pt x="673608" y="149352"/>
                  </a:lnTo>
                  <a:lnTo>
                    <a:pt x="668214" y="120270"/>
                  </a:lnTo>
                  <a:lnTo>
                    <a:pt x="653510" y="96535"/>
                  </a:lnTo>
                  <a:lnTo>
                    <a:pt x="631709" y="80539"/>
                  </a:lnTo>
                  <a:lnTo>
                    <a:pt x="605028" y="74676"/>
                  </a:lnTo>
                  <a:lnTo>
                    <a:pt x="68580" y="74676"/>
                  </a:lnTo>
                  <a:lnTo>
                    <a:pt x="41898" y="68812"/>
                  </a:lnTo>
                  <a:lnTo>
                    <a:pt x="20097" y="52816"/>
                  </a:lnTo>
                  <a:lnTo>
                    <a:pt x="5393" y="29081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518916" y="3491484"/>
              <a:ext cx="1347215" cy="115366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515868" y="3488436"/>
              <a:ext cx="1353820" cy="1160145"/>
            </a:xfrm>
            <a:custGeom>
              <a:avLst/>
              <a:gdLst/>
              <a:ahLst/>
              <a:cxnLst/>
              <a:rect l="l" t="t" r="r" b="b"/>
              <a:pathLst>
                <a:path w="1353820" h="1160145">
                  <a:moveTo>
                    <a:pt x="0" y="1159764"/>
                  </a:moveTo>
                  <a:lnTo>
                    <a:pt x="1353312" y="1159764"/>
                  </a:lnTo>
                  <a:lnTo>
                    <a:pt x="1353312" y="0"/>
                  </a:lnTo>
                  <a:lnTo>
                    <a:pt x="0" y="0"/>
                  </a:lnTo>
                  <a:lnTo>
                    <a:pt x="0" y="1159764"/>
                  </a:lnTo>
                  <a:close/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561076" y="3046450"/>
              <a:ext cx="569226" cy="3558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414771" y="4806696"/>
              <a:ext cx="869441" cy="15773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72456" y="3491484"/>
              <a:ext cx="1347216" cy="115366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169408" y="3488436"/>
              <a:ext cx="1353820" cy="1160145"/>
            </a:xfrm>
            <a:custGeom>
              <a:avLst/>
              <a:gdLst/>
              <a:ahLst/>
              <a:cxnLst/>
              <a:rect l="l" t="t" r="r" b="b"/>
              <a:pathLst>
                <a:path w="1353820" h="1160145">
                  <a:moveTo>
                    <a:pt x="0" y="1159764"/>
                  </a:moveTo>
                  <a:lnTo>
                    <a:pt x="1353312" y="1159764"/>
                  </a:lnTo>
                  <a:lnTo>
                    <a:pt x="1353312" y="0"/>
                  </a:lnTo>
                  <a:lnTo>
                    <a:pt x="0" y="0"/>
                  </a:lnTo>
                  <a:lnTo>
                    <a:pt x="0" y="1159764"/>
                  </a:lnTo>
                  <a:close/>
                </a:path>
              </a:pathLst>
            </a:custGeom>
            <a:ln w="6096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85076" y="3046463"/>
              <a:ext cx="825258" cy="38787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066788" y="4806696"/>
              <a:ext cx="870966" cy="15773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25996" y="3491484"/>
              <a:ext cx="1347216" cy="115366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822947" y="3488436"/>
              <a:ext cx="1353820" cy="1160145"/>
            </a:xfrm>
            <a:custGeom>
              <a:avLst/>
              <a:gdLst/>
              <a:ahLst/>
              <a:cxnLst/>
              <a:rect l="l" t="t" r="r" b="b"/>
              <a:pathLst>
                <a:path w="1353820" h="1160145">
                  <a:moveTo>
                    <a:pt x="0" y="1159764"/>
                  </a:moveTo>
                  <a:lnTo>
                    <a:pt x="1353311" y="1159764"/>
                  </a:lnTo>
                  <a:lnTo>
                    <a:pt x="1353311" y="0"/>
                  </a:lnTo>
                  <a:lnTo>
                    <a:pt x="0" y="0"/>
                  </a:lnTo>
                  <a:lnTo>
                    <a:pt x="0" y="1159764"/>
                  </a:lnTo>
                  <a:close/>
                </a:path>
              </a:pathLst>
            </a:custGeom>
            <a:ln w="609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/>
          <p:cNvGrpSpPr/>
          <p:nvPr/>
        </p:nvGrpSpPr>
        <p:grpSpPr>
          <a:xfrm>
            <a:off x="5747003" y="6018276"/>
            <a:ext cx="3534410" cy="205740"/>
            <a:chOff x="5747003" y="6018276"/>
            <a:chExt cx="3534410" cy="205740"/>
          </a:xfrm>
        </p:grpSpPr>
        <p:sp>
          <p:nvSpPr>
            <p:cNvPr id="30" name="object 30"/>
            <p:cNvSpPr/>
            <p:nvPr/>
          </p:nvSpPr>
          <p:spPr>
            <a:xfrm>
              <a:off x="5747003" y="6018276"/>
              <a:ext cx="3534410" cy="205740"/>
            </a:xfrm>
            <a:custGeom>
              <a:avLst/>
              <a:gdLst/>
              <a:ahLst/>
              <a:cxnLst/>
              <a:rect l="l" t="t" r="r" b="b"/>
              <a:pathLst>
                <a:path w="3534409" h="205739">
                  <a:moveTo>
                    <a:pt x="3431286" y="0"/>
                  </a:moveTo>
                  <a:lnTo>
                    <a:pt x="102870" y="0"/>
                  </a:lnTo>
                  <a:lnTo>
                    <a:pt x="62847" y="8084"/>
                  </a:lnTo>
                  <a:lnTo>
                    <a:pt x="30146" y="30132"/>
                  </a:lnTo>
                  <a:lnTo>
                    <a:pt x="8090" y="62831"/>
                  </a:lnTo>
                  <a:lnTo>
                    <a:pt x="0" y="102870"/>
                  </a:lnTo>
                  <a:lnTo>
                    <a:pt x="8093" y="142914"/>
                  </a:lnTo>
                  <a:lnTo>
                    <a:pt x="30153" y="175612"/>
                  </a:lnTo>
                  <a:lnTo>
                    <a:pt x="62855" y="197656"/>
                  </a:lnTo>
                  <a:lnTo>
                    <a:pt x="102870" y="205740"/>
                  </a:lnTo>
                  <a:lnTo>
                    <a:pt x="3431286" y="205740"/>
                  </a:lnTo>
                  <a:lnTo>
                    <a:pt x="3471311" y="197655"/>
                  </a:lnTo>
                  <a:lnTo>
                    <a:pt x="3504012" y="175607"/>
                  </a:lnTo>
                  <a:lnTo>
                    <a:pt x="3526066" y="142908"/>
                  </a:lnTo>
                  <a:lnTo>
                    <a:pt x="3534155" y="102870"/>
                  </a:lnTo>
                  <a:lnTo>
                    <a:pt x="3526065" y="62831"/>
                  </a:lnTo>
                  <a:lnTo>
                    <a:pt x="3504009" y="30132"/>
                  </a:lnTo>
                  <a:lnTo>
                    <a:pt x="3471308" y="8084"/>
                  </a:lnTo>
                  <a:lnTo>
                    <a:pt x="343128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249923" y="6070092"/>
              <a:ext cx="2530602" cy="12877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437489" y="431419"/>
            <a:ext cx="23323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2.2.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Image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Recognition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54736" y="1615414"/>
            <a:ext cx="8181594" cy="528091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6418326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3553205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065007" y="6092952"/>
            <a:ext cx="1384300" cy="203200"/>
            <a:chOff x="8065007" y="6092952"/>
            <a:chExt cx="1384300" cy="203200"/>
          </a:xfrm>
        </p:grpSpPr>
        <p:sp>
          <p:nvSpPr>
            <p:cNvPr id="6" name="object 6"/>
            <p:cNvSpPr/>
            <p:nvPr/>
          </p:nvSpPr>
          <p:spPr>
            <a:xfrm>
              <a:off x="8065007" y="6092952"/>
              <a:ext cx="1384300" cy="203200"/>
            </a:xfrm>
            <a:custGeom>
              <a:avLst/>
              <a:gdLst/>
              <a:ahLst/>
              <a:cxnLst/>
              <a:rect l="l" t="t" r="r" b="b"/>
              <a:pathLst>
                <a:path w="1384300" h="203200">
                  <a:moveTo>
                    <a:pt x="1282446" y="0"/>
                  </a:moveTo>
                  <a:lnTo>
                    <a:pt x="101346" y="0"/>
                  </a:lnTo>
                  <a:lnTo>
                    <a:pt x="61882" y="7964"/>
                  </a:lnTo>
                  <a:lnTo>
                    <a:pt x="29670" y="29684"/>
                  </a:lnTo>
                  <a:lnTo>
                    <a:pt x="7959" y="61898"/>
                  </a:lnTo>
                  <a:lnTo>
                    <a:pt x="0" y="101346"/>
                  </a:lnTo>
                  <a:lnTo>
                    <a:pt x="7959" y="140793"/>
                  </a:lnTo>
                  <a:lnTo>
                    <a:pt x="29670" y="173007"/>
                  </a:lnTo>
                  <a:lnTo>
                    <a:pt x="61882" y="194727"/>
                  </a:lnTo>
                  <a:lnTo>
                    <a:pt x="101346" y="202692"/>
                  </a:lnTo>
                  <a:lnTo>
                    <a:pt x="1282446" y="202692"/>
                  </a:lnTo>
                  <a:lnTo>
                    <a:pt x="1321909" y="194727"/>
                  </a:lnTo>
                  <a:lnTo>
                    <a:pt x="1354121" y="173007"/>
                  </a:lnTo>
                  <a:lnTo>
                    <a:pt x="1375832" y="140793"/>
                  </a:lnTo>
                  <a:lnTo>
                    <a:pt x="1383792" y="101346"/>
                  </a:lnTo>
                  <a:lnTo>
                    <a:pt x="1375832" y="61898"/>
                  </a:lnTo>
                  <a:lnTo>
                    <a:pt x="1354121" y="29684"/>
                  </a:lnTo>
                  <a:lnTo>
                    <a:pt x="1321909" y="7964"/>
                  </a:lnTo>
                  <a:lnTo>
                    <a:pt x="128244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88095" y="6144768"/>
              <a:ext cx="764285" cy="12572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042529" y="4864734"/>
            <a:ext cx="58039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4">
                <a:latin typeface="Trebuchet MS"/>
                <a:cs typeface="Trebuchet MS"/>
              </a:rPr>
              <a:t>Marketing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52364" y="4864734"/>
            <a:ext cx="13525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70">
                <a:latin typeface="Trebuchet MS"/>
                <a:cs typeface="Trebuchet MS"/>
              </a:rPr>
              <a:t>Pr</a:t>
            </a:r>
            <a:r>
              <a:rPr dirty="0" sz="1400" spc="-180">
                <a:latin typeface="Trebuchet MS"/>
                <a:cs typeface="Trebuchet MS"/>
              </a:rPr>
              <a:t>o</a:t>
            </a:r>
            <a:r>
              <a:rPr dirty="0" sz="1400" spc="-185">
                <a:latin typeface="Trebuchet MS"/>
                <a:cs typeface="Trebuchet MS"/>
              </a:rPr>
              <a:t>t</a:t>
            </a:r>
            <a:r>
              <a:rPr dirty="0" sz="1400" spc="-250">
                <a:latin typeface="Trebuchet MS"/>
                <a:cs typeface="Trebuchet MS"/>
              </a:rPr>
              <a:t>e</a:t>
            </a:r>
            <a:r>
              <a:rPr dirty="0" sz="1400" spc="-215">
                <a:latin typeface="Trebuchet MS"/>
                <a:cs typeface="Trebuchet MS"/>
              </a:rPr>
              <a:t>c</a:t>
            </a:r>
            <a:r>
              <a:rPr dirty="0" sz="1400" spc="-185">
                <a:latin typeface="Trebuchet MS"/>
                <a:cs typeface="Trebuchet MS"/>
              </a:rPr>
              <a:t>t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on</a:t>
            </a:r>
            <a:r>
              <a:rPr dirty="0" sz="1400" spc="-190">
                <a:latin typeface="Trebuchet MS"/>
                <a:cs typeface="Trebuchet MS"/>
              </a:rPr>
              <a:t> 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254">
                <a:latin typeface="Trebuchet MS"/>
                <a:cs typeface="Trebuchet MS"/>
              </a:rPr>
              <a:t>d</a:t>
            </a:r>
            <a:r>
              <a:rPr dirty="0" sz="1400" spc="-185">
                <a:latin typeface="Trebuchet MS"/>
                <a:cs typeface="Trebuchet MS"/>
              </a:rPr>
              <a:t> </a:t>
            </a:r>
            <a:r>
              <a:rPr dirty="0" sz="1400" spc="-80">
                <a:latin typeface="Trebuchet MS"/>
                <a:cs typeface="Trebuchet MS"/>
              </a:rPr>
              <a:t>S</a:t>
            </a:r>
            <a:r>
              <a:rPr dirty="0" sz="1400" spc="-225">
                <a:latin typeface="Trebuchet MS"/>
                <a:cs typeface="Trebuchet MS"/>
              </a:rPr>
              <a:t>e</a:t>
            </a:r>
            <a:r>
              <a:rPr dirty="0" sz="1400" spc="-170">
                <a:latin typeface="Trebuchet MS"/>
                <a:cs typeface="Trebuchet MS"/>
              </a:rPr>
              <a:t>c</a:t>
            </a:r>
            <a:r>
              <a:rPr dirty="0" sz="1400" spc="-185">
                <a:latin typeface="Trebuchet MS"/>
                <a:cs typeface="Trebuchet MS"/>
              </a:rPr>
              <a:t>u</a:t>
            </a:r>
            <a:r>
              <a:rPr dirty="0" sz="1400" spc="-150">
                <a:latin typeface="Trebuchet MS"/>
                <a:cs typeface="Trebuchet MS"/>
              </a:rPr>
              <a:t>r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04">
                <a:latin typeface="Trebuchet MS"/>
                <a:cs typeface="Trebuchet MS"/>
              </a:rPr>
              <a:t>ty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92170" y="4864734"/>
            <a:ext cx="10706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1610" marR="5080" indent="-169545">
              <a:lnSpc>
                <a:spcPct val="100000"/>
              </a:lnSpc>
              <a:spcBef>
                <a:spcPts val="100"/>
              </a:spcBef>
            </a:pPr>
            <a:r>
              <a:rPr dirty="0" sz="1400" spc="-275">
                <a:latin typeface="Trebuchet MS"/>
                <a:cs typeface="Trebuchet MS"/>
              </a:rPr>
              <a:t>N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185">
                <a:latin typeface="Trebuchet MS"/>
                <a:cs typeface="Trebuchet MS"/>
              </a:rPr>
              <a:t>tu</a:t>
            </a:r>
            <a:r>
              <a:rPr dirty="0" sz="1400" spc="-160">
                <a:latin typeface="Trebuchet MS"/>
                <a:cs typeface="Trebuchet MS"/>
              </a:rPr>
              <a:t>r</a:t>
            </a:r>
            <a:r>
              <a:rPr dirty="0" sz="1400" spc="-190">
                <a:latin typeface="Trebuchet MS"/>
                <a:cs typeface="Trebuchet MS"/>
              </a:rPr>
              <a:t>al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229">
                <a:latin typeface="Trebuchet MS"/>
                <a:cs typeface="Trebuchet MS"/>
              </a:rPr>
              <a:t>Re</a:t>
            </a:r>
            <a:r>
              <a:rPr dirty="0" sz="1400" spc="-45">
                <a:latin typeface="Trebuchet MS"/>
                <a:cs typeface="Trebuchet MS"/>
              </a:rPr>
              <a:t>s</a:t>
            </a:r>
            <a:r>
              <a:rPr dirty="0" sz="1400" spc="-225">
                <a:latin typeface="Trebuchet MS"/>
                <a:cs typeface="Trebuchet MS"/>
              </a:rPr>
              <a:t>o</a:t>
            </a:r>
            <a:r>
              <a:rPr dirty="0" sz="1400" spc="-240">
                <a:latin typeface="Trebuchet MS"/>
                <a:cs typeface="Trebuchet MS"/>
              </a:rPr>
              <a:t>u</a:t>
            </a:r>
            <a:r>
              <a:rPr dirty="0" sz="1400" spc="-90">
                <a:latin typeface="Trebuchet MS"/>
                <a:cs typeface="Trebuchet MS"/>
              </a:rPr>
              <a:t>r</a:t>
            </a:r>
            <a:r>
              <a:rPr dirty="0" sz="1400" spc="-204">
                <a:latin typeface="Trebuchet MS"/>
                <a:cs typeface="Trebuchet MS"/>
              </a:rPr>
              <a:t>c</a:t>
            </a:r>
            <a:r>
              <a:rPr dirty="0" sz="1400" spc="-229">
                <a:latin typeface="Trebuchet MS"/>
                <a:cs typeface="Trebuchet MS"/>
              </a:rPr>
              <a:t>e</a:t>
            </a:r>
            <a:r>
              <a:rPr dirty="0" sz="1400" spc="-55">
                <a:latin typeface="Trebuchet MS"/>
                <a:cs typeface="Trebuchet MS"/>
              </a:rPr>
              <a:t>s  </a:t>
            </a:r>
            <a:r>
              <a:rPr dirty="0" sz="1400" spc="-240">
                <a:latin typeface="Trebuchet MS"/>
                <a:cs typeface="Trebuchet MS"/>
              </a:rPr>
              <a:t>Management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5656" y="4864734"/>
            <a:ext cx="111569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80">
                <a:latin typeface="Trebuchet MS"/>
                <a:cs typeface="Trebuchet MS"/>
              </a:rPr>
              <a:t>S</a:t>
            </a:r>
            <a:r>
              <a:rPr dirty="0" sz="1400" spc="-155">
                <a:latin typeface="Trebuchet MS"/>
                <a:cs typeface="Trebuchet MS"/>
              </a:rPr>
              <a:t>c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254">
                <a:latin typeface="Trebuchet MS"/>
                <a:cs typeface="Trebuchet MS"/>
              </a:rPr>
              <a:t>n</a:t>
            </a:r>
            <a:r>
              <a:rPr dirty="0" sz="1400" spc="-200">
                <a:latin typeface="Trebuchet MS"/>
                <a:cs typeface="Trebuchet MS"/>
              </a:rPr>
              <a:t>t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190">
                <a:latin typeface="Trebuchet MS"/>
                <a:cs typeface="Trebuchet MS"/>
              </a:rPr>
              <a:t>f</a:t>
            </a:r>
            <a:r>
              <a:rPr dirty="0" sz="1400" spc="-155">
                <a:latin typeface="Trebuchet MS"/>
                <a:cs typeface="Trebuchet MS"/>
              </a:rPr>
              <a:t>i</a:t>
            </a:r>
            <a:r>
              <a:rPr dirty="0" sz="1400" spc="-175">
                <a:latin typeface="Trebuchet MS"/>
                <a:cs typeface="Trebuchet MS"/>
              </a:rPr>
              <a:t>c</a:t>
            </a:r>
            <a:r>
              <a:rPr dirty="0" sz="1400" spc="-165">
                <a:latin typeface="Trebuchet MS"/>
                <a:cs typeface="Trebuchet MS"/>
              </a:rPr>
              <a:t> </a:t>
            </a:r>
            <a:r>
              <a:rPr dirty="0" sz="1400" spc="-229">
                <a:latin typeface="Trebuchet MS"/>
                <a:cs typeface="Trebuchet MS"/>
              </a:rPr>
              <a:t>Re</a:t>
            </a:r>
            <a:r>
              <a:rPr dirty="0" sz="1400" spc="-45">
                <a:latin typeface="Trebuchet MS"/>
                <a:cs typeface="Trebuchet MS"/>
              </a:rPr>
              <a:t>s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220">
                <a:latin typeface="Trebuchet MS"/>
                <a:cs typeface="Trebuchet MS"/>
              </a:rPr>
              <a:t>a</a:t>
            </a:r>
            <a:r>
              <a:rPr dirty="0" sz="1400" spc="-90">
                <a:latin typeface="Trebuchet MS"/>
                <a:cs typeface="Trebuchet MS"/>
              </a:rPr>
              <a:t>r</a:t>
            </a:r>
            <a:r>
              <a:rPr dirty="0" sz="1400" spc="-170">
                <a:latin typeface="Trebuchet MS"/>
                <a:cs typeface="Trebuchet MS"/>
              </a:rPr>
              <a:t>c</a:t>
            </a:r>
            <a:r>
              <a:rPr dirty="0" sz="1400" spc="-235">
                <a:latin typeface="Trebuchet MS"/>
                <a:cs typeface="Trebuchet MS"/>
              </a:rPr>
              <a:t>h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99516" y="3713988"/>
            <a:ext cx="2048510" cy="1042669"/>
            <a:chOff x="699516" y="3713988"/>
            <a:chExt cx="2048510" cy="1042669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2564" y="3717036"/>
              <a:ext cx="2042160" cy="103631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1040" y="3715512"/>
              <a:ext cx="2045335" cy="1039494"/>
            </a:xfrm>
            <a:custGeom>
              <a:avLst/>
              <a:gdLst/>
              <a:ahLst/>
              <a:cxnLst/>
              <a:rect l="l" t="t" r="r" b="b"/>
              <a:pathLst>
                <a:path w="2045335" h="1039495">
                  <a:moveTo>
                    <a:pt x="0" y="1039368"/>
                  </a:moveTo>
                  <a:lnTo>
                    <a:pt x="2045208" y="1039368"/>
                  </a:lnTo>
                  <a:lnTo>
                    <a:pt x="2045208" y="0"/>
                  </a:lnTo>
                  <a:lnTo>
                    <a:pt x="0" y="0"/>
                  </a:lnTo>
                  <a:lnTo>
                    <a:pt x="0" y="1039368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2904744" y="3713988"/>
            <a:ext cx="2044064" cy="1041400"/>
            <a:chOff x="2904744" y="3713988"/>
            <a:chExt cx="2044064" cy="104140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07792" y="3717036"/>
              <a:ext cx="2037587" cy="1034795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906268" y="3715512"/>
              <a:ext cx="2040889" cy="1038225"/>
            </a:xfrm>
            <a:custGeom>
              <a:avLst/>
              <a:gdLst/>
              <a:ahLst/>
              <a:cxnLst/>
              <a:rect l="l" t="t" r="r" b="b"/>
              <a:pathLst>
                <a:path w="2040889" h="1038225">
                  <a:moveTo>
                    <a:pt x="0" y="1037844"/>
                  </a:moveTo>
                  <a:lnTo>
                    <a:pt x="2040635" y="1037844"/>
                  </a:lnTo>
                  <a:lnTo>
                    <a:pt x="2040635" y="0"/>
                  </a:lnTo>
                  <a:lnTo>
                    <a:pt x="0" y="0"/>
                  </a:lnTo>
                  <a:lnTo>
                    <a:pt x="0" y="1037844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5106923" y="3713988"/>
            <a:ext cx="2044064" cy="1041400"/>
            <a:chOff x="5106923" y="3713988"/>
            <a:chExt cx="2044064" cy="104140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9971" y="3717036"/>
              <a:ext cx="2037587" cy="103479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5108447" y="3715512"/>
              <a:ext cx="2040889" cy="1038225"/>
            </a:xfrm>
            <a:custGeom>
              <a:avLst/>
              <a:gdLst/>
              <a:ahLst/>
              <a:cxnLst/>
              <a:rect l="l" t="t" r="r" b="b"/>
              <a:pathLst>
                <a:path w="2040890" h="1038225">
                  <a:moveTo>
                    <a:pt x="0" y="1037844"/>
                  </a:moveTo>
                  <a:lnTo>
                    <a:pt x="2040636" y="1037844"/>
                  </a:lnTo>
                  <a:lnTo>
                    <a:pt x="2040636" y="0"/>
                  </a:lnTo>
                  <a:lnTo>
                    <a:pt x="0" y="0"/>
                  </a:lnTo>
                  <a:lnTo>
                    <a:pt x="0" y="1037844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/>
          <p:cNvGrpSpPr/>
          <p:nvPr/>
        </p:nvGrpSpPr>
        <p:grpSpPr>
          <a:xfrm>
            <a:off x="7309104" y="3713988"/>
            <a:ext cx="2047239" cy="1042669"/>
            <a:chOff x="7309104" y="3713988"/>
            <a:chExt cx="2047239" cy="1042669"/>
          </a:xfrm>
        </p:grpSpPr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12152" y="3717036"/>
              <a:ext cx="2040636" cy="103631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310628" y="3715512"/>
              <a:ext cx="2044064" cy="1039494"/>
            </a:xfrm>
            <a:custGeom>
              <a:avLst/>
              <a:gdLst/>
              <a:ahLst/>
              <a:cxnLst/>
              <a:rect l="l" t="t" r="r" b="b"/>
              <a:pathLst>
                <a:path w="2044065" h="1039495">
                  <a:moveTo>
                    <a:pt x="0" y="1039368"/>
                  </a:moveTo>
                  <a:lnTo>
                    <a:pt x="2043683" y="1039368"/>
                  </a:lnTo>
                  <a:lnTo>
                    <a:pt x="2043683" y="0"/>
                  </a:lnTo>
                  <a:lnTo>
                    <a:pt x="0" y="0"/>
                  </a:lnTo>
                  <a:lnTo>
                    <a:pt x="0" y="1039368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95732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2.3.</a:t>
            </a:r>
            <a:r>
              <a:rPr dirty="0" spc="-20"/>
              <a:t> </a:t>
            </a:r>
            <a:r>
              <a:rPr dirty="0" spc="-5"/>
              <a:t>Computer</a:t>
            </a:r>
            <a:r>
              <a:rPr dirty="0" spc="-30"/>
              <a:t> </a:t>
            </a:r>
            <a:r>
              <a:rPr dirty="0" spc="-5"/>
              <a:t>Vision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5"/>
              <a:t>Machine</a:t>
            </a:r>
            <a:r>
              <a:rPr dirty="0" spc="-30"/>
              <a:t> </a:t>
            </a:r>
            <a:r>
              <a:rPr dirty="0" spc="-5"/>
              <a:t>Vision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4736" y="1898904"/>
            <a:ext cx="8881110" cy="151104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0248" y="1443202"/>
            <a:ext cx="4685538" cy="30101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785354" y="5080761"/>
            <a:ext cx="120142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20">
                <a:latin typeface="Trebuchet MS"/>
                <a:cs typeface="Trebuchet MS"/>
              </a:rPr>
              <a:t>P</a:t>
            </a:r>
            <a:r>
              <a:rPr dirty="0" sz="1400" spc="-195">
                <a:latin typeface="Trebuchet MS"/>
                <a:cs typeface="Trebuchet MS"/>
              </a:rPr>
              <a:t>a</a:t>
            </a:r>
            <a:r>
              <a:rPr dirty="0" sz="1400" spc="-170">
                <a:latin typeface="Trebuchet MS"/>
                <a:cs typeface="Trebuchet MS"/>
              </a:rPr>
              <a:t>c</a:t>
            </a:r>
            <a:r>
              <a:rPr dirty="0" sz="1400" spc="-220">
                <a:latin typeface="Trebuchet MS"/>
                <a:cs typeface="Trebuchet MS"/>
              </a:rPr>
              <a:t>kag</a:t>
            </a:r>
            <a:r>
              <a:rPr dirty="0" sz="1400" spc="-140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175">
                <a:latin typeface="Trebuchet MS"/>
                <a:cs typeface="Trebuchet MS"/>
              </a:rPr>
              <a:t>g</a:t>
            </a:r>
            <a:r>
              <a:rPr dirty="0" sz="1400" spc="-185">
                <a:latin typeface="Trebuchet MS"/>
                <a:cs typeface="Trebuchet MS"/>
              </a:rPr>
              <a:t> </a:t>
            </a:r>
            <a:r>
              <a:rPr dirty="0" sz="1400" spc="-130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45">
                <a:latin typeface="Trebuchet MS"/>
                <a:cs typeface="Trebuchet MS"/>
              </a:rPr>
              <a:t>s</a:t>
            </a:r>
            <a:r>
              <a:rPr dirty="0" sz="1400" spc="-250">
                <a:latin typeface="Trebuchet MS"/>
                <a:cs typeface="Trebuchet MS"/>
              </a:rPr>
              <a:t>p</a:t>
            </a:r>
            <a:r>
              <a:rPr dirty="0" sz="1400" spc="-254">
                <a:latin typeface="Trebuchet MS"/>
                <a:cs typeface="Trebuchet MS"/>
              </a:rPr>
              <a:t>e</a:t>
            </a:r>
            <a:r>
              <a:rPr dirty="0" sz="1400" spc="-215">
                <a:latin typeface="Trebuchet MS"/>
                <a:cs typeface="Trebuchet MS"/>
              </a:rPr>
              <a:t>c</a:t>
            </a:r>
            <a:r>
              <a:rPr dirty="0" sz="1400" spc="-185">
                <a:latin typeface="Trebuchet MS"/>
                <a:cs typeface="Trebuchet MS"/>
              </a:rPr>
              <a:t>t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15">
                <a:latin typeface="Trebuchet MS"/>
                <a:cs typeface="Trebuchet MS"/>
              </a:rPr>
              <a:t>o</a:t>
            </a:r>
            <a:r>
              <a:rPr dirty="0" sz="1400" spc="-235">
                <a:latin typeface="Trebuchet MS"/>
                <a:cs typeface="Trebuchet MS"/>
              </a:rPr>
              <a:t>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57850" y="5080761"/>
            <a:ext cx="95821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60">
                <a:latin typeface="Trebuchet MS"/>
                <a:cs typeface="Trebuchet MS"/>
              </a:rPr>
              <a:t>D</a:t>
            </a:r>
            <a:r>
              <a:rPr dirty="0" sz="1400" spc="-225">
                <a:latin typeface="Trebuchet MS"/>
                <a:cs typeface="Trebuchet MS"/>
              </a:rPr>
              <a:t>e</a:t>
            </a:r>
            <a:r>
              <a:rPr dirty="0" sz="1400" spc="-175">
                <a:latin typeface="Trebuchet MS"/>
                <a:cs typeface="Trebuchet MS"/>
              </a:rPr>
              <a:t>f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170">
                <a:latin typeface="Trebuchet MS"/>
                <a:cs typeface="Trebuchet MS"/>
              </a:rPr>
              <a:t>c</a:t>
            </a:r>
            <a:r>
              <a:rPr dirty="0" sz="1400" spc="-200">
                <a:latin typeface="Trebuchet MS"/>
                <a:cs typeface="Trebuchet MS"/>
              </a:rPr>
              <a:t>t</a:t>
            </a:r>
            <a:r>
              <a:rPr dirty="0" sz="1400" spc="-190">
                <a:latin typeface="Trebuchet MS"/>
                <a:cs typeface="Trebuchet MS"/>
              </a:rPr>
              <a:t> </a:t>
            </a:r>
            <a:r>
              <a:rPr dirty="0" sz="1400" spc="-260">
                <a:latin typeface="Trebuchet MS"/>
                <a:cs typeface="Trebuchet MS"/>
              </a:rPr>
              <a:t>D</a:t>
            </a:r>
            <a:r>
              <a:rPr dirty="0" sz="1400" spc="-225">
                <a:latin typeface="Trebuchet MS"/>
                <a:cs typeface="Trebuchet MS"/>
              </a:rPr>
              <a:t>e</a:t>
            </a:r>
            <a:r>
              <a:rPr dirty="0" sz="1400" spc="-185">
                <a:latin typeface="Trebuchet MS"/>
                <a:cs typeface="Trebuchet MS"/>
              </a:rPr>
              <a:t>t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170">
                <a:latin typeface="Trebuchet MS"/>
                <a:cs typeface="Trebuchet MS"/>
              </a:rPr>
              <a:t>c</a:t>
            </a:r>
            <a:r>
              <a:rPr dirty="0" sz="1400" spc="-210">
                <a:latin typeface="Trebuchet MS"/>
                <a:cs typeface="Trebuchet MS"/>
              </a:rPr>
              <a:t>t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6748" y="5080761"/>
            <a:ext cx="4718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20">
                <a:latin typeface="Trebuchet MS"/>
                <a:cs typeface="Trebuchet MS"/>
              </a:rPr>
              <a:t>G</a:t>
            </a:r>
            <a:r>
              <a:rPr dirty="0" sz="1400" spc="-240">
                <a:latin typeface="Trebuchet MS"/>
                <a:cs typeface="Trebuchet MS"/>
              </a:rPr>
              <a:t>a</a:t>
            </a:r>
            <a:r>
              <a:rPr dirty="0" sz="1400" spc="-229">
                <a:latin typeface="Trebuchet MS"/>
                <a:cs typeface="Trebuchet MS"/>
              </a:rPr>
              <a:t>u</a:t>
            </a:r>
            <a:r>
              <a:rPr dirty="0" sz="1400" spc="-210">
                <a:latin typeface="Trebuchet MS"/>
                <a:cs typeface="Trebuchet MS"/>
              </a:rPr>
              <a:t>g</a:t>
            </a:r>
            <a:r>
              <a:rPr dirty="0" sz="1400" spc="-135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175">
                <a:latin typeface="Trebuchet MS"/>
                <a:cs typeface="Trebuchet MS"/>
              </a:rPr>
              <a:t>g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80819" y="5080761"/>
            <a:ext cx="5372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35">
                <a:latin typeface="Trebuchet MS"/>
                <a:cs typeface="Trebuchet MS"/>
              </a:rPr>
              <a:t>Guidance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293864" y="3933444"/>
            <a:ext cx="2091055" cy="1079500"/>
            <a:chOff x="7293864" y="3933444"/>
            <a:chExt cx="2091055" cy="107950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303008" y="3942588"/>
              <a:ext cx="2072640" cy="106070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298436" y="3938016"/>
              <a:ext cx="2082164" cy="1069975"/>
            </a:xfrm>
            <a:custGeom>
              <a:avLst/>
              <a:gdLst/>
              <a:ahLst/>
              <a:cxnLst/>
              <a:rect l="l" t="t" r="r" b="b"/>
              <a:pathLst>
                <a:path w="2082165" h="1069975">
                  <a:moveTo>
                    <a:pt x="0" y="1069848"/>
                  </a:moveTo>
                  <a:lnTo>
                    <a:pt x="2081783" y="1069848"/>
                  </a:lnTo>
                  <a:lnTo>
                    <a:pt x="2081783" y="0"/>
                  </a:lnTo>
                  <a:lnTo>
                    <a:pt x="0" y="0"/>
                  </a:lnTo>
                  <a:lnTo>
                    <a:pt x="0" y="1069848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5081015" y="3924300"/>
            <a:ext cx="2110740" cy="1088390"/>
            <a:chOff x="5081015" y="3924300"/>
            <a:chExt cx="2110740" cy="108839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90159" y="3933444"/>
              <a:ext cx="2092451" cy="106984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085587" y="3928872"/>
              <a:ext cx="2101850" cy="1079500"/>
            </a:xfrm>
            <a:custGeom>
              <a:avLst/>
              <a:gdLst/>
              <a:ahLst/>
              <a:cxnLst/>
              <a:rect l="l" t="t" r="r" b="b"/>
              <a:pathLst>
                <a:path w="2101850" h="1079500">
                  <a:moveTo>
                    <a:pt x="0" y="1078991"/>
                  </a:moveTo>
                  <a:lnTo>
                    <a:pt x="2101595" y="1078991"/>
                  </a:lnTo>
                  <a:lnTo>
                    <a:pt x="2101595" y="0"/>
                  </a:lnTo>
                  <a:lnTo>
                    <a:pt x="0" y="0"/>
                  </a:lnTo>
                  <a:lnTo>
                    <a:pt x="0" y="1078991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693419" y="3924300"/>
            <a:ext cx="2110740" cy="1088390"/>
            <a:chOff x="693419" y="3924300"/>
            <a:chExt cx="2110740" cy="108839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2563" y="3933444"/>
              <a:ext cx="2092452" cy="106984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97991" y="3928872"/>
              <a:ext cx="2101850" cy="1079500"/>
            </a:xfrm>
            <a:custGeom>
              <a:avLst/>
              <a:gdLst/>
              <a:ahLst/>
              <a:cxnLst/>
              <a:rect l="l" t="t" r="r" b="b"/>
              <a:pathLst>
                <a:path w="2101850" h="1079500">
                  <a:moveTo>
                    <a:pt x="0" y="1078991"/>
                  </a:moveTo>
                  <a:lnTo>
                    <a:pt x="2101596" y="1078991"/>
                  </a:lnTo>
                  <a:lnTo>
                    <a:pt x="2101596" y="0"/>
                  </a:lnTo>
                  <a:lnTo>
                    <a:pt x="0" y="0"/>
                  </a:lnTo>
                  <a:lnTo>
                    <a:pt x="0" y="1078991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2897123" y="3924300"/>
            <a:ext cx="2082164" cy="1088390"/>
            <a:chOff x="2897123" y="3924300"/>
            <a:chExt cx="2082164" cy="1088390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06267" y="3933444"/>
              <a:ext cx="2072639" cy="106984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901695" y="3928872"/>
              <a:ext cx="2072639" cy="1079500"/>
            </a:xfrm>
            <a:custGeom>
              <a:avLst/>
              <a:gdLst/>
              <a:ahLst/>
              <a:cxnLst/>
              <a:rect l="l" t="t" r="r" b="b"/>
              <a:pathLst>
                <a:path w="2072639" h="1079500">
                  <a:moveTo>
                    <a:pt x="0" y="1078991"/>
                  </a:moveTo>
                  <a:lnTo>
                    <a:pt x="2072639" y="1078991"/>
                  </a:lnTo>
                  <a:lnTo>
                    <a:pt x="2072639" y="0"/>
                  </a:lnTo>
                  <a:lnTo>
                    <a:pt x="0" y="0"/>
                  </a:lnTo>
                  <a:lnTo>
                    <a:pt x="0" y="1078991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95732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2.3.</a:t>
            </a:r>
            <a:r>
              <a:rPr dirty="0" spc="-20"/>
              <a:t> </a:t>
            </a:r>
            <a:r>
              <a:rPr dirty="0" spc="-5"/>
              <a:t>Computer</a:t>
            </a:r>
            <a:r>
              <a:rPr dirty="0" spc="-30"/>
              <a:t> </a:t>
            </a:r>
            <a:r>
              <a:rPr dirty="0" spc="-5"/>
              <a:t>Vision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 spc="-5"/>
              <a:t>Machine</a:t>
            </a:r>
            <a:r>
              <a:rPr dirty="0" spc="-30"/>
              <a:t> </a:t>
            </a:r>
            <a:r>
              <a:rPr dirty="0" spc="-5"/>
              <a:t>Vision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7584947" y="6092952"/>
            <a:ext cx="1864360" cy="213360"/>
            <a:chOff x="7584947" y="6092952"/>
            <a:chExt cx="1864360" cy="213360"/>
          </a:xfrm>
        </p:grpSpPr>
        <p:sp>
          <p:nvSpPr>
            <p:cNvPr id="24" name="object 24"/>
            <p:cNvSpPr/>
            <p:nvPr/>
          </p:nvSpPr>
          <p:spPr>
            <a:xfrm>
              <a:off x="7584947" y="6092952"/>
              <a:ext cx="1864360" cy="213360"/>
            </a:xfrm>
            <a:custGeom>
              <a:avLst/>
              <a:gdLst/>
              <a:ahLst/>
              <a:cxnLst/>
              <a:rect l="l" t="t" r="r" b="b"/>
              <a:pathLst>
                <a:path w="1864359" h="213360">
                  <a:moveTo>
                    <a:pt x="1757172" y="0"/>
                  </a:moveTo>
                  <a:lnTo>
                    <a:pt x="106679" y="0"/>
                  </a:lnTo>
                  <a:lnTo>
                    <a:pt x="65150" y="8383"/>
                  </a:lnTo>
                  <a:lnTo>
                    <a:pt x="31241" y="31246"/>
                  </a:lnTo>
                  <a:lnTo>
                    <a:pt x="8381" y="65156"/>
                  </a:lnTo>
                  <a:lnTo>
                    <a:pt x="0" y="106680"/>
                  </a:lnTo>
                  <a:lnTo>
                    <a:pt x="8382" y="148203"/>
                  </a:lnTo>
                  <a:lnTo>
                    <a:pt x="31242" y="182113"/>
                  </a:lnTo>
                  <a:lnTo>
                    <a:pt x="65150" y="204976"/>
                  </a:lnTo>
                  <a:lnTo>
                    <a:pt x="106679" y="213360"/>
                  </a:lnTo>
                  <a:lnTo>
                    <a:pt x="1757172" y="213360"/>
                  </a:lnTo>
                  <a:lnTo>
                    <a:pt x="1798701" y="204976"/>
                  </a:lnTo>
                  <a:lnTo>
                    <a:pt x="1832610" y="182113"/>
                  </a:lnTo>
                  <a:lnTo>
                    <a:pt x="1855470" y="148203"/>
                  </a:lnTo>
                  <a:lnTo>
                    <a:pt x="1863852" y="106680"/>
                  </a:lnTo>
                  <a:lnTo>
                    <a:pt x="1855469" y="65156"/>
                  </a:lnTo>
                  <a:lnTo>
                    <a:pt x="1832609" y="31246"/>
                  </a:lnTo>
                  <a:lnTo>
                    <a:pt x="1798701" y="8383"/>
                  </a:lnTo>
                  <a:lnTo>
                    <a:pt x="175717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897367" y="6149340"/>
              <a:ext cx="1238250" cy="127253"/>
            </a:xfrm>
            <a:prstGeom prst="rect">
              <a:avLst/>
            </a:prstGeom>
          </p:spPr>
        </p:pic>
      </p:grp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4736" y="1898904"/>
            <a:ext cx="8750046" cy="1297686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0248" y="1443202"/>
            <a:ext cx="4685538" cy="30101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3214116" y="4134611"/>
            <a:ext cx="3618229" cy="2112645"/>
            <a:chOff x="3214116" y="4134611"/>
            <a:chExt cx="3618229" cy="2112645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23260" y="4143755"/>
              <a:ext cx="3599688" cy="209397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218688" y="4139183"/>
              <a:ext cx="3609340" cy="2103120"/>
            </a:xfrm>
            <a:custGeom>
              <a:avLst/>
              <a:gdLst/>
              <a:ahLst/>
              <a:cxnLst/>
              <a:rect l="l" t="t" r="r" b="b"/>
              <a:pathLst>
                <a:path w="3609340" h="2103120">
                  <a:moveTo>
                    <a:pt x="0" y="2103120"/>
                  </a:moveTo>
                  <a:lnTo>
                    <a:pt x="3608832" y="2103120"/>
                  </a:lnTo>
                  <a:lnTo>
                    <a:pt x="3608832" y="0"/>
                  </a:lnTo>
                  <a:lnTo>
                    <a:pt x="0" y="0"/>
                  </a:lnTo>
                  <a:lnTo>
                    <a:pt x="0" y="2103120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37489" y="431419"/>
            <a:ext cx="3957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Computer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Vision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&amp;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Vision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898904"/>
            <a:ext cx="8774430" cy="163753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580" y="1443202"/>
            <a:ext cx="5065014" cy="30101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940040" y="6120384"/>
            <a:ext cx="1469390" cy="180340"/>
            <a:chOff x="7940040" y="6120384"/>
            <a:chExt cx="1469390" cy="180340"/>
          </a:xfrm>
        </p:grpSpPr>
        <p:sp>
          <p:nvSpPr>
            <p:cNvPr id="6" name="object 6"/>
            <p:cNvSpPr/>
            <p:nvPr/>
          </p:nvSpPr>
          <p:spPr>
            <a:xfrm>
              <a:off x="7940040" y="6120384"/>
              <a:ext cx="1469390" cy="180340"/>
            </a:xfrm>
            <a:custGeom>
              <a:avLst/>
              <a:gdLst/>
              <a:ahLst/>
              <a:cxnLst/>
              <a:rect l="l" t="t" r="r" b="b"/>
              <a:pathLst>
                <a:path w="1469390" h="180339">
                  <a:moveTo>
                    <a:pt x="1379219" y="0"/>
                  </a:moveTo>
                  <a:lnTo>
                    <a:pt x="89915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5"/>
                  </a:lnTo>
                  <a:lnTo>
                    <a:pt x="7066" y="124914"/>
                  </a:lnTo>
                  <a:lnTo>
                    <a:pt x="26336" y="153495"/>
                  </a:lnTo>
                  <a:lnTo>
                    <a:pt x="54917" y="172765"/>
                  </a:lnTo>
                  <a:lnTo>
                    <a:pt x="89915" y="179831"/>
                  </a:lnTo>
                  <a:lnTo>
                    <a:pt x="1379219" y="179831"/>
                  </a:lnTo>
                  <a:lnTo>
                    <a:pt x="1414218" y="172765"/>
                  </a:lnTo>
                  <a:lnTo>
                    <a:pt x="1442799" y="153495"/>
                  </a:lnTo>
                  <a:lnTo>
                    <a:pt x="1462069" y="124914"/>
                  </a:lnTo>
                  <a:lnTo>
                    <a:pt x="1469135" y="89915"/>
                  </a:lnTo>
                  <a:lnTo>
                    <a:pt x="1462069" y="54917"/>
                  </a:lnTo>
                  <a:lnTo>
                    <a:pt x="1442799" y="26336"/>
                  </a:lnTo>
                  <a:lnTo>
                    <a:pt x="1414218" y="7066"/>
                  </a:lnTo>
                  <a:lnTo>
                    <a:pt x="137921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08848" y="6158484"/>
              <a:ext cx="730757" cy="12725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3957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Computer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Vision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&amp;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Vision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84732" y="4005071"/>
            <a:ext cx="7336790" cy="2062480"/>
            <a:chOff x="1284732" y="4005071"/>
            <a:chExt cx="7336790" cy="2062480"/>
          </a:xfrm>
        </p:grpSpPr>
        <p:sp>
          <p:nvSpPr>
            <p:cNvPr id="11" name="object 11"/>
            <p:cNvSpPr/>
            <p:nvPr/>
          </p:nvSpPr>
          <p:spPr>
            <a:xfrm>
              <a:off x="1284732" y="4005071"/>
              <a:ext cx="7336790" cy="2062480"/>
            </a:xfrm>
            <a:custGeom>
              <a:avLst/>
              <a:gdLst/>
              <a:ahLst/>
              <a:cxnLst/>
              <a:rect l="l" t="t" r="r" b="b"/>
              <a:pathLst>
                <a:path w="7336790" h="2062479">
                  <a:moveTo>
                    <a:pt x="7336535" y="0"/>
                  </a:moveTo>
                  <a:lnTo>
                    <a:pt x="0" y="0"/>
                  </a:lnTo>
                  <a:lnTo>
                    <a:pt x="0" y="2061971"/>
                  </a:lnTo>
                  <a:lnTo>
                    <a:pt x="7336535" y="2061971"/>
                  </a:lnTo>
                  <a:lnTo>
                    <a:pt x="733653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91555" y="4315967"/>
              <a:ext cx="2156459" cy="166116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9464" y="4111751"/>
              <a:ext cx="572262" cy="15316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7048" y="4259579"/>
              <a:ext cx="2970276" cy="1603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21864" y="4111751"/>
              <a:ext cx="587501" cy="15316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670304" y="4387595"/>
              <a:ext cx="2755900" cy="1440180"/>
            </a:xfrm>
            <a:custGeom>
              <a:avLst/>
              <a:gdLst/>
              <a:ahLst/>
              <a:cxnLst/>
              <a:rect l="l" t="t" r="r" b="b"/>
              <a:pathLst>
                <a:path w="2755900" h="1440179">
                  <a:moveTo>
                    <a:pt x="1315212" y="720089"/>
                  </a:moveTo>
                  <a:lnTo>
                    <a:pt x="1316743" y="672750"/>
                  </a:lnTo>
                  <a:lnTo>
                    <a:pt x="1321276" y="626227"/>
                  </a:lnTo>
                  <a:lnTo>
                    <a:pt x="1328714" y="580615"/>
                  </a:lnTo>
                  <a:lnTo>
                    <a:pt x="1338963" y="536011"/>
                  </a:lnTo>
                  <a:lnTo>
                    <a:pt x="1351928" y="492508"/>
                  </a:lnTo>
                  <a:lnTo>
                    <a:pt x="1367513" y="450201"/>
                  </a:lnTo>
                  <a:lnTo>
                    <a:pt x="1385624" y="409186"/>
                  </a:lnTo>
                  <a:lnTo>
                    <a:pt x="1406167" y="369557"/>
                  </a:lnTo>
                  <a:lnTo>
                    <a:pt x="1429045" y="331410"/>
                  </a:lnTo>
                  <a:lnTo>
                    <a:pt x="1454164" y="294839"/>
                  </a:lnTo>
                  <a:lnTo>
                    <a:pt x="1481429" y="259939"/>
                  </a:lnTo>
                  <a:lnTo>
                    <a:pt x="1510745" y="226805"/>
                  </a:lnTo>
                  <a:lnTo>
                    <a:pt x="1542017" y="195533"/>
                  </a:lnTo>
                  <a:lnTo>
                    <a:pt x="1575151" y="166217"/>
                  </a:lnTo>
                  <a:lnTo>
                    <a:pt x="1610051" y="138952"/>
                  </a:lnTo>
                  <a:lnTo>
                    <a:pt x="1646622" y="113833"/>
                  </a:lnTo>
                  <a:lnTo>
                    <a:pt x="1684769" y="90955"/>
                  </a:lnTo>
                  <a:lnTo>
                    <a:pt x="1724398" y="70412"/>
                  </a:lnTo>
                  <a:lnTo>
                    <a:pt x="1765413" y="52301"/>
                  </a:lnTo>
                  <a:lnTo>
                    <a:pt x="1807720" y="36716"/>
                  </a:lnTo>
                  <a:lnTo>
                    <a:pt x="1851223" y="23751"/>
                  </a:lnTo>
                  <a:lnTo>
                    <a:pt x="1895827" y="13502"/>
                  </a:lnTo>
                  <a:lnTo>
                    <a:pt x="1941439" y="6064"/>
                  </a:lnTo>
                  <a:lnTo>
                    <a:pt x="1987962" y="1531"/>
                  </a:lnTo>
                  <a:lnTo>
                    <a:pt x="2035301" y="0"/>
                  </a:lnTo>
                  <a:lnTo>
                    <a:pt x="2082641" y="1531"/>
                  </a:lnTo>
                  <a:lnTo>
                    <a:pt x="2129164" y="6064"/>
                  </a:lnTo>
                  <a:lnTo>
                    <a:pt x="2174776" y="13502"/>
                  </a:lnTo>
                  <a:lnTo>
                    <a:pt x="2219380" y="23751"/>
                  </a:lnTo>
                  <a:lnTo>
                    <a:pt x="2262883" y="36716"/>
                  </a:lnTo>
                  <a:lnTo>
                    <a:pt x="2305190" y="52301"/>
                  </a:lnTo>
                  <a:lnTo>
                    <a:pt x="2346205" y="70412"/>
                  </a:lnTo>
                  <a:lnTo>
                    <a:pt x="2385834" y="90955"/>
                  </a:lnTo>
                  <a:lnTo>
                    <a:pt x="2423981" y="113833"/>
                  </a:lnTo>
                  <a:lnTo>
                    <a:pt x="2460552" y="138952"/>
                  </a:lnTo>
                  <a:lnTo>
                    <a:pt x="2495452" y="166217"/>
                  </a:lnTo>
                  <a:lnTo>
                    <a:pt x="2528586" y="195533"/>
                  </a:lnTo>
                  <a:lnTo>
                    <a:pt x="2559858" y="226805"/>
                  </a:lnTo>
                  <a:lnTo>
                    <a:pt x="2589174" y="259939"/>
                  </a:lnTo>
                  <a:lnTo>
                    <a:pt x="2616439" y="294839"/>
                  </a:lnTo>
                  <a:lnTo>
                    <a:pt x="2641558" y="331410"/>
                  </a:lnTo>
                  <a:lnTo>
                    <a:pt x="2664436" y="369557"/>
                  </a:lnTo>
                  <a:lnTo>
                    <a:pt x="2684979" y="409186"/>
                  </a:lnTo>
                  <a:lnTo>
                    <a:pt x="2703090" y="450201"/>
                  </a:lnTo>
                  <a:lnTo>
                    <a:pt x="2718675" y="492508"/>
                  </a:lnTo>
                  <a:lnTo>
                    <a:pt x="2731640" y="536011"/>
                  </a:lnTo>
                  <a:lnTo>
                    <a:pt x="2741889" y="580615"/>
                  </a:lnTo>
                  <a:lnTo>
                    <a:pt x="2749327" y="626227"/>
                  </a:lnTo>
                  <a:lnTo>
                    <a:pt x="2753860" y="672750"/>
                  </a:lnTo>
                  <a:lnTo>
                    <a:pt x="2755392" y="720089"/>
                  </a:lnTo>
                  <a:lnTo>
                    <a:pt x="2753860" y="767429"/>
                  </a:lnTo>
                  <a:lnTo>
                    <a:pt x="2749327" y="813952"/>
                  </a:lnTo>
                  <a:lnTo>
                    <a:pt x="2741889" y="859564"/>
                  </a:lnTo>
                  <a:lnTo>
                    <a:pt x="2731640" y="904168"/>
                  </a:lnTo>
                  <a:lnTo>
                    <a:pt x="2718675" y="947671"/>
                  </a:lnTo>
                  <a:lnTo>
                    <a:pt x="2703090" y="989978"/>
                  </a:lnTo>
                  <a:lnTo>
                    <a:pt x="2684979" y="1030993"/>
                  </a:lnTo>
                  <a:lnTo>
                    <a:pt x="2664436" y="1070622"/>
                  </a:lnTo>
                  <a:lnTo>
                    <a:pt x="2641558" y="1108769"/>
                  </a:lnTo>
                  <a:lnTo>
                    <a:pt x="2616439" y="1145340"/>
                  </a:lnTo>
                  <a:lnTo>
                    <a:pt x="2589174" y="1180240"/>
                  </a:lnTo>
                  <a:lnTo>
                    <a:pt x="2559858" y="1213374"/>
                  </a:lnTo>
                  <a:lnTo>
                    <a:pt x="2528586" y="1244646"/>
                  </a:lnTo>
                  <a:lnTo>
                    <a:pt x="2495452" y="1273962"/>
                  </a:lnTo>
                  <a:lnTo>
                    <a:pt x="2460552" y="1301227"/>
                  </a:lnTo>
                  <a:lnTo>
                    <a:pt x="2423981" y="1326346"/>
                  </a:lnTo>
                  <a:lnTo>
                    <a:pt x="2385834" y="1349224"/>
                  </a:lnTo>
                  <a:lnTo>
                    <a:pt x="2346205" y="1369767"/>
                  </a:lnTo>
                  <a:lnTo>
                    <a:pt x="2305190" y="1387878"/>
                  </a:lnTo>
                  <a:lnTo>
                    <a:pt x="2262883" y="1403463"/>
                  </a:lnTo>
                  <a:lnTo>
                    <a:pt x="2219380" y="1416428"/>
                  </a:lnTo>
                  <a:lnTo>
                    <a:pt x="2174776" y="1426677"/>
                  </a:lnTo>
                  <a:lnTo>
                    <a:pt x="2129164" y="1434115"/>
                  </a:lnTo>
                  <a:lnTo>
                    <a:pt x="2082641" y="1438648"/>
                  </a:lnTo>
                  <a:lnTo>
                    <a:pt x="2035301" y="1440179"/>
                  </a:lnTo>
                  <a:lnTo>
                    <a:pt x="1987962" y="1438648"/>
                  </a:lnTo>
                  <a:lnTo>
                    <a:pt x="1941439" y="1434115"/>
                  </a:lnTo>
                  <a:lnTo>
                    <a:pt x="1895827" y="1426677"/>
                  </a:lnTo>
                  <a:lnTo>
                    <a:pt x="1851223" y="1416428"/>
                  </a:lnTo>
                  <a:lnTo>
                    <a:pt x="1807720" y="1403463"/>
                  </a:lnTo>
                  <a:lnTo>
                    <a:pt x="1765413" y="1387878"/>
                  </a:lnTo>
                  <a:lnTo>
                    <a:pt x="1724398" y="1369767"/>
                  </a:lnTo>
                  <a:lnTo>
                    <a:pt x="1684769" y="1349224"/>
                  </a:lnTo>
                  <a:lnTo>
                    <a:pt x="1646622" y="1326346"/>
                  </a:lnTo>
                  <a:lnTo>
                    <a:pt x="1610051" y="1301227"/>
                  </a:lnTo>
                  <a:lnTo>
                    <a:pt x="1575151" y="1273962"/>
                  </a:lnTo>
                  <a:lnTo>
                    <a:pt x="1542017" y="1244646"/>
                  </a:lnTo>
                  <a:lnTo>
                    <a:pt x="1510745" y="1213374"/>
                  </a:lnTo>
                  <a:lnTo>
                    <a:pt x="1481429" y="1180240"/>
                  </a:lnTo>
                  <a:lnTo>
                    <a:pt x="1454164" y="1145340"/>
                  </a:lnTo>
                  <a:lnTo>
                    <a:pt x="1429045" y="1108769"/>
                  </a:lnTo>
                  <a:lnTo>
                    <a:pt x="1406167" y="1070622"/>
                  </a:lnTo>
                  <a:lnTo>
                    <a:pt x="1385624" y="1030993"/>
                  </a:lnTo>
                  <a:lnTo>
                    <a:pt x="1367513" y="989978"/>
                  </a:lnTo>
                  <a:lnTo>
                    <a:pt x="1351928" y="947671"/>
                  </a:lnTo>
                  <a:lnTo>
                    <a:pt x="1338963" y="904168"/>
                  </a:lnTo>
                  <a:lnTo>
                    <a:pt x="1328714" y="859564"/>
                  </a:lnTo>
                  <a:lnTo>
                    <a:pt x="1321276" y="813952"/>
                  </a:lnTo>
                  <a:lnTo>
                    <a:pt x="1316743" y="767429"/>
                  </a:lnTo>
                  <a:lnTo>
                    <a:pt x="1315212" y="720089"/>
                  </a:lnTo>
                  <a:close/>
                </a:path>
                <a:path w="2755900" h="1440179">
                  <a:moveTo>
                    <a:pt x="0" y="1155191"/>
                  </a:moveTo>
                  <a:lnTo>
                    <a:pt x="1095756" y="1155191"/>
                  </a:lnTo>
                  <a:lnTo>
                    <a:pt x="1095756" y="278891"/>
                  </a:lnTo>
                  <a:lnTo>
                    <a:pt x="0" y="278891"/>
                  </a:lnTo>
                  <a:lnTo>
                    <a:pt x="0" y="1155191"/>
                  </a:lnTo>
                  <a:close/>
                </a:path>
                <a:path w="2755900" h="1440179">
                  <a:moveTo>
                    <a:pt x="1095756" y="277875"/>
                  </a:moveTo>
                  <a:lnTo>
                    <a:pt x="1786635" y="44195"/>
                  </a:lnTo>
                </a:path>
                <a:path w="2755900" h="1440179">
                  <a:moveTo>
                    <a:pt x="1095756" y="1155191"/>
                  </a:moveTo>
                  <a:lnTo>
                    <a:pt x="1834895" y="1411731"/>
                  </a:lnTo>
                </a:path>
              </a:pathLst>
            </a:custGeom>
            <a:ln w="12192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4736" y="1898904"/>
            <a:ext cx="8913114" cy="1850898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60248" y="1446237"/>
            <a:ext cx="3220974" cy="29950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54736" y="1898904"/>
            <a:ext cx="8917305" cy="4235450"/>
            <a:chOff x="554736" y="1898904"/>
            <a:chExt cx="8917305" cy="4235450"/>
          </a:xfrm>
        </p:grpSpPr>
        <p:sp>
          <p:nvSpPr>
            <p:cNvPr id="6" name="object 6"/>
            <p:cNvSpPr/>
            <p:nvPr/>
          </p:nvSpPr>
          <p:spPr>
            <a:xfrm>
              <a:off x="5553456" y="3860292"/>
              <a:ext cx="3915410" cy="2270760"/>
            </a:xfrm>
            <a:custGeom>
              <a:avLst/>
              <a:gdLst/>
              <a:ahLst/>
              <a:cxnLst/>
              <a:rect l="l" t="t" r="r" b="b"/>
              <a:pathLst>
                <a:path w="3915409" h="2270760">
                  <a:moveTo>
                    <a:pt x="0" y="2270760"/>
                  </a:moveTo>
                  <a:lnTo>
                    <a:pt x="3915155" y="2270760"/>
                  </a:lnTo>
                  <a:lnTo>
                    <a:pt x="3915155" y="0"/>
                  </a:lnTo>
                  <a:lnTo>
                    <a:pt x="0" y="0"/>
                  </a:lnTo>
                  <a:lnTo>
                    <a:pt x="0" y="227076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32703" y="3938016"/>
              <a:ext cx="3756659" cy="211683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628132" y="3933444"/>
              <a:ext cx="3766185" cy="2125980"/>
            </a:xfrm>
            <a:custGeom>
              <a:avLst/>
              <a:gdLst/>
              <a:ahLst/>
              <a:cxnLst/>
              <a:rect l="l" t="t" r="r" b="b"/>
              <a:pathLst>
                <a:path w="3766184" h="2125979">
                  <a:moveTo>
                    <a:pt x="0" y="2125979"/>
                  </a:moveTo>
                  <a:lnTo>
                    <a:pt x="3765804" y="2125979"/>
                  </a:lnTo>
                  <a:lnTo>
                    <a:pt x="3765804" y="0"/>
                  </a:lnTo>
                  <a:lnTo>
                    <a:pt x="0" y="0"/>
                  </a:lnTo>
                  <a:lnTo>
                    <a:pt x="0" y="2125979"/>
                  </a:lnTo>
                  <a:close/>
                </a:path>
              </a:pathLst>
            </a:custGeom>
            <a:ln w="9144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736" y="1898904"/>
              <a:ext cx="8859774" cy="3725417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37489" y="431419"/>
            <a:ext cx="39573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2.3.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Computer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Vision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&amp;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Machine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Vision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3963" y="1443164"/>
            <a:ext cx="650011" cy="233997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6418326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3018282" cy="144094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755519" y="4280738"/>
            <a:ext cx="71564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95"/>
              </a:spcBef>
            </a:pP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Text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300" spc="-160">
                <a:solidFill>
                  <a:srgbClr val="585858"/>
                </a:solidFill>
                <a:latin typeface="Trebuchet MS"/>
                <a:cs typeface="Trebuchet MS"/>
              </a:rPr>
              <a:t>classification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56152" y="4280738"/>
            <a:ext cx="36195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48615" algn="l"/>
              </a:tabLst>
            </a:pPr>
            <a:r>
              <a:rPr dirty="0" u="sng" sz="1300" spc="-140">
                <a:solidFill>
                  <a:srgbClr val="585858"/>
                </a:solidFill>
                <a:uFill>
                  <a:solidFill>
                    <a:srgbClr val="7E7E7E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40">
                <a:solidFill>
                  <a:srgbClr val="585858"/>
                </a:solidFill>
                <a:uFill>
                  <a:solidFill>
                    <a:srgbClr val="7E7E7E"/>
                  </a:solidFill>
                </a:uFill>
                <a:latin typeface="Trebuchet MS"/>
                <a:cs typeface="Trebuchet MS"/>
              </a:rPr>
              <a:t>	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0161" y="5767527"/>
            <a:ext cx="129794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6995" marR="5080" indent="-74930">
              <a:lnSpc>
                <a:spcPct val="100000"/>
              </a:lnSpc>
              <a:spcBef>
                <a:spcPts val="95"/>
              </a:spcBef>
              <a:tabLst>
                <a:tab pos="948055" algn="l"/>
                <a:tab pos="1284605" algn="l"/>
              </a:tabLst>
            </a:pP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Information 	</a:t>
            </a:r>
            <a:r>
              <a:rPr dirty="0" u="sng" sz="1300" spc="-330">
                <a:solidFill>
                  <a:srgbClr val="585858"/>
                </a:solidFill>
                <a:uFill>
                  <a:solidFill>
                    <a:srgbClr val="7E7E7E"/>
                  </a:solidFill>
                </a:uFill>
                <a:latin typeface="Trebuchet MS"/>
                <a:cs typeface="Trebuchet MS"/>
              </a:rPr>
              <a:t> </a:t>
            </a:r>
            <a:r>
              <a:rPr dirty="0" u="sng" sz="1300" spc="-190">
                <a:solidFill>
                  <a:srgbClr val="585858"/>
                </a:solidFill>
                <a:uFill>
                  <a:solidFill>
                    <a:srgbClr val="7E7E7E"/>
                  </a:solidFill>
                </a:uFill>
                <a:latin typeface="Trebuchet MS"/>
                <a:cs typeface="Trebuchet MS"/>
              </a:rPr>
              <a:t>	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585858"/>
                </a:solidFill>
                <a:latin typeface="Trebuchet MS"/>
                <a:cs typeface="Trebuchet MS"/>
              </a:rPr>
              <a:t>retrieval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78321" y="5594400"/>
            <a:ext cx="90360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80645" marR="5080" indent="-68580">
              <a:lnSpc>
                <a:spcPct val="100000"/>
              </a:lnSpc>
              <a:spcBef>
                <a:spcPts val="95"/>
              </a:spcBef>
            </a:pPr>
            <a:r>
              <a:rPr dirty="0" sz="1300" spc="-260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150">
                <a:solidFill>
                  <a:srgbClr val="585858"/>
                </a:solidFill>
                <a:latin typeface="Trebuchet MS"/>
                <a:cs typeface="Trebuchet MS"/>
              </a:rPr>
              <a:t>ur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585858"/>
                </a:solidFill>
                <a:latin typeface="Trebuchet MS"/>
                <a:cs typeface="Trebuchet MS"/>
              </a:rPr>
              <a:t>la</a:t>
            </a: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gu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ge  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understanding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52820" y="4082541"/>
            <a:ext cx="90360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2085" marR="5080" indent="-160020">
              <a:lnSpc>
                <a:spcPct val="100000"/>
              </a:lnSpc>
              <a:spcBef>
                <a:spcPts val="95"/>
              </a:spcBef>
            </a:pPr>
            <a:r>
              <a:rPr dirty="0" sz="1300" spc="-260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150">
                <a:solidFill>
                  <a:srgbClr val="585858"/>
                </a:solidFill>
                <a:latin typeface="Trebuchet MS"/>
                <a:cs typeface="Trebuchet MS"/>
              </a:rPr>
              <a:t>ur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585858"/>
                </a:solidFill>
                <a:latin typeface="Trebuchet MS"/>
                <a:cs typeface="Trebuchet MS"/>
              </a:rPr>
              <a:t>la</a:t>
            </a: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gu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ge  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generation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47515" y="4436364"/>
            <a:ext cx="102108" cy="10210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47515" y="5916167"/>
            <a:ext cx="102108" cy="10210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4076700" y="4241291"/>
            <a:ext cx="2054860" cy="1751330"/>
            <a:chOff x="4076700" y="4241291"/>
            <a:chExt cx="2054860" cy="1751330"/>
          </a:xfrm>
        </p:grpSpPr>
        <p:sp>
          <p:nvSpPr>
            <p:cNvPr id="13" name="object 13"/>
            <p:cNvSpPr/>
            <p:nvPr/>
          </p:nvSpPr>
          <p:spPr>
            <a:xfrm>
              <a:off x="5340096" y="4287011"/>
              <a:ext cx="613410" cy="277495"/>
            </a:xfrm>
            <a:custGeom>
              <a:avLst/>
              <a:gdLst/>
              <a:ahLst/>
              <a:cxnLst/>
              <a:rect l="l" t="t" r="r" b="b"/>
              <a:pathLst>
                <a:path w="613410" h="277495">
                  <a:moveTo>
                    <a:pt x="0" y="277113"/>
                  </a:moveTo>
                  <a:lnTo>
                    <a:pt x="306704" y="277113"/>
                  </a:lnTo>
                  <a:lnTo>
                    <a:pt x="306704" y="0"/>
                  </a:lnTo>
                  <a:lnTo>
                    <a:pt x="613409" y="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71972" y="4241291"/>
              <a:ext cx="102107" cy="102107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497067" y="5530595"/>
              <a:ext cx="613410" cy="277495"/>
            </a:xfrm>
            <a:custGeom>
              <a:avLst/>
              <a:gdLst/>
              <a:ahLst/>
              <a:cxnLst/>
              <a:rect l="l" t="t" r="r" b="b"/>
              <a:pathLst>
                <a:path w="613410" h="277495">
                  <a:moveTo>
                    <a:pt x="0" y="0"/>
                  </a:moveTo>
                  <a:lnTo>
                    <a:pt x="306705" y="0"/>
                  </a:lnTo>
                  <a:lnTo>
                    <a:pt x="306705" y="277139"/>
                  </a:lnTo>
                  <a:lnTo>
                    <a:pt x="613410" y="277139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028944" y="5751575"/>
              <a:ext cx="102107" cy="102108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76700" y="4451603"/>
              <a:ext cx="1476755" cy="1540764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624578" y="5080253"/>
            <a:ext cx="398145" cy="288290"/>
          </a:xfrm>
          <a:prstGeom prst="rect">
            <a:avLst/>
          </a:prstGeom>
          <a:solidFill>
            <a:srgbClr val="FFFFFF"/>
          </a:solidFill>
          <a:ln w="19811">
            <a:solidFill>
              <a:srgbClr val="0077C7"/>
            </a:solidFill>
          </a:ln>
        </p:spPr>
        <p:txBody>
          <a:bodyPr wrap="square" lIns="0" tIns="34925" rIns="0" bIns="0" rtlCol="0" vert="horz">
            <a:spAutoFit/>
          </a:bodyPr>
          <a:lstStyle/>
          <a:p>
            <a:pPr marL="85725">
              <a:lnSpc>
                <a:spcPct val="100000"/>
              </a:lnSpc>
              <a:spcBef>
                <a:spcPts val="275"/>
              </a:spcBef>
            </a:pPr>
            <a:r>
              <a:rPr dirty="0" sz="1400" spc="-340" b="1">
                <a:solidFill>
                  <a:srgbClr val="0077C7"/>
                </a:solidFill>
                <a:latin typeface="Tahoma"/>
                <a:cs typeface="Tahoma"/>
              </a:rPr>
              <a:t>NLP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700771" y="6132576"/>
            <a:ext cx="1757680" cy="220979"/>
            <a:chOff x="7700771" y="6132576"/>
            <a:chExt cx="1757680" cy="220979"/>
          </a:xfrm>
        </p:grpSpPr>
        <p:sp>
          <p:nvSpPr>
            <p:cNvPr id="20" name="object 20"/>
            <p:cNvSpPr/>
            <p:nvPr/>
          </p:nvSpPr>
          <p:spPr>
            <a:xfrm>
              <a:off x="7700771" y="6132576"/>
              <a:ext cx="1757680" cy="220979"/>
            </a:xfrm>
            <a:custGeom>
              <a:avLst/>
              <a:gdLst/>
              <a:ahLst/>
              <a:cxnLst/>
              <a:rect l="l" t="t" r="r" b="b"/>
              <a:pathLst>
                <a:path w="1757679" h="220979">
                  <a:moveTo>
                    <a:pt x="1646681" y="0"/>
                  </a:moveTo>
                  <a:lnTo>
                    <a:pt x="110489" y="0"/>
                  </a:lnTo>
                  <a:lnTo>
                    <a:pt x="67508" y="8682"/>
                  </a:lnTo>
                  <a:lnTo>
                    <a:pt x="32385" y="32361"/>
                  </a:lnTo>
                  <a:lnTo>
                    <a:pt x="8691" y="67481"/>
                  </a:lnTo>
                  <a:lnTo>
                    <a:pt x="0" y="110490"/>
                  </a:lnTo>
                  <a:lnTo>
                    <a:pt x="8691" y="153498"/>
                  </a:lnTo>
                  <a:lnTo>
                    <a:pt x="32384" y="188618"/>
                  </a:lnTo>
                  <a:lnTo>
                    <a:pt x="67508" y="212297"/>
                  </a:lnTo>
                  <a:lnTo>
                    <a:pt x="110489" y="220980"/>
                  </a:lnTo>
                  <a:lnTo>
                    <a:pt x="1646681" y="220980"/>
                  </a:lnTo>
                  <a:lnTo>
                    <a:pt x="1689663" y="212297"/>
                  </a:lnTo>
                  <a:lnTo>
                    <a:pt x="1724786" y="188618"/>
                  </a:lnTo>
                  <a:lnTo>
                    <a:pt x="1748480" y="153498"/>
                  </a:lnTo>
                  <a:lnTo>
                    <a:pt x="1757172" y="110490"/>
                  </a:lnTo>
                  <a:lnTo>
                    <a:pt x="1748498" y="67481"/>
                  </a:lnTo>
                  <a:lnTo>
                    <a:pt x="1724834" y="32361"/>
                  </a:lnTo>
                  <a:lnTo>
                    <a:pt x="1689717" y="8682"/>
                  </a:lnTo>
                  <a:lnTo>
                    <a:pt x="1646681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84819" y="6192012"/>
              <a:ext cx="985266" cy="125729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38379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2.4.</a:t>
            </a:r>
            <a:r>
              <a:rPr dirty="0" spc="-45"/>
              <a:t> </a:t>
            </a:r>
            <a:r>
              <a:rPr dirty="0" spc="-5"/>
              <a:t>Speech</a:t>
            </a:r>
            <a:r>
              <a:rPr dirty="0" spc="-30"/>
              <a:t> </a:t>
            </a:r>
            <a:r>
              <a:rPr dirty="0" spc="-5"/>
              <a:t>Intelligence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4736" y="1898904"/>
            <a:ext cx="8711946" cy="1511046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3963" y="1443177"/>
            <a:ext cx="3874770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38379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2.4.</a:t>
            </a:r>
            <a:r>
              <a:rPr dirty="0" spc="-45"/>
              <a:t> </a:t>
            </a:r>
            <a:r>
              <a:rPr dirty="0" spc="-5"/>
              <a:t>Speech</a:t>
            </a:r>
            <a:r>
              <a:rPr dirty="0" spc="-30"/>
              <a:t> </a:t>
            </a:r>
            <a:r>
              <a:rPr dirty="0" spc="-5"/>
              <a:t>Intelligence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6448" y="3648455"/>
            <a:ext cx="8871585" cy="2208530"/>
            <a:chOff x="536448" y="3648455"/>
            <a:chExt cx="8871585" cy="2208530"/>
          </a:xfrm>
        </p:grpSpPr>
        <p:sp>
          <p:nvSpPr>
            <p:cNvPr id="8" name="object 8"/>
            <p:cNvSpPr/>
            <p:nvPr/>
          </p:nvSpPr>
          <p:spPr>
            <a:xfrm>
              <a:off x="539496" y="3788663"/>
              <a:ext cx="8865235" cy="2065020"/>
            </a:xfrm>
            <a:custGeom>
              <a:avLst/>
              <a:gdLst/>
              <a:ahLst/>
              <a:cxnLst/>
              <a:rect l="l" t="t" r="r" b="b"/>
              <a:pathLst>
                <a:path w="8865235" h="2065020">
                  <a:moveTo>
                    <a:pt x="0" y="2065020"/>
                  </a:moveTo>
                  <a:lnTo>
                    <a:pt x="8865108" y="2065020"/>
                  </a:lnTo>
                  <a:lnTo>
                    <a:pt x="8865108" y="0"/>
                  </a:lnTo>
                  <a:lnTo>
                    <a:pt x="0" y="0"/>
                  </a:lnTo>
                  <a:lnTo>
                    <a:pt x="0" y="2065020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70560" y="4184904"/>
              <a:ext cx="1123188" cy="96164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4708" y="4126991"/>
              <a:ext cx="7304532" cy="112318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38600" y="3648455"/>
              <a:ext cx="1995170" cy="307975"/>
            </a:xfrm>
            <a:custGeom>
              <a:avLst/>
              <a:gdLst/>
              <a:ahLst/>
              <a:cxnLst/>
              <a:rect l="l" t="t" r="r" b="b"/>
              <a:pathLst>
                <a:path w="1995170" h="307975">
                  <a:moveTo>
                    <a:pt x="1994916" y="0"/>
                  </a:moveTo>
                  <a:lnTo>
                    <a:pt x="0" y="0"/>
                  </a:lnTo>
                  <a:lnTo>
                    <a:pt x="0" y="307848"/>
                  </a:lnTo>
                  <a:lnTo>
                    <a:pt x="1994916" y="307848"/>
                  </a:lnTo>
                  <a:lnTo>
                    <a:pt x="19949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4202938" y="3627577"/>
            <a:ext cx="1666875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270" b="1">
                <a:solidFill>
                  <a:srgbClr val="294D9D"/>
                </a:solidFill>
                <a:latin typeface="Arial"/>
                <a:cs typeface="Arial"/>
              </a:rPr>
              <a:t>V</a:t>
            </a:r>
            <a:r>
              <a:rPr dirty="0" sz="2000" spc="-250" b="1">
                <a:solidFill>
                  <a:srgbClr val="294D9D"/>
                </a:solidFill>
                <a:latin typeface="Arial"/>
                <a:cs typeface="Arial"/>
              </a:rPr>
              <a:t>o</a:t>
            </a:r>
            <a:r>
              <a:rPr dirty="0" sz="2000" spc="-125" b="1">
                <a:solidFill>
                  <a:srgbClr val="294D9D"/>
                </a:solidFill>
                <a:latin typeface="Arial"/>
                <a:cs typeface="Arial"/>
              </a:rPr>
              <a:t>i</a:t>
            </a:r>
            <a:r>
              <a:rPr dirty="0" sz="2000" spc="-365" b="1">
                <a:solidFill>
                  <a:srgbClr val="294D9D"/>
                </a:solidFill>
                <a:latin typeface="Arial"/>
                <a:cs typeface="Arial"/>
              </a:rPr>
              <a:t>c</a:t>
            </a:r>
            <a:r>
              <a:rPr dirty="0" sz="2000" spc="-360" b="1">
                <a:solidFill>
                  <a:srgbClr val="294D9D"/>
                </a:solidFill>
                <a:latin typeface="Arial"/>
                <a:cs typeface="Arial"/>
              </a:rPr>
              <a:t>e</a:t>
            </a:r>
            <a:r>
              <a:rPr dirty="0" sz="2000" spc="-90" b="1">
                <a:solidFill>
                  <a:srgbClr val="294D9D"/>
                </a:solidFill>
                <a:latin typeface="Arial"/>
                <a:cs typeface="Arial"/>
              </a:rPr>
              <a:t> </a:t>
            </a:r>
            <a:r>
              <a:rPr dirty="0" sz="2000" spc="-100" b="1">
                <a:solidFill>
                  <a:srgbClr val="294D9D"/>
                </a:solidFill>
                <a:latin typeface="Arial"/>
                <a:cs typeface="Arial"/>
              </a:rPr>
              <a:t>r</a:t>
            </a:r>
            <a:r>
              <a:rPr dirty="0" sz="2000" spc="-335" b="1">
                <a:solidFill>
                  <a:srgbClr val="294D9D"/>
                </a:solidFill>
                <a:latin typeface="Arial"/>
                <a:cs typeface="Arial"/>
              </a:rPr>
              <a:t>ec</a:t>
            </a:r>
            <a:r>
              <a:rPr dirty="0" sz="2000" spc="-365" b="1">
                <a:solidFill>
                  <a:srgbClr val="294D9D"/>
                </a:solidFill>
                <a:latin typeface="Arial"/>
                <a:cs typeface="Arial"/>
              </a:rPr>
              <a:t>o</a:t>
            </a:r>
            <a:r>
              <a:rPr dirty="0" sz="2000" spc="-160" b="1">
                <a:solidFill>
                  <a:srgbClr val="294D9D"/>
                </a:solidFill>
                <a:latin typeface="Arial"/>
                <a:cs typeface="Arial"/>
              </a:rPr>
              <a:t>gnit</a:t>
            </a:r>
            <a:r>
              <a:rPr dirty="0" sz="2000" spc="-105" b="1">
                <a:solidFill>
                  <a:srgbClr val="294D9D"/>
                </a:solidFill>
                <a:latin typeface="Arial"/>
                <a:cs typeface="Arial"/>
              </a:rPr>
              <a:t>i</a:t>
            </a:r>
            <a:r>
              <a:rPr dirty="0" sz="2000" spc="-305" b="1">
                <a:solidFill>
                  <a:srgbClr val="294D9D"/>
                </a:solidFill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77770" y="5269229"/>
            <a:ext cx="43116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7785" marR="5080" indent="-45720">
              <a:lnSpc>
                <a:spcPct val="100000"/>
              </a:lnSpc>
              <a:spcBef>
                <a:spcPts val="95"/>
              </a:spcBef>
            </a:pP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60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OG  </a:t>
            </a:r>
            <a:r>
              <a:rPr dirty="0" sz="1300" spc="-240">
                <a:solidFill>
                  <a:srgbClr val="585858"/>
                </a:solidFill>
                <a:latin typeface="Trebuchet MS"/>
                <a:cs typeface="Trebuchet MS"/>
              </a:rPr>
              <a:t>AUDIO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80940" y="5269229"/>
            <a:ext cx="1042669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0500" marR="5080" indent="-178435">
              <a:lnSpc>
                <a:spcPct val="100000"/>
              </a:lnSpc>
              <a:spcBef>
                <a:spcPts val="95"/>
              </a:spcBef>
            </a:pP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60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315">
                <a:solidFill>
                  <a:srgbClr val="585858"/>
                </a:solidFill>
                <a:latin typeface="Trebuchet MS"/>
                <a:cs typeface="Trebuchet MS"/>
              </a:rPr>
              <a:t>OG</a:t>
            </a:r>
            <a:r>
              <a:rPr dirty="0" sz="1300" spc="-1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1300" spc="-3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335">
                <a:solidFill>
                  <a:srgbClr val="585858"/>
                </a:solidFill>
                <a:latin typeface="Trebuchet MS"/>
                <a:cs typeface="Trebuchet MS"/>
              </a:rPr>
              <a:t>O</a:t>
            </a:r>
            <a:r>
              <a:rPr dirty="0" sz="1300" spc="-100">
                <a:solidFill>
                  <a:srgbClr val="585858"/>
                </a:solidFill>
                <a:latin typeface="Trebuchet MS"/>
                <a:cs typeface="Trebuchet MS"/>
              </a:rPr>
              <a:t>-</a:t>
            </a:r>
            <a:r>
              <a:rPr dirty="0" sz="1300" spc="-250">
                <a:solidFill>
                  <a:srgbClr val="585858"/>
                </a:solidFill>
                <a:latin typeface="Trebuchet MS"/>
                <a:cs typeface="Trebuchet MS"/>
              </a:rPr>
              <a:t>D</a:t>
            </a:r>
            <a:r>
              <a:rPr dirty="0" sz="1300" spc="-114">
                <a:solidFill>
                  <a:srgbClr val="585858"/>
                </a:solidFill>
                <a:latin typeface="Trebuchet MS"/>
                <a:cs typeface="Trebuchet MS"/>
              </a:rPr>
              <a:t>I</a:t>
            </a:r>
            <a:r>
              <a:rPr dirty="0" sz="1300" spc="-335">
                <a:solidFill>
                  <a:srgbClr val="585858"/>
                </a:solidFill>
                <a:latin typeface="Trebuchet MS"/>
                <a:cs typeface="Trebuchet MS"/>
              </a:rPr>
              <a:t>G</a:t>
            </a:r>
            <a:r>
              <a:rPr dirty="0" sz="1300" spc="-105">
                <a:solidFill>
                  <a:srgbClr val="585858"/>
                </a:solidFill>
                <a:latin typeface="Trebuchet MS"/>
                <a:cs typeface="Trebuchet MS"/>
              </a:rPr>
              <a:t>I</a:t>
            </a:r>
            <a:r>
              <a:rPr dirty="0" sz="1300" spc="-28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27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65">
                <a:solidFill>
                  <a:srgbClr val="585858"/>
                </a:solidFill>
                <a:latin typeface="Trebuchet MS"/>
                <a:cs typeface="Trebuchet MS"/>
              </a:rPr>
              <a:t>L  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CONVERSION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62953" y="5269229"/>
            <a:ext cx="705485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16839">
              <a:lnSpc>
                <a:spcPct val="100000"/>
              </a:lnSpc>
              <a:spcBef>
                <a:spcPts val="95"/>
              </a:spcBef>
            </a:pPr>
            <a:r>
              <a:rPr dirty="0" sz="1300" spc="-254">
                <a:solidFill>
                  <a:srgbClr val="585858"/>
                </a:solidFill>
                <a:latin typeface="Trebuchet MS"/>
                <a:cs typeface="Trebuchet MS"/>
              </a:rPr>
              <a:t>PATTERN </a:t>
            </a:r>
            <a:r>
              <a:rPr dirty="0" sz="1300" spc="-25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585858"/>
                </a:solidFill>
                <a:latin typeface="Trebuchet MS"/>
                <a:cs typeface="Trebuchet MS"/>
              </a:rPr>
              <a:t>RE</a:t>
            </a:r>
            <a:r>
              <a:rPr dirty="0" sz="1300" spc="-280">
                <a:solidFill>
                  <a:srgbClr val="585858"/>
                </a:solidFill>
                <a:latin typeface="Trebuchet MS"/>
                <a:cs typeface="Trebuchet MS"/>
              </a:rPr>
              <a:t>CO</a:t>
            </a:r>
            <a:r>
              <a:rPr dirty="0" sz="1300" spc="-300">
                <a:solidFill>
                  <a:srgbClr val="585858"/>
                </a:solidFill>
                <a:latin typeface="Trebuchet MS"/>
                <a:cs typeface="Trebuchet MS"/>
              </a:rPr>
              <a:t>G</a:t>
            </a:r>
            <a:r>
              <a:rPr dirty="0" sz="1300" spc="-260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114">
                <a:solidFill>
                  <a:srgbClr val="585858"/>
                </a:solidFill>
                <a:latin typeface="Trebuchet MS"/>
                <a:cs typeface="Trebuchet MS"/>
              </a:rPr>
              <a:t>I</a:t>
            </a:r>
            <a:r>
              <a:rPr dirty="0" sz="1300" spc="-33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114">
                <a:solidFill>
                  <a:srgbClr val="585858"/>
                </a:solidFill>
                <a:latin typeface="Trebuchet MS"/>
                <a:cs typeface="Trebuchet MS"/>
              </a:rPr>
              <a:t>I</a:t>
            </a:r>
            <a:r>
              <a:rPr dirty="0" sz="1300" spc="-285">
                <a:solidFill>
                  <a:srgbClr val="585858"/>
                </a:solidFill>
                <a:latin typeface="Trebuchet MS"/>
                <a:cs typeface="Trebuchet MS"/>
              </a:rPr>
              <a:t>ON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1895" y="2196083"/>
            <a:ext cx="6296406" cy="16230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736" y="1898904"/>
            <a:ext cx="4781550" cy="191262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4819" y="1443177"/>
            <a:ext cx="3792474" cy="30256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4736" y="2677667"/>
            <a:ext cx="6218682" cy="189737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65480" y="2934461"/>
            <a:ext cx="26269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5580" indent="-183515">
              <a:lnSpc>
                <a:spcPct val="100000"/>
              </a:lnSpc>
              <a:spcBef>
                <a:spcPts val="95"/>
              </a:spcBef>
              <a:buClr>
                <a:srgbClr val="183DAF"/>
              </a:buClr>
              <a:buFont typeface="Tahoma"/>
              <a:buChar char="‣"/>
              <a:tabLst>
                <a:tab pos="196215" algn="l"/>
              </a:tabLst>
            </a:pPr>
            <a:r>
              <a:rPr dirty="0" sz="1300" spc="-80">
                <a:latin typeface="Trebuchet MS"/>
                <a:cs typeface="Trebuchet MS"/>
              </a:rPr>
              <a:t>S</a:t>
            </a:r>
            <a:r>
              <a:rPr dirty="0" sz="1300" spc="-235">
                <a:latin typeface="Trebuchet MS"/>
                <a:cs typeface="Trebuchet MS"/>
              </a:rPr>
              <a:t>p</a:t>
            </a:r>
            <a:r>
              <a:rPr dirty="0" sz="1300" spc="-220">
                <a:latin typeface="Trebuchet MS"/>
                <a:cs typeface="Trebuchet MS"/>
              </a:rPr>
              <a:t>e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15">
                <a:latin typeface="Trebuchet MS"/>
                <a:cs typeface="Trebuchet MS"/>
              </a:rPr>
              <a:t>k</a:t>
            </a:r>
            <a:r>
              <a:rPr dirty="0" sz="1300" spc="-229">
                <a:latin typeface="Trebuchet MS"/>
                <a:cs typeface="Trebuchet MS"/>
              </a:rPr>
              <a:t>e</a:t>
            </a:r>
            <a:r>
              <a:rPr dirty="0" sz="1300" spc="-80">
                <a:latin typeface="Trebuchet MS"/>
                <a:cs typeface="Trebuchet MS"/>
              </a:rPr>
              <a:t>r</a:t>
            </a:r>
            <a:r>
              <a:rPr dirty="0" sz="1300" spc="-175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v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35">
                <a:latin typeface="Trebuchet MS"/>
                <a:cs typeface="Trebuchet MS"/>
              </a:rPr>
              <a:t>ri</a:t>
            </a:r>
            <a:r>
              <a:rPr dirty="0" sz="1300" spc="-150">
                <a:latin typeface="Trebuchet MS"/>
                <a:cs typeface="Trebuchet MS"/>
              </a:rPr>
              <a:t>f</a:t>
            </a:r>
            <a:r>
              <a:rPr dirty="0" sz="1300" spc="-120">
                <a:latin typeface="Trebuchet MS"/>
                <a:cs typeface="Trebuchet MS"/>
              </a:rPr>
              <a:t>i</a:t>
            </a:r>
            <a:r>
              <a:rPr dirty="0" sz="1300" spc="-185">
                <a:latin typeface="Trebuchet MS"/>
                <a:cs typeface="Trebuchet MS"/>
              </a:rPr>
              <a:t>c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80">
                <a:latin typeface="Trebuchet MS"/>
                <a:cs typeface="Trebuchet MS"/>
              </a:rPr>
              <a:t>io</a:t>
            </a:r>
            <a:r>
              <a:rPr dirty="0" sz="1300" spc="-229">
                <a:latin typeface="Trebuchet MS"/>
                <a:cs typeface="Trebuchet MS"/>
              </a:rPr>
              <a:t>n</a:t>
            </a:r>
            <a:r>
              <a:rPr dirty="0" sz="1300" spc="-140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a</a:t>
            </a:r>
            <a:r>
              <a:rPr dirty="0" sz="1300" spc="-229">
                <a:latin typeface="Trebuchet MS"/>
                <a:cs typeface="Trebuchet MS"/>
              </a:rPr>
              <a:t>nd</a:t>
            </a:r>
            <a:r>
              <a:rPr dirty="0" sz="1300" spc="-150">
                <a:latin typeface="Trebuchet MS"/>
                <a:cs typeface="Trebuchet MS"/>
              </a:rPr>
              <a:t> </a:t>
            </a:r>
            <a:r>
              <a:rPr dirty="0" sz="1300" spc="-40">
                <a:latin typeface="Trebuchet MS"/>
                <a:cs typeface="Trebuchet MS"/>
              </a:rPr>
              <a:t>s</a:t>
            </a:r>
            <a:r>
              <a:rPr dirty="0" sz="1300" spc="-235">
                <a:latin typeface="Trebuchet MS"/>
                <a:cs typeface="Trebuchet MS"/>
              </a:rPr>
              <a:t>p</a:t>
            </a:r>
            <a:r>
              <a:rPr dirty="0" sz="1300" spc="-220">
                <a:latin typeface="Trebuchet MS"/>
                <a:cs typeface="Trebuchet MS"/>
              </a:rPr>
              <a:t>e</a:t>
            </a:r>
            <a:r>
              <a:rPr dirty="0" sz="1300" spc="-210">
                <a:latin typeface="Trebuchet MS"/>
                <a:cs typeface="Trebuchet MS"/>
              </a:rPr>
              <a:t>a</a:t>
            </a:r>
            <a:r>
              <a:rPr dirty="0" sz="1300" spc="-215">
                <a:latin typeface="Trebuchet MS"/>
                <a:cs typeface="Trebuchet MS"/>
              </a:rPr>
              <a:t>k</a:t>
            </a:r>
            <a:r>
              <a:rPr dirty="0" sz="1300" spc="-229">
                <a:latin typeface="Trebuchet MS"/>
                <a:cs typeface="Trebuchet MS"/>
              </a:rPr>
              <a:t>e</a:t>
            </a:r>
            <a:r>
              <a:rPr dirty="0" sz="1300" spc="-80">
                <a:latin typeface="Trebuchet MS"/>
                <a:cs typeface="Trebuchet MS"/>
              </a:rPr>
              <a:t>r</a:t>
            </a:r>
            <a:r>
              <a:rPr dirty="0" sz="1300" spc="-160">
                <a:latin typeface="Trebuchet MS"/>
                <a:cs typeface="Trebuchet MS"/>
              </a:rPr>
              <a:t> </a:t>
            </a:r>
            <a:r>
              <a:rPr dirty="0" sz="1300" spc="-190">
                <a:latin typeface="Trebuchet MS"/>
                <a:cs typeface="Trebuchet MS"/>
              </a:rPr>
              <a:t>id</a:t>
            </a:r>
            <a:r>
              <a:rPr dirty="0" sz="1300" spc="-235">
                <a:latin typeface="Trebuchet MS"/>
                <a:cs typeface="Trebuchet MS"/>
              </a:rPr>
              <a:t>e</a:t>
            </a:r>
            <a:r>
              <a:rPr dirty="0" sz="1300" spc="-210">
                <a:latin typeface="Trebuchet MS"/>
                <a:cs typeface="Trebuchet MS"/>
              </a:rPr>
              <a:t>nt</a:t>
            </a:r>
            <a:r>
              <a:rPr dirty="0" sz="1300" spc="-140">
                <a:latin typeface="Trebuchet MS"/>
                <a:cs typeface="Trebuchet MS"/>
              </a:rPr>
              <a:t>i</a:t>
            </a:r>
            <a:r>
              <a:rPr dirty="0" sz="1300" spc="-185">
                <a:latin typeface="Trebuchet MS"/>
                <a:cs typeface="Trebuchet MS"/>
              </a:rPr>
              <a:t>f</a:t>
            </a:r>
            <a:r>
              <a:rPr dirty="0" sz="1300" spc="-120">
                <a:latin typeface="Trebuchet MS"/>
                <a:cs typeface="Trebuchet MS"/>
              </a:rPr>
              <a:t>i</a:t>
            </a:r>
            <a:r>
              <a:rPr dirty="0" sz="1300" spc="-185">
                <a:latin typeface="Trebuchet MS"/>
                <a:cs typeface="Trebuchet MS"/>
              </a:rPr>
              <a:t>c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95">
                <a:latin typeface="Trebuchet MS"/>
                <a:cs typeface="Trebuchet MS"/>
              </a:rPr>
              <a:t>ion</a:t>
            </a:r>
            <a:endParaRPr sz="13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667" y="6524434"/>
            <a:ext cx="813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38379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2.4.</a:t>
            </a:r>
            <a:r>
              <a:rPr dirty="0" spc="-45"/>
              <a:t> </a:t>
            </a:r>
            <a:r>
              <a:rPr dirty="0" spc="-5"/>
              <a:t>Speech</a:t>
            </a:r>
            <a:r>
              <a:rPr dirty="0" spc="-30"/>
              <a:t> </a:t>
            </a:r>
            <a:r>
              <a:rPr dirty="0" spc="-5"/>
              <a:t>Intelligence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9223" y="3400044"/>
            <a:ext cx="248920" cy="213360"/>
            <a:chOff x="649223" y="3400044"/>
            <a:chExt cx="248920" cy="21336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223" y="3400044"/>
              <a:ext cx="248412" cy="21335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5423" y="3456432"/>
              <a:ext cx="99822" cy="10287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49248" y="3409569"/>
            <a:ext cx="54222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If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you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say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that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Taylor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Swift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252525"/>
                </a:solidFill>
                <a:latin typeface="Trebuchet MS"/>
                <a:cs typeface="Trebuchet MS"/>
              </a:rPr>
              <a:t>is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your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favorite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singer,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AI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will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repeat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same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answer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40">
                <a:solidFill>
                  <a:srgbClr val="252525"/>
                </a:solidFill>
                <a:latin typeface="Trebuchet MS"/>
                <a:cs typeface="Trebuchet MS"/>
              </a:rPr>
              <a:t>few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weeks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later.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078479" y="4244340"/>
            <a:ext cx="3355975" cy="2013585"/>
            <a:chOff x="3078479" y="4244340"/>
            <a:chExt cx="3355975" cy="201358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78479" y="4244340"/>
              <a:ext cx="3355848" cy="20132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25467" y="4533900"/>
              <a:ext cx="396239" cy="56083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521708" y="4675632"/>
            <a:ext cx="1240790" cy="276225"/>
          </a:xfrm>
          <a:prstGeom prst="rect">
            <a:avLst/>
          </a:prstGeom>
          <a:solidFill>
            <a:srgbClr val="FFFFFF">
              <a:alpha val="23136"/>
            </a:srgbClr>
          </a:solidFill>
        </p:spPr>
        <p:txBody>
          <a:bodyPr wrap="square" lIns="0" tIns="46355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65"/>
              </a:spcBef>
            </a:pPr>
            <a:r>
              <a:rPr dirty="0" sz="1400" spc="-400" b="1">
                <a:latin typeface="Tahoma"/>
                <a:cs typeface="Tahoma"/>
              </a:rPr>
              <a:t>HI</a:t>
            </a:r>
            <a:r>
              <a:rPr dirty="0" sz="1400" spc="-210" b="1">
                <a:latin typeface="Tahoma"/>
                <a:cs typeface="Tahoma"/>
              </a:rPr>
              <a:t>!</a:t>
            </a:r>
            <a:r>
              <a:rPr dirty="0" sz="1400" spc="-90" b="1">
                <a:latin typeface="Tahoma"/>
                <a:cs typeface="Tahoma"/>
              </a:rPr>
              <a:t> </a:t>
            </a:r>
            <a:r>
              <a:rPr dirty="0" sz="1400" spc="-405" b="1">
                <a:latin typeface="Tahoma"/>
                <a:cs typeface="Tahoma"/>
              </a:rPr>
              <a:t>I</a:t>
            </a:r>
            <a:r>
              <a:rPr dirty="0" sz="1400" spc="-295" b="1">
                <a:latin typeface="Tahoma"/>
                <a:cs typeface="Tahoma"/>
              </a:rPr>
              <a:t>’M</a:t>
            </a:r>
            <a:r>
              <a:rPr dirty="0" sz="1400" spc="-100" b="1">
                <a:latin typeface="Tahoma"/>
                <a:cs typeface="Tahoma"/>
              </a:rPr>
              <a:t> </a:t>
            </a:r>
            <a:r>
              <a:rPr dirty="0" sz="1400" spc="-315" b="1">
                <a:latin typeface="Tahoma"/>
                <a:cs typeface="Tahoma"/>
              </a:rPr>
              <a:t>B</a:t>
            </a:r>
            <a:r>
              <a:rPr dirty="0" sz="1400" spc="-350" b="1">
                <a:latin typeface="Tahoma"/>
                <a:cs typeface="Tahoma"/>
              </a:rPr>
              <a:t>A</a:t>
            </a:r>
            <a:r>
              <a:rPr dirty="0" sz="1400" spc="-395" b="1">
                <a:latin typeface="Tahoma"/>
                <a:cs typeface="Tahoma"/>
              </a:rPr>
              <a:t>RB</a:t>
            </a:r>
            <a:r>
              <a:rPr dirty="0" sz="1400" spc="-300" b="1">
                <a:latin typeface="Tahoma"/>
                <a:cs typeface="Tahoma"/>
              </a:rPr>
              <a:t>I</a:t>
            </a:r>
            <a:r>
              <a:rPr dirty="0" sz="1400" spc="-305" b="1">
                <a:latin typeface="Tahoma"/>
                <a:cs typeface="Tahoma"/>
              </a:rPr>
              <a:t>E</a:t>
            </a:r>
            <a:r>
              <a:rPr dirty="0" sz="1400" spc="-180" b="1">
                <a:latin typeface="Tahoma"/>
                <a:cs typeface="Tahoma"/>
              </a:rPr>
              <a:t>!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4736" y="1898904"/>
            <a:ext cx="8198358" cy="210540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73963" y="1443164"/>
            <a:ext cx="2771394" cy="233997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1205" y="6524434"/>
            <a:ext cx="53784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383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2.4.</a:t>
            </a:r>
            <a:r>
              <a:rPr dirty="0" sz="1800" spc="-4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Speech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Intelligence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02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54736" y="1898904"/>
            <a:ext cx="8883015" cy="4357370"/>
            <a:chOff x="554736" y="1898904"/>
            <a:chExt cx="8883015" cy="4357370"/>
          </a:xfrm>
        </p:grpSpPr>
        <p:sp>
          <p:nvSpPr>
            <p:cNvPr id="8" name="object 8"/>
            <p:cNvSpPr/>
            <p:nvPr/>
          </p:nvSpPr>
          <p:spPr>
            <a:xfrm>
              <a:off x="5239512" y="3933444"/>
              <a:ext cx="3938270" cy="2319655"/>
            </a:xfrm>
            <a:custGeom>
              <a:avLst/>
              <a:gdLst/>
              <a:ahLst/>
              <a:cxnLst/>
              <a:rect l="l" t="t" r="r" b="b"/>
              <a:pathLst>
                <a:path w="3938270" h="2319654">
                  <a:moveTo>
                    <a:pt x="0" y="2319528"/>
                  </a:moveTo>
                  <a:lnTo>
                    <a:pt x="3938016" y="2319528"/>
                  </a:lnTo>
                  <a:lnTo>
                    <a:pt x="3938016" y="0"/>
                  </a:lnTo>
                  <a:lnTo>
                    <a:pt x="0" y="0"/>
                  </a:lnTo>
                  <a:lnTo>
                    <a:pt x="0" y="231952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11139" y="3995927"/>
              <a:ext cx="3814571" cy="2174748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4736" y="1898904"/>
              <a:ext cx="8882634" cy="2745486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3963" y="1446237"/>
            <a:ext cx="2545842" cy="23092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3498" y="6524434"/>
            <a:ext cx="7844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195822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069073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2084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3.1.</a:t>
            </a:r>
            <a:r>
              <a:rPr dirty="0" sz="1800" spc="-4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Edge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099816" y="3325367"/>
            <a:ext cx="3705225" cy="2903220"/>
            <a:chOff x="3099816" y="3325367"/>
            <a:chExt cx="3705225" cy="2903220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99816" y="3889247"/>
              <a:ext cx="3704844" cy="233934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36363" y="4015739"/>
              <a:ext cx="1030986" cy="10286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07991" y="5184647"/>
              <a:ext cx="893826" cy="10286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7512" y="6071616"/>
              <a:ext cx="953262" cy="1028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81727" y="3325367"/>
              <a:ext cx="541020" cy="58826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79391" y="4514087"/>
              <a:ext cx="310896" cy="50291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97551" y="4514087"/>
              <a:ext cx="309372" cy="50291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315711" y="4514087"/>
              <a:ext cx="309372" cy="50291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21124" y="5411723"/>
              <a:ext cx="196596" cy="55930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91712" y="5519927"/>
              <a:ext cx="411479" cy="3429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351276" y="5480303"/>
              <a:ext cx="350520" cy="42214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275832" y="5431535"/>
              <a:ext cx="271271" cy="5181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30495" y="5417819"/>
              <a:ext cx="313944" cy="54559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109972" y="5382767"/>
              <a:ext cx="1094231" cy="617219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8558783" y="6140196"/>
            <a:ext cx="893444" cy="220979"/>
            <a:chOff x="8558783" y="6140196"/>
            <a:chExt cx="893444" cy="220979"/>
          </a:xfrm>
        </p:grpSpPr>
        <p:sp>
          <p:nvSpPr>
            <p:cNvPr id="23" name="object 23"/>
            <p:cNvSpPr/>
            <p:nvPr/>
          </p:nvSpPr>
          <p:spPr>
            <a:xfrm>
              <a:off x="8558783" y="6140196"/>
              <a:ext cx="893444" cy="220979"/>
            </a:xfrm>
            <a:custGeom>
              <a:avLst/>
              <a:gdLst/>
              <a:ahLst/>
              <a:cxnLst/>
              <a:rect l="l" t="t" r="r" b="b"/>
              <a:pathLst>
                <a:path w="893445" h="220979">
                  <a:moveTo>
                    <a:pt x="782574" y="0"/>
                  </a:moveTo>
                  <a:lnTo>
                    <a:pt x="110490" y="0"/>
                  </a:lnTo>
                  <a:lnTo>
                    <a:pt x="67508" y="8682"/>
                  </a:lnTo>
                  <a:lnTo>
                    <a:pt x="32385" y="32361"/>
                  </a:lnTo>
                  <a:lnTo>
                    <a:pt x="8691" y="67481"/>
                  </a:lnTo>
                  <a:lnTo>
                    <a:pt x="0" y="110489"/>
                  </a:lnTo>
                  <a:lnTo>
                    <a:pt x="8691" y="153498"/>
                  </a:lnTo>
                  <a:lnTo>
                    <a:pt x="32385" y="188618"/>
                  </a:lnTo>
                  <a:lnTo>
                    <a:pt x="67508" y="212297"/>
                  </a:lnTo>
                  <a:lnTo>
                    <a:pt x="110490" y="220979"/>
                  </a:lnTo>
                  <a:lnTo>
                    <a:pt x="782574" y="220979"/>
                  </a:lnTo>
                  <a:lnTo>
                    <a:pt x="825555" y="212297"/>
                  </a:lnTo>
                  <a:lnTo>
                    <a:pt x="860678" y="188618"/>
                  </a:lnTo>
                  <a:lnTo>
                    <a:pt x="884372" y="153498"/>
                  </a:lnTo>
                  <a:lnTo>
                    <a:pt x="893064" y="110489"/>
                  </a:lnTo>
                  <a:lnTo>
                    <a:pt x="884372" y="67481"/>
                  </a:lnTo>
                  <a:lnTo>
                    <a:pt x="860679" y="32361"/>
                  </a:lnTo>
                  <a:lnTo>
                    <a:pt x="825555" y="8682"/>
                  </a:lnTo>
                  <a:lnTo>
                    <a:pt x="78257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788907" y="6199632"/>
              <a:ext cx="432053" cy="125729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4736" y="1898904"/>
            <a:ext cx="8888730" cy="95631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73963" y="1440180"/>
            <a:ext cx="3088386" cy="30403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9679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12084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3.1.</a:t>
            </a:r>
            <a:r>
              <a:rPr dirty="0" sz="1800" spc="-4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Edge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558783" y="6140196"/>
            <a:ext cx="893444" cy="220979"/>
            <a:chOff x="8558783" y="6140196"/>
            <a:chExt cx="893444" cy="220979"/>
          </a:xfrm>
        </p:grpSpPr>
        <p:sp>
          <p:nvSpPr>
            <p:cNvPr id="8" name="object 8"/>
            <p:cNvSpPr/>
            <p:nvPr/>
          </p:nvSpPr>
          <p:spPr>
            <a:xfrm>
              <a:off x="8558783" y="6140196"/>
              <a:ext cx="893444" cy="220979"/>
            </a:xfrm>
            <a:custGeom>
              <a:avLst/>
              <a:gdLst/>
              <a:ahLst/>
              <a:cxnLst/>
              <a:rect l="l" t="t" r="r" b="b"/>
              <a:pathLst>
                <a:path w="893445" h="220979">
                  <a:moveTo>
                    <a:pt x="782574" y="0"/>
                  </a:moveTo>
                  <a:lnTo>
                    <a:pt x="110490" y="0"/>
                  </a:lnTo>
                  <a:lnTo>
                    <a:pt x="67508" y="8682"/>
                  </a:lnTo>
                  <a:lnTo>
                    <a:pt x="32385" y="32361"/>
                  </a:lnTo>
                  <a:lnTo>
                    <a:pt x="8691" y="67481"/>
                  </a:lnTo>
                  <a:lnTo>
                    <a:pt x="0" y="110489"/>
                  </a:lnTo>
                  <a:lnTo>
                    <a:pt x="8691" y="153498"/>
                  </a:lnTo>
                  <a:lnTo>
                    <a:pt x="32385" y="188618"/>
                  </a:lnTo>
                  <a:lnTo>
                    <a:pt x="67508" y="212297"/>
                  </a:lnTo>
                  <a:lnTo>
                    <a:pt x="110490" y="220979"/>
                  </a:lnTo>
                  <a:lnTo>
                    <a:pt x="782574" y="220979"/>
                  </a:lnTo>
                  <a:lnTo>
                    <a:pt x="825555" y="212297"/>
                  </a:lnTo>
                  <a:lnTo>
                    <a:pt x="860678" y="188618"/>
                  </a:lnTo>
                  <a:lnTo>
                    <a:pt x="884372" y="153498"/>
                  </a:lnTo>
                  <a:lnTo>
                    <a:pt x="893064" y="110489"/>
                  </a:lnTo>
                  <a:lnTo>
                    <a:pt x="884372" y="67481"/>
                  </a:lnTo>
                  <a:lnTo>
                    <a:pt x="860679" y="32361"/>
                  </a:lnTo>
                  <a:lnTo>
                    <a:pt x="825555" y="8682"/>
                  </a:lnTo>
                  <a:lnTo>
                    <a:pt x="78257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88907" y="6199632"/>
              <a:ext cx="432053" cy="12572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69265" y="1827148"/>
            <a:ext cx="8985885" cy="4170045"/>
            <a:chOff x="469265" y="1827148"/>
            <a:chExt cx="8985885" cy="4170045"/>
          </a:xfrm>
        </p:grpSpPr>
        <p:sp>
          <p:nvSpPr>
            <p:cNvPr id="11" name="object 11"/>
            <p:cNvSpPr/>
            <p:nvPr/>
          </p:nvSpPr>
          <p:spPr>
            <a:xfrm>
              <a:off x="472440" y="1830323"/>
              <a:ext cx="8979535" cy="4163695"/>
            </a:xfrm>
            <a:custGeom>
              <a:avLst/>
              <a:gdLst/>
              <a:ahLst/>
              <a:cxnLst/>
              <a:rect l="l" t="t" r="r" b="b"/>
              <a:pathLst>
                <a:path w="8979535" h="4163695">
                  <a:moveTo>
                    <a:pt x="0" y="4163567"/>
                  </a:moveTo>
                  <a:lnTo>
                    <a:pt x="8979408" y="4163567"/>
                  </a:lnTo>
                  <a:lnTo>
                    <a:pt x="8979408" y="0"/>
                  </a:lnTo>
                  <a:lnTo>
                    <a:pt x="0" y="0"/>
                  </a:lnTo>
                  <a:lnTo>
                    <a:pt x="0" y="4163567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7636" y="3619461"/>
              <a:ext cx="547890" cy="3437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25640" y="3220199"/>
              <a:ext cx="1518666" cy="92279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973823" y="3099815"/>
              <a:ext cx="1620520" cy="0"/>
            </a:xfrm>
            <a:custGeom>
              <a:avLst/>
              <a:gdLst/>
              <a:ahLst/>
              <a:cxnLst/>
              <a:rect l="l" t="t" r="r" b="b"/>
              <a:pathLst>
                <a:path w="1620520" h="0">
                  <a:moveTo>
                    <a:pt x="0" y="0"/>
                  </a:moveTo>
                  <a:lnTo>
                    <a:pt x="1620011" y="0"/>
                  </a:lnTo>
                </a:path>
              </a:pathLst>
            </a:custGeom>
            <a:ln w="12192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10784" y="3220186"/>
              <a:ext cx="1102614" cy="32844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251704" y="3099815"/>
              <a:ext cx="1620520" cy="0"/>
            </a:xfrm>
            <a:custGeom>
              <a:avLst/>
              <a:gdLst/>
              <a:ahLst/>
              <a:cxnLst/>
              <a:rect l="l" t="t" r="r" b="b"/>
              <a:pathLst>
                <a:path w="1620520" h="0">
                  <a:moveTo>
                    <a:pt x="0" y="0"/>
                  </a:moveTo>
                  <a:lnTo>
                    <a:pt x="1620012" y="0"/>
                  </a:lnTo>
                </a:path>
              </a:pathLst>
            </a:custGeom>
            <a:ln w="12192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5304" y="3220199"/>
              <a:ext cx="1529334" cy="7246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531107" y="3099815"/>
              <a:ext cx="1620520" cy="0"/>
            </a:xfrm>
            <a:custGeom>
              <a:avLst/>
              <a:gdLst/>
              <a:ahLst/>
              <a:cxnLst/>
              <a:rect l="l" t="t" r="r" b="b"/>
              <a:pathLst>
                <a:path w="1620520" h="0">
                  <a:moveTo>
                    <a:pt x="0" y="0"/>
                  </a:moveTo>
                  <a:lnTo>
                    <a:pt x="1620012" y="0"/>
                  </a:lnTo>
                </a:path>
              </a:pathLst>
            </a:custGeom>
            <a:ln w="12192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34895" y="3220211"/>
              <a:ext cx="1568958" cy="52654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810512" y="3099815"/>
              <a:ext cx="1620520" cy="0"/>
            </a:xfrm>
            <a:custGeom>
              <a:avLst/>
              <a:gdLst/>
              <a:ahLst/>
              <a:cxnLst/>
              <a:rect l="l" t="t" r="r" b="b"/>
              <a:pathLst>
                <a:path w="1620520" h="0">
                  <a:moveTo>
                    <a:pt x="0" y="0"/>
                  </a:moveTo>
                  <a:lnTo>
                    <a:pt x="1620012" y="0"/>
                  </a:lnTo>
                </a:path>
              </a:pathLst>
            </a:custGeom>
            <a:ln w="12192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063740" y="4725923"/>
              <a:ext cx="1534795" cy="1080770"/>
            </a:xfrm>
            <a:custGeom>
              <a:avLst/>
              <a:gdLst/>
              <a:ahLst/>
              <a:cxnLst/>
              <a:rect l="l" t="t" r="r" b="b"/>
              <a:pathLst>
                <a:path w="1534795" h="1080770">
                  <a:moveTo>
                    <a:pt x="1449451" y="0"/>
                  </a:moveTo>
                  <a:lnTo>
                    <a:pt x="85216" y="0"/>
                  </a:lnTo>
                  <a:lnTo>
                    <a:pt x="52024" y="6689"/>
                  </a:lnTo>
                  <a:lnTo>
                    <a:pt x="24939" y="24939"/>
                  </a:lnTo>
                  <a:lnTo>
                    <a:pt x="6689" y="52024"/>
                  </a:lnTo>
                  <a:lnTo>
                    <a:pt x="0" y="85217"/>
                  </a:lnTo>
                  <a:lnTo>
                    <a:pt x="0" y="995362"/>
                  </a:lnTo>
                  <a:lnTo>
                    <a:pt x="6689" y="1028507"/>
                  </a:lnTo>
                  <a:lnTo>
                    <a:pt x="24939" y="1055574"/>
                  </a:lnTo>
                  <a:lnTo>
                    <a:pt x="52024" y="1073824"/>
                  </a:lnTo>
                  <a:lnTo>
                    <a:pt x="85216" y="1080516"/>
                  </a:lnTo>
                  <a:lnTo>
                    <a:pt x="1449451" y="1080516"/>
                  </a:lnTo>
                  <a:lnTo>
                    <a:pt x="1482643" y="1073824"/>
                  </a:lnTo>
                  <a:lnTo>
                    <a:pt x="1509728" y="1055574"/>
                  </a:lnTo>
                  <a:lnTo>
                    <a:pt x="1527978" y="1028507"/>
                  </a:lnTo>
                  <a:lnTo>
                    <a:pt x="1534667" y="995362"/>
                  </a:lnTo>
                  <a:lnTo>
                    <a:pt x="1534667" y="85217"/>
                  </a:lnTo>
                  <a:lnTo>
                    <a:pt x="1527978" y="52024"/>
                  </a:lnTo>
                  <a:lnTo>
                    <a:pt x="1509728" y="24939"/>
                  </a:lnTo>
                  <a:lnTo>
                    <a:pt x="1482643" y="6689"/>
                  </a:lnTo>
                  <a:lnTo>
                    <a:pt x="1449451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7895590" y="5140578"/>
            <a:ext cx="4679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65">
                <a:latin typeface="Trebuchet MS"/>
                <a:cs typeface="Trebuchet MS"/>
              </a:rPr>
              <a:t>M</a:t>
            </a:r>
            <a:r>
              <a:rPr dirty="0" sz="1300" spc="-204">
                <a:latin typeface="Trebuchet MS"/>
                <a:cs typeface="Trebuchet MS"/>
              </a:rPr>
              <a:t>y</a:t>
            </a:r>
            <a:r>
              <a:rPr dirty="0" sz="1300" spc="-125">
                <a:latin typeface="Trebuchet MS"/>
                <a:cs typeface="Trebuchet MS"/>
              </a:rPr>
              <a:t>ri</a:t>
            </a:r>
            <a:r>
              <a:rPr dirty="0" sz="1300" spc="-180">
                <a:latin typeface="Trebuchet MS"/>
                <a:cs typeface="Trebuchet MS"/>
              </a:rPr>
              <a:t>a</a:t>
            </a:r>
            <a:r>
              <a:rPr dirty="0" sz="1300" spc="-240">
                <a:latin typeface="Trebuchet MS"/>
                <a:cs typeface="Trebuchet MS"/>
              </a:rPr>
              <a:t>d</a:t>
            </a:r>
            <a:r>
              <a:rPr dirty="0" sz="1300" spc="-150">
                <a:latin typeface="Trebuchet MS"/>
                <a:cs typeface="Trebuchet MS"/>
              </a:rPr>
              <a:t> </a:t>
            </a:r>
            <a:r>
              <a:rPr dirty="0" sz="1300" spc="-229">
                <a:latin typeface="Trebuchet MS"/>
                <a:cs typeface="Trebuchet MS"/>
              </a:rPr>
              <a:t>X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343144" y="4725923"/>
            <a:ext cx="2382520" cy="1080770"/>
            <a:chOff x="5343144" y="4725923"/>
            <a:chExt cx="2382520" cy="1080770"/>
          </a:xfrm>
        </p:grpSpPr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14616" y="5100827"/>
              <a:ext cx="510540" cy="36271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343144" y="4725923"/>
              <a:ext cx="1518285" cy="1080770"/>
            </a:xfrm>
            <a:custGeom>
              <a:avLst/>
              <a:gdLst/>
              <a:ahLst/>
              <a:cxnLst/>
              <a:rect l="l" t="t" r="r" b="b"/>
              <a:pathLst>
                <a:path w="1518284" h="1080770">
                  <a:moveTo>
                    <a:pt x="1415541" y="0"/>
                  </a:moveTo>
                  <a:lnTo>
                    <a:pt x="102361" y="0"/>
                  </a:lnTo>
                  <a:lnTo>
                    <a:pt x="62525" y="8046"/>
                  </a:lnTo>
                  <a:lnTo>
                    <a:pt x="29987" y="29987"/>
                  </a:lnTo>
                  <a:lnTo>
                    <a:pt x="8046" y="62525"/>
                  </a:lnTo>
                  <a:lnTo>
                    <a:pt x="0" y="102362"/>
                  </a:lnTo>
                  <a:lnTo>
                    <a:pt x="0" y="978103"/>
                  </a:lnTo>
                  <a:lnTo>
                    <a:pt x="8046" y="1017968"/>
                  </a:lnTo>
                  <a:lnTo>
                    <a:pt x="29987" y="1050521"/>
                  </a:lnTo>
                  <a:lnTo>
                    <a:pt x="62525" y="1072468"/>
                  </a:lnTo>
                  <a:lnTo>
                    <a:pt x="102361" y="1080516"/>
                  </a:lnTo>
                  <a:lnTo>
                    <a:pt x="1415541" y="1080516"/>
                  </a:lnTo>
                  <a:lnTo>
                    <a:pt x="1455378" y="1072468"/>
                  </a:lnTo>
                  <a:lnTo>
                    <a:pt x="1487916" y="1050521"/>
                  </a:lnTo>
                  <a:lnTo>
                    <a:pt x="1509857" y="1017968"/>
                  </a:lnTo>
                  <a:lnTo>
                    <a:pt x="1517903" y="978103"/>
                  </a:lnTo>
                  <a:lnTo>
                    <a:pt x="1517903" y="102362"/>
                  </a:lnTo>
                  <a:lnTo>
                    <a:pt x="1509857" y="62525"/>
                  </a:lnTo>
                  <a:lnTo>
                    <a:pt x="1487916" y="29987"/>
                  </a:lnTo>
                  <a:lnTo>
                    <a:pt x="1455378" y="8046"/>
                  </a:lnTo>
                  <a:lnTo>
                    <a:pt x="1415541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544312" y="4934711"/>
              <a:ext cx="295656" cy="670560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056121" y="5063997"/>
            <a:ext cx="42037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30" marR="5080" indent="-24765">
              <a:lnSpc>
                <a:spcPct val="100000"/>
              </a:lnSpc>
              <a:spcBef>
                <a:spcPts val="95"/>
              </a:spcBef>
            </a:pPr>
            <a:r>
              <a:rPr dirty="0" sz="1300" spc="-229">
                <a:latin typeface="Trebuchet MS"/>
                <a:cs typeface="Trebuchet MS"/>
              </a:rPr>
              <a:t>C</a:t>
            </a:r>
            <a:r>
              <a:rPr dirty="0" sz="1300" spc="-165">
                <a:latin typeface="Trebuchet MS"/>
                <a:cs typeface="Trebuchet MS"/>
              </a:rPr>
              <a:t>u</a:t>
            </a:r>
            <a:r>
              <a:rPr dirty="0" sz="1300" spc="-95">
                <a:latin typeface="Trebuchet MS"/>
                <a:cs typeface="Trebuchet MS"/>
              </a:rPr>
              <a:t>s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95">
                <a:latin typeface="Trebuchet MS"/>
                <a:cs typeface="Trebuchet MS"/>
              </a:rPr>
              <a:t>om  </a:t>
            </a:r>
            <a:r>
              <a:rPr dirty="0" sz="1300" spc="-229">
                <a:latin typeface="Trebuchet MS"/>
                <a:cs typeface="Trebuchet MS"/>
              </a:rPr>
              <a:t>A</a:t>
            </a:r>
            <a:r>
              <a:rPr dirty="0" sz="1300" spc="-105">
                <a:latin typeface="Trebuchet MS"/>
                <a:cs typeface="Trebuchet MS"/>
              </a:rPr>
              <a:t>I</a:t>
            </a:r>
            <a:r>
              <a:rPr dirty="0" sz="1300" spc="-160">
                <a:latin typeface="Trebuchet MS"/>
                <a:cs typeface="Trebuchet MS"/>
              </a:rPr>
              <a:t> 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200">
                <a:latin typeface="Trebuchet MS"/>
                <a:cs typeface="Trebuchet MS"/>
              </a:rPr>
              <a:t>hip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900428" y="4725923"/>
            <a:ext cx="3240405" cy="1080770"/>
          </a:xfrm>
          <a:custGeom>
            <a:avLst/>
            <a:gdLst/>
            <a:ahLst/>
            <a:cxnLst/>
            <a:rect l="l" t="t" r="r" b="b"/>
            <a:pathLst>
              <a:path w="3240404" h="1080770">
                <a:moveTo>
                  <a:pt x="1519428" y="102362"/>
                </a:moveTo>
                <a:lnTo>
                  <a:pt x="1511376" y="62534"/>
                </a:lnTo>
                <a:lnTo>
                  <a:pt x="1489430" y="29997"/>
                </a:lnTo>
                <a:lnTo>
                  <a:pt x="1456893" y="8051"/>
                </a:lnTo>
                <a:lnTo>
                  <a:pt x="1417066" y="0"/>
                </a:lnTo>
                <a:lnTo>
                  <a:pt x="102362" y="0"/>
                </a:lnTo>
                <a:lnTo>
                  <a:pt x="62522" y="8051"/>
                </a:lnTo>
                <a:lnTo>
                  <a:pt x="29984" y="29997"/>
                </a:lnTo>
                <a:lnTo>
                  <a:pt x="8039" y="62534"/>
                </a:lnTo>
                <a:lnTo>
                  <a:pt x="0" y="102362"/>
                </a:lnTo>
                <a:lnTo>
                  <a:pt x="0" y="978103"/>
                </a:lnTo>
                <a:lnTo>
                  <a:pt x="8039" y="1017981"/>
                </a:lnTo>
                <a:lnTo>
                  <a:pt x="29984" y="1050531"/>
                </a:lnTo>
                <a:lnTo>
                  <a:pt x="62522" y="1072476"/>
                </a:lnTo>
                <a:lnTo>
                  <a:pt x="102362" y="1080516"/>
                </a:lnTo>
                <a:lnTo>
                  <a:pt x="1417066" y="1080516"/>
                </a:lnTo>
                <a:lnTo>
                  <a:pt x="1456893" y="1072476"/>
                </a:lnTo>
                <a:lnTo>
                  <a:pt x="1489430" y="1050531"/>
                </a:lnTo>
                <a:lnTo>
                  <a:pt x="1511376" y="1017981"/>
                </a:lnTo>
                <a:lnTo>
                  <a:pt x="1519428" y="978103"/>
                </a:lnTo>
                <a:lnTo>
                  <a:pt x="1519428" y="102362"/>
                </a:lnTo>
                <a:close/>
              </a:path>
              <a:path w="3240404" h="1080770">
                <a:moveTo>
                  <a:pt x="3240024" y="119634"/>
                </a:moveTo>
                <a:lnTo>
                  <a:pt x="3230613" y="73088"/>
                </a:lnTo>
                <a:lnTo>
                  <a:pt x="3204972" y="35052"/>
                </a:lnTo>
                <a:lnTo>
                  <a:pt x="3166935" y="9410"/>
                </a:lnTo>
                <a:lnTo>
                  <a:pt x="3120390" y="0"/>
                </a:lnTo>
                <a:lnTo>
                  <a:pt x="1840230" y="0"/>
                </a:lnTo>
                <a:lnTo>
                  <a:pt x="1793671" y="9410"/>
                </a:lnTo>
                <a:lnTo>
                  <a:pt x="1755648" y="35052"/>
                </a:lnTo>
                <a:lnTo>
                  <a:pt x="1729994" y="73088"/>
                </a:lnTo>
                <a:lnTo>
                  <a:pt x="1720596" y="119634"/>
                </a:lnTo>
                <a:lnTo>
                  <a:pt x="1720596" y="960831"/>
                </a:lnTo>
                <a:lnTo>
                  <a:pt x="1729994" y="1007427"/>
                </a:lnTo>
                <a:lnTo>
                  <a:pt x="1755648" y="1045464"/>
                </a:lnTo>
                <a:lnTo>
                  <a:pt x="1793671" y="1071118"/>
                </a:lnTo>
                <a:lnTo>
                  <a:pt x="1840230" y="1080516"/>
                </a:lnTo>
                <a:lnTo>
                  <a:pt x="3120390" y="1080516"/>
                </a:lnTo>
                <a:lnTo>
                  <a:pt x="3166935" y="1071118"/>
                </a:lnTo>
                <a:lnTo>
                  <a:pt x="3204972" y="1045464"/>
                </a:lnTo>
                <a:lnTo>
                  <a:pt x="3230613" y="1007427"/>
                </a:lnTo>
                <a:lnTo>
                  <a:pt x="3240024" y="960831"/>
                </a:lnTo>
                <a:lnTo>
                  <a:pt x="3240024" y="119634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601595" y="5142357"/>
            <a:ext cx="652780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0960" marR="5080" indent="-48895">
              <a:lnSpc>
                <a:spcPct val="100000"/>
              </a:lnSpc>
              <a:spcBef>
                <a:spcPts val="95"/>
              </a:spcBef>
            </a:pPr>
            <a:r>
              <a:rPr dirty="0" sz="1300" spc="-114">
                <a:latin typeface="Trebuchet MS"/>
                <a:cs typeface="Trebuchet MS"/>
              </a:rPr>
              <a:t>I</a:t>
            </a:r>
            <a:r>
              <a:rPr dirty="0" sz="1300" spc="-300">
                <a:latin typeface="Trebuchet MS"/>
                <a:cs typeface="Trebuchet MS"/>
              </a:rPr>
              <a:t>Q</a:t>
            </a:r>
            <a:r>
              <a:rPr dirty="0" sz="1300" spc="-125">
                <a:latin typeface="Trebuchet MS"/>
                <a:cs typeface="Trebuchet MS"/>
              </a:rPr>
              <a:t> 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335">
                <a:latin typeface="Trebuchet MS"/>
                <a:cs typeface="Trebuchet MS"/>
              </a:rPr>
              <a:t>m</a:t>
            </a:r>
            <a:r>
              <a:rPr dirty="0" sz="1300" spc="-215">
                <a:latin typeface="Trebuchet MS"/>
                <a:cs typeface="Trebuchet MS"/>
              </a:rPr>
              <a:t>e</a:t>
            </a:r>
            <a:r>
              <a:rPr dirty="0" sz="1300" spc="-125">
                <a:latin typeface="Trebuchet MS"/>
                <a:cs typeface="Trebuchet MS"/>
              </a:rPr>
              <a:t>ra</a:t>
            </a:r>
            <a:r>
              <a:rPr dirty="0" sz="1300" spc="-95">
                <a:latin typeface="Trebuchet MS"/>
                <a:cs typeface="Trebuchet MS"/>
              </a:rPr>
              <a:t>s</a:t>
            </a:r>
            <a:r>
              <a:rPr dirty="0" sz="1300" spc="-235">
                <a:latin typeface="Trebuchet MS"/>
                <a:cs typeface="Trebuchet MS"/>
              </a:rPr>
              <a:t>,  </a:t>
            </a:r>
            <a:r>
              <a:rPr dirty="0" sz="1300" spc="-250">
                <a:latin typeface="Trebuchet MS"/>
                <a:cs typeface="Trebuchet MS"/>
              </a:rPr>
              <a:t>D</a:t>
            </a:r>
            <a:r>
              <a:rPr dirty="0" sz="1300" spc="-225">
                <a:latin typeface="Trebuchet MS"/>
                <a:cs typeface="Trebuchet MS"/>
              </a:rPr>
              <a:t>ee</a:t>
            </a:r>
            <a:r>
              <a:rPr dirty="0" sz="1300" spc="-240">
                <a:latin typeface="Trebuchet MS"/>
                <a:cs typeface="Trebuchet MS"/>
              </a:rPr>
              <a:t>p</a:t>
            </a:r>
            <a:r>
              <a:rPr dirty="0" sz="1300" spc="-140">
                <a:latin typeface="Trebuchet MS"/>
                <a:cs typeface="Trebuchet MS"/>
              </a:rPr>
              <a:t> </a:t>
            </a:r>
            <a:r>
              <a:rPr dirty="0" sz="1300" spc="-245">
                <a:latin typeface="Trebuchet MS"/>
                <a:cs typeface="Trebuchet MS"/>
              </a:rPr>
              <a:t>L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45">
                <a:latin typeface="Trebuchet MS"/>
                <a:cs typeface="Trebuchet MS"/>
              </a:rPr>
              <a:t>ns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039192" y="2040635"/>
            <a:ext cx="6318885" cy="3514725"/>
            <a:chOff x="2039192" y="2040635"/>
            <a:chExt cx="6318885" cy="3514725"/>
          </a:xfrm>
        </p:grpSpPr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058924" y="5308091"/>
              <a:ext cx="413004" cy="246887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072640" y="5009387"/>
              <a:ext cx="385572" cy="178307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744467" y="5055107"/>
              <a:ext cx="432815" cy="4312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039192" y="2276855"/>
              <a:ext cx="568290" cy="62636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018788" y="2155074"/>
              <a:ext cx="548640" cy="85621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67172" y="2048973"/>
              <a:ext cx="990600" cy="97544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243572" y="2040635"/>
              <a:ext cx="1114044" cy="111404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587752" y="2151887"/>
              <a:ext cx="749808" cy="749808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298441" y="5259451"/>
            <a:ext cx="6946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29">
                <a:latin typeface="Trebuchet MS"/>
                <a:cs typeface="Trebuchet MS"/>
              </a:rPr>
              <a:t>A</a:t>
            </a:r>
            <a:r>
              <a:rPr dirty="0" sz="1300" spc="-105">
                <a:latin typeface="Trebuchet MS"/>
                <a:cs typeface="Trebuchet MS"/>
              </a:rPr>
              <a:t>I</a:t>
            </a:r>
            <a:r>
              <a:rPr dirty="0" sz="1300" spc="-160">
                <a:latin typeface="Trebuchet MS"/>
                <a:cs typeface="Trebuchet MS"/>
              </a:rPr>
              <a:t> </a:t>
            </a:r>
            <a:r>
              <a:rPr dirty="0" sz="1300" spc="-185">
                <a:latin typeface="Trebuchet MS"/>
                <a:cs typeface="Trebuchet MS"/>
              </a:rPr>
              <a:t>p</a:t>
            </a:r>
            <a:r>
              <a:rPr dirty="0" sz="1300" spc="-125">
                <a:latin typeface="Trebuchet MS"/>
                <a:cs typeface="Trebuchet MS"/>
              </a:rPr>
              <a:t>r</a:t>
            </a:r>
            <a:r>
              <a:rPr dirty="0" sz="1300" spc="-195">
                <a:latin typeface="Trebuchet MS"/>
                <a:cs typeface="Trebuchet MS"/>
              </a:rPr>
              <a:t>o</a:t>
            </a:r>
            <a:r>
              <a:rPr dirty="0" sz="1300" spc="-170">
                <a:latin typeface="Trebuchet MS"/>
                <a:cs typeface="Trebuchet MS"/>
              </a:rPr>
              <a:t>c</a:t>
            </a:r>
            <a:r>
              <a:rPr dirty="0" sz="1300" spc="-135">
                <a:latin typeface="Trebuchet MS"/>
                <a:cs typeface="Trebuchet MS"/>
              </a:rPr>
              <a:t>essor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40" name="object 4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52627" y="1446237"/>
            <a:ext cx="1256537" cy="230924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3498" y="6524434"/>
            <a:ext cx="78443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195822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069073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581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3.2.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Medical</a:t>
            </a:r>
            <a:r>
              <a:rPr dirty="0" sz="1800" spc="-1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Imaging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&amp;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Diagnostics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29768" y="5199888"/>
            <a:ext cx="1104900" cy="204470"/>
            <a:chOff x="429768" y="5199888"/>
            <a:chExt cx="1104900" cy="204470"/>
          </a:xfrm>
        </p:grpSpPr>
        <p:sp>
          <p:nvSpPr>
            <p:cNvPr id="8" name="object 8"/>
            <p:cNvSpPr/>
            <p:nvPr/>
          </p:nvSpPr>
          <p:spPr>
            <a:xfrm>
              <a:off x="429768" y="5199888"/>
              <a:ext cx="1104900" cy="204470"/>
            </a:xfrm>
            <a:custGeom>
              <a:avLst/>
              <a:gdLst/>
              <a:ahLst/>
              <a:cxnLst/>
              <a:rect l="l" t="t" r="r" b="b"/>
              <a:pathLst>
                <a:path w="1104900" h="204470">
                  <a:moveTo>
                    <a:pt x="1002791" y="0"/>
                  </a:moveTo>
                  <a:lnTo>
                    <a:pt x="102107" y="0"/>
                  </a:lnTo>
                  <a:lnTo>
                    <a:pt x="62364" y="8024"/>
                  </a:lnTo>
                  <a:lnTo>
                    <a:pt x="29908" y="29908"/>
                  </a:lnTo>
                  <a:lnTo>
                    <a:pt x="8024" y="62364"/>
                  </a:lnTo>
                  <a:lnTo>
                    <a:pt x="0" y="102108"/>
                  </a:lnTo>
                  <a:lnTo>
                    <a:pt x="8024" y="141851"/>
                  </a:lnTo>
                  <a:lnTo>
                    <a:pt x="29908" y="174307"/>
                  </a:lnTo>
                  <a:lnTo>
                    <a:pt x="62364" y="196191"/>
                  </a:lnTo>
                  <a:lnTo>
                    <a:pt x="102107" y="204215"/>
                  </a:lnTo>
                  <a:lnTo>
                    <a:pt x="1002791" y="204215"/>
                  </a:lnTo>
                  <a:lnTo>
                    <a:pt x="1042535" y="196191"/>
                  </a:lnTo>
                  <a:lnTo>
                    <a:pt x="1074991" y="174307"/>
                  </a:lnTo>
                  <a:lnTo>
                    <a:pt x="1096875" y="141851"/>
                  </a:lnTo>
                  <a:lnTo>
                    <a:pt x="1104900" y="102108"/>
                  </a:lnTo>
                  <a:lnTo>
                    <a:pt x="1096875" y="62364"/>
                  </a:lnTo>
                  <a:lnTo>
                    <a:pt x="1074991" y="29908"/>
                  </a:lnTo>
                  <a:lnTo>
                    <a:pt x="1042535" y="8024"/>
                  </a:lnTo>
                  <a:lnTo>
                    <a:pt x="1002791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224" y="5251704"/>
              <a:ext cx="668274" cy="127253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26593" y="2075560"/>
            <a:ext cx="5473065" cy="3048635"/>
            <a:chOff x="426593" y="2075560"/>
            <a:chExt cx="5473065" cy="3048635"/>
          </a:xfrm>
        </p:grpSpPr>
        <p:sp>
          <p:nvSpPr>
            <p:cNvPr id="11" name="object 11"/>
            <p:cNvSpPr/>
            <p:nvPr/>
          </p:nvSpPr>
          <p:spPr>
            <a:xfrm>
              <a:off x="429768" y="2078735"/>
              <a:ext cx="5466715" cy="3042285"/>
            </a:xfrm>
            <a:custGeom>
              <a:avLst/>
              <a:gdLst/>
              <a:ahLst/>
              <a:cxnLst/>
              <a:rect l="l" t="t" r="r" b="b"/>
              <a:pathLst>
                <a:path w="5466715" h="3042285">
                  <a:moveTo>
                    <a:pt x="0" y="3041904"/>
                  </a:moveTo>
                  <a:lnTo>
                    <a:pt x="5466587" y="3041904"/>
                  </a:lnTo>
                  <a:lnTo>
                    <a:pt x="5466587" y="0"/>
                  </a:lnTo>
                  <a:lnTo>
                    <a:pt x="0" y="0"/>
                  </a:lnTo>
                  <a:lnTo>
                    <a:pt x="0" y="304190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5780" y="4652759"/>
              <a:ext cx="1529333" cy="38787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59586" y="1944369"/>
            <a:ext cx="3656329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50" b="1">
                <a:solidFill>
                  <a:srgbClr val="294D9D"/>
                </a:solidFill>
                <a:latin typeface="Arial"/>
                <a:cs typeface="Arial"/>
              </a:rPr>
              <a:t>Autonomous</a:t>
            </a:r>
            <a:r>
              <a:rPr dirty="0" sz="1600" spc="-35" b="1">
                <a:solidFill>
                  <a:srgbClr val="294D9D"/>
                </a:solidFill>
                <a:latin typeface="Arial"/>
                <a:cs typeface="Arial"/>
              </a:rPr>
              <a:t> </a:t>
            </a:r>
            <a:r>
              <a:rPr dirty="0" sz="1600" spc="-140" b="1">
                <a:solidFill>
                  <a:srgbClr val="294D9D"/>
                </a:solidFill>
                <a:latin typeface="Arial"/>
                <a:cs typeface="Arial"/>
              </a:rPr>
              <a:t>AI</a:t>
            </a:r>
            <a:r>
              <a:rPr dirty="0" sz="1600" spc="-50" b="1">
                <a:solidFill>
                  <a:srgbClr val="294D9D"/>
                </a:solidFill>
                <a:latin typeface="Arial"/>
                <a:cs typeface="Arial"/>
              </a:rPr>
              <a:t> </a:t>
            </a:r>
            <a:r>
              <a:rPr dirty="0" sz="1600" spc="-160" b="1">
                <a:solidFill>
                  <a:srgbClr val="294D9D"/>
                </a:solidFill>
                <a:latin typeface="Arial"/>
                <a:cs typeface="Arial"/>
              </a:rPr>
              <a:t>algorithm</a:t>
            </a:r>
            <a:r>
              <a:rPr dirty="0" sz="1600" spc="-40" b="1">
                <a:solidFill>
                  <a:srgbClr val="294D9D"/>
                </a:solidFill>
                <a:latin typeface="Arial"/>
                <a:cs typeface="Arial"/>
              </a:rPr>
              <a:t> </a:t>
            </a:r>
            <a:r>
              <a:rPr dirty="0" sz="1600" spc="-220" b="1">
                <a:solidFill>
                  <a:srgbClr val="294D9D"/>
                </a:solidFill>
                <a:latin typeface="Arial"/>
                <a:cs typeface="Arial"/>
              </a:rPr>
              <a:t>based</a:t>
            </a:r>
            <a:r>
              <a:rPr dirty="0" sz="1600" spc="-35" b="1">
                <a:solidFill>
                  <a:srgbClr val="294D9D"/>
                </a:solidFill>
                <a:latin typeface="Arial"/>
                <a:cs typeface="Arial"/>
              </a:rPr>
              <a:t> </a:t>
            </a:r>
            <a:r>
              <a:rPr dirty="0" sz="1600" spc="-245" b="1">
                <a:solidFill>
                  <a:srgbClr val="294D9D"/>
                </a:solidFill>
                <a:latin typeface="Arial"/>
                <a:cs typeface="Arial"/>
              </a:rPr>
              <a:t>on</a:t>
            </a:r>
            <a:r>
              <a:rPr dirty="0" sz="1600" spc="-55" b="1">
                <a:solidFill>
                  <a:srgbClr val="294D9D"/>
                </a:solidFill>
                <a:latin typeface="Arial"/>
                <a:cs typeface="Arial"/>
              </a:rPr>
              <a:t> </a:t>
            </a:r>
            <a:r>
              <a:rPr dirty="0" sz="1600" spc="-180" b="1">
                <a:solidFill>
                  <a:srgbClr val="294D9D"/>
                </a:solidFill>
                <a:latin typeface="Arial"/>
                <a:cs typeface="Arial"/>
              </a:rPr>
              <a:t>biomarkers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5048" y="2391155"/>
            <a:ext cx="4796155" cy="2642235"/>
            <a:chOff x="765048" y="2391155"/>
            <a:chExt cx="4796155" cy="264223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49980" y="2391155"/>
              <a:ext cx="1739646" cy="16230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17420" y="3930357"/>
              <a:ext cx="576833" cy="30407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47971" y="4094975"/>
              <a:ext cx="768858" cy="48845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57955" y="2671571"/>
              <a:ext cx="129539" cy="1295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444240" y="2659379"/>
              <a:ext cx="146304" cy="14477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28999" y="2647187"/>
              <a:ext cx="147827" cy="1447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15283" y="2636519"/>
              <a:ext cx="146303" cy="14325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00043" y="2624327"/>
              <a:ext cx="147827" cy="14478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398520" y="2622803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132587"/>
                  </a:moveTo>
                  <a:lnTo>
                    <a:pt x="132587" y="132587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31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57955" y="3076955"/>
              <a:ext cx="129539" cy="1295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44240" y="3066287"/>
              <a:ext cx="146304" cy="14325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28999" y="3055619"/>
              <a:ext cx="147827" cy="14325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415283" y="3044951"/>
              <a:ext cx="146303" cy="14325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00043" y="3032759"/>
              <a:ext cx="147827" cy="14477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398520" y="3031236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132587"/>
                  </a:moveTo>
                  <a:lnTo>
                    <a:pt x="132587" y="132587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31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7955" y="3444239"/>
              <a:ext cx="129539" cy="129539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44240" y="3432047"/>
              <a:ext cx="146304" cy="14477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28999" y="3421380"/>
              <a:ext cx="147827" cy="14325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15283" y="3409188"/>
              <a:ext cx="146303" cy="14478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00043" y="3398519"/>
              <a:ext cx="147827" cy="14325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398520" y="3396995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132587"/>
                  </a:moveTo>
                  <a:lnTo>
                    <a:pt x="132587" y="132587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31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06140" y="3817619"/>
              <a:ext cx="129539" cy="129539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390899" y="3806952"/>
              <a:ext cx="147827" cy="14325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77183" y="3794759"/>
              <a:ext cx="146303" cy="14478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363468" y="3784091"/>
              <a:ext cx="146304" cy="14325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48227" y="3771900"/>
              <a:ext cx="147828" cy="14478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3346704" y="3770375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132587"/>
                  </a:moveTo>
                  <a:lnTo>
                    <a:pt x="132587" y="132587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31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7955" y="3855719"/>
              <a:ext cx="129539" cy="12953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44240" y="3843527"/>
              <a:ext cx="146304" cy="144779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28999" y="3831336"/>
              <a:ext cx="147827" cy="14478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15283" y="3820667"/>
              <a:ext cx="146303" cy="143256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00043" y="3808475"/>
              <a:ext cx="147827" cy="14477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398520" y="3806952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132587"/>
                  </a:moveTo>
                  <a:lnTo>
                    <a:pt x="132587" y="132587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132587"/>
                  </a:lnTo>
                  <a:close/>
                </a:path>
              </a:pathLst>
            </a:custGeom>
            <a:ln w="31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09771" y="3892295"/>
              <a:ext cx="129539" cy="12953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96055" y="3880103"/>
              <a:ext cx="146304" cy="14478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80815" y="3869436"/>
              <a:ext cx="147828" cy="143256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67099" y="3857244"/>
              <a:ext cx="146303" cy="14478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51859" y="3845052"/>
              <a:ext cx="147827" cy="14477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450336" y="3843527"/>
              <a:ext cx="132715" cy="132715"/>
            </a:xfrm>
            <a:custGeom>
              <a:avLst/>
              <a:gdLst/>
              <a:ahLst/>
              <a:cxnLst/>
              <a:rect l="l" t="t" r="r" b="b"/>
              <a:pathLst>
                <a:path w="132714" h="132714">
                  <a:moveTo>
                    <a:pt x="0" y="132588"/>
                  </a:moveTo>
                  <a:lnTo>
                    <a:pt x="132587" y="132588"/>
                  </a:lnTo>
                  <a:lnTo>
                    <a:pt x="132587" y="0"/>
                  </a:lnTo>
                  <a:lnTo>
                    <a:pt x="0" y="0"/>
                  </a:lnTo>
                  <a:lnTo>
                    <a:pt x="0" y="132588"/>
                  </a:lnTo>
                  <a:close/>
                </a:path>
              </a:pathLst>
            </a:custGeom>
            <a:ln w="3175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245863" y="2936747"/>
              <a:ext cx="1315212" cy="107746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08404" y="3410711"/>
              <a:ext cx="218820" cy="7620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2901696" y="2729483"/>
              <a:ext cx="1349375" cy="1703070"/>
            </a:xfrm>
            <a:custGeom>
              <a:avLst/>
              <a:gdLst/>
              <a:ahLst/>
              <a:cxnLst/>
              <a:rect l="l" t="t" r="r" b="b"/>
              <a:pathLst>
                <a:path w="1349375" h="1703070">
                  <a:moveTo>
                    <a:pt x="307975" y="719328"/>
                  </a:moveTo>
                  <a:lnTo>
                    <a:pt x="295275" y="712978"/>
                  </a:lnTo>
                  <a:lnTo>
                    <a:pt x="231775" y="681228"/>
                  </a:lnTo>
                  <a:lnTo>
                    <a:pt x="231775" y="712978"/>
                  </a:lnTo>
                  <a:lnTo>
                    <a:pt x="0" y="712978"/>
                  </a:lnTo>
                  <a:lnTo>
                    <a:pt x="0" y="725678"/>
                  </a:lnTo>
                  <a:lnTo>
                    <a:pt x="231775" y="725678"/>
                  </a:lnTo>
                  <a:lnTo>
                    <a:pt x="231775" y="757428"/>
                  </a:lnTo>
                  <a:lnTo>
                    <a:pt x="295275" y="725678"/>
                  </a:lnTo>
                  <a:lnTo>
                    <a:pt x="307975" y="719328"/>
                  </a:lnTo>
                  <a:close/>
                </a:path>
                <a:path w="1349375" h="1703070">
                  <a:moveTo>
                    <a:pt x="1315212" y="199136"/>
                  </a:moveTo>
                  <a:lnTo>
                    <a:pt x="1302004" y="186563"/>
                  </a:lnTo>
                  <a:lnTo>
                    <a:pt x="1253490" y="140335"/>
                  </a:lnTo>
                  <a:lnTo>
                    <a:pt x="1244244" y="170649"/>
                  </a:lnTo>
                  <a:lnTo>
                    <a:pt x="687705" y="0"/>
                  </a:lnTo>
                  <a:lnTo>
                    <a:pt x="683895" y="12192"/>
                  </a:lnTo>
                  <a:lnTo>
                    <a:pt x="1240523" y="182867"/>
                  </a:lnTo>
                  <a:lnTo>
                    <a:pt x="1231265" y="213233"/>
                  </a:lnTo>
                  <a:lnTo>
                    <a:pt x="1315212" y="199136"/>
                  </a:lnTo>
                  <a:close/>
                </a:path>
                <a:path w="1349375" h="1703070">
                  <a:moveTo>
                    <a:pt x="1318285" y="448564"/>
                  </a:moveTo>
                  <a:lnTo>
                    <a:pt x="1261491" y="448564"/>
                  </a:lnTo>
                  <a:lnTo>
                    <a:pt x="1248816" y="448564"/>
                  </a:lnTo>
                  <a:lnTo>
                    <a:pt x="1247267" y="479679"/>
                  </a:lnTo>
                  <a:lnTo>
                    <a:pt x="1318285" y="448564"/>
                  </a:lnTo>
                  <a:close/>
                </a:path>
                <a:path w="1349375" h="1703070">
                  <a:moveTo>
                    <a:pt x="1325245" y="445516"/>
                  </a:moveTo>
                  <a:lnTo>
                    <a:pt x="1251077" y="403606"/>
                  </a:lnTo>
                  <a:lnTo>
                    <a:pt x="1249489" y="435229"/>
                  </a:lnTo>
                  <a:lnTo>
                    <a:pt x="686181" y="406654"/>
                  </a:lnTo>
                  <a:lnTo>
                    <a:pt x="685419" y="419354"/>
                  </a:lnTo>
                  <a:lnTo>
                    <a:pt x="1248854" y="447929"/>
                  </a:lnTo>
                  <a:lnTo>
                    <a:pt x="1261516" y="447929"/>
                  </a:lnTo>
                  <a:lnTo>
                    <a:pt x="1319745" y="447929"/>
                  </a:lnTo>
                  <a:lnTo>
                    <a:pt x="1325245" y="445516"/>
                  </a:lnTo>
                  <a:close/>
                </a:path>
                <a:path w="1349375" h="1703070">
                  <a:moveTo>
                    <a:pt x="1342263" y="1179576"/>
                  </a:moveTo>
                  <a:lnTo>
                    <a:pt x="1263523" y="1212342"/>
                  </a:lnTo>
                  <a:lnTo>
                    <a:pt x="1287526" y="1233081"/>
                  </a:lnTo>
                  <a:lnTo>
                    <a:pt x="888238" y="1694688"/>
                  </a:lnTo>
                  <a:lnTo>
                    <a:pt x="897890" y="1703070"/>
                  </a:lnTo>
                  <a:lnTo>
                    <a:pt x="1297127" y="1241374"/>
                  </a:lnTo>
                  <a:lnTo>
                    <a:pt x="1321181" y="1262126"/>
                  </a:lnTo>
                  <a:lnTo>
                    <a:pt x="1331061" y="1223391"/>
                  </a:lnTo>
                  <a:lnTo>
                    <a:pt x="1342263" y="1179576"/>
                  </a:lnTo>
                  <a:close/>
                </a:path>
                <a:path w="1349375" h="1703070">
                  <a:moveTo>
                    <a:pt x="1344168" y="745236"/>
                  </a:moveTo>
                  <a:lnTo>
                    <a:pt x="1337195" y="742188"/>
                  </a:lnTo>
                  <a:lnTo>
                    <a:pt x="1266063" y="711073"/>
                  </a:lnTo>
                  <a:lnTo>
                    <a:pt x="1267701" y="742848"/>
                  </a:lnTo>
                  <a:lnTo>
                    <a:pt x="685419" y="772795"/>
                  </a:lnTo>
                  <a:lnTo>
                    <a:pt x="686181" y="785495"/>
                  </a:lnTo>
                  <a:lnTo>
                    <a:pt x="1268349" y="755548"/>
                  </a:lnTo>
                  <a:lnTo>
                    <a:pt x="1270000" y="787273"/>
                  </a:lnTo>
                  <a:lnTo>
                    <a:pt x="1344168" y="745236"/>
                  </a:lnTo>
                  <a:close/>
                </a:path>
                <a:path w="1349375" h="1703070">
                  <a:moveTo>
                    <a:pt x="1349375" y="923544"/>
                  </a:moveTo>
                  <a:lnTo>
                    <a:pt x="1264158" y="923290"/>
                  </a:lnTo>
                  <a:lnTo>
                    <a:pt x="1278267" y="951687"/>
                  </a:lnTo>
                  <a:lnTo>
                    <a:pt x="734822" y="1221232"/>
                  </a:lnTo>
                  <a:lnTo>
                    <a:pt x="740410" y="1232535"/>
                  </a:lnTo>
                  <a:lnTo>
                    <a:pt x="1283931" y="963079"/>
                  </a:lnTo>
                  <a:lnTo>
                    <a:pt x="1298067" y="991489"/>
                  </a:lnTo>
                  <a:lnTo>
                    <a:pt x="1332395" y="946023"/>
                  </a:lnTo>
                  <a:lnTo>
                    <a:pt x="1349375" y="923544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5048" y="3049523"/>
              <a:ext cx="975359" cy="79857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926336" y="3049523"/>
              <a:ext cx="975360" cy="79857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261359" y="4728933"/>
              <a:ext cx="552462" cy="30407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281171" y="4239767"/>
              <a:ext cx="513588" cy="420624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69920" y="2839211"/>
              <a:ext cx="648461" cy="151637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169920" y="3238500"/>
              <a:ext cx="790194" cy="15011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284220" y="3625595"/>
              <a:ext cx="418338" cy="124206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3218719" y="4070632"/>
              <a:ext cx="556990" cy="119605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2901696" y="3442461"/>
              <a:ext cx="379730" cy="1045210"/>
            </a:xfrm>
            <a:custGeom>
              <a:avLst/>
              <a:gdLst/>
              <a:ahLst/>
              <a:cxnLst/>
              <a:rect l="l" t="t" r="r" b="b"/>
              <a:pathLst>
                <a:path w="379729" h="1045210">
                  <a:moveTo>
                    <a:pt x="303276" y="969010"/>
                  </a:moveTo>
                  <a:lnTo>
                    <a:pt x="303276" y="1045210"/>
                  </a:lnTo>
                  <a:lnTo>
                    <a:pt x="366776" y="1013460"/>
                  </a:lnTo>
                  <a:lnTo>
                    <a:pt x="315976" y="1013460"/>
                  </a:lnTo>
                  <a:lnTo>
                    <a:pt x="315976" y="1000760"/>
                  </a:lnTo>
                  <a:lnTo>
                    <a:pt x="366776" y="1000760"/>
                  </a:lnTo>
                  <a:lnTo>
                    <a:pt x="303276" y="969010"/>
                  </a:lnTo>
                  <a:close/>
                </a:path>
                <a:path w="379729" h="1045210">
                  <a:moveTo>
                    <a:pt x="105791" y="6350"/>
                  </a:moveTo>
                  <a:lnTo>
                    <a:pt x="105791" y="1013460"/>
                  </a:lnTo>
                  <a:lnTo>
                    <a:pt x="303276" y="1013460"/>
                  </a:lnTo>
                  <a:lnTo>
                    <a:pt x="303276" y="1007110"/>
                  </a:lnTo>
                  <a:lnTo>
                    <a:pt x="118491" y="1007110"/>
                  </a:lnTo>
                  <a:lnTo>
                    <a:pt x="112141" y="1000760"/>
                  </a:lnTo>
                  <a:lnTo>
                    <a:pt x="118491" y="1000760"/>
                  </a:lnTo>
                  <a:lnTo>
                    <a:pt x="118491" y="12700"/>
                  </a:lnTo>
                  <a:lnTo>
                    <a:pt x="112141" y="12700"/>
                  </a:lnTo>
                  <a:lnTo>
                    <a:pt x="105791" y="6350"/>
                  </a:lnTo>
                  <a:close/>
                </a:path>
                <a:path w="379729" h="1045210">
                  <a:moveTo>
                    <a:pt x="366776" y="1000760"/>
                  </a:moveTo>
                  <a:lnTo>
                    <a:pt x="315976" y="1000760"/>
                  </a:lnTo>
                  <a:lnTo>
                    <a:pt x="315976" y="1013460"/>
                  </a:lnTo>
                  <a:lnTo>
                    <a:pt x="366776" y="1013460"/>
                  </a:lnTo>
                  <a:lnTo>
                    <a:pt x="379476" y="1007110"/>
                  </a:lnTo>
                  <a:lnTo>
                    <a:pt x="366776" y="1000760"/>
                  </a:lnTo>
                  <a:close/>
                </a:path>
                <a:path w="379729" h="1045210">
                  <a:moveTo>
                    <a:pt x="118491" y="1000760"/>
                  </a:moveTo>
                  <a:lnTo>
                    <a:pt x="112141" y="1000760"/>
                  </a:lnTo>
                  <a:lnTo>
                    <a:pt x="118491" y="1007110"/>
                  </a:lnTo>
                  <a:lnTo>
                    <a:pt x="118491" y="1000760"/>
                  </a:lnTo>
                  <a:close/>
                </a:path>
                <a:path w="379729" h="1045210">
                  <a:moveTo>
                    <a:pt x="303276" y="1000760"/>
                  </a:moveTo>
                  <a:lnTo>
                    <a:pt x="118491" y="1000760"/>
                  </a:lnTo>
                  <a:lnTo>
                    <a:pt x="118491" y="1007110"/>
                  </a:lnTo>
                  <a:lnTo>
                    <a:pt x="303276" y="1007110"/>
                  </a:lnTo>
                  <a:lnTo>
                    <a:pt x="303276" y="1000760"/>
                  </a:lnTo>
                  <a:close/>
                </a:path>
                <a:path w="379729" h="1045210">
                  <a:moveTo>
                    <a:pt x="118491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05791" y="12700"/>
                  </a:lnTo>
                  <a:lnTo>
                    <a:pt x="105791" y="6350"/>
                  </a:lnTo>
                  <a:lnTo>
                    <a:pt x="118491" y="6350"/>
                  </a:lnTo>
                  <a:lnTo>
                    <a:pt x="118491" y="0"/>
                  </a:lnTo>
                  <a:close/>
                </a:path>
                <a:path w="379729" h="1045210">
                  <a:moveTo>
                    <a:pt x="118491" y="6350"/>
                  </a:moveTo>
                  <a:lnTo>
                    <a:pt x="105791" y="6350"/>
                  </a:lnTo>
                  <a:lnTo>
                    <a:pt x="112141" y="12700"/>
                  </a:lnTo>
                  <a:lnTo>
                    <a:pt x="118491" y="12700"/>
                  </a:lnTo>
                  <a:lnTo>
                    <a:pt x="118491" y="635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6" name="object 6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047232" y="2139695"/>
            <a:ext cx="3320034" cy="2149602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49580" y="1443164"/>
            <a:ext cx="3097530" cy="233997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74347" y="6524434"/>
            <a:ext cx="76737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5814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3.2.</a:t>
            </a:r>
            <a:r>
              <a:rPr dirty="0" spc="-25"/>
              <a:t> </a:t>
            </a:r>
            <a:r>
              <a:rPr dirty="0" spc="-5"/>
              <a:t>Medical</a:t>
            </a:r>
            <a:r>
              <a:rPr dirty="0" spc="-10"/>
              <a:t> </a:t>
            </a:r>
            <a:r>
              <a:rPr dirty="0" spc="-5"/>
              <a:t>Imaging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 spc="-5"/>
              <a:t>Diagnostics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455152" y="6135623"/>
            <a:ext cx="1013460" cy="212090"/>
            <a:chOff x="8455152" y="6135623"/>
            <a:chExt cx="1013460" cy="212090"/>
          </a:xfrm>
        </p:grpSpPr>
        <p:sp>
          <p:nvSpPr>
            <p:cNvPr id="8" name="object 8"/>
            <p:cNvSpPr/>
            <p:nvPr/>
          </p:nvSpPr>
          <p:spPr>
            <a:xfrm>
              <a:off x="8455152" y="6135623"/>
              <a:ext cx="1013460" cy="212090"/>
            </a:xfrm>
            <a:custGeom>
              <a:avLst/>
              <a:gdLst/>
              <a:ahLst/>
              <a:cxnLst/>
              <a:rect l="l" t="t" r="r" b="b"/>
              <a:pathLst>
                <a:path w="1013459" h="212089">
                  <a:moveTo>
                    <a:pt x="907542" y="0"/>
                  </a:moveTo>
                  <a:lnTo>
                    <a:pt x="105918" y="0"/>
                  </a:lnTo>
                  <a:lnTo>
                    <a:pt x="64668" y="8323"/>
                  </a:lnTo>
                  <a:lnTo>
                    <a:pt x="31003" y="31022"/>
                  </a:lnTo>
                  <a:lnTo>
                    <a:pt x="8316" y="64690"/>
                  </a:lnTo>
                  <a:lnTo>
                    <a:pt x="0" y="105917"/>
                  </a:lnTo>
                  <a:lnTo>
                    <a:pt x="8316" y="147145"/>
                  </a:lnTo>
                  <a:lnTo>
                    <a:pt x="31003" y="180813"/>
                  </a:lnTo>
                  <a:lnTo>
                    <a:pt x="64668" y="203512"/>
                  </a:lnTo>
                  <a:lnTo>
                    <a:pt x="105918" y="211835"/>
                  </a:lnTo>
                  <a:lnTo>
                    <a:pt x="907542" y="211835"/>
                  </a:lnTo>
                  <a:lnTo>
                    <a:pt x="948791" y="203512"/>
                  </a:lnTo>
                  <a:lnTo>
                    <a:pt x="982456" y="180813"/>
                  </a:lnTo>
                  <a:lnTo>
                    <a:pt x="1005143" y="147145"/>
                  </a:lnTo>
                  <a:lnTo>
                    <a:pt x="1013459" y="105917"/>
                  </a:lnTo>
                  <a:lnTo>
                    <a:pt x="1005143" y="64690"/>
                  </a:lnTo>
                  <a:lnTo>
                    <a:pt x="982456" y="31022"/>
                  </a:lnTo>
                  <a:lnTo>
                    <a:pt x="948791" y="8323"/>
                  </a:lnTo>
                  <a:lnTo>
                    <a:pt x="90754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23376" y="6190487"/>
              <a:ext cx="476250" cy="127254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2083" y="4171188"/>
            <a:ext cx="2596133" cy="85572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094219" y="2170176"/>
            <a:ext cx="1635252" cy="16169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449580" y="1924811"/>
            <a:ext cx="9019540" cy="4097020"/>
          </a:xfrm>
          <a:prstGeom prst="rect">
            <a:avLst/>
          </a:prstGeom>
          <a:ln w="6096">
            <a:solidFill>
              <a:srgbClr val="D9D9D9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 marL="1002665">
              <a:lnSpc>
                <a:spcPct val="100000"/>
              </a:lnSpc>
              <a:spcBef>
                <a:spcPts val="1430"/>
              </a:spcBef>
              <a:tabLst>
                <a:tab pos="3833495" algn="l"/>
                <a:tab pos="6645909" algn="l"/>
              </a:tabLst>
            </a:pPr>
            <a:r>
              <a:rPr dirty="0" baseline="1984" sz="2100" spc="-390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baseline="1984" sz="2100" spc="-247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baseline="1984" sz="2100" spc="-3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baseline="1984" sz="2100" spc="-367">
                <a:solidFill>
                  <a:srgbClr val="252525"/>
                </a:solidFill>
                <a:latin typeface="Trebuchet MS"/>
                <a:cs typeface="Trebuchet MS"/>
              </a:rPr>
              <a:t>b</a:t>
            </a:r>
            <a:r>
              <a:rPr dirty="0" baseline="1984" sz="2100" spc="-337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baseline="1984" sz="2100" spc="-307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baseline="1984" sz="2100" spc="-24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baseline="1984" sz="2100" spc="-262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baseline="1984" sz="2100" spc="-262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baseline="1984" sz="2100" spc="-359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baseline="1984" sz="2100" spc="-31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baseline="1984" sz="2100" spc="-307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baseline="1984" sz="2100" spc="-24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baseline="1984" sz="2100" spc="-34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baseline="1984" sz="2100" spc="-352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baseline="1984" sz="2100" spc="-375">
                <a:solidFill>
                  <a:srgbClr val="252525"/>
                </a:solidFill>
                <a:latin typeface="Trebuchet MS"/>
                <a:cs typeface="Trebuchet MS"/>
              </a:rPr>
              <a:t>p</a:t>
            </a:r>
            <a:r>
              <a:rPr dirty="0" baseline="1984" sz="2100" spc="-33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baseline="1984" sz="2100" spc="-31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baseline="1984" sz="2100" spc="-330">
                <a:solidFill>
                  <a:srgbClr val="252525"/>
                </a:solidFill>
                <a:latin typeface="Trebuchet MS"/>
                <a:cs typeface="Trebuchet MS"/>
              </a:rPr>
              <a:t>hy</a:t>
            </a:r>
            <a:r>
              <a:rPr dirty="0" baseline="1984" sz="210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400" spc="-250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400" spc="-21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4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400" spc="-254">
                <a:solidFill>
                  <a:srgbClr val="252525"/>
                </a:solidFill>
                <a:latin typeface="Trebuchet MS"/>
                <a:cs typeface="Trebuchet MS"/>
              </a:rPr>
              <a:t>d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50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un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11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50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4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400" spc="-4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on</a:t>
            </a:r>
            <a:r>
              <a:rPr dirty="0" sz="1400">
                <a:solidFill>
                  <a:srgbClr val="252525"/>
                </a:solidFill>
                <a:latin typeface="Trebuchet MS"/>
                <a:cs typeface="Trebuchet MS"/>
              </a:rPr>
              <a:t>	</a:t>
            </a:r>
            <a:r>
              <a:rPr dirty="0" sz="1400" spc="-295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400" spc="-29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400" spc="-95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dirty="0" sz="1400" spc="-8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400" spc="-22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23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4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400" spc="-240">
                <a:solidFill>
                  <a:srgbClr val="252525"/>
                </a:solidFill>
                <a:latin typeface="Trebuchet MS"/>
                <a:cs typeface="Trebuchet MS"/>
              </a:rPr>
              <a:t>na</a:t>
            </a:r>
            <a:r>
              <a:rPr dirty="0" sz="1400" spc="-150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dirty="0" sz="1400" spc="-4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4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4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16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400" spc="-235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400" spc="-8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4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400" spc="-80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400" spc="-145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400" spc="-13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400" spc="-215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400" spc="-229">
                <a:solidFill>
                  <a:srgbClr val="252525"/>
                </a:solidFill>
                <a:latin typeface="Trebuchet MS"/>
                <a:cs typeface="Trebuchet MS"/>
              </a:rPr>
              <a:t>k</a:t>
            </a:r>
            <a:r>
              <a:rPr dirty="0" sz="1400" spc="-260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400" spc="-6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18788" y="2487167"/>
            <a:ext cx="1876043" cy="978408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8659" y="2168651"/>
            <a:ext cx="2630424" cy="154076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649979" y="4171175"/>
            <a:ext cx="2052066" cy="95784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81800" y="4171188"/>
            <a:ext cx="2379726" cy="115595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49580" y="1443164"/>
            <a:ext cx="3097530" cy="233997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358140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3.2.</a:t>
            </a:r>
            <a:r>
              <a:rPr dirty="0" spc="-25"/>
              <a:t> </a:t>
            </a:r>
            <a:r>
              <a:rPr dirty="0" spc="-5"/>
              <a:t>Medical</a:t>
            </a:r>
            <a:r>
              <a:rPr dirty="0" spc="-10"/>
              <a:t> </a:t>
            </a:r>
            <a:r>
              <a:rPr dirty="0" spc="-5"/>
              <a:t>Imaging</a:t>
            </a:r>
            <a:r>
              <a:rPr dirty="0" spc="-20"/>
              <a:t> </a:t>
            </a:r>
            <a:r>
              <a:rPr dirty="0"/>
              <a:t>&amp;</a:t>
            </a:r>
            <a:r>
              <a:rPr dirty="0" spc="-20"/>
              <a:t> </a:t>
            </a:r>
            <a:r>
              <a:rPr dirty="0" spc="-5"/>
              <a:t>Diagnostics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903464" y="6155435"/>
            <a:ext cx="1545590" cy="193675"/>
            <a:chOff x="7903464" y="6155435"/>
            <a:chExt cx="1545590" cy="193675"/>
          </a:xfrm>
        </p:grpSpPr>
        <p:sp>
          <p:nvSpPr>
            <p:cNvPr id="8" name="object 8"/>
            <p:cNvSpPr/>
            <p:nvPr/>
          </p:nvSpPr>
          <p:spPr>
            <a:xfrm>
              <a:off x="7903464" y="6155435"/>
              <a:ext cx="1545590" cy="193675"/>
            </a:xfrm>
            <a:custGeom>
              <a:avLst/>
              <a:gdLst/>
              <a:ahLst/>
              <a:cxnLst/>
              <a:rect l="l" t="t" r="r" b="b"/>
              <a:pathLst>
                <a:path w="1545590" h="193675">
                  <a:moveTo>
                    <a:pt x="1448561" y="0"/>
                  </a:moveTo>
                  <a:lnTo>
                    <a:pt x="96774" y="0"/>
                  </a:lnTo>
                  <a:lnTo>
                    <a:pt x="59096" y="7605"/>
                  </a:lnTo>
                  <a:lnTo>
                    <a:pt x="28336" y="28346"/>
                  </a:lnTo>
                  <a:lnTo>
                    <a:pt x="7602" y="59107"/>
                  </a:lnTo>
                  <a:lnTo>
                    <a:pt x="0" y="96773"/>
                  </a:lnTo>
                  <a:lnTo>
                    <a:pt x="7602" y="134440"/>
                  </a:lnTo>
                  <a:lnTo>
                    <a:pt x="28336" y="165201"/>
                  </a:lnTo>
                  <a:lnTo>
                    <a:pt x="59096" y="185942"/>
                  </a:lnTo>
                  <a:lnTo>
                    <a:pt x="96774" y="193547"/>
                  </a:lnTo>
                  <a:lnTo>
                    <a:pt x="1448561" y="193547"/>
                  </a:lnTo>
                  <a:lnTo>
                    <a:pt x="1486239" y="185942"/>
                  </a:lnTo>
                  <a:lnTo>
                    <a:pt x="1516999" y="165201"/>
                  </a:lnTo>
                  <a:lnTo>
                    <a:pt x="1537733" y="134440"/>
                  </a:lnTo>
                  <a:lnTo>
                    <a:pt x="1545335" y="96773"/>
                  </a:lnTo>
                  <a:lnTo>
                    <a:pt x="1537733" y="59107"/>
                  </a:lnTo>
                  <a:lnTo>
                    <a:pt x="1516999" y="28346"/>
                  </a:lnTo>
                  <a:lnTo>
                    <a:pt x="1486239" y="7605"/>
                  </a:lnTo>
                  <a:lnTo>
                    <a:pt x="1448561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188452" y="6202679"/>
              <a:ext cx="971550" cy="12572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559308" y="3514344"/>
            <a:ext cx="8787765" cy="2110740"/>
            <a:chOff x="559308" y="3514344"/>
            <a:chExt cx="8787765" cy="2110740"/>
          </a:xfrm>
        </p:grpSpPr>
        <p:sp>
          <p:nvSpPr>
            <p:cNvPr id="11" name="object 11"/>
            <p:cNvSpPr/>
            <p:nvPr/>
          </p:nvSpPr>
          <p:spPr>
            <a:xfrm>
              <a:off x="562356" y="3517392"/>
              <a:ext cx="8781415" cy="2105025"/>
            </a:xfrm>
            <a:custGeom>
              <a:avLst/>
              <a:gdLst/>
              <a:ahLst/>
              <a:cxnLst/>
              <a:rect l="l" t="t" r="r" b="b"/>
              <a:pathLst>
                <a:path w="8781415" h="2105025">
                  <a:moveTo>
                    <a:pt x="0" y="2104643"/>
                  </a:moveTo>
                  <a:lnTo>
                    <a:pt x="8781288" y="2104643"/>
                  </a:lnTo>
                  <a:lnTo>
                    <a:pt x="8781288" y="0"/>
                  </a:lnTo>
                  <a:lnTo>
                    <a:pt x="0" y="0"/>
                  </a:lnTo>
                  <a:lnTo>
                    <a:pt x="0" y="2104643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4276" y="3667857"/>
              <a:ext cx="2999232" cy="15939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66743" y="3663696"/>
              <a:ext cx="1805939" cy="85039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524499" y="3663696"/>
              <a:ext cx="1805940" cy="85039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82255" y="3663696"/>
              <a:ext cx="1805940" cy="85039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66743" y="4570476"/>
              <a:ext cx="1805939" cy="85039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24499" y="4570476"/>
              <a:ext cx="1805940" cy="850392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506467" y="3890771"/>
            <a:ext cx="891540" cy="399415"/>
          </a:xfrm>
          <a:prstGeom prst="rect">
            <a:avLst/>
          </a:prstGeom>
          <a:solidFill>
            <a:srgbClr val="4E4B4D"/>
          </a:solidFill>
        </p:spPr>
        <p:txBody>
          <a:bodyPr wrap="square" lIns="0" tIns="44450" rIns="0" bIns="0" rtlCol="0" vert="horz">
            <a:spAutoFit/>
          </a:bodyPr>
          <a:lstStyle/>
          <a:p>
            <a:pPr marL="91440" marR="328930">
              <a:lnSpc>
                <a:spcPct val="100000"/>
              </a:lnSpc>
              <a:spcBef>
                <a:spcPts val="350"/>
              </a:spcBef>
            </a:pPr>
            <a:r>
              <a:rPr dirty="0" sz="1000" spc="-155">
                <a:solidFill>
                  <a:srgbClr val="FFFFFF"/>
                </a:solidFill>
                <a:latin typeface="Trebuchet MS"/>
                <a:cs typeface="Trebuchet MS"/>
              </a:rPr>
              <a:t>Diabetic </a:t>
            </a:r>
            <a:r>
              <a:rPr dirty="0" sz="1000" spc="-15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000" spc="-15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000" spc="-19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000" spc="-16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000" spc="-13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000" spc="-17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000" spc="-17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000" spc="-19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dirty="0" sz="1000" spc="-150">
                <a:solidFill>
                  <a:srgbClr val="FFFFFF"/>
                </a:solidFill>
                <a:latin typeface="Trebuchet MS"/>
                <a:cs typeface="Trebuchet MS"/>
              </a:rPr>
              <a:t>at</a:t>
            </a:r>
            <a:r>
              <a:rPr dirty="0" sz="1000" spc="-185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1000" spc="-15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06467" y="4873752"/>
            <a:ext cx="762000" cy="245745"/>
          </a:xfrm>
          <a:prstGeom prst="rect">
            <a:avLst/>
          </a:prstGeom>
          <a:solidFill>
            <a:srgbClr val="4E4B4D"/>
          </a:solidFill>
        </p:spPr>
        <p:txBody>
          <a:bodyPr wrap="square" lIns="0" tIns="4445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dirty="0" sz="1000" spc="-180">
                <a:solidFill>
                  <a:srgbClr val="FFFFFF"/>
                </a:solidFill>
                <a:latin typeface="Trebuchet MS"/>
                <a:cs typeface="Trebuchet MS"/>
              </a:rPr>
              <a:t>Glaucoma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52615" y="4873752"/>
            <a:ext cx="673735" cy="245745"/>
          </a:xfrm>
          <a:prstGeom prst="rect">
            <a:avLst/>
          </a:prstGeom>
          <a:solidFill>
            <a:srgbClr val="4E4B4D"/>
          </a:solidFill>
        </p:spPr>
        <p:txBody>
          <a:bodyPr wrap="square" lIns="0" tIns="4445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50"/>
              </a:spcBef>
            </a:pPr>
            <a:r>
              <a:rPr dirty="0" sz="1000" spc="-150">
                <a:solidFill>
                  <a:srgbClr val="FFFFFF"/>
                </a:solidFill>
                <a:latin typeface="Trebuchet MS"/>
                <a:cs typeface="Trebuchet MS"/>
              </a:rPr>
              <a:t>Cataract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452615" y="3895344"/>
            <a:ext cx="741045" cy="401320"/>
          </a:xfrm>
          <a:prstGeom prst="rect">
            <a:avLst/>
          </a:prstGeom>
          <a:solidFill>
            <a:srgbClr val="4E4B4D"/>
          </a:solidFill>
        </p:spPr>
        <p:txBody>
          <a:bodyPr wrap="square" lIns="0" tIns="44450" rIns="0" bIns="0" rtlCol="0" vert="horz">
            <a:spAutoFit/>
          </a:bodyPr>
          <a:lstStyle/>
          <a:p>
            <a:pPr marL="91440" marR="254635">
              <a:lnSpc>
                <a:spcPct val="100000"/>
              </a:lnSpc>
              <a:spcBef>
                <a:spcPts val="350"/>
              </a:spcBef>
            </a:pPr>
            <a:r>
              <a:rPr dirty="0" sz="1000" spc="-160">
                <a:solidFill>
                  <a:srgbClr val="FFFFFF"/>
                </a:solidFill>
                <a:latin typeface="Trebuchet MS"/>
                <a:cs typeface="Trebuchet MS"/>
              </a:rPr>
              <a:t>Cornea </a:t>
            </a:r>
            <a:r>
              <a:rPr dirty="0" sz="1000" spc="-15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000" spc="-204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000" spc="-12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000" spc="-9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000" spc="-135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dirty="0" sz="1000" spc="-7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000" spc="-19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000" spc="-14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000" spc="-12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000" spc="-5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55507" y="3966971"/>
            <a:ext cx="548640" cy="245745"/>
          </a:xfrm>
          <a:prstGeom prst="rect">
            <a:avLst/>
          </a:prstGeom>
          <a:solidFill>
            <a:srgbClr val="4E4B4D"/>
          </a:solidFill>
        </p:spPr>
        <p:txBody>
          <a:bodyPr wrap="square" lIns="0" tIns="4381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45"/>
              </a:spcBef>
            </a:pPr>
            <a:r>
              <a:rPr dirty="0" sz="1000" spc="-180">
                <a:solidFill>
                  <a:srgbClr val="FFFFFF"/>
                </a:solidFill>
                <a:latin typeface="Trebuchet MS"/>
                <a:cs typeface="Trebuchet MS"/>
              </a:rPr>
              <a:t>ARMD</a:t>
            </a:r>
            <a:endParaRPr sz="1000">
              <a:latin typeface="Trebuchet MS"/>
              <a:cs typeface="Trebuchet MS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4736" y="2261603"/>
            <a:ext cx="7675626" cy="86945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6344" y="1440180"/>
            <a:ext cx="4959858" cy="640841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3582" y="6524434"/>
            <a:ext cx="7988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195822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069073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164"/>
            <a:ext cx="2788158" cy="23399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52539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3.3.</a:t>
            </a:r>
            <a:r>
              <a:rPr dirty="0" spc="-30"/>
              <a:t> </a:t>
            </a:r>
            <a:r>
              <a:rPr dirty="0" spc="-5"/>
              <a:t>Autonomous</a:t>
            </a:r>
            <a:r>
              <a:rPr dirty="0" spc="-55"/>
              <a:t> </a:t>
            </a:r>
            <a:r>
              <a:rPr dirty="0" spc="-5"/>
              <a:t>Vehicle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1393" y="6147612"/>
            <a:ext cx="2511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10">
                <a:latin typeface="Trebuchet MS"/>
                <a:cs typeface="Trebuchet MS"/>
              </a:rPr>
              <a:t>Note:</a:t>
            </a:r>
            <a:r>
              <a:rPr dirty="0" sz="1200" spc="-165">
                <a:latin typeface="Trebuchet MS"/>
                <a:cs typeface="Trebuchet MS"/>
              </a:rPr>
              <a:t> </a:t>
            </a:r>
            <a:r>
              <a:rPr dirty="0" sz="1200" spc="-260">
                <a:latin typeface="Trebuchet MS"/>
                <a:cs typeface="Trebuchet MS"/>
              </a:rPr>
              <a:t>1)</a:t>
            </a:r>
            <a:r>
              <a:rPr dirty="0" sz="1200" spc="-135">
                <a:latin typeface="Trebuchet MS"/>
                <a:cs typeface="Trebuchet MS"/>
              </a:rPr>
              <a:t> </a:t>
            </a:r>
            <a:r>
              <a:rPr dirty="0" sz="1200" spc="-180">
                <a:latin typeface="Trebuchet MS"/>
                <a:cs typeface="Trebuchet MS"/>
              </a:rPr>
              <a:t>ADAS</a:t>
            </a:r>
            <a:r>
              <a:rPr dirty="0" sz="1200" spc="-170">
                <a:latin typeface="Trebuchet MS"/>
                <a:cs typeface="Trebuchet MS"/>
              </a:rPr>
              <a:t> </a:t>
            </a:r>
            <a:r>
              <a:rPr dirty="0" sz="1200" spc="-245">
                <a:latin typeface="Trebuchet MS"/>
                <a:cs typeface="Trebuchet MS"/>
              </a:rPr>
              <a:t>:</a:t>
            </a:r>
            <a:r>
              <a:rPr dirty="0" sz="1200" spc="-114">
                <a:latin typeface="Trebuchet MS"/>
                <a:cs typeface="Trebuchet MS"/>
              </a:rPr>
              <a:t> </a:t>
            </a:r>
            <a:r>
              <a:rPr dirty="0" sz="1200" spc="-200">
                <a:latin typeface="Trebuchet MS"/>
                <a:cs typeface="Trebuchet MS"/>
              </a:rPr>
              <a:t>Advanced</a:t>
            </a:r>
            <a:r>
              <a:rPr dirty="0" sz="1200" spc="-170">
                <a:latin typeface="Trebuchet MS"/>
                <a:cs typeface="Trebuchet MS"/>
              </a:rPr>
              <a:t> </a:t>
            </a:r>
            <a:r>
              <a:rPr dirty="0" sz="1200" spc="-145">
                <a:latin typeface="Trebuchet MS"/>
                <a:cs typeface="Trebuchet MS"/>
              </a:rPr>
              <a:t>Driver</a:t>
            </a:r>
            <a:r>
              <a:rPr dirty="0" sz="1200" spc="-125">
                <a:latin typeface="Trebuchet MS"/>
                <a:cs typeface="Trebuchet MS"/>
              </a:rPr>
              <a:t> </a:t>
            </a:r>
            <a:r>
              <a:rPr dirty="0" sz="1200" spc="-150">
                <a:latin typeface="Trebuchet MS"/>
                <a:cs typeface="Trebuchet MS"/>
              </a:rPr>
              <a:t>Assistance</a:t>
            </a:r>
            <a:r>
              <a:rPr dirty="0" sz="1200" spc="-145">
                <a:latin typeface="Trebuchet MS"/>
                <a:cs typeface="Trebuchet MS"/>
              </a:rPr>
              <a:t> </a:t>
            </a:r>
            <a:r>
              <a:rPr dirty="0" sz="1200" spc="-150">
                <a:latin typeface="Trebuchet MS"/>
                <a:cs typeface="Trebuchet MS"/>
              </a:rPr>
              <a:t>Systems</a:t>
            </a:r>
            <a:endParaRPr sz="1200">
              <a:latin typeface="Trebuchet MS"/>
              <a:cs typeface="Trebuchet MS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633971" y="6163055"/>
            <a:ext cx="2821305" cy="198120"/>
            <a:chOff x="6633971" y="6163055"/>
            <a:chExt cx="2821305" cy="198120"/>
          </a:xfrm>
        </p:grpSpPr>
        <p:sp>
          <p:nvSpPr>
            <p:cNvPr id="10" name="object 10"/>
            <p:cNvSpPr/>
            <p:nvPr/>
          </p:nvSpPr>
          <p:spPr>
            <a:xfrm>
              <a:off x="6633971" y="6163055"/>
              <a:ext cx="2821305" cy="198120"/>
            </a:xfrm>
            <a:custGeom>
              <a:avLst/>
              <a:gdLst/>
              <a:ahLst/>
              <a:cxnLst/>
              <a:rect l="l" t="t" r="r" b="b"/>
              <a:pathLst>
                <a:path w="2821304" h="198120">
                  <a:moveTo>
                    <a:pt x="2721863" y="0"/>
                  </a:moveTo>
                  <a:lnTo>
                    <a:pt x="99059" y="0"/>
                  </a:lnTo>
                  <a:lnTo>
                    <a:pt x="60489" y="7784"/>
                  </a:lnTo>
                  <a:lnTo>
                    <a:pt x="29003" y="29013"/>
                  </a:lnTo>
                  <a:lnTo>
                    <a:pt x="7780" y="60500"/>
                  </a:lnTo>
                  <a:lnTo>
                    <a:pt x="0" y="99060"/>
                  </a:lnTo>
                  <a:lnTo>
                    <a:pt x="7780" y="137619"/>
                  </a:lnTo>
                  <a:lnTo>
                    <a:pt x="29003" y="169106"/>
                  </a:lnTo>
                  <a:lnTo>
                    <a:pt x="60489" y="190335"/>
                  </a:lnTo>
                  <a:lnTo>
                    <a:pt x="99059" y="198120"/>
                  </a:lnTo>
                  <a:lnTo>
                    <a:pt x="2721863" y="198120"/>
                  </a:lnTo>
                  <a:lnTo>
                    <a:pt x="2760434" y="190335"/>
                  </a:lnTo>
                  <a:lnTo>
                    <a:pt x="2791920" y="169106"/>
                  </a:lnTo>
                  <a:lnTo>
                    <a:pt x="2813143" y="137619"/>
                  </a:lnTo>
                  <a:lnTo>
                    <a:pt x="2820924" y="99060"/>
                  </a:lnTo>
                  <a:lnTo>
                    <a:pt x="2813143" y="60500"/>
                  </a:lnTo>
                  <a:lnTo>
                    <a:pt x="2791920" y="29013"/>
                  </a:lnTo>
                  <a:lnTo>
                    <a:pt x="2760434" y="7784"/>
                  </a:lnTo>
                  <a:lnTo>
                    <a:pt x="2721863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40879" y="6211823"/>
              <a:ext cx="2007870" cy="125729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923288"/>
            <a:ext cx="1213865" cy="157734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4195445" y="2372741"/>
            <a:ext cx="4976495" cy="3141345"/>
            <a:chOff x="4195445" y="2372741"/>
            <a:chExt cx="4976495" cy="3141345"/>
          </a:xfrm>
        </p:grpSpPr>
        <p:sp>
          <p:nvSpPr>
            <p:cNvPr id="14" name="object 14"/>
            <p:cNvSpPr/>
            <p:nvPr/>
          </p:nvSpPr>
          <p:spPr>
            <a:xfrm>
              <a:off x="4210050" y="2387346"/>
              <a:ext cx="4947285" cy="3112135"/>
            </a:xfrm>
            <a:custGeom>
              <a:avLst/>
              <a:gdLst/>
              <a:ahLst/>
              <a:cxnLst/>
              <a:rect l="l" t="t" r="r" b="b"/>
              <a:pathLst>
                <a:path w="4947284" h="3112135">
                  <a:moveTo>
                    <a:pt x="4946904" y="0"/>
                  </a:moveTo>
                  <a:lnTo>
                    <a:pt x="0" y="0"/>
                  </a:lnTo>
                  <a:lnTo>
                    <a:pt x="0" y="3112007"/>
                  </a:lnTo>
                  <a:lnTo>
                    <a:pt x="4946904" y="3112007"/>
                  </a:lnTo>
                  <a:lnTo>
                    <a:pt x="4946904" y="0"/>
                  </a:lnTo>
                  <a:close/>
                </a:path>
              </a:pathLst>
            </a:custGeom>
            <a:solidFill>
              <a:srgbClr val="183DA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210050" y="2387346"/>
              <a:ext cx="4947285" cy="3112135"/>
            </a:xfrm>
            <a:custGeom>
              <a:avLst/>
              <a:gdLst/>
              <a:ahLst/>
              <a:cxnLst/>
              <a:rect l="l" t="t" r="r" b="b"/>
              <a:pathLst>
                <a:path w="4947284" h="3112135">
                  <a:moveTo>
                    <a:pt x="0" y="3112007"/>
                  </a:moveTo>
                  <a:lnTo>
                    <a:pt x="4946904" y="3112007"/>
                  </a:lnTo>
                  <a:lnTo>
                    <a:pt x="4946904" y="0"/>
                  </a:lnTo>
                  <a:lnTo>
                    <a:pt x="0" y="0"/>
                  </a:lnTo>
                  <a:lnTo>
                    <a:pt x="0" y="3112007"/>
                  </a:lnTo>
                  <a:close/>
                </a:path>
              </a:pathLst>
            </a:custGeom>
            <a:ln w="28956">
              <a:solidFill>
                <a:srgbClr val="183DAF"/>
              </a:solidFill>
              <a:prstDash val="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543800" y="2727960"/>
              <a:ext cx="1546860" cy="2672080"/>
            </a:xfrm>
            <a:custGeom>
              <a:avLst/>
              <a:gdLst/>
              <a:ahLst/>
              <a:cxnLst/>
              <a:rect l="l" t="t" r="r" b="b"/>
              <a:pathLst>
                <a:path w="1546859" h="2672079">
                  <a:moveTo>
                    <a:pt x="1289050" y="0"/>
                  </a:moveTo>
                  <a:lnTo>
                    <a:pt x="257809" y="0"/>
                  </a:lnTo>
                  <a:lnTo>
                    <a:pt x="211472" y="4154"/>
                  </a:lnTo>
                  <a:lnTo>
                    <a:pt x="167858" y="16131"/>
                  </a:lnTo>
                  <a:lnTo>
                    <a:pt x="127696" y="35202"/>
                  </a:lnTo>
                  <a:lnTo>
                    <a:pt x="91713" y="60639"/>
                  </a:lnTo>
                  <a:lnTo>
                    <a:pt x="60639" y="91713"/>
                  </a:lnTo>
                  <a:lnTo>
                    <a:pt x="35202" y="127696"/>
                  </a:lnTo>
                  <a:lnTo>
                    <a:pt x="16131" y="167858"/>
                  </a:lnTo>
                  <a:lnTo>
                    <a:pt x="4154" y="211472"/>
                  </a:lnTo>
                  <a:lnTo>
                    <a:pt x="0" y="257810"/>
                  </a:lnTo>
                  <a:lnTo>
                    <a:pt x="0" y="2413762"/>
                  </a:lnTo>
                  <a:lnTo>
                    <a:pt x="4154" y="2460099"/>
                  </a:lnTo>
                  <a:lnTo>
                    <a:pt x="16131" y="2503713"/>
                  </a:lnTo>
                  <a:lnTo>
                    <a:pt x="35202" y="2543875"/>
                  </a:lnTo>
                  <a:lnTo>
                    <a:pt x="60639" y="2579858"/>
                  </a:lnTo>
                  <a:lnTo>
                    <a:pt x="91713" y="2610932"/>
                  </a:lnTo>
                  <a:lnTo>
                    <a:pt x="127696" y="2636369"/>
                  </a:lnTo>
                  <a:lnTo>
                    <a:pt x="167858" y="2655440"/>
                  </a:lnTo>
                  <a:lnTo>
                    <a:pt x="211472" y="2667417"/>
                  </a:lnTo>
                  <a:lnTo>
                    <a:pt x="257809" y="2671572"/>
                  </a:lnTo>
                  <a:lnTo>
                    <a:pt x="1289050" y="2671572"/>
                  </a:lnTo>
                  <a:lnTo>
                    <a:pt x="1335387" y="2667417"/>
                  </a:lnTo>
                  <a:lnTo>
                    <a:pt x="1379001" y="2655440"/>
                  </a:lnTo>
                  <a:lnTo>
                    <a:pt x="1419163" y="2636369"/>
                  </a:lnTo>
                  <a:lnTo>
                    <a:pt x="1455146" y="2610932"/>
                  </a:lnTo>
                  <a:lnTo>
                    <a:pt x="1486220" y="2579858"/>
                  </a:lnTo>
                  <a:lnTo>
                    <a:pt x="1511657" y="2543875"/>
                  </a:lnTo>
                  <a:lnTo>
                    <a:pt x="1530728" y="2503713"/>
                  </a:lnTo>
                  <a:lnTo>
                    <a:pt x="1542705" y="2460099"/>
                  </a:lnTo>
                  <a:lnTo>
                    <a:pt x="1546859" y="2413762"/>
                  </a:lnTo>
                  <a:lnTo>
                    <a:pt x="1546859" y="257810"/>
                  </a:lnTo>
                  <a:lnTo>
                    <a:pt x="1542705" y="211472"/>
                  </a:lnTo>
                  <a:lnTo>
                    <a:pt x="1530728" y="167858"/>
                  </a:lnTo>
                  <a:lnTo>
                    <a:pt x="1511657" y="127696"/>
                  </a:lnTo>
                  <a:lnTo>
                    <a:pt x="1486220" y="91713"/>
                  </a:lnTo>
                  <a:lnTo>
                    <a:pt x="1455146" y="60639"/>
                  </a:lnTo>
                  <a:lnTo>
                    <a:pt x="1419163" y="35202"/>
                  </a:lnTo>
                  <a:lnTo>
                    <a:pt x="1379001" y="16131"/>
                  </a:lnTo>
                  <a:lnTo>
                    <a:pt x="1335387" y="4154"/>
                  </a:lnTo>
                  <a:lnTo>
                    <a:pt x="128905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319778" y="2119122"/>
            <a:ext cx="124968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35" b="1">
                <a:solidFill>
                  <a:srgbClr val="294D9D"/>
                </a:solidFill>
                <a:latin typeface="Arial"/>
                <a:cs typeface="Arial"/>
              </a:rPr>
              <a:t>Au</a:t>
            </a:r>
            <a:r>
              <a:rPr dirty="0" sz="1400" spc="-65" b="1">
                <a:solidFill>
                  <a:srgbClr val="294D9D"/>
                </a:solidFill>
                <a:latin typeface="Arial"/>
                <a:cs typeface="Arial"/>
              </a:rPr>
              <a:t>t</a:t>
            </a:r>
            <a:r>
              <a:rPr dirty="0" sz="1400" spc="-204" b="1">
                <a:solidFill>
                  <a:srgbClr val="294D9D"/>
                </a:solidFill>
                <a:latin typeface="Arial"/>
                <a:cs typeface="Arial"/>
              </a:rPr>
              <a:t>o</a:t>
            </a:r>
            <a:r>
              <a:rPr dirty="0" sz="1400" spc="-285" b="1">
                <a:solidFill>
                  <a:srgbClr val="294D9D"/>
                </a:solidFill>
                <a:latin typeface="Arial"/>
                <a:cs typeface="Arial"/>
              </a:rPr>
              <a:t>m</a:t>
            </a:r>
            <a:r>
              <a:rPr dirty="0" sz="1400" spc="-125" b="1">
                <a:solidFill>
                  <a:srgbClr val="294D9D"/>
                </a:solidFill>
                <a:latin typeface="Arial"/>
                <a:cs typeface="Arial"/>
              </a:rPr>
              <a:t>atio</a:t>
            </a:r>
            <a:r>
              <a:rPr dirty="0" sz="1400" spc="-160" b="1">
                <a:solidFill>
                  <a:srgbClr val="294D9D"/>
                </a:solidFill>
                <a:latin typeface="Arial"/>
                <a:cs typeface="Arial"/>
              </a:rPr>
              <a:t>n</a:t>
            </a:r>
            <a:r>
              <a:rPr dirty="0" sz="1400" spc="-80" b="1">
                <a:solidFill>
                  <a:srgbClr val="294D9D"/>
                </a:solidFill>
                <a:latin typeface="Arial"/>
                <a:cs typeface="Arial"/>
              </a:rPr>
              <a:t> </a:t>
            </a:r>
            <a:r>
              <a:rPr dirty="0" sz="1400" spc="-280" b="1">
                <a:solidFill>
                  <a:srgbClr val="294D9D"/>
                </a:solidFill>
                <a:latin typeface="Arial"/>
                <a:cs typeface="Arial"/>
              </a:rPr>
              <a:t>L</a:t>
            </a:r>
            <a:r>
              <a:rPr dirty="0" sz="1400" spc="-250" b="1">
                <a:solidFill>
                  <a:srgbClr val="294D9D"/>
                </a:solidFill>
                <a:latin typeface="Arial"/>
                <a:cs typeface="Arial"/>
              </a:rPr>
              <a:t>e</a:t>
            </a:r>
            <a:r>
              <a:rPr dirty="0" sz="1400" spc="-220" b="1">
                <a:solidFill>
                  <a:srgbClr val="294D9D"/>
                </a:solidFill>
                <a:latin typeface="Arial"/>
                <a:cs typeface="Arial"/>
              </a:rPr>
              <a:t>v</a:t>
            </a:r>
            <a:r>
              <a:rPr dirty="0" sz="1400" spc="-150" b="1">
                <a:solidFill>
                  <a:srgbClr val="294D9D"/>
                </a:solidFill>
                <a:latin typeface="Arial"/>
                <a:cs typeface="Arial"/>
              </a:rPr>
              <a:t>els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21142" y="2759201"/>
            <a:ext cx="3917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v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2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50">
                <a:solidFill>
                  <a:srgbClr val="585858"/>
                </a:solidFill>
                <a:latin typeface="Trebuchet MS"/>
                <a:cs typeface="Trebuchet MS"/>
              </a:rPr>
              <a:t>5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687056" y="3340608"/>
            <a:ext cx="1260475" cy="635635"/>
          </a:xfrm>
          <a:custGeom>
            <a:avLst/>
            <a:gdLst/>
            <a:ahLst/>
            <a:cxnLst/>
            <a:rect l="l" t="t" r="r" b="b"/>
            <a:pathLst>
              <a:path w="1260475" h="635635">
                <a:moveTo>
                  <a:pt x="1260348" y="0"/>
                </a:moveTo>
                <a:lnTo>
                  <a:pt x="0" y="0"/>
                </a:lnTo>
                <a:lnTo>
                  <a:pt x="0" y="635507"/>
                </a:lnTo>
                <a:lnTo>
                  <a:pt x="1260348" y="635507"/>
                </a:lnTo>
                <a:lnTo>
                  <a:pt x="1260348" y="0"/>
                </a:lnTo>
                <a:close/>
              </a:path>
            </a:pathLst>
          </a:custGeom>
          <a:solidFill>
            <a:srgbClr val="33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687056" y="3340608"/>
            <a:ext cx="1260475" cy="6356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335915" marR="328295" indent="635">
              <a:lnSpc>
                <a:spcPct val="100000"/>
              </a:lnSpc>
              <a:spcBef>
                <a:spcPts val="55"/>
              </a:spcBef>
            </a:pPr>
            <a:r>
              <a:rPr dirty="0" sz="1300" spc="-200">
                <a:solidFill>
                  <a:srgbClr val="FFFFFF"/>
                </a:solidFill>
                <a:latin typeface="Trebuchet MS"/>
                <a:cs typeface="Trebuchet MS"/>
              </a:rPr>
              <a:t>Full </a:t>
            </a:r>
            <a:r>
              <a:rPr dirty="0" sz="1300" spc="-1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utoma</a:t>
            </a:r>
            <a:r>
              <a:rPr dirty="0" sz="1300" spc="-20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FFFFFF"/>
                </a:solidFill>
                <a:latin typeface="Trebuchet MS"/>
                <a:cs typeface="Trebuchet MS"/>
              </a:rPr>
              <a:t>ion</a:t>
            </a:r>
            <a:endParaRPr sz="1300">
              <a:latin typeface="Trebuchet MS"/>
              <a:cs typeface="Trebuchet MS"/>
            </a:endParaRPr>
          </a:p>
          <a:p>
            <a:pPr algn="ctr" marL="3175">
              <a:lnSpc>
                <a:spcPct val="100000"/>
              </a:lnSpc>
              <a:spcBef>
                <a:spcPts val="165"/>
              </a:spcBef>
            </a:pPr>
            <a:r>
              <a:rPr dirty="0" sz="1300" spc="-130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300" spc="-130" b="1">
                <a:solidFill>
                  <a:srgbClr val="FFFFFF"/>
                </a:solidFill>
                <a:latin typeface="Arial"/>
                <a:cs typeface="Arial"/>
              </a:rPr>
              <a:t>ind</a:t>
            </a: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300" spc="-7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05500" y="2727960"/>
            <a:ext cx="2664460" cy="2672080"/>
            <a:chOff x="5905500" y="2727960"/>
            <a:chExt cx="2664460" cy="2672080"/>
          </a:xfrm>
        </p:grpSpPr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65007" y="3003804"/>
              <a:ext cx="504444" cy="40233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905500" y="2727960"/>
              <a:ext cx="1546860" cy="2672080"/>
            </a:xfrm>
            <a:custGeom>
              <a:avLst/>
              <a:gdLst/>
              <a:ahLst/>
              <a:cxnLst/>
              <a:rect l="l" t="t" r="r" b="b"/>
              <a:pathLst>
                <a:path w="1546859" h="2672079">
                  <a:moveTo>
                    <a:pt x="1289050" y="0"/>
                  </a:moveTo>
                  <a:lnTo>
                    <a:pt x="257810" y="0"/>
                  </a:lnTo>
                  <a:lnTo>
                    <a:pt x="211472" y="4154"/>
                  </a:lnTo>
                  <a:lnTo>
                    <a:pt x="167858" y="16131"/>
                  </a:lnTo>
                  <a:lnTo>
                    <a:pt x="127696" y="35202"/>
                  </a:lnTo>
                  <a:lnTo>
                    <a:pt x="91713" y="60639"/>
                  </a:lnTo>
                  <a:lnTo>
                    <a:pt x="60639" y="91713"/>
                  </a:lnTo>
                  <a:lnTo>
                    <a:pt x="35202" y="127696"/>
                  </a:lnTo>
                  <a:lnTo>
                    <a:pt x="16131" y="167858"/>
                  </a:lnTo>
                  <a:lnTo>
                    <a:pt x="4154" y="211472"/>
                  </a:lnTo>
                  <a:lnTo>
                    <a:pt x="0" y="257810"/>
                  </a:lnTo>
                  <a:lnTo>
                    <a:pt x="0" y="2413762"/>
                  </a:lnTo>
                  <a:lnTo>
                    <a:pt x="4154" y="2460099"/>
                  </a:lnTo>
                  <a:lnTo>
                    <a:pt x="16131" y="2503713"/>
                  </a:lnTo>
                  <a:lnTo>
                    <a:pt x="35202" y="2543875"/>
                  </a:lnTo>
                  <a:lnTo>
                    <a:pt x="60639" y="2579858"/>
                  </a:lnTo>
                  <a:lnTo>
                    <a:pt x="91713" y="2610932"/>
                  </a:lnTo>
                  <a:lnTo>
                    <a:pt x="127696" y="2636369"/>
                  </a:lnTo>
                  <a:lnTo>
                    <a:pt x="167858" y="2655440"/>
                  </a:lnTo>
                  <a:lnTo>
                    <a:pt x="211472" y="2667417"/>
                  </a:lnTo>
                  <a:lnTo>
                    <a:pt x="257810" y="2671572"/>
                  </a:lnTo>
                  <a:lnTo>
                    <a:pt x="1289050" y="2671572"/>
                  </a:lnTo>
                  <a:lnTo>
                    <a:pt x="1335387" y="2667417"/>
                  </a:lnTo>
                  <a:lnTo>
                    <a:pt x="1379001" y="2655440"/>
                  </a:lnTo>
                  <a:lnTo>
                    <a:pt x="1419163" y="2636369"/>
                  </a:lnTo>
                  <a:lnTo>
                    <a:pt x="1455146" y="2610932"/>
                  </a:lnTo>
                  <a:lnTo>
                    <a:pt x="1486220" y="2579858"/>
                  </a:lnTo>
                  <a:lnTo>
                    <a:pt x="1511657" y="2543875"/>
                  </a:lnTo>
                  <a:lnTo>
                    <a:pt x="1530728" y="2503713"/>
                  </a:lnTo>
                  <a:lnTo>
                    <a:pt x="1542705" y="2460099"/>
                  </a:lnTo>
                  <a:lnTo>
                    <a:pt x="1546859" y="2413762"/>
                  </a:lnTo>
                  <a:lnTo>
                    <a:pt x="1546859" y="257810"/>
                  </a:lnTo>
                  <a:lnTo>
                    <a:pt x="1542705" y="211472"/>
                  </a:lnTo>
                  <a:lnTo>
                    <a:pt x="1530728" y="167858"/>
                  </a:lnTo>
                  <a:lnTo>
                    <a:pt x="1511657" y="127696"/>
                  </a:lnTo>
                  <a:lnTo>
                    <a:pt x="1486220" y="91713"/>
                  </a:lnTo>
                  <a:lnTo>
                    <a:pt x="1455146" y="60639"/>
                  </a:lnTo>
                  <a:lnTo>
                    <a:pt x="1419163" y="35202"/>
                  </a:lnTo>
                  <a:lnTo>
                    <a:pt x="1379001" y="16131"/>
                  </a:lnTo>
                  <a:lnTo>
                    <a:pt x="1335387" y="4154"/>
                  </a:lnTo>
                  <a:lnTo>
                    <a:pt x="128905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048755" y="3340608"/>
              <a:ext cx="1260475" cy="635635"/>
            </a:xfrm>
            <a:custGeom>
              <a:avLst/>
              <a:gdLst/>
              <a:ahLst/>
              <a:cxnLst/>
              <a:rect l="l" t="t" r="r" b="b"/>
              <a:pathLst>
                <a:path w="1260475" h="635635">
                  <a:moveTo>
                    <a:pt x="1260348" y="0"/>
                  </a:moveTo>
                  <a:lnTo>
                    <a:pt x="0" y="0"/>
                  </a:lnTo>
                  <a:lnTo>
                    <a:pt x="0" y="635507"/>
                  </a:lnTo>
                  <a:lnTo>
                    <a:pt x="1260348" y="635507"/>
                  </a:lnTo>
                  <a:lnTo>
                    <a:pt x="1260348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7636509" y="3979545"/>
            <a:ext cx="1188085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215">
                <a:solidFill>
                  <a:srgbClr val="404040"/>
                </a:solidFill>
                <a:latin typeface="Trebuchet MS"/>
                <a:cs typeface="Trebuchet MS"/>
              </a:rPr>
              <a:t>Robo</a:t>
            </a:r>
            <a:r>
              <a:rPr dirty="0" sz="1300" spc="-10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dirty="0" sz="1300" spc="-20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35">
                <a:solidFill>
                  <a:srgbClr val="404040"/>
                </a:solidFill>
                <a:latin typeface="Trebuchet MS"/>
                <a:cs typeface="Trebuchet MS"/>
              </a:rPr>
              <a:t>x</a:t>
            </a:r>
            <a:r>
              <a:rPr dirty="0" sz="1300" spc="-14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1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utonomo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300" spc="-55">
                <a:solidFill>
                  <a:srgbClr val="404040"/>
                </a:solidFill>
                <a:latin typeface="Trebuchet MS"/>
                <a:cs typeface="Trebuchet MS"/>
              </a:rPr>
              <a:t>s  </a:t>
            </a:r>
            <a:r>
              <a:rPr dirty="0" sz="1300" spc="-8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hu</a:t>
            </a:r>
            <a:r>
              <a:rPr dirty="0" sz="1300" spc="-200">
                <a:solidFill>
                  <a:srgbClr val="404040"/>
                </a:solidFill>
                <a:latin typeface="Trebuchet MS"/>
                <a:cs typeface="Trebuchet MS"/>
              </a:rPr>
              <a:t>tt</a:t>
            </a:r>
            <a:r>
              <a:rPr dirty="0" sz="1300" spc="-14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25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1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16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155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5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300" spc="-125">
                <a:solidFill>
                  <a:srgbClr val="404040"/>
                </a:solidFill>
                <a:latin typeface="Trebuchet MS"/>
                <a:cs typeface="Trebuchet MS"/>
              </a:rPr>
              <a:t>ri</a:t>
            </a:r>
            <a:r>
              <a:rPr dirty="0" sz="1300" spc="-18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1300" spc="-160">
                <a:solidFill>
                  <a:srgbClr val="404040"/>
                </a:solidFill>
                <a:latin typeface="Trebuchet MS"/>
                <a:cs typeface="Trebuchet MS"/>
              </a:rPr>
              <a:t>ing  </a:t>
            </a:r>
            <a:r>
              <a:rPr dirty="0" sz="1300" spc="-190">
                <a:solidFill>
                  <a:srgbClr val="404040"/>
                </a:solidFill>
                <a:latin typeface="Trebuchet MS"/>
                <a:cs typeface="Trebuchet MS"/>
              </a:rPr>
              <a:t>Conditions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048755" y="3340608"/>
            <a:ext cx="1260475" cy="6356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335915" marR="328295" indent="1270">
              <a:lnSpc>
                <a:spcPct val="100000"/>
              </a:lnSpc>
              <a:spcBef>
                <a:spcPts val="55"/>
              </a:spcBef>
            </a:pPr>
            <a:r>
              <a:rPr dirty="0" sz="1300" spc="-215">
                <a:solidFill>
                  <a:srgbClr val="FFFFFF"/>
                </a:solidFill>
                <a:latin typeface="Trebuchet MS"/>
                <a:cs typeface="Trebuchet MS"/>
              </a:rPr>
              <a:t>High </a:t>
            </a:r>
            <a:r>
              <a:rPr dirty="0" sz="1300" spc="-2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utoma</a:t>
            </a:r>
            <a:r>
              <a:rPr dirty="0" sz="1300" spc="-20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FFFFFF"/>
                </a:solidFill>
                <a:latin typeface="Trebuchet MS"/>
                <a:cs typeface="Trebuchet MS"/>
              </a:rPr>
              <a:t>ion</a:t>
            </a:r>
            <a:endParaRPr sz="1300">
              <a:latin typeface="Trebuchet MS"/>
              <a:cs typeface="Trebuchet MS"/>
            </a:endParaRPr>
          </a:p>
          <a:p>
            <a:pPr algn="ctr" marL="1905">
              <a:lnSpc>
                <a:spcPct val="100000"/>
              </a:lnSpc>
              <a:spcBef>
                <a:spcPts val="165"/>
              </a:spcBef>
            </a:pPr>
            <a:r>
              <a:rPr dirty="0" sz="1300" spc="-265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300" spc="-23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1300" spc="-200" b="1">
                <a:solidFill>
                  <a:srgbClr val="FFFFFF"/>
                </a:solidFill>
                <a:latin typeface="Arial"/>
                <a:cs typeface="Arial"/>
              </a:rPr>
              <a:t>es</a:t>
            </a:r>
            <a:r>
              <a:rPr dirty="0" sz="13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300" spc="-7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267200" y="2727960"/>
            <a:ext cx="2654935" cy="2672080"/>
            <a:chOff x="4267200" y="2727960"/>
            <a:chExt cx="2654935" cy="2672080"/>
          </a:xfrm>
        </p:grpSpPr>
        <p:pic>
          <p:nvPicPr>
            <p:cNvPr id="28" name="object 2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5851" y="2987040"/>
              <a:ext cx="486155" cy="41910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267200" y="2727960"/>
              <a:ext cx="1546860" cy="2672080"/>
            </a:xfrm>
            <a:custGeom>
              <a:avLst/>
              <a:gdLst/>
              <a:ahLst/>
              <a:cxnLst/>
              <a:rect l="l" t="t" r="r" b="b"/>
              <a:pathLst>
                <a:path w="1546860" h="2672079">
                  <a:moveTo>
                    <a:pt x="1289050" y="0"/>
                  </a:moveTo>
                  <a:lnTo>
                    <a:pt x="257810" y="0"/>
                  </a:lnTo>
                  <a:lnTo>
                    <a:pt x="211472" y="4154"/>
                  </a:lnTo>
                  <a:lnTo>
                    <a:pt x="167858" y="16131"/>
                  </a:lnTo>
                  <a:lnTo>
                    <a:pt x="127696" y="35202"/>
                  </a:lnTo>
                  <a:lnTo>
                    <a:pt x="91713" y="60639"/>
                  </a:lnTo>
                  <a:lnTo>
                    <a:pt x="60639" y="91713"/>
                  </a:lnTo>
                  <a:lnTo>
                    <a:pt x="35202" y="127696"/>
                  </a:lnTo>
                  <a:lnTo>
                    <a:pt x="16131" y="167858"/>
                  </a:lnTo>
                  <a:lnTo>
                    <a:pt x="4154" y="211472"/>
                  </a:lnTo>
                  <a:lnTo>
                    <a:pt x="0" y="257810"/>
                  </a:lnTo>
                  <a:lnTo>
                    <a:pt x="0" y="2413762"/>
                  </a:lnTo>
                  <a:lnTo>
                    <a:pt x="4154" y="2460099"/>
                  </a:lnTo>
                  <a:lnTo>
                    <a:pt x="16131" y="2503713"/>
                  </a:lnTo>
                  <a:lnTo>
                    <a:pt x="35202" y="2543875"/>
                  </a:lnTo>
                  <a:lnTo>
                    <a:pt x="60639" y="2579858"/>
                  </a:lnTo>
                  <a:lnTo>
                    <a:pt x="91713" y="2610932"/>
                  </a:lnTo>
                  <a:lnTo>
                    <a:pt x="127696" y="2636369"/>
                  </a:lnTo>
                  <a:lnTo>
                    <a:pt x="167858" y="2655440"/>
                  </a:lnTo>
                  <a:lnTo>
                    <a:pt x="211472" y="2667417"/>
                  </a:lnTo>
                  <a:lnTo>
                    <a:pt x="257810" y="2671572"/>
                  </a:lnTo>
                  <a:lnTo>
                    <a:pt x="1289050" y="2671572"/>
                  </a:lnTo>
                  <a:lnTo>
                    <a:pt x="1335387" y="2667417"/>
                  </a:lnTo>
                  <a:lnTo>
                    <a:pt x="1379001" y="2655440"/>
                  </a:lnTo>
                  <a:lnTo>
                    <a:pt x="1419163" y="2636369"/>
                  </a:lnTo>
                  <a:lnTo>
                    <a:pt x="1455146" y="2610932"/>
                  </a:lnTo>
                  <a:lnTo>
                    <a:pt x="1486220" y="2579858"/>
                  </a:lnTo>
                  <a:lnTo>
                    <a:pt x="1511657" y="2543875"/>
                  </a:lnTo>
                  <a:lnTo>
                    <a:pt x="1530728" y="2503713"/>
                  </a:lnTo>
                  <a:lnTo>
                    <a:pt x="1542705" y="2460099"/>
                  </a:lnTo>
                  <a:lnTo>
                    <a:pt x="1546860" y="2413762"/>
                  </a:lnTo>
                  <a:lnTo>
                    <a:pt x="1546860" y="257810"/>
                  </a:lnTo>
                  <a:lnTo>
                    <a:pt x="1542705" y="211472"/>
                  </a:lnTo>
                  <a:lnTo>
                    <a:pt x="1530728" y="167858"/>
                  </a:lnTo>
                  <a:lnTo>
                    <a:pt x="1511657" y="127696"/>
                  </a:lnTo>
                  <a:lnTo>
                    <a:pt x="1486220" y="91713"/>
                  </a:lnTo>
                  <a:lnTo>
                    <a:pt x="1455146" y="60639"/>
                  </a:lnTo>
                  <a:lnTo>
                    <a:pt x="1419163" y="35202"/>
                  </a:lnTo>
                  <a:lnTo>
                    <a:pt x="1379001" y="16131"/>
                  </a:lnTo>
                  <a:lnTo>
                    <a:pt x="1335387" y="4154"/>
                  </a:lnTo>
                  <a:lnTo>
                    <a:pt x="128905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947028" y="3979545"/>
            <a:ext cx="1390650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35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1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300" spc="-335">
                <a:solidFill>
                  <a:srgbClr val="404040"/>
                </a:solidFill>
                <a:latin typeface="Trebuchet MS"/>
                <a:cs typeface="Trebuchet MS"/>
              </a:rPr>
              <a:t>w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dirty="0" sz="1300" spc="-25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95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300" spc="-16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300" spc="-2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75">
                <a:solidFill>
                  <a:srgbClr val="404040"/>
                </a:solidFill>
                <a:latin typeface="Trebuchet MS"/>
                <a:cs typeface="Trebuchet MS"/>
              </a:rPr>
              <a:t>~</a:t>
            </a:r>
            <a:r>
              <a:rPr dirty="0" sz="1300" spc="-480">
                <a:solidFill>
                  <a:srgbClr val="404040"/>
                </a:solidFill>
                <a:latin typeface="Trebuchet MS"/>
                <a:cs typeface="Trebuchet MS"/>
              </a:rPr>
              <a:t>1</a:t>
            </a:r>
            <a:r>
              <a:rPr dirty="0" sz="1300" spc="-170">
                <a:solidFill>
                  <a:srgbClr val="404040"/>
                </a:solidFill>
                <a:latin typeface="Trebuchet MS"/>
                <a:cs typeface="Trebuchet MS"/>
              </a:rPr>
              <a:t>00</a:t>
            </a:r>
            <a:r>
              <a:rPr dirty="0" sz="1300" spc="-37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300" spc="-285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300" spc="-155">
                <a:solidFill>
                  <a:srgbClr val="404040"/>
                </a:solidFill>
                <a:latin typeface="Trebuchet MS"/>
                <a:cs typeface="Trebuchet MS"/>
              </a:rPr>
              <a:t>h  </a:t>
            </a:r>
            <a:r>
              <a:rPr dirty="0" sz="1300" spc="-28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26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300" spc="-37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300" spc="-2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8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300" spc="-21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300" spc="-160">
                <a:solidFill>
                  <a:srgbClr val="404040"/>
                </a:solidFill>
                <a:latin typeface="Trebuchet MS"/>
                <a:cs typeface="Trebuchet MS"/>
              </a:rPr>
              <a:t>e  </a:t>
            </a:r>
            <a:r>
              <a:rPr dirty="0" sz="1300" spc="-28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10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300" spc="-16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8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300" spc="-235">
                <a:solidFill>
                  <a:srgbClr val="404040"/>
                </a:solidFill>
                <a:latin typeface="Trebuchet MS"/>
                <a:cs typeface="Trebuchet MS"/>
              </a:rPr>
              <a:t>ff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3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315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95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844034" y="2749423"/>
            <a:ext cx="3937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v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2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35">
                <a:solidFill>
                  <a:srgbClr val="585858"/>
                </a:solidFill>
                <a:latin typeface="Trebuchet MS"/>
                <a:cs typeface="Trebuchet MS"/>
              </a:rPr>
              <a:t>3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410455" y="3340608"/>
            <a:ext cx="1260475" cy="635635"/>
          </a:xfrm>
          <a:custGeom>
            <a:avLst/>
            <a:gdLst/>
            <a:ahLst/>
            <a:cxnLst/>
            <a:rect l="l" t="t" r="r" b="b"/>
            <a:pathLst>
              <a:path w="1260475" h="635635">
                <a:moveTo>
                  <a:pt x="1260348" y="0"/>
                </a:moveTo>
                <a:lnTo>
                  <a:pt x="0" y="0"/>
                </a:lnTo>
                <a:lnTo>
                  <a:pt x="0" y="635507"/>
                </a:lnTo>
                <a:lnTo>
                  <a:pt x="1260348" y="635507"/>
                </a:lnTo>
                <a:lnTo>
                  <a:pt x="1260348" y="0"/>
                </a:lnTo>
                <a:close/>
              </a:path>
            </a:pathLst>
          </a:custGeom>
          <a:solidFill>
            <a:srgbClr val="33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4410455" y="3340608"/>
            <a:ext cx="1260475" cy="6356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35915" marR="328930" indent="7620">
              <a:lnSpc>
                <a:spcPct val="100000"/>
              </a:lnSpc>
              <a:spcBef>
                <a:spcPts val="55"/>
              </a:spcBef>
            </a:pPr>
            <a:r>
              <a:rPr dirty="0" sz="1300" spc="-200">
                <a:solidFill>
                  <a:srgbClr val="FFFFFF"/>
                </a:solidFill>
                <a:latin typeface="Trebuchet MS"/>
                <a:cs typeface="Trebuchet MS"/>
              </a:rPr>
              <a:t>Conditional </a:t>
            </a:r>
            <a:r>
              <a:rPr dirty="0" sz="1300" spc="-38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utoma</a:t>
            </a:r>
            <a:r>
              <a:rPr dirty="0" sz="1300" spc="-20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FFFFFF"/>
                </a:solidFill>
                <a:latin typeface="Trebuchet MS"/>
                <a:cs typeface="Trebuchet MS"/>
              </a:rPr>
              <a:t>ion</a:t>
            </a:r>
            <a:endParaRPr sz="1300">
              <a:latin typeface="Trebuchet MS"/>
              <a:cs typeface="Trebuchet MS"/>
            </a:endParaRPr>
          </a:p>
          <a:p>
            <a:pPr marL="321945">
              <a:lnSpc>
                <a:spcPct val="100000"/>
              </a:lnSpc>
              <a:spcBef>
                <a:spcPts val="165"/>
              </a:spcBef>
            </a:pPr>
            <a:r>
              <a:rPr dirty="0" sz="1300" spc="-175" b="1">
                <a:solidFill>
                  <a:srgbClr val="FFFFFF"/>
                </a:solidFill>
                <a:latin typeface="Arial"/>
                <a:cs typeface="Arial"/>
              </a:rPr>
              <a:t>Han</a:t>
            </a:r>
            <a:r>
              <a:rPr dirty="0" sz="1300" spc="-175" b="1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dirty="0" sz="1300" spc="-229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3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300" spc="-7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2628900" y="2727960"/>
            <a:ext cx="2664460" cy="2672080"/>
            <a:chOff x="2628900" y="2727960"/>
            <a:chExt cx="2664460" cy="2672080"/>
          </a:xfrm>
        </p:grpSpPr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788407" y="2976372"/>
              <a:ext cx="504443" cy="429767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628900" y="2727960"/>
              <a:ext cx="1546860" cy="2672080"/>
            </a:xfrm>
            <a:custGeom>
              <a:avLst/>
              <a:gdLst/>
              <a:ahLst/>
              <a:cxnLst/>
              <a:rect l="l" t="t" r="r" b="b"/>
              <a:pathLst>
                <a:path w="1546860" h="2672079">
                  <a:moveTo>
                    <a:pt x="1470025" y="0"/>
                  </a:moveTo>
                  <a:lnTo>
                    <a:pt x="76835" y="0"/>
                  </a:lnTo>
                  <a:lnTo>
                    <a:pt x="46934" y="6040"/>
                  </a:lnTo>
                  <a:lnTo>
                    <a:pt x="22510" y="22510"/>
                  </a:lnTo>
                  <a:lnTo>
                    <a:pt x="6040" y="46934"/>
                  </a:lnTo>
                  <a:lnTo>
                    <a:pt x="0" y="76835"/>
                  </a:lnTo>
                  <a:lnTo>
                    <a:pt x="0" y="2594737"/>
                  </a:lnTo>
                  <a:lnTo>
                    <a:pt x="6040" y="2624637"/>
                  </a:lnTo>
                  <a:lnTo>
                    <a:pt x="22510" y="2649061"/>
                  </a:lnTo>
                  <a:lnTo>
                    <a:pt x="46934" y="2665531"/>
                  </a:lnTo>
                  <a:lnTo>
                    <a:pt x="76835" y="2671572"/>
                  </a:lnTo>
                  <a:lnTo>
                    <a:pt x="1470025" y="2671572"/>
                  </a:lnTo>
                  <a:lnTo>
                    <a:pt x="1499925" y="2665531"/>
                  </a:lnTo>
                  <a:lnTo>
                    <a:pt x="1524349" y="2649061"/>
                  </a:lnTo>
                  <a:lnTo>
                    <a:pt x="1540819" y="2624637"/>
                  </a:lnTo>
                  <a:lnTo>
                    <a:pt x="1546860" y="2594737"/>
                  </a:lnTo>
                  <a:lnTo>
                    <a:pt x="1546860" y="76835"/>
                  </a:lnTo>
                  <a:lnTo>
                    <a:pt x="1540819" y="46934"/>
                  </a:lnTo>
                  <a:lnTo>
                    <a:pt x="1524349" y="22510"/>
                  </a:lnTo>
                  <a:lnTo>
                    <a:pt x="1499925" y="6040"/>
                  </a:lnTo>
                  <a:lnTo>
                    <a:pt x="147002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4354448" y="3979545"/>
            <a:ext cx="1345565" cy="817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350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1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300" spc="-335">
                <a:solidFill>
                  <a:srgbClr val="404040"/>
                </a:solidFill>
                <a:latin typeface="Trebuchet MS"/>
                <a:cs typeface="Trebuchet MS"/>
              </a:rPr>
              <a:t>w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dirty="0" sz="1300" spc="-25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95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300" spc="-16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300" spc="-2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75">
                <a:solidFill>
                  <a:srgbClr val="404040"/>
                </a:solidFill>
                <a:latin typeface="Trebuchet MS"/>
                <a:cs typeface="Trebuchet MS"/>
              </a:rPr>
              <a:t>~</a:t>
            </a:r>
            <a:r>
              <a:rPr dirty="0" sz="1300" spc="-180">
                <a:solidFill>
                  <a:srgbClr val="404040"/>
                </a:solidFill>
                <a:latin typeface="Trebuchet MS"/>
                <a:cs typeface="Trebuchet MS"/>
              </a:rPr>
              <a:t>5</a:t>
            </a:r>
            <a:r>
              <a:rPr dirty="0" sz="1300" spc="-170">
                <a:solidFill>
                  <a:srgbClr val="404040"/>
                </a:solidFill>
                <a:latin typeface="Trebuchet MS"/>
                <a:cs typeface="Trebuchet MS"/>
              </a:rPr>
              <a:t>0</a:t>
            </a:r>
            <a:r>
              <a:rPr dirty="0" sz="1300" spc="-37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300" spc="-285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300" spc="-155">
                <a:solidFill>
                  <a:srgbClr val="404040"/>
                </a:solidFill>
                <a:latin typeface="Trebuchet MS"/>
                <a:cs typeface="Trebuchet MS"/>
              </a:rPr>
              <a:t>h  </a:t>
            </a:r>
            <a:r>
              <a:rPr dirty="0" sz="1300" spc="-295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2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300" spc="-2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9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8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300" spc="-21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300" spc="-160">
                <a:solidFill>
                  <a:srgbClr val="404040"/>
                </a:solidFill>
                <a:latin typeface="Trebuchet MS"/>
                <a:cs typeface="Trebuchet MS"/>
              </a:rPr>
              <a:t>e  </a:t>
            </a:r>
            <a:r>
              <a:rPr dirty="0" sz="1300" spc="-28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26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300" spc="-37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300" spc="-28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325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1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5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k</a:t>
            </a:r>
            <a:r>
              <a:rPr dirty="0" sz="1300" spc="-2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38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35">
                <a:solidFill>
                  <a:srgbClr val="404040"/>
                </a:solidFill>
                <a:latin typeface="Trebuchet MS"/>
                <a:cs typeface="Trebuchet MS"/>
              </a:rPr>
              <a:t>ff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125">
                <a:solidFill>
                  <a:srgbClr val="404040"/>
                </a:solidFill>
                <a:latin typeface="Trebuchet MS"/>
                <a:cs typeface="Trebuchet MS"/>
              </a:rPr>
              <a:t>c  </a:t>
            </a:r>
            <a:r>
              <a:rPr dirty="0" sz="1300" spc="-170">
                <a:solidFill>
                  <a:srgbClr val="404040"/>
                </a:solidFill>
                <a:latin typeface="Trebuchet MS"/>
                <a:cs typeface="Trebuchet MS"/>
              </a:rPr>
              <a:t>J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32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300" spc="-2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8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300" spc="-235">
                <a:solidFill>
                  <a:srgbClr val="404040"/>
                </a:solidFill>
                <a:latin typeface="Trebuchet MS"/>
                <a:cs typeface="Trebuchet MS"/>
              </a:rPr>
              <a:t>ff</a:t>
            </a:r>
            <a:r>
              <a:rPr dirty="0" sz="1300" spc="-2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3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208401" y="2749423"/>
            <a:ext cx="38798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v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2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585858"/>
                </a:solidFill>
                <a:latin typeface="Trebuchet MS"/>
                <a:cs typeface="Trebuchet MS"/>
              </a:rPr>
              <a:t>2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772155" y="3340608"/>
            <a:ext cx="1260475" cy="635635"/>
          </a:xfrm>
          <a:custGeom>
            <a:avLst/>
            <a:gdLst/>
            <a:ahLst/>
            <a:cxnLst/>
            <a:rect l="l" t="t" r="r" b="b"/>
            <a:pathLst>
              <a:path w="1260475" h="635635">
                <a:moveTo>
                  <a:pt x="1260347" y="0"/>
                </a:moveTo>
                <a:lnTo>
                  <a:pt x="0" y="0"/>
                </a:lnTo>
                <a:lnTo>
                  <a:pt x="0" y="635507"/>
                </a:lnTo>
                <a:lnTo>
                  <a:pt x="1260347" y="635507"/>
                </a:lnTo>
                <a:lnTo>
                  <a:pt x="1260347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772155" y="3340608"/>
            <a:ext cx="1260475" cy="6356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335280" marR="328930" indent="121920">
              <a:lnSpc>
                <a:spcPct val="100000"/>
              </a:lnSpc>
              <a:spcBef>
                <a:spcPts val="55"/>
              </a:spcBef>
            </a:pPr>
            <a:r>
              <a:rPr dirty="0" sz="1300" spc="-170">
                <a:solidFill>
                  <a:srgbClr val="FFFFFF"/>
                </a:solidFill>
                <a:latin typeface="Trebuchet MS"/>
                <a:cs typeface="Trebuchet MS"/>
              </a:rPr>
              <a:t>Partial </a:t>
            </a:r>
            <a:r>
              <a:rPr dirty="0" sz="1300" spc="-16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utoma</a:t>
            </a:r>
            <a:r>
              <a:rPr dirty="0" sz="1300" spc="-20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FFFFFF"/>
                </a:solidFill>
                <a:latin typeface="Trebuchet MS"/>
                <a:cs typeface="Trebuchet MS"/>
              </a:rPr>
              <a:t>ion</a:t>
            </a:r>
            <a:endParaRPr sz="1300">
              <a:latin typeface="Trebuchet MS"/>
              <a:cs typeface="Trebuchet MS"/>
            </a:endParaRPr>
          </a:p>
          <a:p>
            <a:pPr marL="389890">
              <a:lnSpc>
                <a:spcPct val="100000"/>
              </a:lnSpc>
              <a:spcBef>
                <a:spcPts val="165"/>
              </a:spcBef>
            </a:pPr>
            <a:r>
              <a:rPr dirty="0" sz="1300" spc="-295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300" spc="-135" b="1">
                <a:solidFill>
                  <a:srgbClr val="FFFFFF"/>
                </a:solidFill>
                <a:latin typeface="Arial"/>
                <a:cs typeface="Arial"/>
              </a:rPr>
              <a:t>eet</a:t>
            </a:r>
            <a:r>
              <a:rPr dirty="0" sz="130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300" spc="-4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300" spc="-7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90600" y="2727960"/>
            <a:ext cx="2664460" cy="2672080"/>
            <a:chOff x="990600" y="2727960"/>
            <a:chExt cx="2664460" cy="2672080"/>
          </a:xfrm>
        </p:grpSpPr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50107" y="2976372"/>
              <a:ext cx="504444" cy="429767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990600" y="2727960"/>
              <a:ext cx="1546860" cy="2672080"/>
            </a:xfrm>
            <a:custGeom>
              <a:avLst/>
              <a:gdLst/>
              <a:ahLst/>
              <a:cxnLst/>
              <a:rect l="l" t="t" r="r" b="b"/>
              <a:pathLst>
                <a:path w="1546860" h="2672079">
                  <a:moveTo>
                    <a:pt x="1426972" y="0"/>
                  </a:moveTo>
                  <a:lnTo>
                    <a:pt x="119900" y="0"/>
                  </a:lnTo>
                  <a:lnTo>
                    <a:pt x="73230" y="9427"/>
                  </a:lnTo>
                  <a:lnTo>
                    <a:pt x="35118" y="35131"/>
                  </a:lnTo>
                  <a:lnTo>
                    <a:pt x="9422" y="73241"/>
                  </a:lnTo>
                  <a:lnTo>
                    <a:pt x="0" y="119887"/>
                  </a:lnTo>
                  <a:lnTo>
                    <a:pt x="0" y="2551684"/>
                  </a:lnTo>
                  <a:lnTo>
                    <a:pt x="9422" y="2598330"/>
                  </a:lnTo>
                  <a:lnTo>
                    <a:pt x="35118" y="2636440"/>
                  </a:lnTo>
                  <a:lnTo>
                    <a:pt x="73230" y="2662144"/>
                  </a:lnTo>
                  <a:lnTo>
                    <a:pt x="119900" y="2671572"/>
                  </a:lnTo>
                  <a:lnTo>
                    <a:pt x="1426972" y="2671572"/>
                  </a:lnTo>
                  <a:lnTo>
                    <a:pt x="1473618" y="2662144"/>
                  </a:lnTo>
                  <a:lnTo>
                    <a:pt x="1511728" y="2636440"/>
                  </a:lnTo>
                  <a:lnTo>
                    <a:pt x="1537432" y="2598330"/>
                  </a:lnTo>
                  <a:lnTo>
                    <a:pt x="1546860" y="2551684"/>
                  </a:lnTo>
                  <a:lnTo>
                    <a:pt x="1546860" y="119887"/>
                  </a:lnTo>
                  <a:lnTo>
                    <a:pt x="1537432" y="73241"/>
                  </a:lnTo>
                  <a:lnTo>
                    <a:pt x="1511728" y="35131"/>
                  </a:lnTo>
                  <a:lnTo>
                    <a:pt x="1473618" y="9427"/>
                  </a:lnTo>
                  <a:lnTo>
                    <a:pt x="142697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2823210" y="3979545"/>
            <a:ext cx="974090" cy="817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300" spc="-180">
                <a:solidFill>
                  <a:srgbClr val="404040"/>
                </a:solidFill>
                <a:latin typeface="Trebuchet MS"/>
                <a:cs typeface="Trebuchet MS"/>
              </a:rPr>
              <a:t>ACC(Steering) </a:t>
            </a:r>
            <a:r>
              <a:rPr dirty="0" sz="1300" spc="-17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ne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Ch</a:t>
            </a:r>
            <a:r>
              <a:rPr dirty="0" sz="1300" spc="-2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ng</a:t>
            </a:r>
            <a:r>
              <a:rPr dirty="0" sz="1300" spc="-160">
                <a:solidFill>
                  <a:srgbClr val="404040"/>
                </a:solidFill>
                <a:latin typeface="Trebuchet MS"/>
                <a:cs typeface="Trebuchet MS"/>
              </a:rPr>
              <a:t>ing  </a:t>
            </a:r>
            <a:r>
              <a:rPr dirty="0" sz="1300" spc="-33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300" spc="-12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15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185">
                <a:solidFill>
                  <a:srgbClr val="404040"/>
                </a:solidFill>
                <a:latin typeface="Trebuchet MS"/>
                <a:cs typeface="Trebuchet MS"/>
              </a:rPr>
              <a:t>ff</a:t>
            </a:r>
            <a:r>
              <a:rPr dirty="0" sz="13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300" spc="-11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404040"/>
                </a:solidFill>
                <a:latin typeface="Trebuchet MS"/>
                <a:cs typeface="Trebuchet MS"/>
              </a:rPr>
              <a:t>Ja</a:t>
            </a:r>
            <a:r>
              <a:rPr dirty="0" sz="1300" spc="-29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300" spc="-12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65">
                <a:solidFill>
                  <a:srgbClr val="404040"/>
                </a:solidFill>
                <a:latin typeface="Trebuchet MS"/>
                <a:cs typeface="Trebuchet MS"/>
              </a:rPr>
              <a:t>ss</a:t>
            </a:r>
            <a:r>
              <a:rPr dirty="0" sz="1300" spc="-9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300" spc="-11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300" spc="-160">
                <a:solidFill>
                  <a:srgbClr val="404040"/>
                </a:solidFill>
                <a:latin typeface="Trebuchet MS"/>
                <a:cs typeface="Trebuchet MS"/>
              </a:rPr>
              <a:t>t  </a:t>
            </a:r>
            <a:r>
              <a:rPr dirty="0" sz="1300" spc="-285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300" spc="-215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175">
                <a:solidFill>
                  <a:srgbClr val="404040"/>
                </a:solidFill>
                <a:latin typeface="Trebuchet MS"/>
                <a:cs typeface="Trebuchet MS"/>
              </a:rPr>
              <a:t>rtakin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300" spc="-1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5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300" spc="-85">
                <a:solidFill>
                  <a:srgbClr val="404040"/>
                </a:solidFill>
                <a:latin typeface="Trebuchet MS"/>
                <a:cs typeface="Trebuchet MS"/>
              </a:rPr>
              <a:t>si</a:t>
            </a:r>
            <a:r>
              <a:rPr dirty="0" sz="1300" spc="-9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300" spc="-19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85086" y="2776473"/>
            <a:ext cx="3575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v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2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420">
                <a:solidFill>
                  <a:srgbClr val="585858"/>
                </a:solidFill>
                <a:latin typeface="Trebuchet MS"/>
                <a:cs typeface="Trebuchet MS"/>
              </a:rPr>
              <a:t>1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133855" y="3340608"/>
            <a:ext cx="1260475" cy="635635"/>
          </a:xfrm>
          <a:custGeom>
            <a:avLst/>
            <a:gdLst/>
            <a:ahLst/>
            <a:cxnLst/>
            <a:rect l="l" t="t" r="r" b="b"/>
            <a:pathLst>
              <a:path w="1260475" h="635635">
                <a:moveTo>
                  <a:pt x="1260347" y="0"/>
                </a:moveTo>
                <a:lnTo>
                  <a:pt x="0" y="0"/>
                </a:lnTo>
                <a:lnTo>
                  <a:pt x="0" y="635507"/>
                </a:lnTo>
                <a:lnTo>
                  <a:pt x="1260347" y="635507"/>
                </a:lnTo>
                <a:lnTo>
                  <a:pt x="126034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133855" y="3340608"/>
            <a:ext cx="1260475" cy="63563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347345" marR="341630" indent="1270">
              <a:lnSpc>
                <a:spcPct val="100000"/>
              </a:lnSpc>
              <a:spcBef>
                <a:spcPts val="55"/>
              </a:spcBef>
            </a:pPr>
            <a:r>
              <a:rPr dirty="0" sz="1300" spc="-165">
                <a:solidFill>
                  <a:srgbClr val="FFFFFF"/>
                </a:solidFill>
                <a:latin typeface="Trebuchet MS"/>
                <a:cs typeface="Trebuchet MS"/>
              </a:rPr>
              <a:t>Driver </a:t>
            </a:r>
            <a:r>
              <a:rPr dirty="0" sz="13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5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12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10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300" spc="-5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24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300" spc="-204">
                <a:solidFill>
                  <a:srgbClr val="FFFFFF"/>
                </a:solidFill>
                <a:latin typeface="Trebuchet MS"/>
                <a:cs typeface="Trebuchet MS"/>
              </a:rPr>
              <a:t>ce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165"/>
              </a:spcBef>
            </a:pPr>
            <a:r>
              <a:rPr dirty="0" sz="1300" spc="-28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300" spc="-260" b="1">
                <a:solidFill>
                  <a:srgbClr val="FFFFFF"/>
                </a:solidFill>
                <a:latin typeface="Arial"/>
                <a:cs typeface="Arial"/>
              </a:rPr>
              <a:t>v</a:t>
            </a:r>
            <a:r>
              <a:rPr dirty="0" sz="1300" spc="-14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300" spc="-8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300" spc="-135" b="1">
                <a:solidFill>
                  <a:srgbClr val="FFFFFF"/>
                </a:solidFill>
                <a:latin typeface="Arial"/>
                <a:cs typeface="Arial"/>
              </a:rPr>
              <a:t>ything</a:t>
            </a:r>
            <a:r>
              <a:rPr dirty="0" sz="13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204" b="1">
                <a:solidFill>
                  <a:srgbClr val="FFFFFF"/>
                </a:solidFill>
                <a:latin typeface="Arial"/>
                <a:cs typeface="Arial"/>
              </a:rPr>
              <a:t>on</a:t>
            </a:r>
            <a:endParaRPr sz="13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511808" y="2379726"/>
            <a:ext cx="7580630" cy="3201670"/>
            <a:chOff x="1511808" y="2379726"/>
            <a:chExt cx="7580630" cy="3201670"/>
          </a:xfrm>
        </p:grpSpPr>
        <p:sp>
          <p:nvSpPr>
            <p:cNvPr id="49" name="object 49"/>
            <p:cNvSpPr/>
            <p:nvPr/>
          </p:nvSpPr>
          <p:spPr>
            <a:xfrm>
              <a:off x="4267962" y="2379725"/>
              <a:ext cx="4824095" cy="3201670"/>
            </a:xfrm>
            <a:custGeom>
              <a:avLst/>
              <a:gdLst/>
              <a:ahLst/>
              <a:cxnLst/>
              <a:rect l="l" t="t" r="r" b="b"/>
              <a:pathLst>
                <a:path w="4824095" h="3201670">
                  <a:moveTo>
                    <a:pt x="2579370" y="3201162"/>
                  </a:moveTo>
                  <a:lnTo>
                    <a:pt x="2410968" y="3036570"/>
                  </a:lnTo>
                  <a:lnTo>
                    <a:pt x="2242566" y="3201162"/>
                  </a:lnTo>
                  <a:lnTo>
                    <a:pt x="2579370" y="3201162"/>
                  </a:lnTo>
                  <a:close/>
                </a:path>
                <a:path w="4824095" h="3201670">
                  <a:moveTo>
                    <a:pt x="4823968" y="187452"/>
                  </a:moveTo>
                  <a:lnTo>
                    <a:pt x="4636516" y="93726"/>
                  </a:lnTo>
                  <a:lnTo>
                    <a:pt x="4449064" y="0"/>
                  </a:lnTo>
                  <a:lnTo>
                    <a:pt x="4449064" y="93726"/>
                  </a:lnTo>
                  <a:lnTo>
                    <a:pt x="374904" y="93726"/>
                  </a:lnTo>
                  <a:lnTo>
                    <a:pt x="374904" y="0"/>
                  </a:lnTo>
                  <a:lnTo>
                    <a:pt x="0" y="187452"/>
                  </a:lnTo>
                  <a:lnTo>
                    <a:pt x="374904" y="374904"/>
                  </a:lnTo>
                  <a:lnTo>
                    <a:pt x="374904" y="281178"/>
                  </a:lnTo>
                  <a:lnTo>
                    <a:pt x="4449064" y="281178"/>
                  </a:lnTo>
                  <a:lnTo>
                    <a:pt x="4449064" y="374904"/>
                  </a:lnTo>
                  <a:lnTo>
                    <a:pt x="4636516" y="281178"/>
                  </a:lnTo>
                  <a:lnTo>
                    <a:pt x="4823968" y="187452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11808" y="2983992"/>
              <a:ext cx="504443" cy="422148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155598" y="3979545"/>
            <a:ext cx="1045844" cy="10128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84150">
              <a:lnSpc>
                <a:spcPct val="100000"/>
              </a:lnSpc>
              <a:spcBef>
                <a:spcPts val="95"/>
              </a:spcBef>
            </a:pPr>
            <a:r>
              <a:rPr dirty="0" sz="1300" spc="-185">
                <a:solidFill>
                  <a:srgbClr val="404040"/>
                </a:solidFill>
                <a:latin typeface="Trebuchet MS"/>
                <a:cs typeface="Trebuchet MS"/>
              </a:rPr>
              <a:t>ACC(Braking) </a:t>
            </a:r>
            <a:r>
              <a:rPr dirty="0" sz="1300" spc="-18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ne</a:t>
            </a:r>
            <a:r>
              <a:rPr dirty="0" sz="1300" spc="-1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404040"/>
                </a:solidFill>
                <a:latin typeface="Trebuchet MS"/>
                <a:cs typeface="Trebuchet MS"/>
              </a:rPr>
              <a:t>K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170">
                <a:solidFill>
                  <a:srgbClr val="404040"/>
                </a:solidFill>
                <a:latin typeface="Trebuchet MS"/>
                <a:cs typeface="Trebuchet MS"/>
              </a:rPr>
              <a:t>ping  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204">
                <a:solidFill>
                  <a:srgbClr val="404040"/>
                </a:solidFill>
                <a:latin typeface="Trebuchet MS"/>
                <a:cs typeface="Trebuchet MS"/>
              </a:rPr>
              <a:t>uto</a:t>
            </a:r>
            <a:r>
              <a:rPr dirty="0" sz="1300" spc="-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3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33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300" spc="-21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11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13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nc</a:t>
            </a:r>
            <a:r>
              <a:rPr dirty="0" sz="1300" spc="-145">
                <a:solidFill>
                  <a:srgbClr val="404040"/>
                </a:solidFill>
                <a:latin typeface="Trebuchet MS"/>
                <a:cs typeface="Trebuchet MS"/>
              </a:rPr>
              <a:t>y  </a:t>
            </a:r>
            <a:r>
              <a:rPr dirty="0" sz="1300" spc="-175">
                <a:solidFill>
                  <a:srgbClr val="404040"/>
                </a:solidFill>
                <a:latin typeface="Trebuchet MS"/>
                <a:cs typeface="Trebuchet MS"/>
              </a:rPr>
              <a:t>Braking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ts val="1540"/>
              </a:lnSpc>
            </a:pPr>
            <a:r>
              <a:rPr dirty="0" sz="1300" spc="-180">
                <a:solidFill>
                  <a:srgbClr val="404040"/>
                </a:solidFill>
                <a:latin typeface="Trebuchet MS"/>
                <a:cs typeface="Trebuchet MS"/>
              </a:rPr>
              <a:t>Pa</a:t>
            </a:r>
            <a:r>
              <a:rPr dirty="0" sz="1300" spc="-12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19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16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165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300" spc="-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404040"/>
                </a:solidFill>
                <a:latin typeface="Trebuchet MS"/>
                <a:cs typeface="Trebuchet MS"/>
              </a:rPr>
              <a:t>Pa</a:t>
            </a:r>
            <a:r>
              <a:rPr dirty="0" sz="1300" spc="-12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300" spc="-225">
                <a:solidFill>
                  <a:srgbClr val="404040"/>
                </a:solidFill>
                <a:latin typeface="Trebuchet MS"/>
                <a:cs typeface="Trebuchet MS"/>
              </a:rPr>
              <a:t>k</a:t>
            </a:r>
            <a:r>
              <a:rPr dirty="0" sz="1300" spc="-1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300" spc="-5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300" spc="-85">
                <a:solidFill>
                  <a:srgbClr val="404040"/>
                </a:solidFill>
                <a:latin typeface="Trebuchet MS"/>
                <a:cs typeface="Trebuchet MS"/>
              </a:rPr>
              <a:t>si</a:t>
            </a:r>
            <a:r>
              <a:rPr dirty="0" sz="1300" spc="-9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300" spc="-19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283578" y="2394483"/>
            <a:ext cx="791210" cy="577850"/>
          </a:xfrm>
          <a:prstGeom prst="rect">
            <a:avLst/>
          </a:prstGeom>
        </p:spPr>
        <p:txBody>
          <a:bodyPr wrap="square" lIns="0" tIns="9080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15"/>
              </a:spcBef>
            </a:pPr>
            <a:r>
              <a:rPr dirty="0" sz="1300" spc="-204" b="1">
                <a:solidFill>
                  <a:srgbClr val="FFFFFF"/>
                </a:solidFill>
                <a:latin typeface="Arial"/>
                <a:cs typeface="Arial"/>
              </a:rPr>
              <a:t>Autonomous</a:t>
            </a:r>
            <a:endParaRPr sz="13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15"/>
              </a:spcBef>
            </a:pP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v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2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4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53" name="object 5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04838" y="5625820"/>
            <a:ext cx="535724" cy="414579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991361" y="2361438"/>
            <a:ext cx="3168015" cy="387350"/>
          </a:xfrm>
          <a:custGeom>
            <a:avLst/>
            <a:gdLst/>
            <a:ahLst/>
            <a:cxnLst/>
            <a:rect l="l" t="t" r="r" b="b"/>
            <a:pathLst>
              <a:path w="3168015" h="387350">
                <a:moveTo>
                  <a:pt x="387096" y="0"/>
                </a:moveTo>
                <a:lnTo>
                  <a:pt x="0" y="193548"/>
                </a:lnTo>
                <a:lnTo>
                  <a:pt x="387096" y="387096"/>
                </a:lnTo>
                <a:lnTo>
                  <a:pt x="387096" y="290322"/>
                </a:lnTo>
                <a:lnTo>
                  <a:pt x="290322" y="290322"/>
                </a:lnTo>
                <a:lnTo>
                  <a:pt x="290322" y="96774"/>
                </a:lnTo>
                <a:lnTo>
                  <a:pt x="387096" y="96774"/>
                </a:lnTo>
                <a:lnTo>
                  <a:pt x="387096" y="0"/>
                </a:lnTo>
                <a:close/>
              </a:path>
              <a:path w="3168015" h="387350">
                <a:moveTo>
                  <a:pt x="2780918" y="0"/>
                </a:moveTo>
                <a:lnTo>
                  <a:pt x="2780918" y="387096"/>
                </a:lnTo>
                <a:lnTo>
                  <a:pt x="2974466" y="290322"/>
                </a:lnTo>
                <a:lnTo>
                  <a:pt x="2877692" y="290322"/>
                </a:lnTo>
                <a:lnTo>
                  <a:pt x="2877692" y="96774"/>
                </a:lnTo>
                <a:lnTo>
                  <a:pt x="2974466" y="96774"/>
                </a:lnTo>
                <a:lnTo>
                  <a:pt x="2780918" y="0"/>
                </a:lnTo>
                <a:close/>
              </a:path>
              <a:path w="3168015" h="387350">
                <a:moveTo>
                  <a:pt x="387096" y="96774"/>
                </a:moveTo>
                <a:lnTo>
                  <a:pt x="290322" y="96774"/>
                </a:lnTo>
                <a:lnTo>
                  <a:pt x="290322" y="290322"/>
                </a:lnTo>
                <a:lnTo>
                  <a:pt x="387096" y="290322"/>
                </a:lnTo>
                <a:lnTo>
                  <a:pt x="387096" y="96774"/>
                </a:lnTo>
                <a:close/>
              </a:path>
              <a:path w="3168015" h="387350">
                <a:moveTo>
                  <a:pt x="2780918" y="96774"/>
                </a:moveTo>
                <a:lnTo>
                  <a:pt x="387096" y="96774"/>
                </a:lnTo>
                <a:lnTo>
                  <a:pt x="387096" y="290322"/>
                </a:lnTo>
                <a:lnTo>
                  <a:pt x="2780918" y="290322"/>
                </a:lnTo>
                <a:lnTo>
                  <a:pt x="2780918" y="96774"/>
                </a:lnTo>
                <a:close/>
              </a:path>
              <a:path w="3168015" h="387350">
                <a:moveTo>
                  <a:pt x="2974466" y="96774"/>
                </a:moveTo>
                <a:lnTo>
                  <a:pt x="2877692" y="96774"/>
                </a:lnTo>
                <a:lnTo>
                  <a:pt x="2877692" y="290322"/>
                </a:lnTo>
                <a:lnTo>
                  <a:pt x="2974466" y="290322"/>
                </a:lnTo>
                <a:lnTo>
                  <a:pt x="3168015" y="193548"/>
                </a:lnTo>
                <a:lnTo>
                  <a:pt x="2974466" y="96774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2331466" y="2454910"/>
            <a:ext cx="48577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300" spc="-204" b="1">
                <a:solidFill>
                  <a:srgbClr val="FFFFFF"/>
                </a:solidFill>
                <a:latin typeface="Arial"/>
                <a:cs typeface="Arial"/>
              </a:rPr>
              <a:t>ADAS</a:t>
            </a:r>
            <a:r>
              <a:rPr dirty="0" baseline="26143" sz="1275" spc="-307" b="1">
                <a:solidFill>
                  <a:srgbClr val="FFFFFF"/>
                </a:solidFill>
                <a:latin typeface="Arial"/>
                <a:cs typeface="Arial"/>
              </a:rPr>
              <a:t>1)</a:t>
            </a:r>
            <a:endParaRPr baseline="26143" sz="127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525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Autonomous</a:t>
            </a:r>
            <a:r>
              <a:rPr dirty="0" sz="1800" spc="-5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Vehicle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948301" y="1728089"/>
            <a:ext cx="4406265" cy="3705225"/>
            <a:chOff x="4948301" y="1728089"/>
            <a:chExt cx="4406265" cy="3705225"/>
          </a:xfrm>
        </p:grpSpPr>
        <p:sp>
          <p:nvSpPr>
            <p:cNvPr id="8" name="object 8"/>
            <p:cNvSpPr/>
            <p:nvPr/>
          </p:nvSpPr>
          <p:spPr>
            <a:xfrm>
              <a:off x="4951476" y="1731264"/>
              <a:ext cx="4399915" cy="3698875"/>
            </a:xfrm>
            <a:custGeom>
              <a:avLst/>
              <a:gdLst/>
              <a:ahLst/>
              <a:cxnLst/>
              <a:rect l="l" t="t" r="r" b="b"/>
              <a:pathLst>
                <a:path w="4399915" h="3698875">
                  <a:moveTo>
                    <a:pt x="0" y="3698748"/>
                  </a:moveTo>
                  <a:lnTo>
                    <a:pt x="4399787" y="3698748"/>
                  </a:lnTo>
                  <a:lnTo>
                    <a:pt x="4399787" y="0"/>
                  </a:lnTo>
                  <a:lnTo>
                    <a:pt x="0" y="0"/>
                  </a:lnTo>
                  <a:lnTo>
                    <a:pt x="0" y="369874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679948" y="2852927"/>
              <a:ext cx="2943225" cy="2144395"/>
            </a:xfrm>
            <a:custGeom>
              <a:avLst/>
              <a:gdLst/>
              <a:ahLst/>
              <a:cxnLst/>
              <a:rect l="l" t="t" r="r" b="b"/>
              <a:pathLst>
                <a:path w="2943225" h="2144395">
                  <a:moveTo>
                    <a:pt x="256032" y="1421892"/>
                  </a:moveTo>
                  <a:lnTo>
                    <a:pt x="0" y="1421892"/>
                  </a:lnTo>
                  <a:lnTo>
                    <a:pt x="0" y="2144268"/>
                  </a:lnTo>
                  <a:lnTo>
                    <a:pt x="256032" y="2144268"/>
                  </a:lnTo>
                  <a:lnTo>
                    <a:pt x="256032" y="1421892"/>
                  </a:lnTo>
                  <a:close/>
                </a:path>
                <a:path w="2943225" h="2144395">
                  <a:moveTo>
                    <a:pt x="1152144" y="1062228"/>
                  </a:moveTo>
                  <a:lnTo>
                    <a:pt x="896099" y="1062228"/>
                  </a:lnTo>
                  <a:lnTo>
                    <a:pt x="896099" y="2144268"/>
                  </a:lnTo>
                  <a:lnTo>
                    <a:pt x="1152144" y="2144268"/>
                  </a:lnTo>
                  <a:lnTo>
                    <a:pt x="1152144" y="1062228"/>
                  </a:lnTo>
                  <a:close/>
                </a:path>
                <a:path w="2943225" h="2144395">
                  <a:moveTo>
                    <a:pt x="2048256" y="1545336"/>
                  </a:moveTo>
                  <a:lnTo>
                    <a:pt x="1792224" y="1545336"/>
                  </a:lnTo>
                  <a:lnTo>
                    <a:pt x="1792224" y="2144268"/>
                  </a:lnTo>
                  <a:lnTo>
                    <a:pt x="2048256" y="2144268"/>
                  </a:lnTo>
                  <a:lnTo>
                    <a:pt x="2048256" y="1545336"/>
                  </a:lnTo>
                  <a:close/>
                </a:path>
                <a:path w="2943225" h="2144395">
                  <a:moveTo>
                    <a:pt x="2942844" y="0"/>
                  </a:moveTo>
                  <a:lnTo>
                    <a:pt x="2686812" y="0"/>
                  </a:lnTo>
                  <a:lnTo>
                    <a:pt x="2686812" y="2144268"/>
                  </a:lnTo>
                  <a:lnTo>
                    <a:pt x="2942844" y="2144268"/>
                  </a:lnTo>
                  <a:lnTo>
                    <a:pt x="294284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361432" y="4997196"/>
              <a:ext cx="3581400" cy="50800"/>
            </a:xfrm>
            <a:custGeom>
              <a:avLst/>
              <a:gdLst/>
              <a:ahLst/>
              <a:cxnLst/>
              <a:rect l="l" t="t" r="r" b="b"/>
              <a:pathLst>
                <a:path w="3581400" h="50800">
                  <a:moveTo>
                    <a:pt x="0" y="0"/>
                  </a:moveTo>
                  <a:lnTo>
                    <a:pt x="3581399" y="0"/>
                  </a:lnTo>
                </a:path>
                <a:path w="3581400" h="50800">
                  <a:moveTo>
                    <a:pt x="0" y="0"/>
                  </a:moveTo>
                  <a:lnTo>
                    <a:pt x="0" y="50291"/>
                  </a:lnTo>
                </a:path>
                <a:path w="3581400" h="50800">
                  <a:moveTo>
                    <a:pt x="894588" y="0"/>
                  </a:moveTo>
                  <a:lnTo>
                    <a:pt x="894588" y="50291"/>
                  </a:lnTo>
                </a:path>
                <a:path w="3581400" h="50800">
                  <a:moveTo>
                    <a:pt x="1790699" y="0"/>
                  </a:moveTo>
                  <a:lnTo>
                    <a:pt x="1790699" y="50291"/>
                  </a:lnTo>
                </a:path>
                <a:path w="3581400" h="50800">
                  <a:moveTo>
                    <a:pt x="2685288" y="0"/>
                  </a:moveTo>
                  <a:lnTo>
                    <a:pt x="2685288" y="50291"/>
                  </a:lnTo>
                </a:path>
                <a:path w="3581400" h="50800">
                  <a:moveTo>
                    <a:pt x="3581399" y="0"/>
                  </a:moveTo>
                  <a:lnTo>
                    <a:pt x="3581399" y="50291"/>
                  </a:lnTo>
                </a:path>
              </a:pathLst>
            </a:custGeom>
            <a:ln w="6096">
              <a:solidFill>
                <a:srgbClr val="88888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5690615" y="5074107"/>
            <a:ext cx="25019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20">
                <a:solidFill>
                  <a:srgbClr val="767070"/>
                </a:solidFill>
                <a:latin typeface="Trebuchet MS"/>
                <a:cs typeface="Trebuchet MS"/>
              </a:rPr>
              <a:t>2015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85204" y="5074107"/>
            <a:ext cx="25209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20">
                <a:solidFill>
                  <a:srgbClr val="767070"/>
                </a:solidFill>
                <a:latin typeface="Trebuchet MS"/>
                <a:cs typeface="Trebuchet MS"/>
              </a:rPr>
              <a:t>2016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85888" y="5074107"/>
            <a:ext cx="2419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40">
                <a:solidFill>
                  <a:srgbClr val="767070"/>
                </a:solidFill>
                <a:latin typeface="Trebuchet MS"/>
                <a:cs typeface="Trebuchet MS"/>
              </a:rPr>
              <a:t>2017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75904" y="5074107"/>
            <a:ext cx="2533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300" spc="-215">
                <a:solidFill>
                  <a:srgbClr val="767070"/>
                </a:solidFill>
                <a:latin typeface="Trebuchet MS"/>
                <a:cs typeface="Trebuchet MS"/>
              </a:rPr>
              <a:t>2018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494048" y="2432304"/>
            <a:ext cx="3579495" cy="2407920"/>
            <a:chOff x="5494048" y="2432304"/>
            <a:chExt cx="3579495" cy="240792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88152" y="3125724"/>
              <a:ext cx="2807207" cy="17145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9784" y="3272028"/>
              <a:ext cx="133350" cy="127482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660136" y="4102608"/>
              <a:ext cx="255270" cy="1333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79108" y="3741420"/>
              <a:ext cx="268985" cy="1318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48827" y="2432304"/>
              <a:ext cx="747522" cy="13182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494048" y="2702237"/>
              <a:ext cx="574200" cy="30881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487411" y="4230624"/>
              <a:ext cx="262890" cy="13335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347014" y="2708174"/>
              <a:ext cx="259775" cy="12875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996940" y="3153156"/>
              <a:ext cx="154686" cy="13182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640068" y="4681727"/>
              <a:ext cx="116585" cy="13335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45323" y="4681727"/>
              <a:ext cx="118109" cy="1318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424672" y="4497324"/>
              <a:ext cx="156209" cy="13182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111494" y="1854199"/>
            <a:ext cx="220599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600" spc="-330" b="1">
                <a:solidFill>
                  <a:srgbClr val="294D9D"/>
                </a:solidFill>
                <a:latin typeface="Arial"/>
                <a:cs typeface="Arial"/>
              </a:rPr>
              <a:t>W</a:t>
            </a:r>
            <a:r>
              <a:rPr dirty="0" sz="1600" spc="-235" b="1">
                <a:solidFill>
                  <a:srgbClr val="294D9D"/>
                </a:solidFill>
                <a:latin typeface="Arial"/>
                <a:cs typeface="Arial"/>
              </a:rPr>
              <a:t>aym</a:t>
            </a:r>
            <a:r>
              <a:rPr dirty="0" sz="1600" spc="-210" b="1">
                <a:solidFill>
                  <a:srgbClr val="294D9D"/>
                </a:solidFill>
                <a:latin typeface="Arial"/>
                <a:cs typeface="Arial"/>
              </a:rPr>
              <a:t>o</a:t>
            </a:r>
            <a:r>
              <a:rPr dirty="0" sz="1600" spc="-50" b="1">
                <a:solidFill>
                  <a:srgbClr val="294D9D"/>
                </a:solidFill>
                <a:latin typeface="Arial"/>
                <a:cs typeface="Arial"/>
              </a:rPr>
              <a:t> </a:t>
            </a:r>
            <a:r>
              <a:rPr dirty="0" sz="1600" spc="-204" b="1">
                <a:solidFill>
                  <a:srgbClr val="294D9D"/>
                </a:solidFill>
                <a:latin typeface="Arial"/>
                <a:cs typeface="Arial"/>
              </a:rPr>
              <a:t>Dis</a:t>
            </a:r>
            <a:r>
              <a:rPr dirty="0" sz="1600" spc="-215" b="1">
                <a:solidFill>
                  <a:srgbClr val="294D9D"/>
                </a:solidFill>
                <a:latin typeface="Arial"/>
                <a:cs typeface="Arial"/>
              </a:rPr>
              <a:t>e</a:t>
            </a:r>
            <a:r>
              <a:rPr dirty="0" sz="1600" spc="-210" b="1">
                <a:solidFill>
                  <a:srgbClr val="294D9D"/>
                </a:solidFill>
                <a:latin typeface="Arial"/>
                <a:cs typeface="Arial"/>
              </a:rPr>
              <a:t>ngage</a:t>
            </a:r>
            <a:r>
              <a:rPr dirty="0" sz="1600" spc="-305" b="1">
                <a:solidFill>
                  <a:srgbClr val="294D9D"/>
                </a:solidFill>
                <a:latin typeface="Arial"/>
                <a:cs typeface="Arial"/>
              </a:rPr>
              <a:t>m</a:t>
            </a:r>
            <a:r>
              <a:rPr dirty="0" sz="1600" spc="-210" b="1">
                <a:solidFill>
                  <a:srgbClr val="294D9D"/>
                </a:solidFill>
                <a:latin typeface="Arial"/>
                <a:cs typeface="Arial"/>
              </a:rPr>
              <a:t>e</a:t>
            </a:r>
            <a:r>
              <a:rPr dirty="0" sz="1600" spc="-225" b="1">
                <a:solidFill>
                  <a:srgbClr val="294D9D"/>
                </a:solidFill>
                <a:latin typeface="Arial"/>
                <a:cs typeface="Arial"/>
              </a:rPr>
              <a:t>n</a:t>
            </a:r>
            <a:r>
              <a:rPr dirty="0" sz="1600" spc="-75" b="1">
                <a:solidFill>
                  <a:srgbClr val="294D9D"/>
                </a:solidFill>
                <a:latin typeface="Arial"/>
                <a:cs typeface="Arial"/>
              </a:rPr>
              <a:t>t</a:t>
            </a:r>
            <a:r>
              <a:rPr dirty="0" sz="1600" spc="-45" b="1">
                <a:solidFill>
                  <a:srgbClr val="294D9D"/>
                </a:solidFill>
                <a:latin typeface="Arial"/>
                <a:cs typeface="Arial"/>
              </a:rPr>
              <a:t> </a:t>
            </a:r>
            <a:r>
              <a:rPr dirty="0" sz="1600" spc="-335" b="1">
                <a:solidFill>
                  <a:srgbClr val="294D9D"/>
                </a:solidFill>
                <a:latin typeface="Arial"/>
                <a:cs typeface="Arial"/>
              </a:rPr>
              <a:t>R</a:t>
            </a:r>
            <a:r>
              <a:rPr dirty="0" sz="1600" spc="-145" b="1">
                <a:solidFill>
                  <a:srgbClr val="294D9D"/>
                </a:solidFill>
                <a:latin typeface="Arial"/>
                <a:cs typeface="Arial"/>
              </a:rPr>
              <a:t>ate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141207" y="6156959"/>
            <a:ext cx="1325880" cy="200025"/>
            <a:chOff x="8141207" y="6156959"/>
            <a:chExt cx="1325880" cy="200025"/>
          </a:xfrm>
        </p:grpSpPr>
        <p:sp>
          <p:nvSpPr>
            <p:cNvPr id="30" name="object 30"/>
            <p:cNvSpPr/>
            <p:nvPr/>
          </p:nvSpPr>
          <p:spPr>
            <a:xfrm>
              <a:off x="8141207" y="6156959"/>
              <a:ext cx="1325880" cy="200025"/>
            </a:xfrm>
            <a:custGeom>
              <a:avLst/>
              <a:gdLst/>
              <a:ahLst/>
              <a:cxnLst/>
              <a:rect l="l" t="t" r="r" b="b"/>
              <a:pathLst>
                <a:path w="1325879" h="200025">
                  <a:moveTo>
                    <a:pt x="1226058" y="0"/>
                  </a:moveTo>
                  <a:lnTo>
                    <a:pt x="99822" y="0"/>
                  </a:lnTo>
                  <a:lnTo>
                    <a:pt x="60971" y="7844"/>
                  </a:lnTo>
                  <a:lnTo>
                    <a:pt x="29241" y="29236"/>
                  </a:lnTo>
                  <a:lnTo>
                    <a:pt x="7846" y="60966"/>
                  </a:lnTo>
                  <a:lnTo>
                    <a:pt x="0" y="99821"/>
                  </a:lnTo>
                  <a:lnTo>
                    <a:pt x="7846" y="138677"/>
                  </a:lnTo>
                  <a:lnTo>
                    <a:pt x="29241" y="170407"/>
                  </a:lnTo>
                  <a:lnTo>
                    <a:pt x="60971" y="191799"/>
                  </a:lnTo>
                  <a:lnTo>
                    <a:pt x="99822" y="199643"/>
                  </a:lnTo>
                  <a:lnTo>
                    <a:pt x="1226058" y="199643"/>
                  </a:lnTo>
                  <a:lnTo>
                    <a:pt x="1264908" y="191799"/>
                  </a:lnTo>
                  <a:lnTo>
                    <a:pt x="1296638" y="170407"/>
                  </a:lnTo>
                  <a:lnTo>
                    <a:pt x="1318033" y="138677"/>
                  </a:lnTo>
                  <a:lnTo>
                    <a:pt x="1325880" y="99821"/>
                  </a:lnTo>
                  <a:lnTo>
                    <a:pt x="1318033" y="60966"/>
                  </a:lnTo>
                  <a:lnTo>
                    <a:pt x="1296638" y="29236"/>
                  </a:lnTo>
                  <a:lnTo>
                    <a:pt x="1264908" y="7844"/>
                  </a:lnTo>
                  <a:lnTo>
                    <a:pt x="122605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10955" y="6205727"/>
              <a:ext cx="779526" cy="127253"/>
            </a:xfrm>
            <a:prstGeom prst="rect">
              <a:avLst/>
            </a:prstGeom>
          </p:spPr>
        </p:pic>
      </p:grpSp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54736" y="1449324"/>
            <a:ext cx="1521714" cy="189737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10183" y="1805939"/>
            <a:ext cx="3949446" cy="2542794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525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Autonomous</a:t>
            </a:r>
            <a:r>
              <a:rPr dirty="0" sz="1800" spc="-5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Vehicle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81655" y="5804915"/>
            <a:ext cx="4875530" cy="360045"/>
            <a:chOff x="2581655" y="5804915"/>
            <a:chExt cx="4875530" cy="360045"/>
          </a:xfrm>
        </p:grpSpPr>
        <p:sp>
          <p:nvSpPr>
            <p:cNvPr id="8" name="object 8"/>
            <p:cNvSpPr/>
            <p:nvPr/>
          </p:nvSpPr>
          <p:spPr>
            <a:xfrm>
              <a:off x="2581655" y="5804915"/>
              <a:ext cx="4875530" cy="360045"/>
            </a:xfrm>
            <a:custGeom>
              <a:avLst/>
              <a:gdLst/>
              <a:ahLst/>
              <a:cxnLst/>
              <a:rect l="l" t="t" r="r" b="b"/>
              <a:pathLst>
                <a:path w="4875530" h="360045">
                  <a:moveTo>
                    <a:pt x="4695444" y="0"/>
                  </a:moveTo>
                  <a:lnTo>
                    <a:pt x="179831" y="0"/>
                  </a:lnTo>
                  <a:lnTo>
                    <a:pt x="132027" y="6424"/>
                  </a:lnTo>
                  <a:lnTo>
                    <a:pt x="89069" y="24553"/>
                  </a:lnTo>
                  <a:lnTo>
                    <a:pt x="52673" y="52673"/>
                  </a:lnTo>
                  <a:lnTo>
                    <a:pt x="24553" y="89069"/>
                  </a:lnTo>
                  <a:lnTo>
                    <a:pt x="6424" y="132027"/>
                  </a:lnTo>
                  <a:lnTo>
                    <a:pt x="0" y="179832"/>
                  </a:lnTo>
                  <a:lnTo>
                    <a:pt x="6424" y="227636"/>
                  </a:lnTo>
                  <a:lnTo>
                    <a:pt x="24553" y="270594"/>
                  </a:lnTo>
                  <a:lnTo>
                    <a:pt x="52673" y="306990"/>
                  </a:lnTo>
                  <a:lnTo>
                    <a:pt x="89069" y="335110"/>
                  </a:lnTo>
                  <a:lnTo>
                    <a:pt x="132027" y="353239"/>
                  </a:lnTo>
                  <a:lnTo>
                    <a:pt x="179831" y="359664"/>
                  </a:lnTo>
                  <a:lnTo>
                    <a:pt x="4695444" y="359664"/>
                  </a:lnTo>
                  <a:lnTo>
                    <a:pt x="4743248" y="353239"/>
                  </a:lnTo>
                  <a:lnTo>
                    <a:pt x="4786206" y="335110"/>
                  </a:lnTo>
                  <a:lnTo>
                    <a:pt x="4822602" y="306990"/>
                  </a:lnTo>
                  <a:lnTo>
                    <a:pt x="4850722" y="270594"/>
                  </a:lnTo>
                  <a:lnTo>
                    <a:pt x="4868851" y="227636"/>
                  </a:lnTo>
                  <a:lnTo>
                    <a:pt x="4875276" y="179832"/>
                  </a:lnTo>
                  <a:lnTo>
                    <a:pt x="4868851" y="132027"/>
                  </a:lnTo>
                  <a:lnTo>
                    <a:pt x="4850722" y="89069"/>
                  </a:lnTo>
                  <a:lnTo>
                    <a:pt x="4822602" y="52673"/>
                  </a:lnTo>
                  <a:lnTo>
                    <a:pt x="4786206" y="24553"/>
                  </a:lnTo>
                  <a:lnTo>
                    <a:pt x="4743248" y="6424"/>
                  </a:lnTo>
                  <a:lnTo>
                    <a:pt x="469544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18815" y="5858255"/>
              <a:ext cx="4534661" cy="25529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644139" y="3038855"/>
            <a:ext cx="4686300" cy="2687320"/>
            <a:chOff x="2644139" y="3038855"/>
            <a:chExt cx="4686300" cy="2687320"/>
          </a:xfrm>
        </p:grpSpPr>
        <p:sp>
          <p:nvSpPr>
            <p:cNvPr id="11" name="object 11"/>
            <p:cNvSpPr/>
            <p:nvPr/>
          </p:nvSpPr>
          <p:spPr>
            <a:xfrm>
              <a:off x="2647187" y="3041903"/>
              <a:ext cx="4680585" cy="2680970"/>
            </a:xfrm>
            <a:custGeom>
              <a:avLst/>
              <a:gdLst/>
              <a:ahLst/>
              <a:cxnLst/>
              <a:rect l="l" t="t" r="r" b="b"/>
              <a:pathLst>
                <a:path w="4680584" h="2680970">
                  <a:moveTo>
                    <a:pt x="0" y="2680716"/>
                  </a:moveTo>
                  <a:lnTo>
                    <a:pt x="4680204" y="2680716"/>
                  </a:lnTo>
                  <a:lnTo>
                    <a:pt x="4680204" y="0"/>
                  </a:lnTo>
                  <a:lnTo>
                    <a:pt x="0" y="0"/>
                  </a:lnTo>
                  <a:lnTo>
                    <a:pt x="0" y="2680716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32531" y="3118103"/>
              <a:ext cx="4509516" cy="253746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1805939"/>
            <a:ext cx="8300466" cy="105384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736" y="1449324"/>
            <a:ext cx="1521714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525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Autonomous</a:t>
            </a:r>
            <a:r>
              <a:rPr dirty="0" sz="1800" spc="-5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Vehicle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712720" y="2940751"/>
            <a:ext cx="4872355" cy="3114675"/>
            <a:chOff x="2712720" y="2940751"/>
            <a:chExt cx="4872355" cy="3114675"/>
          </a:xfrm>
        </p:grpSpPr>
        <p:sp>
          <p:nvSpPr>
            <p:cNvPr id="8" name="object 8"/>
            <p:cNvSpPr/>
            <p:nvPr/>
          </p:nvSpPr>
          <p:spPr>
            <a:xfrm>
              <a:off x="4997958" y="3413759"/>
              <a:ext cx="0" cy="2233930"/>
            </a:xfrm>
            <a:custGeom>
              <a:avLst/>
              <a:gdLst/>
              <a:ahLst/>
              <a:cxnLst/>
              <a:rect l="l" t="t" r="r" b="b"/>
              <a:pathLst>
                <a:path w="0" h="2233929">
                  <a:moveTo>
                    <a:pt x="0" y="0"/>
                  </a:moveTo>
                  <a:lnTo>
                    <a:pt x="0" y="2233866"/>
                  </a:lnTo>
                </a:path>
              </a:pathLst>
            </a:custGeom>
            <a:ln w="19811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883152" y="4508753"/>
              <a:ext cx="2179320" cy="0"/>
            </a:xfrm>
            <a:custGeom>
              <a:avLst/>
              <a:gdLst/>
              <a:ahLst/>
              <a:cxnLst/>
              <a:rect l="l" t="t" r="r" b="b"/>
              <a:pathLst>
                <a:path w="2179320" h="0">
                  <a:moveTo>
                    <a:pt x="0" y="0"/>
                  </a:moveTo>
                  <a:lnTo>
                    <a:pt x="2179320" y="0"/>
                  </a:lnTo>
                </a:path>
              </a:pathLst>
            </a:custGeom>
            <a:ln w="1981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161282" y="3690365"/>
              <a:ext cx="1675130" cy="1636395"/>
            </a:xfrm>
            <a:custGeom>
              <a:avLst/>
              <a:gdLst/>
              <a:ahLst/>
              <a:cxnLst/>
              <a:rect l="l" t="t" r="r" b="b"/>
              <a:pathLst>
                <a:path w="1675129" h="1636395">
                  <a:moveTo>
                    <a:pt x="0" y="0"/>
                  </a:moveTo>
                  <a:lnTo>
                    <a:pt x="1674748" y="1636394"/>
                  </a:lnTo>
                </a:path>
                <a:path w="1675129" h="1636395">
                  <a:moveTo>
                    <a:pt x="1668017" y="6095"/>
                  </a:moveTo>
                  <a:lnTo>
                    <a:pt x="4571" y="1631568"/>
                  </a:lnTo>
                </a:path>
              </a:pathLst>
            </a:custGeom>
            <a:ln w="1981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78096" y="4099559"/>
              <a:ext cx="838200" cy="8183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396740" y="3218687"/>
              <a:ext cx="1201420" cy="195580"/>
            </a:xfrm>
            <a:custGeom>
              <a:avLst/>
              <a:gdLst/>
              <a:ahLst/>
              <a:cxnLst/>
              <a:rect l="l" t="t" r="r" b="b"/>
              <a:pathLst>
                <a:path w="1201420" h="195579">
                  <a:moveTo>
                    <a:pt x="1200912" y="0"/>
                  </a:moveTo>
                  <a:lnTo>
                    <a:pt x="0" y="0"/>
                  </a:lnTo>
                  <a:lnTo>
                    <a:pt x="0" y="195072"/>
                  </a:lnTo>
                  <a:lnTo>
                    <a:pt x="1200912" y="195072"/>
                  </a:lnTo>
                  <a:lnTo>
                    <a:pt x="120091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57344" y="3250691"/>
              <a:ext cx="674370" cy="1333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64003" y="2940751"/>
              <a:ext cx="606694" cy="23483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61164" y="4649216"/>
              <a:ext cx="1058369" cy="15443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901696" y="4399787"/>
              <a:ext cx="981710" cy="195580"/>
            </a:xfrm>
            <a:custGeom>
              <a:avLst/>
              <a:gdLst/>
              <a:ahLst/>
              <a:cxnLst/>
              <a:rect l="l" t="t" r="r" b="b"/>
              <a:pathLst>
                <a:path w="981710" h="195579">
                  <a:moveTo>
                    <a:pt x="981456" y="0"/>
                  </a:moveTo>
                  <a:lnTo>
                    <a:pt x="0" y="0"/>
                  </a:lnTo>
                  <a:lnTo>
                    <a:pt x="0" y="195072"/>
                  </a:lnTo>
                  <a:lnTo>
                    <a:pt x="981456" y="195072"/>
                  </a:lnTo>
                  <a:lnTo>
                    <a:pt x="98145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07436" y="4430267"/>
              <a:ext cx="570738" cy="13335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073908" y="3608831"/>
              <a:ext cx="1201420" cy="195580"/>
            </a:xfrm>
            <a:custGeom>
              <a:avLst/>
              <a:gdLst/>
              <a:ahLst/>
              <a:cxnLst/>
              <a:rect l="l" t="t" r="r" b="b"/>
              <a:pathLst>
                <a:path w="1201420" h="195579">
                  <a:moveTo>
                    <a:pt x="1200912" y="0"/>
                  </a:moveTo>
                  <a:lnTo>
                    <a:pt x="0" y="0"/>
                  </a:lnTo>
                  <a:lnTo>
                    <a:pt x="0" y="195071"/>
                  </a:lnTo>
                  <a:lnTo>
                    <a:pt x="1200912" y="195071"/>
                  </a:lnTo>
                  <a:lnTo>
                    <a:pt x="120091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334512" y="3640835"/>
              <a:ext cx="677417" cy="13335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62300" y="3218687"/>
              <a:ext cx="484631" cy="35356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751254" y="3250655"/>
              <a:ext cx="469535" cy="30434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712720" y="5225795"/>
              <a:ext cx="1597660" cy="195580"/>
            </a:xfrm>
            <a:custGeom>
              <a:avLst/>
              <a:gdLst/>
              <a:ahLst/>
              <a:cxnLst/>
              <a:rect l="l" t="t" r="r" b="b"/>
              <a:pathLst>
                <a:path w="1597660" h="195579">
                  <a:moveTo>
                    <a:pt x="1597152" y="0"/>
                  </a:moveTo>
                  <a:lnTo>
                    <a:pt x="0" y="0"/>
                  </a:lnTo>
                  <a:lnTo>
                    <a:pt x="0" y="195071"/>
                  </a:lnTo>
                  <a:lnTo>
                    <a:pt x="1597152" y="195071"/>
                  </a:lnTo>
                  <a:lnTo>
                    <a:pt x="159715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14472" y="5256276"/>
              <a:ext cx="989838" cy="13335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789381" y="5473700"/>
              <a:ext cx="1447991" cy="15849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363212" y="5632704"/>
              <a:ext cx="1268095" cy="196850"/>
            </a:xfrm>
            <a:custGeom>
              <a:avLst/>
              <a:gdLst/>
              <a:ahLst/>
              <a:cxnLst/>
              <a:rect l="l" t="t" r="r" b="b"/>
              <a:pathLst>
                <a:path w="1268095" h="196850">
                  <a:moveTo>
                    <a:pt x="1267967" y="0"/>
                  </a:moveTo>
                  <a:lnTo>
                    <a:pt x="0" y="0"/>
                  </a:lnTo>
                  <a:lnTo>
                    <a:pt x="0" y="196596"/>
                  </a:lnTo>
                  <a:lnTo>
                    <a:pt x="1267967" y="196596"/>
                  </a:lnTo>
                  <a:lnTo>
                    <a:pt x="126796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68952" y="5666232"/>
              <a:ext cx="854201" cy="13182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33900" y="5861304"/>
              <a:ext cx="926591" cy="193548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699760" y="5225795"/>
              <a:ext cx="1496695" cy="195580"/>
            </a:xfrm>
            <a:custGeom>
              <a:avLst/>
              <a:gdLst/>
              <a:ahLst/>
              <a:cxnLst/>
              <a:rect l="l" t="t" r="r" b="b"/>
              <a:pathLst>
                <a:path w="1496695" h="195579">
                  <a:moveTo>
                    <a:pt x="1496567" y="0"/>
                  </a:moveTo>
                  <a:lnTo>
                    <a:pt x="0" y="0"/>
                  </a:lnTo>
                  <a:lnTo>
                    <a:pt x="0" y="195071"/>
                  </a:lnTo>
                  <a:lnTo>
                    <a:pt x="1496567" y="195071"/>
                  </a:lnTo>
                  <a:lnTo>
                    <a:pt x="1496567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996940" y="5256276"/>
              <a:ext cx="892302" cy="1333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44767" y="5468111"/>
              <a:ext cx="605028" cy="22707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062472" y="4399787"/>
              <a:ext cx="1522730" cy="195580"/>
            </a:xfrm>
            <a:custGeom>
              <a:avLst/>
              <a:gdLst/>
              <a:ahLst/>
              <a:cxnLst/>
              <a:rect l="l" t="t" r="r" b="b"/>
              <a:pathLst>
                <a:path w="1522729" h="195579">
                  <a:moveTo>
                    <a:pt x="1522476" y="0"/>
                  </a:moveTo>
                  <a:lnTo>
                    <a:pt x="0" y="0"/>
                  </a:lnTo>
                  <a:lnTo>
                    <a:pt x="0" y="195072"/>
                  </a:lnTo>
                  <a:lnTo>
                    <a:pt x="1522476" y="195072"/>
                  </a:lnTo>
                  <a:lnTo>
                    <a:pt x="152247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335267" y="4430267"/>
              <a:ext cx="973074" cy="1333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318504" y="4625339"/>
              <a:ext cx="982979" cy="20573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705855" y="3608831"/>
              <a:ext cx="1286510" cy="195580"/>
            </a:xfrm>
            <a:custGeom>
              <a:avLst/>
              <a:gdLst/>
              <a:ahLst/>
              <a:cxnLst/>
              <a:rect l="l" t="t" r="r" b="b"/>
              <a:pathLst>
                <a:path w="1286509" h="195579">
                  <a:moveTo>
                    <a:pt x="1286255" y="0"/>
                  </a:moveTo>
                  <a:lnTo>
                    <a:pt x="0" y="0"/>
                  </a:lnTo>
                  <a:lnTo>
                    <a:pt x="0" y="195071"/>
                  </a:lnTo>
                  <a:lnTo>
                    <a:pt x="1286255" y="195071"/>
                  </a:lnTo>
                  <a:lnTo>
                    <a:pt x="1286255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910072" y="3640835"/>
              <a:ext cx="867918" cy="1333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914644" y="3140963"/>
              <a:ext cx="853440" cy="18897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836920" y="3392423"/>
              <a:ext cx="1008887" cy="182879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157471" y="3002279"/>
            <a:ext cx="934212" cy="115824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8513064" y="6126479"/>
            <a:ext cx="965200" cy="220979"/>
            <a:chOff x="8513064" y="6126479"/>
            <a:chExt cx="965200" cy="220979"/>
          </a:xfrm>
        </p:grpSpPr>
        <p:sp>
          <p:nvSpPr>
            <p:cNvPr id="40" name="object 40"/>
            <p:cNvSpPr/>
            <p:nvPr/>
          </p:nvSpPr>
          <p:spPr>
            <a:xfrm>
              <a:off x="8513064" y="6126479"/>
              <a:ext cx="965200" cy="220979"/>
            </a:xfrm>
            <a:custGeom>
              <a:avLst/>
              <a:gdLst/>
              <a:ahLst/>
              <a:cxnLst/>
              <a:rect l="l" t="t" r="r" b="b"/>
              <a:pathLst>
                <a:path w="965200" h="220979">
                  <a:moveTo>
                    <a:pt x="854201" y="0"/>
                  </a:moveTo>
                  <a:lnTo>
                    <a:pt x="110489" y="0"/>
                  </a:lnTo>
                  <a:lnTo>
                    <a:pt x="67508" y="8682"/>
                  </a:lnTo>
                  <a:lnTo>
                    <a:pt x="32385" y="32361"/>
                  </a:lnTo>
                  <a:lnTo>
                    <a:pt x="8691" y="67481"/>
                  </a:lnTo>
                  <a:lnTo>
                    <a:pt x="0" y="110490"/>
                  </a:lnTo>
                  <a:lnTo>
                    <a:pt x="8691" y="153498"/>
                  </a:lnTo>
                  <a:lnTo>
                    <a:pt x="32384" y="188618"/>
                  </a:lnTo>
                  <a:lnTo>
                    <a:pt x="67508" y="212297"/>
                  </a:lnTo>
                  <a:lnTo>
                    <a:pt x="110489" y="220980"/>
                  </a:lnTo>
                  <a:lnTo>
                    <a:pt x="854201" y="220980"/>
                  </a:lnTo>
                  <a:lnTo>
                    <a:pt x="897183" y="212297"/>
                  </a:lnTo>
                  <a:lnTo>
                    <a:pt x="932306" y="188618"/>
                  </a:lnTo>
                  <a:lnTo>
                    <a:pt x="956000" y="153498"/>
                  </a:lnTo>
                  <a:lnTo>
                    <a:pt x="964691" y="110490"/>
                  </a:lnTo>
                  <a:lnTo>
                    <a:pt x="956000" y="67481"/>
                  </a:lnTo>
                  <a:lnTo>
                    <a:pt x="932306" y="32361"/>
                  </a:lnTo>
                  <a:lnTo>
                    <a:pt x="897183" y="8682"/>
                  </a:lnTo>
                  <a:lnTo>
                    <a:pt x="854201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779764" y="6185915"/>
              <a:ext cx="432053" cy="125729"/>
            </a:xfrm>
            <a:prstGeom prst="rect">
              <a:avLst/>
            </a:prstGeom>
          </p:spPr>
        </p:pic>
      </p:grpSp>
      <p:pic>
        <p:nvPicPr>
          <p:cNvPr id="42" name="object 4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10183" y="1805939"/>
            <a:ext cx="7920990" cy="45948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554736" y="1449324"/>
            <a:ext cx="851153" cy="157734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5253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3.3.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Autonomous</a:t>
            </a:r>
            <a:r>
              <a:rPr dirty="0" sz="1800" spc="-5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Vehicle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89988" y="3130295"/>
            <a:ext cx="5904230" cy="3016250"/>
            <a:chOff x="2189988" y="3130295"/>
            <a:chExt cx="5904230" cy="3016250"/>
          </a:xfrm>
        </p:grpSpPr>
        <p:sp>
          <p:nvSpPr>
            <p:cNvPr id="8" name="object 8"/>
            <p:cNvSpPr/>
            <p:nvPr/>
          </p:nvSpPr>
          <p:spPr>
            <a:xfrm>
              <a:off x="6034278" y="3979925"/>
              <a:ext cx="2045335" cy="624840"/>
            </a:xfrm>
            <a:custGeom>
              <a:avLst/>
              <a:gdLst/>
              <a:ahLst/>
              <a:cxnLst/>
              <a:rect l="l" t="t" r="r" b="b"/>
              <a:pathLst>
                <a:path w="2045334" h="624839">
                  <a:moveTo>
                    <a:pt x="2045207" y="0"/>
                  </a:moveTo>
                  <a:lnTo>
                    <a:pt x="0" y="0"/>
                  </a:lnTo>
                  <a:lnTo>
                    <a:pt x="0" y="624840"/>
                  </a:lnTo>
                  <a:lnTo>
                    <a:pt x="2045207" y="624840"/>
                  </a:lnTo>
                  <a:lnTo>
                    <a:pt x="2045207" y="0"/>
                  </a:lnTo>
                  <a:close/>
                </a:path>
              </a:pathLst>
            </a:custGeom>
            <a:solidFill>
              <a:srgbClr val="FF4337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34278" y="3979925"/>
              <a:ext cx="2045335" cy="624840"/>
            </a:xfrm>
            <a:custGeom>
              <a:avLst/>
              <a:gdLst/>
              <a:ahLst/>
              <a:cxnLst/>
              <a:rect l="l" t="t" r="r" b="b"/>
              <a:pathLst>
                <a:path w="2045334" h="624839">
                  <a:moveTo>
                    <a:pt x="0" y="624840"/>
                  </a:moveTo>
                  <a:lnTo>
                    <a:pt x="2045207" y="624840"/>
                  </a:lnTo>
                  <a:lnTo>
                    <a:pt x="2045207" y="0"/>
                  </a:lnTo>
                  <a:lnTo>
                    <a:pt x="0" y="0"/>
                  </a:lnTo>
                  <a:lnTo>
                    <a:pt x="0" y="624840"/>
                  </a:lnTo>
                  <a:close/>
                </a:path>
              </a:pathLst>
            </a:custGeom>
            <a:ln w="28956">
              <a:solidFill>
                <a:srgbClr val="FF4337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266688" y="4172711"/>
              <a:ext cx="1583690" cy="375285"/>
            </a:xfrm>
            <a:custGeom>
              <a:avLst/>
              <a:gdLst/>
              <a:ahLst/>
              <a:cxnLst/>
              <a:rect l="l" t="t" r="r" b="b"/>
              <a:pathLst>
                <a:path w="1583690" h="375285">
                  <a:moveTo>
                    <a:pt x="0" y="374904"/>
                  </a:moveTo>
                  <a:lnTo>
                    <a:pt x="1583436" y="374904"/>
                  </a:lnTo>
                  <a:lnTo>
                    <a:pt x="1583436" y="0"/>
                  </a:lnTo>
                  <a:lnTo>
                    <a:pt x="0" y="0"/>
                  </a:lnTo>
                  <a:lnTo>
                    <a:pt x="0" y="3749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66688" y="4072127"/>
              <a:ext cx="1583690" cy="475615"/>
            </a:xfrm>
            <a:custGeom>
              <a:avLst/>
              <a:gdLst/>
              <a:ahLst/>
              <a:cxnLst/>
              <a:rect l="l" t="t" r="r" b="b"/>
              <a:pathLst>
                <a:path w="1583690" h="475614">
                  <a:moveTo>
                    <a:pt x="0" y="475488"/>
                  </a:moveTo>
                  <a:lnTo>
                    <a:pt x="1583436" y="475488"/>
                  </a:lnTo>
                  <a:lnTo>
                    <a:pt x="1583436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50152" y="4190999"/>
              <a:ext cx="303275" cy="22250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5723" y="4216907"/>
              <a:ext cx="728472" cy="1524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81444" y="4413503"/>
              <a:ext cx="765048" cy="975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53555" y="4315967"/>
              <a:ext cx="548640" cy="23012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11240" y="4018787"/>
              <a:ext cx="1894839" cy="154305"/>
            </a:xfrm>
            <a:custGeom>
              <a:avLst/>
              <a:gdLst/>
              <a:ahLst/>
              <a:cxnLst/>
              <a:rect l="l" t="t" r="r" b="b"/>
              <a:pathLst>
                <a:path w="1894840" h="154304">
                  <a:moveTo>
                    <a:pt x="1894332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1894332" y="153924"/>
                  </a:lnTo>
                  <a:lnTo>
                    <a:pt x="189433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6111240" y="4018787"/>
              <a:ext cx="1894839" cy="154305"/>
            </a:xfrm>
            <a:custGeom>
              <a:avLst/>
              <a:gdLst/>
              <a:ahLst/>
              <a:cxnLst/>
              <a:rect l="l" t="t" r="r" b="b"/>
              <a:pathLst>
                <a:path w="1894840" h="154304">
                  <a:moveTo>
                    <a:pt x="0" y="153924"/>
                  </a:moveTo>
                  <a:lnTo>
                    <a:pt x="1894332" y="153924"/>
                  </a:lnTo>
                  <a:lnTo>
                    <a:pt x="1894332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11467" y="4044695"/>
              <a:ext cx="1293114" cy="104393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741420" y="3584447"/>
              <a:ext cx="254635" cy="1440180"/>
            </a:xfrm>
            <a:custGeom>
              <a:avLst/>
              <a:gdLst/>
              <a:ahLst/>
              <a:cxnLst/>
              <a:rect l="l" t="t" r="r" b="b"/>
              <a:pathLst>
                <a:path w="254635" h="1440179">
                  <a:moveTo>
                    <a:pt x="0" y="42418"/>
                  </a:moveTo>
                  <a:lnTo>
                    <a:pt x="3341" y="25931"/>
                  </a:lnTo>
                  <a:lnTo>
                    <a:pt x="12446" y="12446"/>
                  </a:lnTo>
                  <a:lnTo>
                    <a:pt x="25931" y="3341"/>
                  </a:lnTo>
                  <a:lnTo>
                    <a:pt x="42417" y="0"/>
                  </a:lnTo>
                  <a:lnTo>
                    <a:pt x="212089" y="0"/>
                  </a:lnTo>
                  <a:lnTo>
                    <a:pt x="228576" y="3341"/>
                  </a:lnTo>
                  <a:lnTo>
                    <a:pt x="242061" y="12446"/>
                  </a:lnTo>
                  <a:lnTo>
                    <a:pt x="251166" y="25931"/>
                  </a:lnTo>
                  <a:lnTo>
                    <a:pt x="254507" y="42418"/>
                  </a:lnTo>
                  <a:lnTo>
                    <a:pt x="254507" y="1397762"/>
                  </a:lnTo>
                  <a:lnTo>
                    <a:pt x="251166" y="1414248"/>
                  </a:lnTo>
                  <a:lnTo>
                    <a:pt x="242061" y="1427733"/>
                  </a:lnTo>
                  <a:lnTo>
                    <a:pt x="228576" y="1436838"/>
                  </a:lnTo>
                  <a:lnTo>
                    <a:pt x="212089" y="1440179"/>
                  </a:lnTo>
                  <a:lnTo>
                    <a:pt x="42417" y="1440179"/>
                  </a:lnTo>
                  <a:lnTo>
                    <a:pt x="25931" y="1436838"/>
                  </a:lnTo>
                  <a:lnTo>
                    <a:pt x="12446" y="1427733"/>
                  </a:lnTo>
                  <a:lnTo>
                    <a:pt x="3341" y="1414248"/>
                  </a:lnTo>
                  <a:lnTo>
                    <a:pt x="0" y="1397762"/>
                  </a:lnTo>
                  <a:lnTo>
                    <a:pt x="0" y="42418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864864" y="3520439"/>
              <a:ext cx="208915" cy="1568450"/>
            </a:xfrm>
            <a:custGeom>
              <a:avLst/>
              <a:gdLst/>
              <a:ahLst/>
              <a:cxnLst/>
              <a:rect l="l" t="t" r="r" b="b"/>
              <a:pathLst>
                <a:path w="208914" h="1568450">
                  <a:moveTo>
                    <a:pt x="208787" y="0"/>
                  </a:moveTo>
                  <a:lnTo>
                    <a:pt x="0" y="0"/>
                  </a:lnTo>
                  <a:lnTo>
                    <a:pt x="0" y="1568196"/>
                  </a:lnTo>
                  <a:lnTo>
                    <a:pt x="208787" y="1568196"/>
                  </a:lnTo>
                  <a:lnTo>
                    <a:pt x="2087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08476" y="3756659"/>
              <a:ext cx="2385060" cy="141427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189988" y="3130295"/>
              <a:ext cx="1507490" cy="189230"/>
            </a:xfrm>
            <a:custGeom>
              <a:avLst/>
              <a:gdLst/>
              <a:ahLst/>
              <a:cxnLst/>
              <a:rect l="l" t="t" r="r" b="b"/>
              <a:pathLst>
                <a:path w="1507489" h="189229">
                  <a:moveTo>
                    <a:pt x="1475739" y="0"/>
                  </a:moveTo>
                  <a:lnTo>
                    <a:pt x="31495" y="0"/>
                  </a:lnTo>
                  <a:lnTo>
                    <a:pt x="19234" y="2474"/>
                  </a:lnTo>
                  <a:lnTo>
                    <a:pt x="9223" y="9223"/>
                  </a:lnTo>
                  <a:lnTo>
                    <a:pt x="2474" y="19234"/>
                  </a:lnTo>
                  <a:lnTo>
                    <a:pt x="0" y="31495"/>
                  </a:lnTo>
                  <a:lnTo>
                    <a:pt x="0" y="157479"/>
                  </a:lnTo>
                  <a:lnTo>
                    <a:pt x="2474" y="169741"/>
                  </a:lnTo>
                  <a:lnTo>
                    <a:pt x="9223" y="179752"/>
                  </a:lnTo>
                  <a:lnTo>
                    <a:pt x="19234" y="186501"/>
                  </a:lnTo>
                  <a:lnTo>
                    <a:pt x="31495" y="188975"/>
                  </a:lnTo>
                  <a:lnTo>
                    <a:pt x="1475739" y="188975"/>
                  </a:lnTo>
                  <a:lnTo>
                    <a:pt x="1488001" y="186501"/>
                  </a:lnTo>
                  <a:lnTo>
                    <a:pt x="1498012" y="179752"/>
                  </a:lnTo>
                  <a:lnTo>
                    <a:pt x="1504761" y="169741"/>
                  </a:lnTo>
                  <a:lnTo>
                    <a:pt x="1507236" y="157479"/>
                  </a:lnTo>
                  <a:lnTo>
                    <a:pt x="1507236" y="31495"/>
                  </a:lnTo>
                  <a:lnTo>
                    <a:pt x="1504761" y="19234"/>
                  </a:lnTo>
                  <a:lnTo>
                    <a:pt x="1498012" y="9223"/>
                  </a:lnTo>
                  <a:lnTo>
                    <a:pt x="1488001" y="2474"/>
                  </a:lnTo>
                  <a:lnTo>
                    <a:pt x="1475739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243066" y="5389625"/>
              <a:ext cx="1615440" cy="727075"/>
            </a:xfrm>
            <a:custGeom>
              <a:avLst/>
              <a:gdLst/>
              <a:ahLst/>
              <a:cxnLst/>
              <a:rect l="l" t="t" r="r" b="b"/>
              <a:pathLst>
                <a:path w="1615440" h="727075">
                  <a:moveTo>
                    <a:pt x="1615439" y="0"/>
                  </a:moveTo>
                  <a:lnTo>
                    <a:pt x="0" y="0"/>
                  </a:lnTo>
                  <a:lnTo>
                    <a:pt x="0" y="726948"/>
                  </a:lnTo>
                  <a:lnTo>
                    <a:pt x="1615439" y="726948"/>
                  </a:lnTo>
                  <a:lnTo>
                    <a:pt x="1615439" y="0"/>
                  </a:lnTo>
                  <a:close/>
                </a:path>
              </a:pathLst>
            </a:custGeom>
            <a:solidFill>
              <a:srgbClr val="FF4337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243066" y="5389625"/>
              <a:ext cx="1615440" cy="727075"/>
            </a:xfrm>
            <a:custGeom>
              <a:avLst/>
              <a:gdLst/>
              <a:ahLst/>
              <a:cxnLst/>
              <a:rect l="l" t="t" r="r" b="b"/>
              <a:pathLst>
                <a:path w="1615440" h="727075">
                  <a:moveTo>
                    <a:pt x="0" y="726948"/>
                  </a:moveTo>
                  <a:lnTo>
                    <a:pt x="1615439" y="726948"/>
                  </a:lnTo>
                  <a:lnTo>
                    <a:pt x="1615439" y="0"/>
                  </a:lnTo>
                  <a:lnTo>
                    <a:pt x="0" y="0"/>
                  </a:lnTo>
                  <a:lnTo>
                    <a:pt x="0" y="726948"/>
                  </a:lnTo>
                  <a:close/>
                </a:path>
              </a:pathLst>
            </a:custGeom>
            <a:ln w="28956">
              <a:solidFill>
                <a:srgbClr val="FF4337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6288024" y="5494019"/>
              <a:ext cx="1521460" cy="570230"/>
            </a:xfrm>
            <a:custGeom>
              <a:avLst/>
              <a:gdLst/>
              <a:ahLst/>
              <a:cxnLst/>
              <a:rect l="l" t="t" r="r" b="b"/>
              <a:pathLst>
                <a:path w="1521459" h="570229">
                  <a:moveTo>
                    <a:pt x="1520952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0" y="569976"/>
                  </a:lnTo>
                  <a:lnTo>
                    <a:pt x="1520952" y="569976"/>
                  </a:lnTo>
                  <a:lnTo>
                    <a:pt x="1520952" y="82296"/>
                  </a:lnTo>
                  <a:lnTo>
                    <a:pt x="152095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88023" y="5494019"/>
              <a:ext cx="1521460" cy="570230"/>
            </a:xfrm>
            <a:custGeom>
              <a:avLst/>
              <a:gdLst/>
              <a:ahLst/>
              <a:cxnLst/>
              <a:rect l="l" t="t" r="r" b="b"/>
              <a:pathLst>
                <a:path w="1521459" h="570229">
                  <a:moveTo>
                    <a:pt x="0" y="569975"/>
                  </a:moveTo>
                  <a:lnTo>
                    <a:pt x="1520952" y="569975"/>
                  </a:lnTo>
                  <a:lnTo>
                    <a:pt x="1520952" y="0"/>
                  </a:lnTo>
                  <a:lnTo>
                    <a:pt x="0" y="0"/>
                  </a:lnTo>
                  <a:lnTo>
                    <a:pt x="0" y="569975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42888" y="5593079"/>
              <a:ext cx="464819" cy="199644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06184" y="5724144"/>
              <a:ext cx="393192" cy="12801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165847" y="5594603"/>
              <a:ext cx="588264" cy="14173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042403" y="5766816"/>
              <a:ext cx="699516" cy="37947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32220" y="5844539"/>
              <a:ext cx="697992" cy="19354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385559" y="5422391"/>
              <a:ext cx="1324610" cy="154305"/>
            </a:xfrm>
            <a:custGeom>
              <a:avLst/>
              <a:gdLst/>
              <a:ahLst/>
              <a:cxnLst/>
              <a:rect l="l" t="t" r="r" b="b"/>
              <a:pathLst>
                <a:path w="1324609" h="154304">
                  <a:moveTo>
                    <a:pt x="1324356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1324356" y="153924"/>
                  </a:lnTo>
                  <a:lnTo>
                    <a:pt x="132435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385559" y="5422391"/>
              <a:ext cx="1324610" cy="154305"/>
            </a:xfrm>
            <a:custGeom>
              <a:avLst/>
              <a:gdLst/>
              <a:ahLst/>
              <a:cxnLst/>
              <a:rect l="l" t="t" r="r" b="b"/>
              <a:pathLst>
                <a:path w="1324609" h="154304">
                  <a:moveTo>
                    <a:pt x="0" y="153924"/>
                  </a:moveTo>
                  <a:lnTo>
                    <a:pt x="1324356" y="153924"/>
                  </a:lnTo>
                  <a:lnTo>
                    <a:pt x="1324356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627876" y="5449823"/>
              <a:ext cx="840485" cy="102869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2583942" y="3128263"/>
            <a:ext cx="71818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45" b="1">
                <a:solidFill>
                  <a:srgbClr val="FFFFFF"/>
                </a:solidFill>
                <a:latin typeface="Tahoma"/>
                <a:cs typeface="Tahoma"/>
              </a:rPr>
              <a:t>F</a:t>
            </a:r>
            <a:r>
              <a:rPr dirty="0" sz="1100" spc="-290" b="1">
                <a:solidFill>
                  <a:srgbClr val="FFFFFF"/>
                </a:solidFill>
                <a:latin typeface="Tahoma"/>
                <a:cs typeface="Tahoma"/>
              </a:rPr>
              <a:t>U</a:t>
            </a:r>
            <a:r>
              <a:rPr dirty="0" sz="1100" spc="-229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1100" spc="-225" b="1">
                <a:solidFill>
                  <a:srgbClr val="FFFFFF"/>
                </a:solidFill>
                <a:latin typeface="Tahoma"/>
                <a:cs typeface="Tahoma"/>
              </a:rPr>
              <a:t>L</a:t>
            </a:r>
            <a:r>
              <a:rPr dirty="0" sz="1100" spc="-95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100" spc="-175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100" spc="-275" b="1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1100" spc="-190" b="1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dirty="0" sz="1100" spc="-260" b="1">
                <a:solidFill>
                  <a:srgbClr val="FFFFFF"/>
                </a:solidFill>
                <a:latin typeface="Tahoma"/>
                <a:cs typeface="Tahoma"/>
              </a:rPr>
              <a:t>T</a:t>
            </a:r>
            <a:r>
              <a:rPr dirty="0" sz="1100" spc="-24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r>
              <a:rPr dirty="0" sz="1100" spc="-290" b="1">
                <a:solidFill>
                  <a:srgbClr val="FFFFFF"/>
                </a:solidFill>
                <a:latin typeface="Tahoma"/>
                <a:cs typeface="Tahoma"/>
              </a:rPr>
              <a:t>MS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570476" y="3130295"/>
            <a:ext cx="3260090" cy="190500"/>
          </a:xfrm>
          <a:custGeom>
            <a:avLst/>
            <a:gdLst/>
            <a:ahLst/>
            <a:cxnLst/>
            <a:rect l="l" t="t" r="r" b="b"/>
            <a:pathLst>
              <a:path w="3260090" h="190500">
                <a:moveTo>
                  <a:pt x="3228085" y="0"/>
                </a:moveTo>
                <a:lnTo>
                  <a:pt x="31750" y="0"/>
                </a:lnTo>
                <a:lnTo>
                  <a:pt x="19395" y="2496"/>
                </a:lnTo>
                <a:lnTo>
                  <a:pt x="9302" y="9302"/>
                </a:lnTo>
                <a:lnTo>
                  <a:pt x="2496" y="19395"/>
                </a:lnTo>
                <a:lnTo>
                  <a:pt x="0" y="31750"/>
                </a:lnTo>
                <a:lnTo>
                  <a:pt x="0" y="158750"/>
                </a:lnTo>
                <a:lnTo>
                  <a:pt x="2496" y="171104"/>
                </a:lnTo>
                <a:lnTo>
                  <a:pt x="9302" y="181197"/>
                </a:lnTo>
                <a:lnTo>
                  <a:pt x="19395" y="188003"/>
                </a:lnTo>
                <a:lnTo>
                  <a:pt x="31750" y="190500"/>
                </a:lnTo>
                <a:lnTo>
                  <a:pt x="3228085" y="190500"/>
                </a:lnTo>
                <a:lnTo>
                  <a:pt x="3240440" y="188003"/>
                </a:lnTo>
                <a:lnTo>
                  <a:pt x="3250533" y="181197"/>
                </a:lnTo>
                <a:lnTo>
                  <a:pt x="3257339" y="171104"/>
                </a:lnTo>
                <a:lnTo>
                  <a:pt x="3259835" y="158750"/>
                </a:lnTo>
                <a:lnTo>
                  <a:pt x="3259835" y="31750"/>
                </a:lnTo>
                <a:lnTo>
                  <a:pt x="3257339" y="19395"/>
                </a:lnTo>
                <a:lnTo>
                  <a:pt x="3250533" y="9302"/>
                </a:lnTo>
                <a:lnTo>
                  <a:pt x="3240440" y="2496"/>
                </a:lnTo>
                <a:lnTo>
                  <a:pt x="3228085" y="0"/>
                </a:lnTo>
                <a:close/>
              </a:path>
            </a:pathLst>
          </a:custGeom>
          <a:solidFill>
            <a:srgbClr val="33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893434" y="3128899"/>
            <a:ext cx="61468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65" b="1">
                <a:solidFill>
                  <a:srgbClr val="FFFFFF"/>
                </a:solidFill>
                <a:latin typeface="Tahoma"/>
                <a:cs typeface="Tahoma"/>
              </a:rPr>
              <a:t>PERCEPTION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2189988" y="5201411"/>
            <a:ext cx="1836420" cy="190500"/>
          </a:xfrm>
          <a:custGeom>
            <a:avLst/>
            <a:gdLst/>
            <a:ahLst/>
            <a:cxnLst/>
            <a:rect l="l" t="t" r="r" b="b"/>
            <a:pathLst>
              <a:path w="1836420" h="190500">
                <a:moveTo>
                  <a:pt x="1804670" y="0"/>
                </a:moveTo>
                <a:lnTo>
                  <a:pt x="31750" y="0"/>
                </a:lnTo>
                <a:lnTo>
                  <a:pt x="19395" y="2496"/>
                </a:lnTo>
                <a:lnTo>
                  <a:pt x="9302" y="9302"/>
                </a:lnTo>
                <a:lnTo>
                  <a:pt x="2496" y="19395"/>
                </a:lnTo>
                <a:lnTo>
                  <a:pt x="0" y="31750"/>
                </a:lnTo>
                <a:lnTo>
                  <a:pt x="0" y="158750"/>
                </a:lnTo>
                <a:lnTo>
                  <a:pt x="2496" y="171104"/>
                </a:lnTo>
                <a:lnTo>
                  <a:pt x="9302" y="181197"/>
                </a:lnTo>
                <a:lnTo>
                  <a:pt x="19395" y="188003"/>
                </a:lnTo>
                <a:lnTo>
                  <a:pt x="31750" y="190500"/>
                </a:lnTo>
                <a:lnTo>
                  <a:pt x="1804670" y="190500"/>
                </a:lnTo>
                <a:lnTo>
                  <a:pt x="1817024" y="188003"/>
                </a:lnTo>
                <a:lnTo>
                  <a:pt x="1827117" y="181197"/>
                </a:lnTo>
                <a:lnTo>
                  <a:pt x="1833923" y="171104"/>
                </a:lnTo>
                <a:lnTo>
                  <a:pt x="1836420" y="158750"/>
                </a:lnTo>
                <a:lnTo>
                  <a:pt x="1836420" y="31750"/>
                </a:lnTo>
                <a:lnTo>
                  <a:pt x="1833923" y="19395"/>
                </a:lnTo>
                <a:lnTo>
                  <a:pt x="1827117" y="9302"/>
                </a:lnTo>
                <a:lnTo>
                  <a:pt x="1817024" y="2496"/>
                </a:lnTo>
                <a:lnTo>
                  <a:pt x="1804670" y="0"/>
                </a:lnTo>
                <a:close/>
              </a:path>
            </a:pathLst>
          </a:custGeom>
          <a:solidFill>
            <a:srgbClr val="3366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2784094" y="5199329"/>
            <a:ext cx="64897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280" b="1">
                <a:solidFill>
                  <a:srgbClr val="FFFFFF"/>
                </a:solidFill>
                <a:latin typeface="Tahoma"/>
                <a:cs typeface="Tahoma"/>
              </a:rPr>
              <a:t>LOCALIZATON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2129027" y="3332988"/>
            <a:ext cx="5698490" cy="2741930"/>
            <a:chOff x="2129027" y="3332988"/>
            <a:chExt cx="5698490" cy="2741930"/>
          </a:xfrm>
        </p:grpSpPr>
        <p:sp>
          <p:nvSpPr>
            <p:cNvPr id="41" name="object 41"/>
            <p:cNvSpPr/>
            <p:nvPr/>
          </p:nvSpPr>
          <p:spPr>
            <a:xfrm>
              <a:off x="2143505" y="3347466"/>
              <a:ext cx="1554480" cy="1202690"/>
            </a:xfrm>
            <a:custGeom>
              <a:avLst/>
              <a:gdLst/>
              <a:ahLst/>
              <a:cxnLst/>
              <a:rect l="l" t="t" r="r" b="b"/>
              <a:pathLst>
                <a:path w="1554479" h="1202689">
                  <a:moveTo>
                    <a:pt x="1554480" y="0"/>
                  </a:moveTo>
                  <a:lnTo>
                    <a:pt x="0" y="0"/>
                  </a:lnTo>
                  <a:lnTo>
                    <a:pt x="0" y="1202436"/>
                  </a:lnTo>
                  <a:lnTo>
                    <a:pt x="1554480" y="1202436"/>
                  </a:lnTo>
                  <a:lnTo>
                    <a:pt x="1554480" y="0"/>
                  </a:lnTo>
                  <a:close/>
                </a:path>
              </a:pathLst>
            </a:custGeom>
            <a:solidFill>
              <a:srgbClr val="FF4337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2143505" y="3347466"/>
              <a:ext cx="1554480" cy="1202690"/>
            </a:xfrm>
            <a:custGeom>
              <a:avLst/>
              <a:gdLst/>
              <a:ahLst/>
              <a:cxnLst/>
              <a:rect l="l" t="t" r="r" b="b"/>
              <a:pathLst>
                <a:path w="1554479" h="1202689">
                  <a:moveTo>
                    <a:pt x="0" y="1202436"/>
                  </a:moveTo>
                  <a:lnTo>
                    <a:pt x="1554480" y="1202436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1202436"/>
                  </a:lnTo>
                  <a:close/>
                </a:path>
              </a:pathLst>
            </a:custGeom>
            <a:ln w="28956">
              <a:solidFill>
                <a:srgbClr val="FF4337"/>
              </a:solidFill>
              <a:prstDash val="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4012692" y="3688080"/>
              <a:ext cx="2352040" cy="2094864"/>
            </a:xfrm>
            <a:custGeom>
              <a:avLst/>
              <a:gdLst/>
              <a:ahLst/>
              <a:cxnLst/>
              <a:rect l="l" t="t" r="r" b="b"/>
              <a:pathLst>
                <a:path w="2352040" h="2094864">
                  <a:moveTo>
                    <a:pt x="184404" y="973836"/>
                  </a:moveTo>
                  <a:lnTo>
                    <a:pt x="0" y="2094788"/>
                  </a:lnTo>
                </a:path>
                <a:path w="2352040" h="2094864">
                  <a:moveTo>
                    <a:pt x="225552" y="973836"/>
                  </a:moveTo>
                  <a:lnTo>
                    <a:pt x="682752" y="2090254"/>
                  </a:lnTo>
                </a:path>
                <a:path w="2352040" h="2094864">
                  <a:moveTo>
                    <a:pt x="304800" y="1016508"/>
                  </a:moveTo>
                  <a:lnTo>
                    <a:pt x="2276475" y="1815465"/>
                  </a:lnTo>
                </a:path>
                <a:path w="2352040" h="2094864">
                  <a:moveTo>
                    <a:pt x="1897380" y="1101852"/>
                  </a:moveTo>
                  <a:lnTo>
                    <a:pt x="2352040" y="1333754"/>
                  </a:lnTo>
                </a:path>
                <a:path w="2352040" h="2094864">
                  <a:moveTo>
                    <a:pt x="682752" y="384048"/>
                  </a:moveTo>
                  <a:lnTo>
                    <a:pt x="2338832" y="621538"/>
                  </a:lnTo>
                </a:path>
                <a:path w="2352040" h="2094864">
                  <a:moveTo>
                    <a:pt x="516636" y="129921"/>
                  </a:moveTo>
                  <a:lnTo>
                    <a:pt x="985138" y="0"/>
                  </a:lnTo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2238755" y="4651248"/>
              <a:ext cx="1362710" cy="472440"/>
            </a:xfrm>
            <a:custGeom>
              <a:avLst/>
              <a:gdLst/>
              <a:ahLst/>
              <a:cxnLst/>
              <a:rect l="l" t="t" r="r" b="b"/>
              <a:pathLst>
                <a:path w="1362710" h="472439">
                  <a:moveTo>
                    <a:pt x="0" y="472439"/>
                  </a:moveTo>
                  <a:lnTo>
                    <a:pt x="1362456" y="472439"/>
                  </a:lnTo>
                  <a:lnTo>
                    <a:pt x="1362456" y="0"/>
                  </a:lnTo>
                  <a:lnTo>
                    <a:pt x="0" y="0"/>
                  </a:lnTo>
                  <a:lnTo>
                    <a:pt x="0" y="472439"/>
                  </a:lnTo>
                  <a:close/>
                </a:path>
              </a:pathLst>
            </a:custGeom>
            <a:ln w="12191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289331" y="4967663"/>
              <a:ext cx="449012" cy="10997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151631" y="4820412"/>
              <a:ext cx="393192" cy="28498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292095" y="4773168"/>
              <a:ext cx="940307" cy="153924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766059" y="4899660"/>
              <a:ext cx="432815" cy="14630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2429255" y="4573524"/>
              <a:ext cx="981710" cy="154305"/>
            </a:xfrm>
            <a:custGeom>
              <a:avLst/>
              <a:gdLst/>
              <a:ahLst/>
              <a:cxnLst/>
              <a:rect l="l" t="t" r="r" b="b"/>
              <a:pathLst>
                <a:path w="981710" h="154304">
                  <a:moveTo>
                    <a:pt x="981456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981456" y="153924"/>
                  </a:lnTo>
                  <a:lnTo>
                    <a:pt x="98145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429255" y="4573524"/>
              <a:ext cx="981710" cy="154305"/>
            </a:xfrm>
            <a:custGeom>
              <a:avLst/>
              <a:gdLst/>
              <a:ahLst/>
              <a:cxnLst/>
              <a:rect l="l" t="t" r="r" b="b"/>
              <a:pathLst>
                <a:path w="981710" h="154304">
                  <a:moveTo>
                    <a:pt x="0" y="153924"/>
                  </a:moveTo>
                  <a:lnTo>
                    <a:pt x="981456" y="153924"/>
                  </a:lnTo>
                  <a:lnTo>
                    <a:pt x="981456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07563" y="4599432"/>
              <a:ext cx="622554" cy="104393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2238755" y="3674364"/>
              <a:ext cx="1362710" cy="838200"/>
            </a:xfrm>
            <a:custGeom>
              <a:avLst/>
              <a:gdLst/>
              <a:ahLst/>
              <a:cxnLst/>
              <a:rect l="l" t="t" r="r" b="b"/>
              <a:pathLst>
                <a:path w="1362710" h="838200">
                  <a:moveTo>
                    <a:pt x="0" y="838200"/>
                  </a:moveTo>
                  <a:lnTo>
                    <a:pt x="1362456" y="838200"/>
                  </a:lnTo>
                  <a:lnTo>
                    <a:pt x="1362456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2238755" y="3520440"/>
              <a:ext cx="1362710" cy="992505"/>
            </a:xfrm>
            <a:custGeom>
              <a:avLst/>
              <a:gdLst/>
              <a:ahLst/>
              <a:cxnLst/>
              <a:rect l="l" t="t" r="r" b="b"/>
              <a:pathLst>
                <a:path w="1362710" h="992504">
                  <a:moveTo>
                    <a:pt x="0" y="992124"/>
                  </a:moveTo>
                  <a:lnTo>
                    <a:pt x="1362456" y="992124"/>
                  </a:lnTo>
                  <a:lnTo>
                    <a:pt x="1362456" y="0"/>
                  </a:lnTo>
                  <a:lnTo>
                    <a:pt x="0" y="0"/>
                  </a:lnTo>
                  <a:lnTo>
                    <a:pt x="0" y="99212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93263" y="4186427"/>
              <a:ext cx="525780" cy="16154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064763" y="3665220"/>
              <a:ext cx="492251" cy="18745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253995" y="3834384"/>
              <a:ext cx="681228" cy="178307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348484" y="3639312"/>
              <a:ext cx="731519" cy="260604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092195" y="3887724"/>
              <a:ext cx="423671" cy="13563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339339" y="4003548"/>
              <a:ext cx="528827" cy="17830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927604" y="3968496"/>
              <a:ext cx="612647" cy="274319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2296667" y="4334255"/>
              <a:ext cx="537971" cy="13868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118103" y="4197096"/>
              <a:ext cx="333756" cy="275844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2177795" y="3366516"/>
              <a:ext cx="1484630" cy="307975"/>
            </a:xfrm>
            <a:custGeom>
              <a:avLst/>
              <a:gdLst/>
              <a:ahLst/>
              <a:cxnLst/>
              <a:rect l="l" t="t" r="r" b="b"/>
              <a:pathLst>
                <a:path w="1484629" h="307975">
                  <a:moveTo>
                    <a:pt x="1484376" y="0"/>
                  </a:moveTo>
                  <a:lnTo>
                    <a:pt x="0" y="0"/>
                  </a:lnTo>
                  <a:lnTo>
                    <a:pt x="0" y="307848"/>
                  </a:lnTo>
                  <a:lnTo>
                    <a:pt x="1484376" y="307848"/>
                  </a:lnTo>
                  <a:lnTo>
                    <a:pt x="148437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2177795" y="3366516"/>
              <a:ext cx="1484630" cy="307975"/>
            </a:xfrm>
            <a:custGeom>
              <a:avLst/>
              <a:gdLst/>
              <a:ahLst/>
              <a:cxnLst/>
              <a:rect l="l" t="t" r="r" b="b"/>
              <a:pathLst>
                <a:path w="1484629" h="307975">
                  <a:moveTo>
                    <a:pt x="0" y="307848"/>
                  </a:moveTo>
                  <a:lnTo>
                    <a:pt x="1484376" y="307848"/>
                  </a:lnTo>
                  <a:lnTo>
                    <a:pt x="1484376" y="0"/>
                  </a:lnTo>
                  <a:lnTo>
                    <a:pt x="0" y="0"/>
                  </a:lnTo>
                  <a:lnTo>
                    <a:pt x="0" y="307848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433827" y="3393922"/>
              <a:ext cx="963942" cy="25529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2238755" y="5498592"/>
              <a:ext cx="1774189" cy="570230"/>
            </a:xfrm>
            <a:custGeom>
              <a:avLst/>
              <a:gdLst/>
              <a:ahLst/>
              <a:cxnLst/>
              <a:rect l="l" t="t" r="r" b="b"/>
              <a:pathLst>
                <a:path w="1774189" h="570229">
                  <a:moveTo>
                    <a:pt x="0" y="569975"/>
                  </a:moveTo>
                  <a:lnTo>
                    <a:pt x="1773936" y="569975"/>
                  </a:lnTo>
                  <a:lnTo>
                    <a:pt x="1773936" y="0"/>
                  </a:lnTo>
                  <a:lnTo>
                    <a:pt x="0" y="0"/>
                  </a:lnTo>
                  <a:lnTo>
                    <a:pt x="0" y="569975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2303639" y="5594287"/>
              <a:ext cx="321012" cy="37614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672791" y="5683377"/>
              <a:ext cx="563270" cy="95250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682076" y="5852226"/>
              <a:ext cx="400874" cy="11873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3115055" y="5775960"/>
              <a:ext cx="492252" cy="210312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459480" y="5641848"/>
              <a:ext cx="509015" cy="252984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2589276" y="5426964"/>
              <a:ext cx="1073150" cy="154305"/>
            </a:xfrm>
            <a:custGeom>
              <a:avLst/>
              <a:gdLst/>
              <a:ahLst/>
              <a:cxnLst/>
              <a:rect l="l" t="t" r="r" b="b"/>
              <a:pathLst>
                <a:path w="1073150" h="154304">
                  <a:moveTo>
                    <a:pt x="1072896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1072896" y="153924"/>
                  </a:lnTo>
                  <a:lnTo>
                    <a:pt x="107289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589276" y="5426964"/>
              <a:ext cx="1073150" cy="154305"/>
            </a:xfrm>
            <a:custGeom>
              <a:avLst/>
              <a:gdLst/>
              <a:ahLst/>
              <a:cxnLst/>
              <a:rect l="l" t="t" r="r" b="b"/>
              <a:pathLst>
                <a:path w="1073150" h="154304">
                  <a:moveTo>
                    <a:pt x="0" y="153924"/>
                  </a:moveTo>
                  <a:lnTo>
                    <a:pt x="1072896" y="153924"/>
                  </a:lnTo>
                  <a:lnTo>
                    <a:pt x="1072896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2770631" y="5452872"/>
              <a:ext cx="706373" cy="104393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4997195" y="3450336"/>
              <a:ext cx="2811780" cy="475615"/>
            </a:xfrm>
            <a:custGeom>
              <a:avLst/>
              <a:gdLst/>
              <a:ahLst/>
              <a:cxnLst/>
              <a:rect l="l" t="t" r="r" b="b"/>
              <a:pathLst>
                <a:path w="2811779" h="475614">
                  <a:moveTo>
                    <a:pt x="0" y="475488"/>
                  </a:moveTo>
                  <a:lnTo>
                    <a:pt x="2811779" y="475488"/>
                  </a:lnTo>
                  <a:lnTo>
                    <a:pt x="2811779" y="0"/>
                  </a:lnTo>
                  <a:lnTo>
                    <a:pt x="0" y="0"/>
                  </a:lnTo>
                  <a:lnTo>
                    <a:pt x="0" y="475488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6" name="object 76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035295" y="3645408"/>
              <a:ext cx="214884" cy="26060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5073395" y="3485388"/>
              <a:ext cx="516636" cy="242316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5384292" y="3639312"/>
              <a:ext cx="542543" cy="271271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71387" y="3578352"/>
              <a:ext cx="466343" cy="14325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472172" y="3540252"/>
              <a:ext cx="291083" cy="239268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816732" y="3765628"/>
              <a:ext cx="623434" cy="105507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5974080" y="3720084"/>
              <a:ext cx="787907" cy="195071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954012" y="3573780"/>
              <a:ext cx="496824" cy="158496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6303263" y="3579876"/>
              <a:ext cx="605028" cy="184404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5189220" y="3390900"/>
              <a:ext cx="2394585" cy="154305"/>
            </a:xfrm>
            <a:custGeom>
              <a:avLst/>
              <a:gdLst/>
              <a:ahLst/>
              <a:cxnLst/>
              <a:rect l="l" t="t" r="r" b="b"/>
              <a:pathLst>
                <a:path w="2394584" h="154304">
                  <a:moveTo>
                    <a:pt x="2394204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2394204" y="153924"/>
                  </a:lnTo>
                  <a:lnTo>
                    <a:pt x="239420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5189220" y="3390900"/>
              <a:ext cx="2394585" cy="154305"/>
            </a:xfrm>
            <a:custGeom>
              <a:avLst/>
              <a:gdLst/>
              <a:ahLst/>
              <a:cxnLst/>
              <a:rect l="l" t="t" r="r" b="b"/>
              <a:pathLst>
                <a:path w="2394584" h="154304">
                  <a:moveTo>
                    <a:pt x="0" y="153924"/>
                  </a:moveTo>
                  <a:lnTo>
                    <a:pt x="2394204" y="153924"/>
                  </a:lnTo>
                  <a:lnTo>
                    <a:pt x="2394204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5612892" y="3416808"/>
              <a:ext cx="1546097" cy="116586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6364224" y="4704588"/>
              <a:ext cx="1457325" cy="632460"/>
            </a:xfrm>
            <a:custGeom>
              <a:avLst/>
              <a:gdLst/>
              <a:ahLst/>
              <a:cxnLst/>
              <a:rect l="l" t="t" r="r" b="b"/>
              <a:pathLst>
                <a:path w="1457325" h="632460">
                  <a:moveTo>
                    <a:pt x="0" y="632460"/>
                  </a:moveTo>
                  <a:lnTo>
                    <a:pt x="1456944" y="632460"/>
                  </a:lnTo>
                  <a:lnTo>
                    <a:pt x="1456944" y="0"/>
                  </a:lnTo>
                  <a:lnTo>
                    <a:pt x="0" y="0"/>
                  </a:lnTo>
                  <a:lnTo>
                    <a:pt x="0" y="632460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6428993" y="4818662"/>
              <a:ext cx="919276" cy="102559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872952" y="4954234"/>
              <a:ext cx="819249" cy="84109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6430251" y="5061650"/>
              <a:ext cx="361070" cy="185244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816851" y="5081016"/>
              <a:ext cx="403859" cy="20269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7170419" y="5071872"/>
              <a:ext cx="576072" cy="144780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6792468" y="4648200"/>
              <a:ext cx="680085" cy="154305"/>
            </a:xfrm>
            <a:custGeom>
              <a:avLst/>
              <a:gdLst/>
              <a:ahLst/>
              <a:cxnLst/>
              <a:rect l="l" t="t" r="r" b="b"/>
              <a:pathLst>
                <a:path w="680084" h="154304">
                  <a:moveTo>
                    <a:pt x="679703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679703" y="153924"/>
                  </a:lnTo>
                  <a:lnTo>
                    <a:pt x="679703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6792468" y="4648200"/>
              <a:ext cx="680085" cy="154305"/>
            </a:xfrm>
            <a:custGeom>
              <a:avLst/>
              <a:gdLst/>
              <a:ahLst/>
              <a:cxnLst/>
              <a:rect l="l" t="t" r="r" b="b"/>
              <a:pathLst>
                <a:path w="680084" h="154304">
                  <a:moveTo>
                    <a:pt x="0" y="153924"/>
                  </a:moveTo>
                  <a:lnTo>
                    <a:pt x="679703" y="153924"/>
                  </a:lnTo>
                  <a:lnTo>
                    <a:pt x="679703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992112" y="4675632"/>
              <a:ext cx="281177" cy="102869"/>
            </a:xfrm>
            <a:prstGeom prst="rect">
              <a:avLst/>
            </a:prstGeom>
          </p:spPr>
        </p:pic>
        <p:sp>
          <p:nvSpPr>
            <p:cNvPr id="97" name="object 97"/>
            <p:cNvSpPr/>
            <p:nvPr/>
          </p:nvSpPr>
          <p:spPr>
            <a:xfrm>
              <a:off x="4695444" y="5494020"/>
              <a:ext cx="1519555" cy="570230"/>
            </a:xfrm>
            <a:custGeom>
              <a:avLst/>
              <a:gdLst/>
              <a:ahLst/>
              <a:cxnLst/>
              <a:rect l="l" t="t" r="r" b="b"/>
              <a:pathLst>
                <a:path w="1519554" h="570229">
                  <a:moveTo>
                    <a:pt x="0" y="569975"/>
                  </a:moveTo>
                  <a:lnTo>
                    <a:pt x="1519427" y="569975"/>
                  </a:lnTo>
                  <a:lnTo>
                    <a:pt x="1519427" y="0"/>
                  </a:lnTo>
                  <a:lnTo>
                    <a:pt x="0" y="0"/>
                  </a:lnTo>
                  <a:lnTo>
                    <a:pt x="0" y="569975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8" name="object 98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4869179" y="5620511"/>
              <a:ext cx="841248" cy="129540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4779263" y="5794248"/>
              <a:ext cx="574548" cy="192024"/>
            </a:xfrm>
            <a:prstGeom prst="rect">
              <a:avLst/>
            </a:prstGeom>
          </p:spPr>
        </p:pic>
        <p:pic>
          <p:nvPicPr>
            <p:cNvPr id="100" name="object 100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5402580" y="5827776"/>
              <a:ext cx="708297" cy="160019"/>
            </a:xfrm>
            <a:prstGeom prst="rect">
              <a:avLst/>
            </a:prstGeom>
          </p:spPr>
        </p:pic>
        <p:pic>
          <p:nvPicPr>
            <p:cNvPr id="101" name="object 101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5768339" y="5547360"/>
              <a:ext cx="385572" cy="316991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4940807" y="5422392"/>
              <a:ext cx="1028700" cy="154305"/>
            </a:xfrm>
            <a:custGeom>
              <a:avLst/>
              <a:gdLst/>
              <a:ahLst/>
              <a:cxnLst/>
              <a:rect l="l" t="t" r="r" b="b"/>
              <a:pathLst>
                <a:path w="1028700" h="154304">
                  <a:moveTo>
                    <a:pt x="1028700" y="0"/>
                  </a:moveTo>
                  <a:lnTo>
                    <a:pt x="0" y="0"/>
                  </a:lnTo>
                  <a:lnTo>
                    <a:pt x="0" y="153924"/>
                  </a:lnTo>
                  <a:lnTo>
                    <a:pt x="1028700" y="153924"/>
                  </a:lnTo>
                  <a:lnTo>
                    <a:pt x="1028700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4940807" y="5422392"/>
              <a:ext cx="1028700" cy="154305"/>
            </a:xfrm>
            <a:custGeom>
              <a:avLst/>
              <a:gdLst/>
              <a:ahLst/>
              <a:cxnLst/>
              <a:rect l="l" t="t" r="r" b="b"/>
              <a:pathLst>
                <a:path w="1028700" h="154304">
                  <a:moveTo>
                    <a:pt x="0" y="153924"/>
                  </a:moveTo>
                  <a:lnTo>
                    <a:pt x="1028700" y="153924"/>
                  </a:lnTo>
                  <a:lnTo>
                    <a:pt x="1028700" y="0"/>
                  </a:lnTo>
                  <a:lnTo>
                    <a:pt x="0" y="0"/>
                  </a:lnTo>
                  <a:lnTo>
                    <a:pt x="0" y="15392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5157216" y="5449823"/>
              <a:ext cx="590550" cy="102869"/>
            </a:xfrm>
            <a:prstGeom prst="rect">
              <a:avLst/>
            </a:prstGeom>
          </p:spPr>
        </p:pic>
      </p:grpSp>
      <p:graphicFrame>
        <p:nvGraphicFramePr>
          <p:cNvPr id="105" name="object 105"/>
          <p:cNvGraphicFramePr>
            <a:graphicFrameLocks noGrp="1"/>
          </p:cNvGraphicFramePr>
          <p:nvPr/>
        </p:nvGraphicFramePr>
        <p:xfrm>
          <a:off x="571754" y="1726692"/>
          <a:ext cx="8630920" cy="11290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77185"/>
                <a:gridCol w="2877185"/>
                <a:gridCol w="2877185"/>
              </a:tblGrid>
              <a:tr h="3166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BEBEBE"/>
                      </a:solidFill>
                      <a:prstDash val="solid"/>
                    </a:lnL>
                    <a:lnT w="12700">
                      <a:solidFill>
                        <a:srgbClr val="183DAF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802894">
                <a:tc>
                  <a:txBody>
                    <a:bodyPr/>
                    <a:lstStyle/>
                    <a:p>
                      <a:pPr marL="426084" indent="-182245">
                        <a:lnSpc>
                          <a:spcPct val="100000"/>
                        </a:lnSpc>
                        <a:spcBef>
                          <a:spcPts val="425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19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Drive.ai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084" indent="-182245">
                        <a:lnSpc>
                          <a:spcPct val="100000"/>
                        </a:lnSpc>
                        <a:spcBef>
                          <a:spcPts val="3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23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Momenta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084" indent="-182245">
                        <a:lnSpc>
                          <a:spcPct val="100000"/>
                        </a:lnSpc>
                        <a:spcBef>
                          <a:spcPts val="3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6720" algn="l"/>
                        </a:tabLst>
                      </a:pPr>
                      <a:r>
                        <a:rPr dirty="0" sz="1300" spc="-2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Pony.ai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53975"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426720" indent="-182245">
                        <a:lnSpc>
                          <a:spcPct val="100000"/>
                        </a:lnSpc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7355" algn="l"/>
                        </a:tabLst>
                      </a:pPr>
                      <a:r>
                        <a:rPr dirty="0" sz="1300" spc="-19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DeepScale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720" indent="-182245">
                        <a:lnSpc>
                          <a:spcPct val="100000"/>
                        </a:lnSpc>
                        <a:spcBef>
                          <a:spcPts val="3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7355" algn="l"/>
                        </a:tabLst>
                      </a:pPr>
                      <a:r>
                        <a:rPr dirty="0" sz="1300" spc="-185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Prophesee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381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marL="426720" indent="-181610">
                        <a:lnSpc>
                          <a:spcPct val="100000"/>
                        </a:lnSpc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7355" algn="l"/>
                        </a:tabLst>
                      </a:pPr>
                      <a:r>
                        <a:rPr dirty="0" sz="1300" spc="-204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Cognata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  <a:p>
                      <a:pPr marL="426720" indent="-181610">
                        <a:lnSpc>
                          <a:spcPct val="100000"/>
                        </a:lnSpc>
                        <a:spcBef>
                          <a:spcPts val="300"/>
                        </a:spcBef>
                        <a:buClr>
                          <a:srgbClr val="183DAF"/>
                        </a:buClr>
                        <a:buFont typeface="Arial MT"/>
                        <a:buChar char="•"/>
                        <a:tabLst>
                          <a:tab pos="427355" algn="l"/>
                        </a:tabLst>
                      </a:pPr>
                      <a:r>
                        <a:rPr dirty="0" sz="1300" spc="-210">
                          <a:solidFill>
                            <a:srgbClr val="252525"/>
                          </a:solidFill>
                          <a:latin typeface="Trebuchet MS"/>
                          <a:cs typeface="Trebuchet MS"/>
                        </a:rPr>
                        <a:t>NVIDIA</a:t>
                      </a:r>
                      <a:endParaRPr sz="1300">
                        <a:latin typeface="Trebuchet MS"/>
                        <a:cs typeface="Trebuchet MS"/>
                      </a:endParaRPr>
                    </a:p>
                  </a:txBody>
                  <a:tcPr marL="0" marR="0" marB="0" marT="3810">
                    <a:lnL w="6350">
                      <a:solidFill>
                        <a:srgbClr val="BEBEBE"/>
                      </a:solidFill>
                      <a:prstDash val="solid"/>
                    </a:lnL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06" name="object 106"/>
          <p:cNvPicPr/>
          <p:nvPr/>
        </p:nvPicPr>
        <p:blipFill>
          <a:blip r:embed="rId59" cstate="print"/>
          <a:stretch>
            <a:fillRect/>
          </a:stretch>
        </p:blipFill>
        <p:spPr>
          <a:xfrm>
            <a:off x="1102867" y="1830958"/>
            <a:ext cx="1809877" cy="126111"/>
          </a:xfrm>
          <a:prstGeom prst="rect">
            <a:avLst/>
          </a:prstGeom>
        </p:spPr>
      </p:pic>
      <p:pic>
        <p:nvPicPr>
          <p:cNvPr id="107" name="object 107"/>
          <p:cNvPicPr/>
          <p:nvPr/>
        </p:nvPicPr>
        <p:blipFill>
          <a:blip r:embed="rId60" cstate="print"/>
          <a:stretch>
            <a:fillRect/>
          </a:stretch>
        </p:blipFill>
        <p:spPr>
          <a:xfrm>
            <a:off x="4389754" y="1831085"/>
            <a:ext cx="996442" cy="125984"/>
          </a:xfrm>
          <a:prstGeom prst="rect">
            <a:avLst/>
          </a:prstGeom>
        </p:spPr>
      </p:pic>
      <p:pic>
        <p:nvPicPr>
          <p:cNvPr id="108" name="object 108"/>
          <p:cNvPicPr/>
          <p:nvPr/>
        </p:nvPicPr>
        <p:blipFill>
          <a:blip r:embed="rId61" cstate="print"/>
          <a:stretch>
            <a:fillRect/>
          </a:stretch>
        </p:blipFill>
        <p:spPr>
          <a:xfrm>
            <a:off x="7217918" y="1830958"/>
            <a:ext cx="1092453" cy="125983"/>
          </a:xfrm>
          <a:prstGeom prst="rect">
            <a:avLst/>
          </a:prstGeom>
        </p:spPr>
      </p:pic>
      <p:grpSp>
        <p:nvGrpSpPr>
          <p:cNvPr id="109" name="object 109"/>
          <p:cNvGrpSpPr/>
          <p:nvPr/>
        </p:nvGrpSpPr>
        <p:grpSpPr>
          <a:xfrm>
            <a:off x="8587740" y="6161532"/>
            <a:ext cx="890269" cy="186055"/>
            <a:chOff x="8587740" y="6161532"/>
            <a:chExt cx="890269" cy="186055"/>
          </a:xfrm>
        </p:grpSpPr>
        <p:sp>
          <p:nvSpPr>
            <p:cNvPr id="110" name="object 110"/>
            <p:cNvSpPr/>
            <p:nvPr/>
          </p:nvSpPr>
          <p:spPr>
            <a:xfrm>
              <a:off x="8587740" y="6161532"/>
              <a:ext cx="890269" cy="186055"/>
            </a:xfrm>
            <a:custGeom>
              <a:avLst/>
              <a:gdLst/>
              <a:ahLst/>
              <a:cxnLst/>
              <a:rect l="l" t="t" r="r" b="b"/>
              <a:pathLst>
                <a:path w="890270" h="186054">
                  <a:moveTo>
                    <a:pt x="797051" y="0"/>
                  </a:moveTo>
                  <a:lnTo>
                    <a:pt x="92963" y="0"/>
                  </a:lnTo>
                  <a:lnTo>
                    <a:pt x="56792" y="7305"/>
                  </a:lnTo>
                  <a:lnTo>
                    <a:pt x="27241" y="27227"/>
                  </a:lnTo>
                  <a:lnTo>
                    <a:pt x="7310" y="56776"/>
                  </a:lnTo>
                  <a:lnTo>
                    <a:pt x="0" y="92964"/>
                  </a:lnTo>
                  <a:lnTo>
                    <a:pt x="7310" y="129151"/>
                  </a:lnTo>
                  <a:lnTo>
                    <a:pt x="27241" y="158700"/>
                  </a:lnTo>
                  <a:lnTo>
                    <a:pt x="56792" y="178622"/>
                  </a:lnTo>
                  <a:lnTo>
                    <a:pt x="92963" y="185928"/>
                  </a:lnTo>
                  <a:lnTo>
                    <a:pt x="797051" y="185928"/>
                  </a:lnTo>
                  <a:lnTo>
                    <a:pt x="833223" y="178622"/>
                  </a:lnTo>
                  <a:lnTo>
                    <a:pt x="862774" y="158700"/>
                  </a:lnTo>
                  <a:lnTo>
                    <a:pt x="882705" y="129151"/>
                  </a:lnTo>
                  <a:lnTo>
                    <a:pt x="890015" y="92964"/>
                  </a:lnTo>
                  <a:lnTo>
                    <a:pt x="882705" y="56776"/>
                  </a:lnTo>
                  <a:lnTo>
                    <a:pt x="862774" y="27227"/>
                  </a:lnTo>
                  <a:lnTo>
                    <a:pt x="833223" y="7305"/>
                  </a:lnTo>
                  <a:lnTo>
                    <a:pt x="797051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1" name="object 111"/>
            <p:cNvPicPr/>
            <p:nvPr/>
          </p:nvPicPr>
          <p:blipFill>
            <a:blip r:embed="rId62" cstate="print"/>
            <a:stretch>
              <a:fillRect/>
            </a:stretch>
          </p:blipFill>
          <p:spPr>
            <a:xfrm>
              <a:off x="8866632" y="6204204"/>
              <a:ext cx="331470" cy="125729"/>
            </a:xfrm>
            <a:prstGeom prst="rect">
              <a:avLst/>
            </a:prstGeom>
          </p:spPr>
        </p:pic>
      </p:grpSp>
      <p:pic>
        <p:nvPicPr>
          <p:cNvPr id="112" name="object 112"/>
          <p:cNvPicPr/>
          <p:nvPr/>
        </p:nvPicPr>
        <p:blipFill>
          <a:blip r:embed="rId63" cstate="print"/>
          <a:stretch>
            <a:fillRect/>
          </a:stretch>
        </p:blipFill>
        <p:spPr>
          <a:xfrm>
            <a:off x="554736" y="1449324"/>
            <a:ext cx="208864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195822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069073" cy="144094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963" y="1440154"/>
            <a:ext cx="3166110" cy="3055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83781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3.4.</a:t>
            </a:r>
            <a:r>
              <a:rPr dirty="0" spc="-25"/>
              <a:t> </a:t>
            </a:r>
            <a:r>
              <a:rPr dirty="0" spc="-5"/>
              <a:t>Reinforcement</a:t>
            </a:r>
            <a:r>
              <a:rPr dirty="0" spc="-30"/>
              <a:t> </a:t>
            </a:r>
            <a:r>
              <a:rPr dirty="0" spc="-5"/>
              <a:t>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2829" y="2564892"/>
            <a:ext cx="2871990" cy="29763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774317" y="3105150"/>
            <a:ext cx="72771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20">
                <a:latin typeface="Trebuchet MS"/>
                <a:cs typeface="Trebuchet MS"/>
              </a:rPr>
              <a:t>Environment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56829" y="3872229"/>
            <a:ext cx="236854" cy="376555"/>
          </a:xfrm>
          <a:prstGeom prst="rect">
            <a:avLst/>
          </a:prstGeom>
        </p:spPr>
        <p:txBody>
          <a:bodyPr wrap="square" lIns="0" tIns="1016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dirty="0" sz="1400" spc="25">
                <a:latin typeface="Trebuchet MS"/>
                <a:cs typeface="Trebuchet MS"/>
              </a:rPr>
              <a:t>A</a:t>
            </a:r>
            <a:r>
              <a:rPr dirty="0" sz="1400" spc="5">
                <a:latin typeface="Trebuchet MS"/>
                <a:cs typeface="Trebuchet MS"/>
              </a:rPr>
              <a:t>c</a:t>
            </a:r>
            <a:r>
              <a:rPr dirty="0" sz="1400" spc="-10">
                <a:latin typeface="Trebuchet MS"/>
                <a:cs typeface="Trebuchet MS"/>
              </a:rPr>
              <a:t>t</a:t>
            </a:r>
            <a:r>
              <a:rPr dirty="0" sz="1400" spc="-15">
                <a:latin typeface="Trebuchet MS"/>
                <a:cs typeface="Trebuchet MS"/>
              </a:rPr>
              <a:t>i</a:t>
            </a:r>
            <a:r>
              <a:rPr dirty="0" sz="1400">
                <a:latin typeface="Trebuchet MS"/>
                <a:cs typeface="Trebuchet MS"/>
              </a:rPr>
              <a:t>on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004277" y="4023994"/>
            <a:ext cx="1077595" cy="1094740"/>
          </a:xfrm>
          <a:custGeom>
            <a:avLst/>
            <a:gdLst/>
            <a:ahLst/>
            <a:cxnLst/>
            <a:rect l="l" t="t" r="r" b="b"/>
            <a:pathLst>
              <a:path w="1077595" h="1094739">
                <a:moveTo>
                  <a:pt x="126669" y="837311"/>
                </a:moveTo>
                <a:lnTo>
                  <a:pt x="125679" y="835025"/>
                </a:lnTo>
                <a:lnTo>
                  <a:pt x="123672" y="832993"/>
                </a:lnTo>
                <a:lnTo>
                  <a:pt x="108686" y="818007"/>
                </a:lnTo>
                <a:lnTo>
                  <a:pt x="97396" y="806704"/>
                </a:lnTo>
                <a:lnTo>
                  <a:pt x="95110" y="805688"/>
                </a:lnTo>
                <a:lnTo>
                  <a:pt x="89979" y="805688"/>
                </a:lnTo>
                <a:lnTo>
                  <a:pt x="87693" y="806704"/>
                </a:lnTo>
                <a:lnTo>
                  <a:pt x="85686" y="808736"/>
                </a:lnTo>
                <a:lnTo>
                  <a:pt x="63500" y="830834"/>
                </a:lnTo>
                <a:lnTo>
                  <a:pt x="61976" y="834263"/>
                </a:lnTo>
                <a:lnTo>
                  <a:pt x="61556" y="838835"/>
                </a:lnTo>
                <a:lnTo>
                  <a:pt x="56070" y="897001"/>
                </a:lnTo>
                <a:lnTo>
                  <a:pt x="33108" y="919988"/>
                </a:lnTo>
                <a:lnTo>
                  <a:pt x="12293" y="899160"/>
                </a:lnTo>
                <a:lnTo>
                  <a:pt x="36004" y="875538"/>
                </a:lnTo>
                <a:lnTo>
                  <a:pt x="27444" y="866902"/>
                </a:lnTo>
                <a:lnTo>
                  <a:pt x="990" y="893445"/>
                </a:lnTo>
                <a:lnTo>
                  <a:pt x="0" y="895731"/>
                </a:lnTo>
                <a:lnTo>
                  <a:pt x="25" y="899160"/>
                </a:lnTo>
                <a:lnTo>
                  <a:pt x="29337" y="931418"/>
                </a:lnTo>
                <a:lnTo>
                  <a:pt x="31597" y="932307"/>
                </a:lnTo>
                <a:lnTo>
                  <a:pt x="36652" y="932307"/>
                </a:lnTo>
                <a:lnTo>
                  <a:pt x="38912" y="931291"/>
                </a:lnTo>
                <a:lnTo>
                  <a:pt x="50215" y="919988"/>
                </a:lnTo>
                <a:lnTo>
                  <a:pt x="65874" y="904367"/>
                </a:lnTo>
                <a:lnTo>
                  <a:pt x="67398" y="901065"/>
                </a:lnTo>
                <a:lnTo>
                  <a:pt x="73190" y="838327"/>
                </a:lnTo>
                <a:lnTo>
                  <a:pt x="93497" y="818007"/>
                </a:lnTo>
                <a:lnTo>
                  <a:pt x="114312" y="838835"/>
                </a:lnTo>
                <a:lnTo>
                  <a:pt x="92646" y="860425"/>
                </a:lnTo>
                <a:lnTo>
                  <a:pt x="101193" y="869061"/>
                </a:lnTo>
                <a:lnTo>
                  <a:pt x="125615" y="844550"/>
                </a:lnTo>
                <a:lnTo>
                  <a:pt x="126631" y="842391"/>
                </a:lnTo>
                <a:lnTo>
                  <a:pt x="126669" y="837311"/>
                </a:lnTo>
                <a:close/>
              </a:path>
              <a:path w="1077595" h="1094739">
                <a:moveTo>
                  <a:pt x="139077" y="884047"/>
                </a:moveTo>
                <a:lnTo>
                  <a:pt x="131013" y="875919"/>
                </a:lnTo>
                <a:lnTo>
                  <a:pt x="112356" y="894588"/>
                </a:lnTo>
                <a:lnTo>
                  <a:pt x="105156" y="887349"/>
                </a:lnTo>
                <a:lnTo>
                  <a:pt x="97942" y="894588"/>
                </a:lnTo>
                <a:lnTo>
                  <a:pt x="105156" y="901827"/>
                </a:lnTo>
                <a:lnTo>
                  <a:pt x="59410" y="947547"/>
                </a:lnTo>
                <a:lnTo>
                  <a:pt x="54775" y="952119"/>
                </a:lnTo>
                <a:lnTo>
                  <a:pt x="54749" y="956818"/>
                </a:lnTo>
                <a:lnTo>
                  <a:pt x="62750" y="964819"/>
                </a:lnTo>
                <a:lnTo>
                  <a:pt x="70980" y="973074"/>
                </a:lnTo>
                <a:lnTo>
                  <a:pt x="78181" y="965835"/>
                </a:lnTo>
                <a:lnTo>
                  <a:pt x="67716" y="955294"/>
                </a:lnTo>
                <a:lnTo>
                  <a:pt x="113220" y="909828"/>
                </a:lnTo>
                <a:lnTo>
                  <a:pt x="123685" y="920369"/>
                </a:lnTo>
                <a:lnTo>
                  <a:pt x="130886" y="913130"/>
                </a:lnTo>
                <a:lnTo>
                  <a:pt x="127596" y="909828"/>
                </a:lnTo>
                <a:lnTo>
                  <a:pt x="120421" y="902589"/>
                </a:lnTo>
                <a:lnTo>
                  <a:pt x="128460" y="894588"/>
                </a:lnTo>
                <a:lnTo>
                  <a:pt x="139077" y="884047"/>
                </a:lnTo>
                <a:close/>
              </a:path>
              <a:path w="1077595" h="1094739">
                <a:moveTo>
                  <a:pt x="173228" y="955421"/>
                </a:moveTo>
                <a:lnTo>
                  <a:pt x="156806" y="939038"/>
                </a:lnTo>
                <a:lnTo>
                  <a:pt x="144335" y="926592"/>
                </a:lnTo>
                <a:lnTo>
                  <a:pt x="139712" y="926592"/>
                </a:lnTo>
                <a:lnTo>
                  <a:pt x="134823" y="931418"/>
                </a:lnTo>
                <a:lnTo>
                  <a:pt x="124980" y="941324"/>
                </a:lnTo>
                <a:lnTo>
                  <a:pt x="132918" y="949325"/>
                </a:lnTo>
                <a:lnTo>
                  <a:pt x="143141" y="939038"/>
                </a:lnTo>
                <a:lnTo>
                  <a:pt x="160756" y="956691"/>
                </a:lnTo>
                <a:lnTo>
                  <a:pt x="142709" y="974725"/>
                </a:lnTo>
                <a:lnTo>
                  <a:pt x="136309" y="968324"/>
                </a:lnTo>
                <a:lnTo>
                  <a:pt x="136309" y="981075"/>
                </a:lnTo>
                <a:lnTo>
                  <a:pt x="115138" y="1002284"/>
                </a:lnTo>
                <a:lnTo>
                  <a:pt x="96481" y="984377"/>
                </a:lnTo>
                <a:lnTo>
                  <a:pt x="118021" y="962787"/>
                </a:lnTo>
                <a:lnTo>
                  <a:pt x="136309" y="981075"/>
                </a:lnTo>
                <a:lnTo>
                  <a:pt x="136309" y="968324"/>
                </a:lnTo>
                <a:lnTo>
                  <a:pt x="130784" y="962787"/>
                </a:lnTo>
                <a:lnTo>
                  <a:pt x="123317" y="955294"/>
                </a:lnTo>
                <a:lnTo>
                  <a:pt x="118808" y="950722"/>
                </a:lnTo>
                <a:lnTo>
                  <a:pt x="114185" y="950722"/>
                </a:lnTo>
                <a:lnTo>
                  <a:pt x="108064" y="956818"/>
                </a:lnTo>
                <a:lnTo>
                  <a:pt x="87731" y="977265"/>
                </a:lnTo>
                <a:lnTo>
                  <a:pt x="83299" y="981583"/>
                </a:lnTo>
                <a:lnTo>
                  <a:pt x="109220" y="1007872"/>
                </a:lnTo>
                <a:lnTo>
                  <a:pt x="107556" y="1009650"/>
                </a:lnTo>
                <a:lnTo>
                  <a:pt x="115620" y="1017651"/>
                </a:lnTo>
                <a:lnTo>
                  <a:pt x="130975" y="1002284"/>
                </a:lnTo>
                <a:lnTo>
                  <a:pt x="158534" y="974725"/>
                </a:lnTo>
                <a:lnTo>
                  <a:pt x="168567" y="964692"/>
                </a:lnTo>
                <a:lnTo>
                  <a:pt x="173202" y="960120"/>
                </a:lnTo>
                <a:lnTo>
                  <a:pt x="173228" y="955421"/>
                </a:lnTo>
                <a:close/>
              </a:path>
              <a:path w="1077595" h="1094739">
                <a:moveTo>
                  <a:pt x="219900" y="964819"/>
                </a:moveTo>
                <a:lnTo>
                  <a:pt x="211836" y="956691"/>
                </a:lnTo>
                <a:lnTo>
                  <a:pt x="193179" y="975360"/>
                </a:lnTo>
                <a:lnTo>
                  <a:pt x="185978" y="968248"/>
                </a:lnTo>
                <a:lnTo>
                  <a:pt x="178765" y="975360"/>
                </a:lnTo>
                <a:lnTo>
                  <a:pt x="185978" y="982599"/>
                </a:lnTo>
                <a:lnTo>
                  <a:pt x="140233" y="1028319"/>
                </a:lnTo>
                <a:lnTo>
                  <a:pt x="135597" y="1033018"/>
                </a:lnTo>
                <a:lnTo>
                  <a:pt x="135572" y="1037590"/>
                </a:lnTo>
                <a:lnTo>
                  <a:pt x="151803" y="1053846"/>
                </a:lnTo>
                <a:lnTo>
                  <a:pt x="159004" y="1046607"/>
                </a:lnTo>
                <a:lnTo>
                  <a:pt x="148539" y="1036193"/>
                </a:lnTo>
                <a:lnTo>
                  <a:pt x="194043" y="990727"/>
                </a:lnTo>
                <a:lnTo>
                  <a:pt x="204508" y="1001141"/>
                </a:lnTo>
                <a:lnTo>
                  <a:pt x="211709" y="993902"/>
                </a:lnTo>
                <a:lnTo>
                  <a:pt x="208508" y="990727"/>
                </a:lnTo>
                <a:lnTo>
                  <a:pt x="201244" y="983488"/>
                </a:lnTo>
                <a:lnTo>
                  <a:pt x="209359" y="975360"/>
                </a:lnTo>
                <a:lnTo>
                  <a:pt x="219900" y="964819"/>
                </a:lnTo>
                <a:close/>
              </a:path>
              <a:path w="1077595" h="1094739">
                <a:moveTo>
                  <a:pt x="252603" y="1034796"/>
                </a:moveTo>
                <a:lnTo>
                  <a:pt x="240131" y="1022362"/>
                </a:lnTo>
                <a:lnTo>
                  <a:pt x="240131" y="1036066"/>
                </a:lnTo>
                <a:lnTo>
                  <a:pt x="222084" y="1054100"/>
                </a:lnTo>
                <a:lnTo>
                  <a:pt x="210934" y="1042924"/>
                </a:lnTo>
                <a:lnTo>
                  <a:pt x="204482" y="1036447"/>
                </a:lnTo>
                <a:lnTo>
                  <a:pt x="222516" y="1018413"/>
                </a:lnTo>
                <a:lnTo>
                  <a:pt x="240131" y="1036066"/>
                </a:lnTo>
                <a:lnTo>
                  <a:pt x="240131" y="1022362"/>
                </a:lnTo>
                <a:lnTo>
                  <a:pt x="236181" y="1018413"/>
                </a:lnTo>
                <a:lnTo>
                  <a:pt x="223710" y="1005967"/>
                </a:lnTo>
                <a:lnTo>
                  <a:pt x="219087" y="1005967"/>
                </a:lnTo>
                <a:lnTo>
                  <a:pt x="214452" y="1010539"/>
                </a:lnTo>
                <a:lnTo>
                  <a:pt x="168465" y="1056640"/>
                </a:lnTo>
                <a:lnTo>
                  <a:pt x="163830" y="1061212"/>
                </a:lnTo>
                <a:lnTo>
                  <a:pt x="163804" y="1065784"/>
                </a:lnTo>
                <a:lnTo>
                  <a:pt x="168402" y="1070483"/>
                </a:lnTo>
                <a:lnTo>
                  <a:pt x="192697" y="1094740"/>
                </a:lnTo>
                <a:lnTo>
                  <a:pt x="197319" y="1094740"/>
                </a:lnTo>
                <a:lnTo>
                  <a:pt x="201955" y="1090041"/>
                </a:lnTo>
                <a:lnTo>
                  <a:pt x="209727" y="1082294"/>
                </a:lnTo>
                <a:lnTo>
                  <a:pt x="212788" y="1079246"/>
                </a:lnTo>
                <a:lnTo>
                  <a:pt x="204851" y="1071245"/>
                </a:lnTo>
                <a:lnTo>
                  <a:pt x="193890" y="1082294"/>
                </a:lnTo>
                <a:lnTo>
                  <a:pt x="176288" y="1064641"/>
                </a:lnTo>
                <a:lnTo>
                  <a:pt x="197954" y="1042924"/>
                </a:lnTo>
                <a:lnTo>
                  <a:pt x="220738" y="1065784"/>
                </a:lnTo>
                <a:lnTo>
                  <a:pt x="226402" y="1065657"/>
                </a:lnTo>
                <a:lnTo>
                  <a:pt x="237921" y="1054100"/>
                </a:lnTo>
                <a:lnTo>
                  <a:pt x="247942" y="1044067"/>
                </a:lnTo>
                <a:lnTo>
                  <a:pt x="252577" y="1039495"/>
                </a:lnTo>
                <a:lnTo>
                  <a:pt x="252603" y="1034796"/>
                </a:lnTo>
                <a:close/>
              </a:path>
              <a:path w="1077595" h="1094739">
                <a:moveTo>
                  <a:pt x="822744" y="36449"/>
                </a:moveTo>
                <a:lnTo>
                  <a:pt x="821728" y="34163"/>
                </a:lnTo>
                <a:lnTo>
                  <a:pt x="803694" y="16129"/>
                </a:lnTo>
                <a:lnTo>
                  <a:pt x="787565" y="0"/>
                </a:lnTo>
                <a:lnTo>
                  <a:pt x="691172" y="96266"/>
                </a:lnTo>
                <a:lnTo>
                  <a:pt x="699681" y="104902"/>
                </a:lnTo>
                <a:lnTo>
                  <a:pt x="788454" y="16129"/>
                </a:lnTo>
                <a:lnTo>
                  <a:pt x="810425" y="38100"/>
                </a:lnTo>
                <a:lnTo>
                  <a:pt x="774992" y="73533"/>
                </a:lnTo>
                <a:lnTo>
                  <a:pt x="759752" y="58293"/>
                </a:lnTo>
                <a:lnTo>
                  <a:pt x="756831" y="58801"/>
                </a:lnTo>
                <a:lnTo>
                  <a:pt x="723176" y="128270"/>
                </a:lnTo>
                <a:lnTo>
                  <a:pt x="732193" y="137287"/>
                </a:lnTo>
                <a:lnTo>
                  <a:pt x="754418" y="90246"/>
                </a:lnTo>
                <a:lnTo>
                  <a:pt x="761784" y="74549"/>
                </a:lnTo>
                <a:lnTo>
                  <a:pt x="763181" y="75946"/>
                </a:lnTo>
                <a:lnTo>
                  <a:pt x="764324" y="77216"/>
                </a:lnTo>
                <a:lnTo>
                  <a:pt x="765340" y="78486"/>
                </a:lnTo>
                <a:lnTo>
                  <a:pt x="773087" y="86233"/>
                </a:lnTo>
                <a:lnTo>
                  <a:pt x="778548" y="87122"/>
                </a:lnTo>
                <a:lnTo>
                  <a:pt x="791121" y="74549"/>
                </a:lnTo>
                <a:lnTo>
                  <a:pt x="792137" y="73533"/>
                </a:lnTo>
                <a:lnTo>
                  <a:pt x="819823" y="45847"/>
                </a:lnTo>
                <a:lnTo>
                  <a:pt x="821728" y="43815"/>
                </a:lnTo>
                <a:lnTo>
                  <a:pt x="822744" y="41529"/>
                </a:lnTo>
                <a:lnTo>
                  <a:pt x="822744" y="36449"/>
                </a:lnTo>
                <a:close/>
              </a:path>
              <a:path w="1077595" h="1094739">
                <a:moveTo>
                  <a:pt x="835190" y="120523"/>
                </a:moveTo>
                <a:lnTo>
                  <a:pt x="822744" y="108077"/>
                </a:lnTo>
                <a:lnTo>
                  <a:pt x="822744" y="121666"/>
                </a:lnTo>
                <a:lnTo>
                  <a:pt x="804583" y="139700"/>
                </a:lnTo>
                <a:lnTo>
                  <a:pt x="793610" y="128651"/>
                </a:lnTo>
                <a:lnTo>
                  <a:pt x="787057" y="122047"/>
                </a:lnTo>
                <a:lnTo>
                  <a:pt x="805091" y="104013"/>
                </a:lnTo>
                <a:lnTo>
                  <a:pt x="822744" y="121666"/>
                </a:lnTo>
                <a:lnTo>
                  <a:pt x="822744" y="108077"/>
                </a:lnTo>
                <a:lnTo>
                  <a:pt x="818680" y="104013"/>
                </a:lnTo>
                <a:lnTo>
                  <a:pt x="806234" y="91567"/>
                </a:lnTo>
                <a:lnTo>
                  <a:pt x="801662" y="91567"/>
                </a:lnTo>
                <a:lnTo>
                  <a:pt x="750989" y="142240"/>
                </a:lnTo>
                <a:lnTo>
                  <a:pt x="746417" y="146939"/>
                </a:lnTo>
                <a:lnTo>
                  <a:pt x="746417" y="151511"/>
                </a:lnTo>
                <a:lnTo>
                  <a:pt x="775246" y="180340"/>
                </a:lnTo>
                <a:lnTo>
                  <a:pt x="779818" y="180340"/>
                </a:lnTo>
                <a:lnTo>
                  <a:pt x="784517" y="175768"/>
                </a:lnTo>
                <a:lnTo>
                  <a:pt x="792289" y="167894"/>
                </a:lnTo>
                <a:lnTo>
                  <a:pt x="795312" y="164846"/>
                </a:lnTo>
                <a:lnTo>
                  <a:pt x="787438" y="156972"/>
                </a:lnTo>
                <a:lnTo>
                  <a:pt x="776389" y="167894"/>
                </a:lnTo>
                <a:lnTo>
                  <a:pt x="758863" y="150241"/>
                </a:lnTo>
                <a:lnTo>
                  <a:pt x="780453" y="128651"/>
                </a:lnTo>
                <a:lnTo>
                  <a:pt x="803313" y="151384"/>
                </a:lnTo>
                <a:lnTo>
                  <a:pt x="808901" y="151257"/>
                </a:lnTo>
                <a:lnTo>
                  <a:pt x="820521" y="139700"/>
                </a:lnTo>
                <a:lnTo>
                  <a:pt x="835190" y="125095"/>
                </a:lnTo>
                <a:lnTo>
                  <a:pt x="835190" y="120523"/>
                </a:lnTo>
                <a:close/>
              </a:path>
              <a:path w="1077595" h="1094739">
                <a:moveTo>
                  <a:pt x="906056" y="191389"/>
                </a:moveTo>
                <a:lnTo>
                  <a:pt x="898309" y="183642"/>
                </a:lnTo>
                <a:lnTo>
                  <a:pt x="843699" y="221361"/>
                </a:lnTo>
                <a:lnTo>
                  <a:pt x="873696" y="177419"/>
                </a:lnTo>
                <a:lnTo>
                  <a:pt x="881164" y="166497"/>
                </a:lnTo>
                <a:lnTo>
                  <a:pt x="874052" y="159385"/>
                </a:lnTo>
                <a:lnTo>
                  <a:pt x="819061" y="196723"/>
                </a:lnTo>
                <a:lnTo>
                  <a:pt x="856780" y="142113"/>
                </a:lnTo>
                <a:lnTo>
                  <a:pt x="849160" y="134493"/>
                </a:lnTo>
                <a:lnTo>
                  <a:pt x="801535" y="206883"/>
                </a:lnTo>
                <a:lnTo>
                  <a:pt x="808647" y="214122"/>
                </a:lnTo>
                <a:lnTo>
                  <a:pt x="834402" y="196723"/>
                </a:lnTo>
                <a:lnTo>
                  <a:pt x="863003" y="177419"/>
                </a:lnTo>
                <a:lnTo>
                  <a:pt x="826300" y="231648"/>
                </a:lnTo>
                <a:lnTo>
                  <a:pt x="833666" y="239014"/>
                </a:lnTo>
                <a:lnTo>
                  <a:pt x="860488" y="221361"/>
                </a:lnTo>
                <a:lnTo>
                  <a:pt x="906056" y="191389"/>
                </a:lnTo>
                <a:close/>
              </a:path>
              <a:path w="1077595" h="1094739">
                <a:moveTo>
                  <a:pt x="949744" y="235077"/>
                </a:moveTo>
                <a:lnTo>
                  <a:pt x="933361" y="218694"/>
                </a:lnTo>
                <a:lnTo>
                  <a:pt x="920915" y="206248"/>
                </a:lnTo>
                <a:lnTo>
                  <a:pt x="916216" y="206248"/>
                </a:lnTo>
                <a:lnTo>
                  <a:pt x="901484" y="220980"/>
                </a:lnTo>
                <a:lnTo>
                  <a:pt x="909485" y="228854"/>
                </a:lnTo>
                <a:lnTo>
                  <a:pt x="919645" y="218694"/>
                </a:lnTo>
                <a:lnTo>
                  <a:pt x="937298" y="236220"/>
                </a:lnTo>
                <a:lnTo>
                  <a:pt x="919264" y="254254"/>
                </a:lnTo>
                <a:lnTo>
                  <a:pt x="912787" y="247827"/>
                </a:lnTo>
                <a:lnTo>
                  <a:pt x="912787" y="260731"/>
                </a:lnTo>
                <a:lnTo>
                  <a:pt x="891705" y="281940"/>
                </a:lnTo>
                <a:lnTo>
                  <a:pt x="873036" y="264033"/>
                </a:lnTo>
                <a:lnTo>
                  <a:pt x="894499" y="242443"/>
                </a:lnTo>
                <a:lnTo>
                  <a:pt x="912787" y="260731"/>
                </a:lnTo>
                <a:lnTo>
                  <a:pt x="912787" y="247827"/>
                </a:lnTo>
                <a:lnTo>
                  <a:pt x="907364" y="242443"/>
                </a:lnTo>
                <a:lnTo>
                  <a:pt x="899960" y="235077"/>
                </a:lnTo>
                <a:lnTo>
                  <a:pt x="895388" y="230378"/>
                </a:lnTo>
                <a:lnTo>
                  <a:pt x="890689" y="230378"/>
                </a:lnTo>
                <a:lnTo>
                  <a:pt x="859828" y="261239"/>
                </a:lnTo>
                <a:lnTo>
                  <a:pt x="859828" y="265684"/>
                </a:lnTo>
                <a:lnTo>
                  <a:pt x="885736" y="287528"/>
                </a:lnTo>
                <a:lnTo>
                  <a:pt x="884085" y="289179"/>
                </a:lnTo>
                <a:lnTo>
                  <a:pt x="892213" y="297307"/>
                </a:lnTo>
                <a:lnTo>
                  <a:pt x="907542" y="281940"/>
                </a:lnTo>
                <a:lnTo>
                  <a:pt x="935164" y="254254"/>
                </a:lnTo>
                <a:lnTo>
                  <a:pt x="949744" y="239649"/>
                </a:lnTo>
                <a:lnTo>
                  <a:pt x="949744" y="235077"/>
                </a:lnTo>
                <a:close/>
              </a:path>
              <a:path w="1077595" h="1094739">
                <a:moveTo>
                  <a:pt x="995083" y="279654"/>
                </a:moveTo>
                <a:lnTo>
                  <a:pt x="988352" y="272923"/>
                </a:lnTo>
                <a:lnTo>
                  <a:pt x="985431" y="270510"/>
                </a:lnTo>
                <a:lnTo>
                  <a:pt x="980554" y="266954"/>
                </a:lnTo>
                <a:lnTo>
                  <a:pt x="975271" y="263144"/>
                </a:lnTo>
                <a:lnTo>
                  <a:pt x="972096" y="260731"/>
                </a:lnTo>
                <a:lnTo>
                  <a:pt x="973747" y="259080"/>
                </a:lnTo>
                <a:lnTo>
                  <a:pt x="965619" y="250952"/>
                </a:lnTo>
                <a:lnTo>
                  <a:pt x="905675" y="310896"/>
                </a:lnTo>
                <a:lnTo>
                  <a:pt x="913930" y="319024"/>
                </a:lnTo>
                <a:lnTo>
                  <a:pt x="966000" y="266954"/>
                </a:lnTo>
                <a:lnTo>
                  <a:pt x="981494" y="281559"/>
                </a:lnTo>
                <a:lnTo>
                  <a:pt x="969175" y="293878"/>
                </a:lnTo>
                <a:lnTo>
                  <a:pt x="977303" y="302006"/>
                </a:lnTo>
                <a:lnTo>
                  <a:pt x="990638" y="288671"/>
                </a:lnTo>
                <a:lnTo>
                  <a:pt x="995083" y="284099"/>
                </a:lnTo>
                <a:lnTo>
                  <a:pt x="995083" y="279654"/>
                </a:lnTo>
                <a:close/>
              </a:path>
              <a:path w="1077595" h="1094739">
                <a:moveTo>
                  <a:pt x="1076998" y="289433"/>
                </a:moveTo>
                <a:lnTo>
                  <a:pt x="1068870" y="281305"/>
                </a:lnTo>
                <a:lnTo>
                  <a:pt x="1032421" y="317754"/>
                </a:lnTo>
                <a:lnTo>
                  <a:pt x="1025309" y="310642"/>
                </a:lnTo>
                <a:lnTo>
                  <a:pt x="1025309" y="324993"/>
                </a:lnTo>
                <a:lnTo>
                  <a:pt x="979970" y="370205"/>
                </a:lnTo>
                <a:lnTo>
                  <a:pt x="973112" y="364236"/>
                </a:lnTo>
                <a:lnTo>
                  <a:pt x="969175" y="360553"/>
                </a:lnTo>
                <a:lnTo>
                  <a:pt x="968032" y="359537"/>
                </a:lnTo>
                <a:lnTo>
                  <a:pt x="963587" y="355092"/>
                </a:lnTo>
                <a:lnTo>
                  <a:pt x="963587" y="350520"/>
                </a:lnTo>
                <a:lnTo>
                  <a:pt x="968159" y="345821"/>
                </a:lnTo>
                <a:lnTo>
                  <a:pt x="1000163" y="313817"/>
                </a:lnTo>
                <a:lnTo>
                  <a:pt x="1004862" y="309245"/>
                </a:lnTo>
                <a:lnTo>
                  <a:pt x="1009434" y="309118"/>
                </a:lnTo>
                <a:lnTo>
                  <a:pt x="1025309" y="324993"/>
                </a:lnTo>
                <a:lnTo>
                  <a:pt x="1025309" y="310642"/>
                </a:lnTo>
                <a:lnTo>
                  <a:pt x="1023785" y="309118"/>
                </a:lnTo>
                <a:lnTo>
                  <a:pt x="1018959" y="304292"/>
                </a:lnTo>
                <a:lnTo>
                  <a:pt x="1015403" y="300609"/>
                </a:lnTo>
                <a:lnTo>
                  <a:pt x="1011085" y="298831"/>
                </a:lnTo>
                <a:lnTo>
                  <a:pt x="1006259" y="298831"/>
                </a:lnTo>
                <a:lnTo>
                  <a:pt x="954824" y="343027"/>
                </a:lnTo>
                <a:lnTo>
                  <a:pt x="952538" y="355981"/>
                </a:lnTo>
                <a:lnTo>
                  <a:pt x="954189" y="360045"/>
                </a:lnTo>
                <a:lnTo>
                  <a:pt x="957618" y="363474"/>
                </a:lnTo>
                <a:lnTo>
                  <a:pt x="958507" y="364490"/>
                </a:lnTo>
                <a:lnTo>
                  <a:pt x="964095" y="368554"/>
                </a:lnTo>
                <a:lnTo>
                  <a:pt x="974255" y="376047"/>
                </a:lnTo>
                <a:lnTo>
                  <a:pt x="972604" y="377698"/>
                </a:lnTo>
                <a:lnTo>
                  <a:pt x="980732" y="385826"/>
                </a:lnTo>
                <a:lnTo>
                  <a:pt x="996327" y="370205"/>
                </a:lnTo>
                <a:lnTo>
                  <a:pt x="1048702" y="317754"/>
                </a:lnTo>
                <a:lnTo>
                  <a:pt x="1076998" y="2894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75259" y="4098797"/>
            <a:ext cx="6629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30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185">
                <a:latin typeface="Trebuchet MS"/>
                <a:cs typeface="Trebuchet MS"/>
              </a:rPr>
              <a:t>t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155">
                <a:latin typeface="Trebuchet MS"/>
                <a:cs typeface="Trebuchet MS"/>
              </a:rPr>
              <a:t>rp</a:t>
            </a:r>
            <a:r>
              <a:rPr dirty="0" sz="1400" spc="-130">
                <a:latin typeface="Trebuchet MS"/>
                <a:cs typeface="Trebuchet MS"/>
              </a:rPr>
              <a:t>r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210">
                <a:latin typeface="Trebuchet MS"/>
                <a:cs typeface="Trebuchet MS"/>
              </a:rPr>
              <a:t>t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80">
                <a:latin typeface="Trebuchet MS"/>
                <a:cs typeface="Trebuchet MS"/>
              </a:rPr>
              <a:t>r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9869" y="5577636"/>
            <a:ext cx="3467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40">
                <a:latin typeface="Trebuchet MS"/>
                <a:cs typeface="Trebuchet MS"/>
              </a:rPr>
              <a:t>A</a:t>
            </a:r>
            <a:r>
              <a:rPr dirty="0" sz="1400" spc="-215">
                <a:latin typeface="Trebuchet MS"/>
                <a:cs typeface="Trebuchet MS"/>
              </a:rPr>
              <a:t>gent</a:t>
            </a:r>
            <a:endParaRPr sz="1400">
              <a:latin typeface="Trebuchet MS"/>
              <a:cs typeface="Trebuchet M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30167" y="3550920"/>
            <a:ext cx="920750" cy="407034"/>
            <a:chOff x="3630167" y="3550920"/>
            <a:chExt cx="920750" cy="407034"/>
          </a:xfrm>
        </p:grpSpPr>
        <p:sp>
          <p:nvSpPr>
            <p:cNvPr id="15" name="object 15"/>
            <p:cNvSpPr/>
            <p:nvPr/>
          </p:nvSpPr>
          <p:spPr>
            <a:xfrm>
              <a:off x="3636263" y="3557016"/>
              <a:ext cx="908685" cy="394970"/>
            </a:xfrm>
            <a:custGeom>
              <a:avLst/>
              <a:gdLst/>
              <a:ahLst/>
              <a:cxnLst/>
              <a:rect l="l" t="t" r="r" b="b"/>
              <a:pathLst>
                <a:path w="908685" h="394970">
                  <a:moveTo>
                    <a:pt x="842518" y="0"/>
                  </a:moveTo>
                  <a:lnTo>
                    <a:pt x="65786" y="0"/>
                  </a:lnTo>
                  <a:lnTo>
                    <a:pt x="40183" y="5171"/>
                  </a:lnTo>
                  <a:lnTo>
                    <a:pt x="19272" y="19272"/>
                  </a:lnTo>
                  <a:lnTo>
                    <a:pt x="5171" y="40183"/>
                  </a:lnTo>
                  <a:lnTo>
                    <a:pt x="0" y="65786"/>
                  </a:lnTo>
                  <a:lnTo>
                    <a:pt x="0" y="328930"/>
                  </a:lnTo>
                  <a:lnTo>
                    <a:pt x="5171" y="354532"/>
                  </a:lnTo>
                  <a:lnTo>
                    <a:pt x="19272" y="375443"/>
                  </a:lnTo>
                  <a:lnTo>
                    <a:pt x="40183" y="389544"/>
                  </a:lnTo>
                  <a:lnTo>
                    <a:pt x="65786" y="394716"/>
                  </a:lnTo>
                  <a:lnTo>
                    <a:pt x="842518" y="394716"/>
                  </a:lnTo>
                  <a:lnTo>
                    <a:pt x="868120" y="389544"/>
                  </a:lnTo>
                  <a:lnTo>
                    <a:pt x="889031" y="375443"/>
                  </a:lnTo>
                  <a:lnTo>
                    <a:pt x="903132" y="354532"/>
                  </a:lnTo>
                  <a:lnTo>
                    <a:pt x="908303" y="328930"/>
                  </a:lnTo>
                  <a:lnTo>
                    <a:pt x="908303" y="65786"/>
                  </a:lnTo>
                  <a:lnTo>
                    <a:pt x="903132" y="40183"/>
                  </a:lnTo>
                  <a:lnTo>
                    <a:pt x="889031" y="19272"/>
                  </a:lnTo>
                  <a:lnTo>
                    <a:pt x="868120" y="5171"/>
                  </a:lnTo>
                  <a:lnTo>
                    <a:pt x="84251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636263" y="3557016"/>
              <a:ext cx="908685" cy="394970"/>
            </a:xfrm>
            <a:custGeom>
              <a:avLst/>
              <a:gdLst/>
              <a:ahLst/>
              <a:cxnLst/>
              <a:rect l="l" t="t" r="r" b="b"/>
              <a:pathLst>
                <a:path w="908685" h="394970">
                  <a:moveTo>
                    <a:pt x="0" y="65786"/>
                  </a:moveTo>
                  <a:lnTo>
                    <a:pt x="5171" y="40183"/>
                  </a:lnTo>
                  <a:lnTo>
                    <a:pt x="19272" y="19272"/>
                  </a:lnTo>
                  <a:lnTo>
                    <a:pt x="40183" y="5171"/>
                  </a:lnTo>
                  <a:lnTo>
                    <a:pt x="65786" y="0"/>
                  </a:lnTo>
                  <a:lnTo>
                    <a:pt x="842518" y="0"/>
                  </a:lnTo>
                  <a:lnTo>
                    <a:pt x="868120" y="5171"/>
                  </a:lnTo>
                  <a:lnTo>
                    <a:pt x="889031" y="19272"/>
                  </a:lnTo>
                  <a:lnTo>
                    <a:pt x="903132" y="40183"/>
                  </a:lnTo>
                  <a:lnTo>
                    <a:pt x="908303" y="65786"/>
                  </a:lnTo>
                  <a:lnTo>
                    <a:pt x="908303" y="328930"/>
                  </a:lnTo>
                  <a:lnTo>
                    <a:pt x="903132" y="354532"/>
                  </a:lnTo>
                  <a:lnTo>
                    <a:pt x="889031" y="375443"/>
                  </a:lnTo>
                  <a:lnTo>
                    <a:pt x="868120" y="389544"/>
                  </a:lnTo>
                  <a:lnTo>
                    <a:pt x="842518" y="394716"/>
                  </a:lnTo>
                  <a:lnTo>
                    <a:pt x="65786" y="394716"/>
                  </a:lnTo>
                  <a:lnTo>
                    <a:pt x="40183" y="389544"/>
                  </a:lnTo>
                  <a:lnTo>
                    <a:pt x="19272" y="375443"/>
                  </a:lnTo>
                  <a:lnTo>
                    <a:pt x="5171" y="354532"/>
                  </a:lnTo>
                  <a:lnTo>
                    <a:pt x="0" y="328930"/>
                  </a:lnTo>
                  <a:lnTo>
                    <a:pt x="0" y="65786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3930141" y="3664965"/>
            <a:ext cx="32258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95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14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35704" y="3038601"/>
            <a:ext cx="71183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9060" marR="44450" indent="-47625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95">
                <a:solidFill>
                  <a:srgbClr val="404040"/>
                </a:solidFill>
                <a:latin typeface="Trebuchet MS"/>
                <a:cs typeface="Trebuchet MS"/>
              </a:rPr>
              <a:t>g  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folio</a:t>
            </a:r>
            <a:r>
              <a:rPr dirty="0" sz="10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0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10">
                <a:solidFill>
                  <a:srgbClr val="404040"/>
                </a:solidFill>
                <a:latin typeface="Trebuchet MS"/>
                <a:cs typeface="Trebuchet MS"/>
              </a:rPr>
              <a:t>sk</a:t>
            </a:r>
            <a:r>
              <a:rPr dirty="0" sz="10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27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ag</a:t>
            </a:r>
            <a:r>
              <a:rPr dirty="0" sz="1000" spc="-215">
                <a:solidFill>
                  <a:srgbClr val="404040"/>
                </a:solidFill>
                <a:latin typeface="Trebuchet MS"/>
                <a:cs typeface="Trebuchet MS"/>
              </a:rPr>
              <a:t>em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30167" y="4235196"/>
            <a:ext cx="920750" cy="405765"/>
            <a:chOff x="3630167" y="4235196"/>
            <a:chExt cx="920750" cy="405765"/>
          </a:xfrm>
        </p:grpSpPr>
        <p:sp>
          <p:nvSpPr>
            <p:cNvPr id="20" name="object 20"/>
            <p:cNvSpPr/>
            <p:nvPr/>
          </p:nvSpPr>
          <p:spPr>
            <a:xfrm>
              <a:off x="3636263" y="4241292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5" h="393700">
                  <a:moveTo>
                    <a:pt x="842772" y="0"/>
                  </a:moveTo>
                  <a:lnTo>
                    <a:pt x="65532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1"/>
                  </a:lnTo>
                  <a:lnTo>
                    <a:pt x="0" y="327659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2" y="393191"/>
                  </a:lnTo>
                  <a:lnTo>
                    <a:pt x="842772" y="393191"/>
                  </a:lnTo>
                  <a:lnTo>
                    <a:pt x="868281" y="388042"/>
                  </a:lnTo>
                  <a:lnTo>
                    <a:pt x="889111" y="373999"/>
                  </a:lnTo>
                  <a:lnTo>
                    <a:pt x="903154" y="353169"/>
                  </a:lnTo>
                  <a:lnTo>
                    <a:pt x="908303" y="327659"/>
                  </a:lnTo>
                  <a:lnTo>
                    <a:pt x="908303" y="65531"/>
                  </a:lnTo>
                  <a:lnTo>
                    <a:pt x="903154" y="40022"/>
                  </a:lnTo>
                  <a:lnTo>
                    <a:pt x="889111" y="19192"/>
                  </a:lnTo>
                  <a:lnTo>
                    <a:pt x="868281" y="5149"/>
                  </a:lnTo>
                  <a:lnTo>
                    <a:pt x="8427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3636263" y="4241292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5" h="393700">
                  <a:moveTo>
                    <a:pt x="0" y="65531"/>
                  </a:moveTo>
                  <a:lnTo>
                    <a:pt x="5149" y="40022"/>
                  </a:lnTo>
                  <a:lnTo>
                    <a:pt x="19192" y="19192"/>
                  </a:lnTo>
                  <a:lnTo>
                    <a:pt x="40022" y="5149"/>
                  </a:lnTo>
                  <a:lnTo>
                    <a:pt x="65532" y="0"/>
                  </a:lnTo>
                  <a:lnTo>
                    <a:pt x="842772" y="0"/>
                  </a:lnTo>
                  <a:lnTo>
                    <a:pt x="868281" y="5149"/>
                  </a:lnTo>
                  <a:lnTo>
                    <a:pt x="889111" y="19192"/>
                  </a:lnTo>
                  <a:lnTo>
                    <a:pt x="903154" y="40022"/>
                  </a:lnTo>
                  <a:lnTo>
                    <a:pt x="908303" y="65531"/>
                  </a:lnTo>
                  <a:lnTo>
                    <a:pt x="908303" y="327659"/>
                  </a:lnTo>
                  <a:lnTo>
                    <a:pt x="903154" y="353169"/>
                  </a:lnTo>
                  <a:lnTo>
                    <a:pt x="889111" y="373999"/>
                  </a:lnTo>
                  <a:lnTo>
                    <a:pt x="868281" y="388042"/>
                  </a:lnTo>
                  <a:lnTo>
                    <a:pt x="842772" y="393191"/>
                  </a:lnTo>
                  <a:lnTo>
                    <a:pt x="65532" y="393191"/>
                  </a:lnTo>
                  <a:lnTo>
                    <a:pt x="40022" y="388042"/>
                  </a:lnTo>
                  <a:lnTo>
                    <a:pt x="19192" y="373999"/>
                  </a:lnTo>
                  <a:lnTo>
                    <a:pt x="5149" y="353169"/>
                  </a:lnTo>
                  <a:lnTo>
                    <a:pt x="0" y="327659"/>
                  </a:lnTo>
                  <a:lnTo>
                    <a:pt x="0" y="65531"/>
                  </a:lnTo>
                  <a:close/>
                </a:path>
              </a:pathLst>
            </a:custGeom>
            <a:ln w="12191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3885946" y="4271594"/>
            <a:ext cx="412750" cy="8794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Computer</a:t>
            </a:r>
            <a:endParaRPr sz="1000">
              <a:latin typeface="Trebuchet MS"/>
              <a:cs typeface="Trebuchet MS"/>
            </a:endParaRPr>
          </a:p>
          <a:p>
            <a:pPr marL="40005">
              <a:lnSpc>
                <a:spcPct val="100000"/>
              </a:lnSpc>
              <a:spcBef>
                <a:spcPts val="5"/>
              </a:spcBef>
            </a:pP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systems</a:t>
            </a:r>
            <a:endParaRPr sz="1000">
              <a:latin typeface="Trebuchet MS"/>
              <a:cs typeface="Trebuchet MS"/>
            </a:endParaRPr>
          </a:p>
          <a:p>
            <a:pPr algn="just" marL="15875" marR="7620" indent="16510">
              <a:lnSpc>
                <a:spcPct val="100000"/>
              </a:lnSpc>
              <a:spcBef>
                <a:spcPts val="720"/>
              </a:spcBef>
            </a:pPr>
            <a:r>
              <a:rPr dirty="0" sz="1000" spc="-27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5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in  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26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000" spc="-110">
                <a:solidFill>
                  <a:srgbClr val="404040"/>
                </a:solidFill>
                <a:latin typeface="Trebuchet MS"/>
                <a:cs typeface="Trebuchet MS"/>
              </a:rPr>
              <a:t>ter  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science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14004" y="3550920"/>
            <a:ext cx="920750" cy="407034"/>
            <a:chOff x="8414004" y="3550920"/>
            <a:chExt cx="920750" cy="407034"/>
          </a:xfrm>
        </p:grpSpPr>
        <p:sp>
          <p:nvSpPr>
            <p:cNvPr id="24" name="object 24"/>
            <p:cNvSpPr/>
            <p:nvPr/>
          </p:nvSpPr>
          <p:spPr>
            <a:xfrm>
              <a:off x="8420100" y="3557016"/>
              <a:ext cx="908685" cy="394970"/>
            </a:xfrm>
            <a:custGeom>
              <a:avLst/>
              <a:gdLst/>
              <a:ahLst/>
              <a:cxnLst/>
              <a:rect l="l" t="t" r="r" b="b"/>
              <a:pathLst>
                <a:path w="908684" h="394970">
                  <a:moveTo>
                    <a:pt x="842518" y="0"/>
                  </a:moveTo>
                  <a:lnTo>
                    <a:pt x="65785" y="0"/>
                  </a:lnTo>
                  <a:lnTo>
                    <a:pt x="40183" y="5171"/>
                  </a:lnTo>
                  <a:lnTo>
                    <a:pt x="19272" y="19272"/>
                  </a:lnTo>
                  <a:lnTo>
                    <a:pt x="5171" y="40183"/>
                  </a:lnTo>
                  <a:lnTo>
                    <a:pt x="0" y="65786"/>
                  </a:lnTo>
                  <a:lnTo>
                    <a:pt x="0" y="328930"/>
                  </a:lnTo>
                  <a:lnTo>
                    <a:pt x="5171" y="354532"/>
                  </a:lnTo>
                  <a:lnTo>
                    <a:pt x="19272" y="375443"/>
                  </a:lnTo>
                  <a:lnTo>
                    <a:pt x="40183" y="389544"/>
                  </a:lnTo>
                  <a:lnTo>
                    <a:pt x="65785" y="394716"/>
                  </a:lnTo>
                  <a:lnTo>
                    <a:pt x="842518" y="394716"/>
                  </a:lnTo>
                  <a:lnTo>
                    <a:pt x="868120" y="389544"/>
                  </a:lnTo>
                  <a:lnTo>
                    <a:pt x="889031" y="375443"/>
                  </a:lnTo>
                  <a:lnTo>
                    <a:pt x="903132" y="354532"/>
                  </a:lnTo>
                  <a:lnTo>
                    <a:pt x="908303" y="328930"/>
                  </a:lnTo>
                  <a:lnTo>
                    <a:pt x="908303" y="65786"/>
                  </a:lnTo>
                  <a:lnTo>
                    <a:pt x="903132" y="40183"/>
                  </a:lnTo>
                  <a:lnTo>
                    <a:pt x="889031" y="19272"/>
                  </a:lnTo>
                  <a:lnTo>
                    <a:pt x="868120" y="5171"/>
                  </a:lnTo>
                  <a:lnTo>
                    <a:pt x="84251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8420100" y="3557016"/>
              <a:ext cx="908685" cy="394970"/>
            </a:xfrm>
            <a:custGeom>
              <a:avLst/>
              <a:gdLst/>
              <a:ahLst/>
              <a:cxnLst/>
              <a:rect l="l" t="t" r="r" b="b"/>
              <a:pathLst>
                <a:path w="908684" h="394970">
                  <a:moveTo>
                    <a:pt x="0" y="65786"/>
                  </a:moveTo>
                  <a:lnTo>
                    <a:pt x="5171" y="40183"/>
                  </a:lnTo>
                  <a:lnTo>
                    <a:pt x="19272" y="19272"/>
                  </a:lnTo>
                  <a:lnTo>
                    <a:pt x="40183" y="5171"/>
                  </a:lnTo>
                  <a:lnTo>
                    <a:pt x="65785" y="0"/>
                  </a:lnTo>
                  <a:lnTo>
                    <a:pt x="842518" y="0"/>
                  </a:lnTo>
                  <a:lnTo>
                    <a:pt x="868120" y="5171"/>
                  </a:lnTo>
                  <a:lnTo>
                    <a:pt x="889031" y="19272"/>
                  </a:lnTo>
                  <a:lnTo>
                    <a:pt x="903132" y="40183"/>
                  </a:lnTo>
                  <a:lnTo>
                    <a:pt x="908303" y="65786"/>
                  </a:lnTo>
                  <a:lnTo>
                    <a:pt x="908303" y="328930"/>
                  </a:lnTo>
                  <a:lnTo>
                    <a:pt x="903132" y="354532"/>
                  </a:lnTo>
                  <a:lnTo>
                    <a:pt x="889031" y="375443"/>
                  </a:lnTo>
                  <a:lnTo>
                    <a:pt x="868120" y="389544"/>
                  </a:lnTo>
                  <a:lnTo>
                    <a:pt x="842518" y="394716"/>
                  </a:lnTo>
                  <a:lnTo>
                    <a:pt x="65785" y="394716"/>
                  </a:lnTo>
                  <a:lnTo>
                    <a:pt x="40183" y="389544"/>
                  </a:lnTo>
                  <a:lnTo>
                    <a:pt x="19272" y="375443"/>
                  </a:lnTo>
                  <a:lnTo>
                    <a:pt x="5171" y="354532"/>
                  </a:lnTo>
                  <a:lnTo>
                    <a:pt x="0" y="328930"/>
                  </a:lnTo>
                  <a:lnTo>
                    <a:pt x="0" y="65786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8522334" y="3038601"/>
            <a:ext cx="705485" cy="880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7145" marR="5080" indent="-5080">
              <a:lnSpc>
                <a:spcPct val="100000"/>
              </a:lnSpc>
              <a:spcBef>
                <a:spcPts val="95"/>
              </a:spcBef>
            </a:pPr>
            <a:r>
              <a:rPr dirty="0" sz="1000" spc="-15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254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24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55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dirty="0" sz="1000" spc="-114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55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n  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85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245">
                <a:solidFill>
                  <a:srgbClr val="404040"/>
                </a:solidFill>
                <a:latin typeface="Trebuchet MS"/>
                <a:cs typeface="Trebuchet MS"/>
              </a:rPr>
              <a:t>mm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0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OR  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000" spc="-10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11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24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er</a:t>
            </a:r>
            <a:r>
              <a:rPr dirty="0" sz="10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27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26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endParaRPr sz="1000">
              <a:latin typeface="Trebuchet MS"/>
              <a:cs typeface="Trebuchet MS"/>
            </a:endParaRPr>
          </a:p>
          <a:p>
            <a:pPr marL="104775" marR="95250" indent="73025">
              <a:lnSpc>
                <a:spcPct val="100000"/>
              </a:lnSpc>
              <a:spcBef>
                <a:spcPts val="730"/>
              </a:spcBef>
            </a:pPr>
            <a:r>
              <a:rPr dirty="0" sz="1000" spc="-125">
                <a:solidFill>
                  <a:srgbClr val="404040"/>
                </a:solidFill>
                <a:latin typeface="Trebuchet MS"/>
                <a:cs typeface="Trebuchet MS"/>
              </a:rPr>
              <a:t>Business 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20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254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8414004" y="4072128"/>
            <a:ext cx="920750" cy="568960"/>
            <a:chOff x="8414004" y="4072128"/>
            <a:chExt cx="920750" cy="568960"/>
          </a:xfrm>
        </p:grpSpPr>
        <p:sp>
          <p:nvSpPr>
            <p:cNvPr id="28" name="object 28"/>
            <p:cNvSpPr/>
            <p:nvPr/>
          </p:nvSpPr>
          <p:spPr>
            <a:xfrm>
              <a:off x="8420100" y="4078224"/>
              <a:ext cx="908685" cy="556260"/>
            </a:xfrm>
            <a:custGeom>
              <a:avLst/>
              <a:gdLst/>
              <a:ahLst/>
              <a:cxnLst/>
              <a:rect l="l" t="t" r="r" b="b"/>
              <a:pathLst>
                <a:path w="908684" h="556260">
                  <a:moveTo>
                    <a:pt x="815594" y="0"/>
                  </a:moveTo>
                  <a:lnTo>
                    <a:pt x="92709" y="0"/>
                  </a:lnTo>
                  <a:lnTo>
                    <a:pt x="56632" y="7288"/>
                  </a:lnTo>
                  <a:lnTo>
                    <a:pt x="27162" y="27162"/>
                  </a:lnTo>
                  <a:lnTo>
                    <a:pt x="7288" y="56632"/>
                  </a:lnTo>
                  <a:lnTo>
                    <a:pt x="0" y="92709"/>
                  </a:lnTo>
                  <a:lnTo>
                    <a:pt x="0" y="463550"/>
                  </a:lnTo>
                  <a:lnTo>
                    <a:pt x="7288" y="499627"/>
                  </a:lnTo>
                  <a:lnTo>
                    <a:pt x="27162" y="529097"/>
                  </a:lnTo>
                  <a:lnTo>
                    <a:pt x="56632" y="548971"/>
                  </a:lnTo>
                  <a:lnTo>
                    <a:pt x="92709" y="556259"/>
                  </a:lnTo>
                  <a:lnTo>
                    <a:pt x="815594" y="556259"/>
                  </a:lnTo>
                  <a:lnTo>
                    <a:pt x="851671" y="548971"/>
                  </a:lnTo>
                  <a:lnTo>
                    <a:pt x="881141" y="529097"/>
                  </a:lnTo>
                  <a:lnTo>
                    <a:pt x="901015" y="499627"/>
                  </a:lnTo>
                  <a:lnTo>
                    <a:pt x="908303" y="463550"/>
                  </a:lnTo>
                  <a:lnTo>
                    <a:pt x="908303" y="92709"/>
                  </a:lnTo>
                  <a:lnTo>
                    <a:pt x="901015" y="56632"/>
                  </a:lnTo>
                  <a:lnTo>
                    <a:pt x="881141" y="27162"/>
                  </a:lnTo>
                  <a:lnTo>
                    <a:pt x="851671" y="7288"/>
                  </a:lnTo>
                  <a:lnTo>
                    <a:pt x="815594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8420100" y="4078224"/>
              <a:ext cx="908685" cy="556260"/>
            </a:xfrm>
            <a:custGeom>
              <a:avLst/>
              <a:gdLst/>
              <a:ahLst/>
              <a:cxnLst/>
              <a:rect l="l" t="t" r="r" b="b"/>
              <a:pathLst>
                <a:path w="908684" h="556260">
                  <a:moveTo>
                    <a:pt x="0" y="92709"/>
                  </a:moveTo>
                  <a:lnTo>
                    <a:pt x="7288" y="56632"/>
                  </a:lnTo>
                  <a:lnTo>
                    <a:pt x="27162" y="27162"/>
                  </a:lnTo>
                  <a:lnTo>
                    <a:pt x="56632" y="7288"/>
                  </a:lnTo>
                  <a:lnTo>
                    <a:pt x="92709" y="0"/>
                  </a:lnTo>
                  <a:lnTo>
                    <a:pt x="815594" y="0"/>
                  </a:lnTo>
                  <a:lnTo>
                    <a:pt x="851671" y="7288"/>
                  </a:lnTo>
                  <a:lnTo>
                    <a:pt x="881141" y="27162"/>
                  </a:lnTo>
                  <a:lnTo>
                    <a:pt x="901015" y="56632"/>
                  </a:lnTo>
                  <a:lnTo>
                    <a:pt x="908303" y="92709"/>
                  </a:lnTo>
                  <a:lnTo>
                    <a:pt x="908303" y="463550"/>
                  </a:lnTo>
                  <a:lnTo>
                    <a:pt x="901015" y="499627"/>
                  </a:lnTo>
                  <a:lnTo>
                    <a:pt x="881141" y="529097"/>
                  </a:lnTo>
                  <a:lnTo>
                    <a:pt x="851671" y="548971"/>
                  </a:lnTo>
                  <a:lnTo>
                    <a:pt x="815594" y="556259"/>
                  </a:lnTo>
                  <a:lnTo>
                    <a:pt x="92709" y="556259"/>
                  </a:lnTo>
                  <a:lnTo>
                    <a:pt x="56632" y="548971"/>
                  </a:lnTo>
                  <a:lnTo>
                    <a:pt x="27162" y="529097"/>
                  </a:lnTo>
                  <a:lnTo>
                    <a:pt x="7288" y="499627"/>
                  </a:lnTo>
                  <a:lnTo>
                    <a:pt x="0" y="463550"/>
                  </a:lnTo>
                  <a:lnTo>
                    <a:pt x="0" y="92709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8546718" y="4114291"/>
            <a:ext cx="664845" cy="10369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97155" marR="98425" indent="635">
              <a:lnSpc>
                <a:spcPct val="100000"/>
              </a:lnSpc>
              <a:spcBef>
                <a:spcPts val="95"/>
              </a:spcBef>
            </a:pP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Science 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6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ee</a:t>
            </a:r>
            <a:r>
              <a:rPr dirty="0" sz="1000" spc="-114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25">
                <a:solidFill>
                  <a:srgbClr val="404040"/>
                </a:solidFill>
                <a:latin typeface="Trebuchet MS"/>
                <a:cs typeface="Trebuchet MS"/>
              </a:rPr>
              <a:t>ing  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art</a:t>
            </a:r>
            <a:endParaRPr sz="1000">
              <a:latin typeface="Trebuchet MS"/>
              <a:cs typeface="Trebuchet MS"/>
            </a:endParaRPr>
          </a:p>
          <a:p>
            <a:pPr algn="ctr" marL="12065" marR="5080" indent="-3175">
              <a:lnSpc>
                <a:spcPct val="100000"/>
              </a:lnSpc>
              <a:spcBef>
                <a:spcPts val="765"/>
              </a:spcBef>
            </a:pPr>
            <a:r>
              <a:rPr dirty="0" sz="1000" spc="-24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22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21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23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000" spc="-10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1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25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23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000" spc="-22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dirty="0" sz="1000" spc="-8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40">
                <a:solidFill>
                  <a:srgbClr val="404040"/>
                </a:solidFill>
                <a:latin typeface="Trebuchet MS"/>
                <a:cs typeface="Trebuchet MS"/>
              </a:rPr>
              <a:t>s  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23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000" spc="-23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30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8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19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14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21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31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23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000" spc="-10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95">
                <a:solidFill>
                  <a:srgbClr val="404040"/>
                </a:solidFill>
                <a:latin typeface="Trebuchet MS"/>
                <a:cs typeface="Trebuchet MS"/>
              </a:rPr>
              <a:t>c  </a:t>
            </a:r>
            <a:r>
              <a:rPr dirty="0" sz="1000" spc="-25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22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260">
                <a:solidFill>
                  <a:srgbClr val="404040"/>
                </a:solidFill>
                <a:latin typeface="Trebuchet MS"/>
                <a:cs typeface="Trebuchet MS"/>
              </a:rPr>
              <a:t>w</a:t>
            </a: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23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9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22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23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30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9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215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401817" y="3714750"/>
            <a:ext cx="2082164" cy="728980"/>
          </a:xfrm>
          <a:custGeom>
            <a:avLst/>
            <a:gdLst/>
            <a:ahLst/>
            <a:cxnLst/>
            <a:rect l="l" t="t" r="r" b="b"/>
            <a:pathLst>
              <a:path w="2082165" h="728979">
                <a:moveTo>
                  <a:pt x="0" y="121412"/>
                </a:moveTo>
                <a:lnTo>
                  <a:pt x="9540" y="74152"/>
                </a:lnTo>
                <a:lnTo>
                  <a:pt x="35560" y="35560"/>
                </a:lnTo>
                <a:lnTo>
                  <a:pt x="74152" y="9540"/>
                </a:lnTo>
                <a:lnTo>
                  <a:pt x="121412" y="0"/>
                </a:lnTo>
                <a:lnTo>
                  <a:pt x="1960372" y="0"/>
                </a:lnTo>
                <a:lnTo>
                  <a:pt x="2007631" y="9540"/>
                </a:lnTo>
                <a:lnTo>
                  <a:pt x="2046223" y="35560"/>
                </a:lnTo>
                <a:lnTo>
                  <a:pt x="2072243" y="74152"/>
                </a:lnTo>
                <a:lnTo>
                  <a:pt x="2081784" y="121412"/>
                </a:lnTo>
                <a:lnTo>
                  <a:pt x="2081784" y="607060"/>
                </a:lnTo>
                <a:lnTo>
                  <a:pt x="2072243" y="654319"/>
                </a:lnTo>
                <a:lnTo>
                  <a:pt x="2046223" y="692912"/>
                </a:lnTo>
                <a:lnTo>
                  <a:pt x="2007631" y="718931"/>
                </a:lnTo>
                <a:lnTo>
                  <a:pt x="1960372" y="728472"/>
                </a:lnTo>
                <a:lnTo>
                  <a:pt x="121412" y="728472"/>
                </a:lnTo>
                <a:lnTo>
                  <a:pt x="74152" y="718931"/>
                </a:lnTo>
                <a:lnTo>
                  <a:pt x="35560" y="692912"/>
                </a:lnTo>
                <a:lnTo>
                  <a:pt x="9540" y="654319"/>
                </a:lnTo>
                <a:lnTo>
                  <a:pt x="0" y="607060"/>
                </a:lnTo>
                <a:lnTo>
                  <a:pt x="0" y="121412"/>
                </a:lnTo>
                <a:close/>
              </a:path>
            </a:pathLst>
          </a:custGeom>
          <a:ln w="25908">
            <a:solidFill>
              <a:srgbClr val="3366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763259" y="3846702"/>
            <a:ext cx="136271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8620" marR="5080" indent="-376555">
              <a:lnSpc>
                <a:spcPct val="100000"/>
              </a:lnSpc>
              <a:spcBef>
                <a:spcPts val="100"/>
              </a:spcBef>
            </a:pPr>
            <a:r>
              <a:rPr dirty="0" sz="1400" spc="-204" b="1">
                <a:solidFill>
                  <a:srgbClr val="7E7E7E"/>
                </a:solidFill>
                <a:latin typeface="Arial"/>
                <a:cs typeface="Arial"/>
              </a:rPr>
              <a:t>Deep</a:t>
            </a:r>
            <a:r>
              <a:rPr dirty="0" sz="1400" spc="-65" b="1">
                <a:solidFill>
                  <a:srgbClr val="7E7E7E"/>
                </a:solidFill>
                <a:latin typeface="Arial"/>
                <a:cs typeface="Arial"/>
              </a:rPr>
              <a:t> </a:t>
            </a:r>
            <a:r>
              <a:rPr dirty="0" sz="1400" spc="-290" b="1">
                <a:solidFill>
                  <a:srgbClr val="7E7E7E"/>
                </a:solidFill>
                <a:latin typeface="Arial"/>
                <a:cs typeface="Arial"/>
              </a:rPr>
              <a:t>R</a:t>
            </a:r>
            <a:r>
              <a:rPr dirty="0" sz="1400" spc="-130" b="1">
                <a:solidFill>
                  <a:srgbClr val="7E7E7E"/>
                </a:solidFill>
                <a:latin typeface="Arial"/>
                <a:cs typeface="Arial"/>
              </a:rPr>
              <a:t>ein</a:t>
            </a:r>
            <a:r>
              <a:rPr dirty="0" sz="1400" spc="-70" b="1">
                <a:solidFill>
                  <a:srgbClr val="7E7E7E"/>
                </a:solidFill>
                <a:latin typeface="Arial"/>
                <a:cs typeface="Arial"/>
              </a:rPr>
              <a:t>f</a:t>
            </a:r>
            <a:r>
              <a:rPr dirty="0" sz="1400" spc="-215" b="1">
                <a:solidFill>
                  <a:srgbClr val="7E7E7E"/>
                </a:solidFill>
                <a:latin typeface="Arial"/>
                <a:cs typeface="Arial"/>
              </a:rPr>
              <a:t>orcem</a:t>
            </a:r>
            <a:r>
              <a:rPr dirty="0" sz="1400" spc="-195" b="1">
                <a:solidFill>
                  <a:srgbClr val="7E7E7E"/>
                </a:solidFill>
                <a:latin typeface="Arial"/>
                <a:cs typeface="Arial"/>
              </a:rPr>
              <a:t>e</a:t>
            </a:r>
            <a:r>
              <a:rPr dirty="0" sz="1400" spc="-110" b="1">
                <a:solidFill>
                  <a:srgbClr val="7E7E7E"/>
                </a:solidFill>
                <a:latin typeface="Arial"/>
                <a:cs typeface="Arial"/>
              </a:rPr>
              <a:t>nt  </a:t>
            </a:r>
            <a:r>
              <a:rPr dirty="0" sz="1400" spc="-170" b="1">
                <a:solidFill>
                  <a:srgbClr val="7E7E7E"/>
                </a:solidFill>
                <a:latin typeface="Arial"/>
                <a:cs typeface="Arial"/>
              </a:rPr>
              <a:t>Learning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68697" y="2779522"/>
            <a:ext cx="922655" cy="406400"/>
            <a:chOff x="4568697" y="2779522"/>
            <a:chExt cx="922655" cy="406400"/>
          </a:xfrm>
        </p:grpSpPr>
        <p:sp>
          <p:nvSpPr>
            <p:cNvPr id="34" name="object 34"/>
            <p:cNvSpPr/>
            <p:nvPr/>
          </p:nvSpPr>
          <p:spPr>
            <a:xfrm>
              <a:off x="4575047" y="2785872"/>
              <a:ext cx="909955" cy="393700"/>
            </a:xfrm>
            <a:custGeom>
              <a:avLst/>
              <a:gdLst/>
              <a:ahLst/>
              <a:cxnLst/>
              <a:rect l="l" t="t" r="r" b="b"/>
              <a:pathLst>
                <a:path w="909954" h="393700">
                  <a:moveTo>
                    <a:pt x="844296" y="0"/>
                  </a:moveTo>
                  <a:lnTo>
                    <a:pt x="65531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1"/>
                  </a:lnTo>
                  <a:lnTo>
                    <a:pt x="0" y="327660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1" y="393191"/>
                  </a:lnTo>
                  <a:lnTo>
                    <a:pt x="844296" y="393191"/>
                  </a:lnTo>
                  <a:lnTo>
                    <a:pt x="869805" y="388042"/>
                  </a:lnTo>
                  <a:lnTo>
                    <a:pt x="890635" y="373999"/>
                  </a:lnTo>
                  <a:lnTo>
                    <a:pt x="904678" y="353169"/>
                  </a:lnTo>
                  <a:lnTo>
                    <a:pt x="909827" y="327660"/>
                  </a:lnTo>
                  <a:lnTo>
                    <a:pt x="909827" y="65531"/>
                  </a:lnTo>
                  <a:lnTo>
                    <a:pt x="904678" y="40022"/>
                  </a:lnTo>
                  <a:lnTo>
                    <a:pt x="890635" y="19192"/>
                  </a:lnTo>
                  <a:lnTo>
                    <a:pt x="869805" y="5149"/>
                  </a:lnTo>
                  <a:lnTo>
                    <a:pt x="8442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575047" y="2785872"/>
              <a:ext cx="909955" cy="393700"/>
            </a:xfrm>
            <a:custGeom>
              <a:avLst/>
              <a:gdLst/>
              <a:ahLst/>
              <a:cxnLst/>
              <a:rect l="l" t="t" r="r" b="b"/>
              <a:pathLst>
                <a:path w="909954" h="393700">
                  <a:moveTo>
                    <a:pt x="0" y="65531"/>
                  </a:moveTo>
                  <a:lnTo>
                    <a:pt x="5149" y="40022"/>
                  </a:lnTo>
                  <a:lnTo>
                    <a:pt x="19192" y="19192"/>
                  </a:lnTo>
                  <a:lnTo>
                    <a:pt x="40022" y="5149"/>
                  </a:lnTo>
                  <a:lnTo>
                    <a:pt x="65531" y="0"/>
                  </a:lnTo>
                  <a:lnTo>
                    <a:pt x="844296" y="0"/>
                  </a:lnTo>
                  <a:lnTo>
                    <a:pt x="869805" y="5149"/>
                  </a:lnTo>
                  <a:lnTo>
                    <a:pt x="890635" y="19192"/>
                  </a:lnTo>
                  <a:lnTo>
                    <a:pt x="904678" y="40022"/>
                  </a:lnTo>
                  <a:lnTo>
                    <a:pt x="909827" y="65531"/>
                  </a:lnTo>
                  <a:lnTo>
                    <a:pt x="909827" y="327660"/>
                  </a:lnTo>
                  <a:lnTo>
                    <a:pt x="904678" y="353169"/>
                  </a:lnTo>
                  <a:lnTo>
                    <a:pt x="890635" y="373999"/>
                  </a:lnTo>
                  <a:lnTo>
                    <a:pt x="869805" y="388042"/>
                  </a:lnTo>
                  <a:lnTo>
                    <a:pt x="844296" y="393191"/>
                  </a:lnTo>
                  <a:lnTo>
                    <a:pt x="65531" y="393191"/>
                  </a:lnTo>
                  <a:lnTo>
                    <a:pt x="40022" y="388042"/>
                  </a:lnTo>
                  <a:lnTo>
                    <a:pt x="19192" y="373999"/>
                  </a:lnTo>
                  <a:lnTo>
                    <a:pt x="5149" y="353169"/>
                  </a:lnTo>
                  <a:lnTo>
                    <a:pt x="0" y="327660"/>
                  </a:lnTo>
                  <a:lnTo>
                    <a:pt x="0" y="65531"/>
                  </a:lnTo>
                  <a:close/>
                </a:path>
              </a:pathLst>
            </a:custGeom>
            <a:ln w="12191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4804028" y="2892298"/>
            <a:ext cx="4552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Healthcare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28794" y="2266314"/>
            <a:ext cx="40068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95"/>
              </a:spcBef>
            </a:pPr>
            <a:r>
              <a:rPr dirty="0" sz="1000" spc="-165">
                <a:solidFill>
                  <a:srgbClr val="404040"/>
                </a:solidFill>
                <a:latin typeface="Trebuchet MS"/>
                <a:cs typeface="Trebuchet MS"/>
              </a:rPr>
              <a:t>DTRs</a:t>
            </a:r>
            <a:endParaRPr sz="1000">
              <a:latin typeface="Trebuchet MS"/>
              <a:cs typeface="Trebuchet MS"/>
            </a:endParaRPr>
          </a:p>
          <a:p>
            <a:pPr algn="ctr" marL="12065" marR="5080" indent="635">
              <a:lnSpc>
                <a:spcPct val="100000"/>
              </a:lnSpc>
            </a:pP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diagnosis </a:t>
            </a:r>
            <a:r>
              <a:rPr dirty="0" sz="1000" spc="-29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22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r>
              <a:rPr dirty="0" sz="1000" spc="-15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/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20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68697" y="4971034"/>
            <a:ext cx="922655" cy="406400"/>
            <a:chOff x="4568697" y="4971034"/>
            <a:chExt cx="922655" cy="406400"/>
          </a:xfrm>
        </p:grpSpPr>
        <p:sp>
          <p:nvSpPr>
            <p:cNvPr id="39" name="object 39"/>
            <p:cNvSpPr/>
            <p:nvPr/>
          </p:nvSpPr>
          <p:spPr>
            <a:xfrm>
              <a:off x="4575047" y="4977384"/>
              <a:ext cx="909955" cy="393700"/>
            </a:xfrm>
            <a:custGeom>
              <a:avLst/>
              <a:gdLst/>
              <a:ahLst/>
              <a:cxnLst/>
              <a:rect l="l" t="t" r="r" b="b"/>
              <a:pathLst>
                <a:path w="909954" h="393700">
                  <a:moveTo>
                    <a:pt x="844296" y="0"/>
                  </a:moveTo>
                  <a:lnTo>
                    <a:pt x="65531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2"/>
                  </a:lnTo>
                  <a:lnTo>
                    <a:pt x="0" y="327660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1" y="393192"/>
                  </a:lnTo>
                  <a:lnTo>
                    <a:pt x="844296" y="393192"/>
                  </a:lnTo>
                  <a:lnTo>
                    <a:pt x="869805" y="388042"/>
                  </a:lnTo>
                  <a:lnTo>
                    <a:pt x="890635" y="373999"/>
                  </a:lnTo>
                  <a:lnTo>
                    <a:pt x="904678" y="353169"/>
                  </a:lnTo>
                  <a:lnTo>
                    <a:pt x="909827" y="327660"/>
                  </a:lnTo>
                  <a:lnTo>
                    <a:pt x="909827" y="65532"/>
                  </a:lnTo>
                  <a:lnTo>
                    <a:pt x="904678" y="40022"/>
                  </a:lnTo>
                  <a:lnTo>
                    <a:pt x="890635" y="19192"/>
                  </a:lnTo>
                  <a:lnTo>
                    <a:pt x="869805" y="5149"/>
                  </a:lnTo>
                  <a:lnTo>
                    <a:pt x="8442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575047" y="4977384"/>
              <a:ext cx="909955" cy="393700"/>
            </a:xfrm>
            <a:custGeom>
              <a:avLst/>
              <a:gdLst/>
              <a:ahLst/>
              <a:cxnLst/>
              <a:rect l="l" t="t" r="r" b="b"/>
              <a:pathLst>
                <a:path w="909954" h="393700">
                  <a:moveTo>
                    <a:pt x="0" y="65532"/>
                  </a:moveTo>
                  <a:lnTo>
                    <a:pt x="5149" y="40022"/>
                  </a:lnTo>
                  <a:lnTo>
                    <a:pt x="19192" y="19192"/>
                  </a:lnTo>
                  <a:lnTo>
                    <a:pt x="40022" y="5149"/>
                  </a:lnTo>
                  <a:lnTo>
                    <a:pt x="65531" y="0"/>
                  </a:lnTo>
                  <a:lnTo>
                    <a:pt x="844296" y="0"/>
                  </a:lnTo>
                  <a:lnTo>
                    <a:pt x="869805" y="5149"/>
                  </a:lnTo>
                  <a:lnTo>
                    <a:pt x="890635" y="19192"/>
                  </a:lnTo>
                  <a:lnTo>
                    <a:pt x="904678" y="40022"/>
                  </a:lnTo>
                  <a:lnTo>
                    <a:pt x="909827" y="65532"/>
                  </a:lnTo>
                  <a:lnTo>
                    <a:pt x="909827" y="327660"/>
                  </a:lnTo>
                  <a:lnTo>
                    <a:pt x="904678" y="353169"/>
                  </a:lnTo>
                  <a:lnTo>
                    <a:pt x="890635" y="373999"/>
                  </a:lnTo>
                  <a:lnTo>
                    <a:pt x="869805" y="388042"/>
                  </a:lnTo>
                  <a:lnTo>
                    <a:pt x="844296" y="393192"/>
                  </a:lnTo>
                  <a:lnTo>
                    <a:pt x="65531" y="393192"/>
                  </a:lnTo>
                  <a:lnTo>
                    <a:pt x="40022" y="388042"/>
                  </a:lnTo>
                  <a:lnTo>
                    <a:pt x="19192" y="373999"/>
                  </a:lnTo>
                  <a:lnTo>
                    <a:pt x="5149" y="353169"/>
                  </a:lnTo>
                  <a:lnTo>
                    <a:pt x="0" y="327660"/>
                  </a:lnTo>
                  <a:lnTo>
                    <a:pt x="0" y="65532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4886325" y="5084445"/>
            <a:ext cx="2889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27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5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80026" y="5405120"/>
            <a:ext cx="50101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95"/>
              </a:spcBef>
            </a:pPr>
            <a:r>
              <a:rPr dirty="0" sz="1000" spc="-2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9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k</a:t>
            </a:r>
            <a:r>
              <a:rPr dirty="0" sz="1000" spc="-100">
                <a:solidFill>
                  <a:srgbClr val="404040"/>
                </a:solidFill>
                <a:latin typeface="Trebuchet MS"/>
                <a:cs typeface="Trebuchet MS"/>
              </a:rPr>
              <a:t>er  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20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dirty="0" sz="10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25">
                <a:solidFill>
                  <a:srgbClr val="404040"/>
                </a:solidFill>
                <a:latin typeface="Trebuchet MS"/>
                <a:cs typeface="Trebuchet MS"/>
              </a:rPr>
              <a:t>e  </a:t>
            </a:r>
            <a:r>
              <a:rPr dirty="0" sz="1000" spc="-125">
                <a:solidFill>
                  <a:srgbClr val="404040"/>
                </a:solidFill>
                <a:latin typeface="Trebuchet MS"/>
                <a:cs typeface="Trebuchet MS"/>
              </a:rPr>
              <a:t>Starcraft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516626" y="2779522"/>
            <a:ext cx="922655" cy="406400"/>
            <a:chOff x="5516626" y="2779522"/>
            <a:chExt cx="922655" cy="406400"/>
          </a:xfrm>
        </p:grpSpPr>
        <p:sp>
          <p:nvSpPr>
            <p:cNvPr id="44" name="object 44"/>
            <p:cNvSpPr/>
            <p:nvPr/>
          </p:nvSpPr>
          <p:spPr>
            <a:xfrm>
              <a:off x="5522976" y="2785872"/>
              <a:ext cx="909955" cy="393700"/>
            </a:xfrm>
            <a:custGeom>
              <a:avLst/>
              <a:gdLst/>
              <a:ahLst/>
              <a:cxnLst/>
              <a:rect l="l" t="t" r="r" b="b"/>
              <a:pathLst>
                <a:path w="909954" h="393700">
                  <a:moveTo>
                    <a:pt x="844296" y="0"/>
                  </a:moveTo>
                  <a:lnTo>
                    <a:pt x="65532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1"/>
                  </a:lnTo>
                  <a:lnTo>
                    <a:pt x="0" y="327660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2" y="393191"/>
                  </a:lnTo>
                  <a:lnTo>
                    <a:pt x="844296" y="393191"/>
                  </a:lnTo>
                  <a:lnTo>
                    <a:pt x="869805" y="388042"/>
                  </a:lnTo>
                  <a:lnTo>
                    <a:pt x="890635" y="373999"/>
                  </a:lnTo>
                  <a:lnTo>
                    <a:pt x="904678" y="353169"/>
                  </a:lnTo>
                  <a:lnTo>
                    <a:pt x="909827" y="327660"/>
                  </a:lnTo>
                  <a:lnTo>
                    <a:pt x="909827" y="65531"/>
                  </a:lnTo>
                  <a:lnTo>
                    <a:pt x="904678" y="40022"/>
                  </a:lnTo>
                  <a:lnTo>
                    <a:pt x="890635" y="19192"/>
                  </a:lnTo>
                  <a:lnTo>
                    <a:pt x="869805" y="5149"/>
                  </a:lnTo>
                  <a:lnTo>
                    <a:pt x="8442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522976" y="2785872"/>
              <a:ext cx="909955" cy="393700"/>
            </a:xfrm>
            <a:custGeom>
              <a:avLst/>
              <a:gdLst/>
              <a:ahLst/>
              <a:cxnLst/>
              <a:rect l="l" t="t" r="r" b="b"/>
              <a:pathLst>
                <a:path w="909954" h="393700">
                  <a:moveTo>
                    <a:pt x="0" y="65531"/>
                  </a:moveTo>
                  <a:lnTo>
                    <a:pt x="5149" y="40022"/>
                  </a:lnTo>
                  <a:lnTo>
                    <a:pt x="19192" y="19192"/>
                  </a:lnTo>
                  <a:lnTo>
                    <a:pt x="40022" y="5149"/>
                  </a:lnTo>
                  <a:lnTo>
                    <a:pt x="65532" y="0"/>
                  </a:lnTo>
                  <a:lnTo>
                    <a:pt x="844296" y="0"/>
                  </a:lnTo>
                  <a:lnTo>
                    <a:pt x="869805" y="5149"/>
                  </a:lnTo>
                  <a:lnTo>
                    <a:pt x="890635" y="19192"/>
                  </a:lnTo>
                  <a:lnTo>
                    <a:pt x="904678" y="40022"/>
                  </a:lnTo>
                  <a:lnTo>
                    <a:pt x="909827" y="65531"/>
                  </a:lnTo>
                  <a:lnTo>
                    <a:pt x="909827" y="327660"/>
                  </a:lnTo>
                  <a:lnTo>
                    <a:pt x="904678" y="353169"/>
                  </a:lnTo>
                  <a:lnTo>
                    <a:pt x="890635" y="373999"/>
                  </a:lnTo>
                  <a:lnTo>
                    <a:pt x="869805" y="388042"/>
                  </a:lnTo>
                  <a:lnTo>
                    <a:pt x="844296" y="393191"/>
                  </a:lnTo>
                  <a:lnTo>
                    <a:pt x="65532" y="393191"/>
                  </a:lnTo>
                  <a:lnTo>
                    <a:pt x="40022" y="388042"/>
                  </a:lnTo>
                  <a:lnTo>
                    <a:pt x="19192" y="373999"/>
                  </a:lnTo>
                  <a:lnTo>
                    <a:pt x="5149" y="353169"/>
                  </a:lnTo>
                  <a:lnTo>
                    <a:pt x="0" y="327660"/>
                  </a:lnTo>
                  <a:lnTo>
                    <a:pt x="0" y="65531"/>
                  </a:lnTo>
                  <a:close/>
                </a:path>
              </a:pathLst>
            </a:custGeom>
            <a:ln w="12191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5776340" y="2892298"/>
            <a:ext cx="405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65">
                <a:solidFill>
                  <a:srgbClr val="404040"/>
                </a:solidFill>
                <a:latin typeface="Trebuchet MS"/>
                <a:cs typeface="Trebuchet MS"/>
              </a:rPr>
              <a:t>Education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31560" y="2266314"/>
            <a:ext cx="694055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22860">
              <a:lnSpc>
                <a:spcPct val="100000"/>
              </a:lnSpc>
              <a:spcBef>
                <a:spcPts val="95"/>
              </a:spcBef>
            </a:pP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14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r>
              <a:rPr dirty="0" sz="1000" spc="-6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0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11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.  </a:t>
            </a:r>
            <a:r>
              <a:rPr dirty="0" sz="10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245">
                <a:solidFill>
                  <a:srgbClr val="404040"/>
                </a:solidFill>
                <a:latin typeface="Trebuchet MS"/>
                <a:cs typeface="Trebuchet MS"/>
              </a:rPr>
              <a:t>mm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n  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ati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5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254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5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516626" y="4971034"/>
            <a:ext cx="922655" cy="406400"/>
            <a:chOff x="5516626" y="4971034"/>
            <a:chExt cx="922655" cy="406400"/>
          </a:xfrm>
        </p:grpSpPr>
        <p:sp>
          <p:nvSpPr>
            <p:cNvPr id="49" name="object 49"/>
            <p:cNvSpPr/>
            <p:nvPr/>
          </p:nvSpPr>
          <p:spPr>
            <a:xfrm>
              <a:off x="5522976" y="4977384"/>
              <a:ext cx="909955" cy="393700"/>
            </a:xfrm>
            <a:custGeom>
              <a:avLst/>
              <a:gdLst/>
              <a:ahLst/>
              <a:cxnLst/>
              <a:rect l="l" t="t" r="r" b="b"/>
              <a:pathLst>
                <a:path w="909954" h="393700">
                  <a:moveTo>
                    <a:pt x="844296" y="0"/>
                  </a:moveTo>
                  <a:lnTo>
                    <a:pt x="65532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2"/>
                  </a:lnTo>
                  <a:lnTo>
                    <a:pt x="0" y="327660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2" y="393192"/>
                  </a:lnTo>
                  <a:lnTo>
                    <a:pt x="844296" y="393192"/>
                  </a:lnTo>
                  <a:lnTo>
                    <a:pt x="869805" y="388042"/>
                  </a:lnTo>
                  <a:lnTo>
                    <a:pt x="890635" y="373999"/>
                  </a:lnTo>
                  <a:lnTo>
                    <a:pt x="904678" y="353169"/>
                  </a:lnTo>
                  <a:lnTo>
                    <a:pt x="909827" y="327660"/>
                  </a:lnTo>
                  <a:lnTo>
                    <a:pt x="909827" y="65532"/>
                  </a:lnTo>
                  <a:lnTo>
                    <a:pt x="904678" y="40022"/>
                  </a:lnTo>
                  <a:lnTo>
                    <a:pt x="890635" y="19192"/>
                  </a:lnTo>
                  <a:lnTo>
                    <a:pt x="869805" y="5149"/>
                  </a:lnTo>
                  <a:lnTo>
                    <a:pt x="844296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5522976" y="4977384"/>
              <a:ext cx="909955" cy="393700"/>
            </a:xfrm>
            <a:custGeom>
              <a:avLst/>
              <a:gdLst/>
              <a:ahLst/>
              <a:cxnLst/>
              <a:rect l="l" t="t" r="r" b="b"/>
              <a:pathLst>
                <a:path w="909954" h="393700">
                  <a:moveTo>
                    <a:pt x="0" y="65532"/>
                  </a:moveTo>
                  <a:lnTo>
                    <a:pt x="5149" y="40022"/>
                  </a:lnTo>
                  <a:lnTo>
                    <a:pt x="19192" y="19192"/>
                  </a:lnTo>
                  <a:lnTo>
                    <a:pt x="40022" y="5149"/>
                  </a:lnTo>
                  <a:lnTo>
                    <a:pt x="65532" y="0"/>
                  </a:lnTo>
                  <a:lnTo>
                    <a:pt x="844296" y="0"/>
                  </a:lnTo>
                  <a:lnTo>
                    <a:pt x="869805" y="5149"/>
                  </a:lnTo>
                  <a:lnTo>
                    <a:pt x="890635" y="19192"/>
                  </a:lnTo>
                  <a:lnTo>
                    <a:pt x="904678" y="40022"/>
                  </a:lnTo>
                  <a:lnTo>
                    <a:pt x="909827" y="65532"/>
                  </a:lnTo>
                  <a:lnTo>
                    <a:pt x="909827" y="327660"/>
                  </a:lnTo>
                  <a:lnTo>
                    <a:pt x="904678" y="353169"/>
                  </a:lnTo>
                  <a:lnTo>
                    <a:pt x="890635" y="373999"/>
                  </a:lnTo>
                  <a:lnTo>
                    <a:pt x="869805" y="388042"/>
                  </a:lnTo>
                  <a:lnTo>
                    <a:pt x="844296" y="393192"/>
                  </a:lnTo>
                  <a:lnTo>
                    <a:pt x="65532" y="393192"/>
                  </a:lnTo>
                  <a:lnTo>
                    <a:pt x="40022" y="388042"/>
                  </a:lnTo>
                  <a:lnTo>
                    <a:pt x="19192" y="373999"/>
                  </a:lnTo>
                  <a:lnTo>
                    <a:pt x="5149" y="353169"/>
                  </a:lnTo>
                  <a:lnTo>
                    <a:pt x="0" y="327660"/>
                  </a:lnTo>
                  <a:lnTo>
                    <a:pt x="0" y="65532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5797677" y="5084445"/>
            <a:ext cx="36195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5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20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5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737097" y="5405120"/>
            <a:ext cx="48387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27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85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70">
                <a:solidFill>
                  <a:srgbClr val="404040"/>
                </a:solidFill>
                <a:latin typeface="Trebuchet MS"/>
                <a:cs typeface="Trebuchet MS"/>
              </a:rPr>
              <a:t>-</a:t>
            </a:r>
            <a:r>
              <a:rPr dirty="0" sz="1000" spc="-7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5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l  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co-robot 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464553" y="2779522"/>
            <a:ext cx="921385" cy="406400"/>
            <a:chOff x="6464553" y="2779522"/>
            <a:chExt cx="921385" cy="406400"/>
          </a:xfrm>
        </p:grpSpPr>
        <p:sp>
          <p:nvSpPr>
            <p:cNvPr id="54" name="object 54"/>
            <p:cNvSpPr/>
            <p:nvPr/>
          </p:nvSpPr>
          <p:spPr>
            <a:xfrm>
              <a:off x="6470903" y="2785872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4" h="393700">
                  <a:moveTo>
                    <a:pt x="842772" y="0"/>
                  </a:moveTo>
                  <a:lnTo>
                    <a:pt x="65531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1"/>
                  </a:lnTo>
                  <a:lnTo>
                    <a:pt x="0" y="327660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1" y="393191"/>
                  </a:lnTo>
                  <a:lnTo>
                    <a:pt x="842772" y="393191"/>
                  </a:lnTo>
                  <a:lnTo>
                    <a:pt x="868281" y="388042"/>
                  </a:lnTo>
                  <a:lnTo>
                    <a:pt x="889111" y="373999"/>
                  </a:lnTo>
                  <a:lnTo>
                    <a:pt x="903154" y="353169"/>
                  </a:lnTo>
                  <a:lnTo>
                    <a:pt x="908303" y="327660"/>
                  </a:lnTo>
                  <a:lnTo>
                    <a:pt x="908303" y="65531"/>
                  </a:lnTo>
                  <a:lnTo>
                    <a:pt x="903154" y="40022"/>
                  </a:lnTo>
                  <a:lnTo>
                    <a:pt x="889111" y="19192"/>
                  </a:lnTo>
                  <a:lnTo>
                    <a:pt x="868281" y="5149"/>
                  </a:lnTo>
                  <a:lnTo>
                    <a:pt x="8427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470903" y="2785872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4" h="393700">
                  <a:moveTo>
                    <a:pt x="0" y="65531"/>
                  </a:moveTo>
                  <a:lnTo>
                    <a:pt x="5149" y="40022"/>
                  </a:lnTo>
                  <a:lnTo>
                    <a:pt x="19192" y="19192"/>
                  </a:lnTo>
                  <a:lnTo>
                    <a:pt x="40022" y="5149"/>
                  </a:lnTo>
                  <a:lnTo>
                    <a:pt x="65531" y="0"/>
                  </a:lnTo>
                  <a:lnTo>
                    <a:pt x="842772" y="0"/>
                  </a:lnTo>
                  <a:lnTo>
                    <a:pt x="868281" y="5149"/>
                  </a:lnTo>
                  <a:lnTo>
                    <a:pt x="889111" y="19192"/>
                  </a:lnTo>
                  <a:lnTo>
                    <a:pt x="903154" y="40022"/>
                  </a:lnTo>
                  <a:lnTo>
                    <a:pt x="908303" y="65531"/>
                  </a:lnTo>
                  <a:lnTo>
                    <a:pt x="908303" y="327660"/>
                  </a:lnTo>
                  <a:lnTo>
                    <a:pt x="903154" y="353169"/>
                  </a:lnTo>
                  <a:lnTo>
                    <a:pt x="889111" y="373999"/>
                  </a:lnTo>
                  <a:lnTo>
                    <a:pt x="868281" y="388042"/>
                  </a:lnTo>
                  <a:lnTo>
                    <a:pt x="842772" y="393191"/>
                  </a:lnTo>
                  <a:lnTo>
                    <a:pt x="65531" y="393191"/>
                  </a:lnTo>
                  <a:lnTo>
                    <a:pt x="40022" y="388042"/>
                  </a:lnTo>
                  <a:lnTo>
                    <a:pt x="19192" y="373999"/>
                  </a:lnTo>
                  <a:lnTo>
                    <a:pt x="5149" y="353169"/>
                  </a:lnTo>
                  <a:lnTo>
                    <a:pt x="0" y="327660"/>
                  </a:lnTo>
                  <a:lnTo>
                    <a:pt x="0" y="65531"/>
                  </a:lnTo>
                  <a:close/>
                </a:path>
              </a:pathLst>
            </a:custGeom>
            <a:ln w="12191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6657213" y="2892298"/>
            <a:ext cx="5441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Transportation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662166" y="2266314"/>
            <a:ext cx="52959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 indent="635">
              <a:lnSpc>
                <a:spcPct val="100000"/>
              </a:lnSpc>
              <a:spcBef>
                <a:spcPts val="95"/>
              </a:spcBef>
            </a:pP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Adaptive </a:t>
            </a:r>
            <a:r>
              <a:rPr dirty="0" sz="1000" spc="-16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f</a:t>
            </a:r>
            <a:r>
              <a:rPr dirty="0" sz="1000" spc="-114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5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9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8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al  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464553" y="4971034"/>
            <a:ext cx="921385" cy="406400"/>
            <a:chOff x="6464553" y="4971034"/>
            <a:chExt cx="921385" cy="406400"/>
          </a:xfrm>
        </p:grpSpPr>
        <p:sp>
          <p:nvSpPr>
            <p:cNvPr id="59" name="object 59"/>
            <p:cNvSpPr/>
            <p:nvPr/>
          </p:nvSpPr>
          <p:spPr>
            <a:xfrm>
              <a:off x="6470903" y="4977384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4" h="393700">
                  <a:moveTo>
                    <a:pt x="842772" y="0"/>
                  </a:moveTo>
                  <a:lnTo>
                    <a:pt x="65531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2"/>
                  </a:lnTo>
                  <a:lnTo>
                    <a:pt x="0" y="327660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1" y="393192"/>
                  </a:lnTo>
                  <a:lnTo>
                    <a:pt x="842772" y="393192"/>
                  </a:lnTo>
                  <a:lnTo>
                    <a:pt x="868281" y="388042"/>
                  </a:lnTo>
                  <a:lnTo>
                    <a:pt x="889111" y="373999"/>
                  </a:lnTo>
                  <a:lnTo>
                    <a:pt x="903154" y="353169"/>
                  </a:lnTo>
                  <a:lnTo>
                    <a:pt x="908303" y="327660"/>
                  </a:lnTo>
                  <a:lnTo>
                    <a:pt x="908303" y="65532"/>
                  </a:lnTo>
                  <a:lnTo>
                    <a:pt x="903154" y="40022"/>
                  </a:lnTo>
                  <a:lnTo>
                    <a:pt x="889111" y="19192"/>
                  </a:lnTo>
                  <a:lnTo>
                    <a:pt x="868281" y="5149"/>
                  </a:lnTo>
                  <a:lnTo>
                    <a:pt x="8427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470903" y="4977384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4" h="393700">
                  <a:moveTo>
                    <a:pt x="0" y="65532"/>
                  </a:moveTo>
                  <a:lnTo>
                    <a:pt x="5149" y="40022"/>
                  </a:lnTo>
                  <a:lnTo>
                    <a:pt x="19192" y="19192"/>
                  </a:lnTo>
                  <a:lnTo>
                    <a:pt x="40022" y="5149"/>
                  </a:lnTo>
                  <a:lnTo>
                    <a:pt x="65531" y="0"/>
                  </a:lnTo>
                  <a:lnTo>
                    <a:pt x="842772" y="0"/>
                  </a:lnTo>
                  <a:lnTo>
                    <a:pt x="868281" y="5149"/>
                  </a:lnTo>
                  <a:lnTo>
                    <a:pt x="889111" y="19192"/>
                  </a:lnTo>
                  <a:lnTo>
                    <a:pt x="903154" y="40022"/>
                  </a:lnTo>
                  <a:lnTo>
                    <a:pt x="908303" y="65532"/>
                  </a:lnTo>
                  <a:lnTo>
                    <a:pt x="908303" y="327660"/>
                  </a:lnTo>
                  <a:lnTo>
                    <a:pt x="903154" y="353169"/>
                  </a:lnTo>
                  <a:lnTo>
                    <a:pt x="889111" y="373999"/>
                  </a:lnTo>
                  <a:lnTo>
                    <a:pt x="868281" y="388042"/>
                  </a:lnTo>
                  <a:lnTo>
                    <a:pt x="842772" y="393192"/>
                  </a:lnTo>
                  <a:lnTo>
                    <a:pt x="65531" y="393192"/>
                  </a:lnTo>
                  <a:lnTo>
                    <a:pt x="40022" y="388042"/>
                  </a:lnTo>
                  <a:lnTo>
                    <a:pt x="19192" y="373999"/>
                  </a:lnTo>
                  <a:lnTo>
                    <a:pt x="5149" y="353169"/>
                  </a:lnTo>
                  <a:lnTo>
                    <a:pt x="0" y="327660"/>
                  </a:lnTo>
                  <a:lnTo>
                    <a:pt x="0" y="65532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6685026" y="5008245"/>
            <a:ext cx="483234" cy="897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48895" marR="40005">
              <a:lnSpc>
                <a:spcPct val="100000"/>
              </a:lnSpc>
              <a:spcBef>
                <a:spcPts val="95"/>
              </a:spcBef>
            </a:pP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270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1000" spc="-110">
                <a:solidFill>
                  <a:srgbClr val="404040"/>
                </a:solidFill>
                <a:latin typeface="Trebuchet MS"/>
                <a:cs typeface="Trebuchet MS"/>
              </a:rPr>
              <a:t>ter  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vision</a:t>
            </a:r>
            <a:endParaRPr sz="1000">
              <a:latin typeface="Trebuchet MS"/>
              <a:cs typeface="Trebuchet MS"/>
            </a:endParaRPr>
          </a:p>
          <a:p>
            <a:pPr algn="ctr" marL="12065" marR="5080">
              <a:lnSpc>
                <a:spcPct val="100000"/>
              </a:lnSpc>
              <a:spcBef>
                <a:spcPts val="865"/>
              </a:spcBef>
            </a:pPr>
            <a:r>
              <a:rPr dirty="0" sz="1000" spc="-155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7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14">
                <a:solidFill>
                  <a:srgbClr val="404040"/>
                </a:solidFill>
                <a:latin typeface="Trebuchet MS"/>
                <a:cs typeface="Trebuchet MS"/>
              </a:rPr>
              <a:t>ti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n  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Detection </a:t>
            </a:r>
            <a:r>
              <a:rPr dirty="0" sz="1000" spc="-155">
                <a:solidFill>
                  <a:srgbClr val="404040"/>
                </a:solidFill>
                <a:latin typeface="Trebuchet MS"/>
                <a:cs typeface="Trebuchet MS"/>
              </a:rPr>
              <a:t> perception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7418831" y="2779776"/>
            <a:ext cx="920750" cy="405765"/>
            <a:chOff x="7418831" y="2779776"/>
            <a:chExt cx="920750" cy="405765"/>
          </a:xfrm>
        </p:grpSpPr>
        <p:sp>
          <p:nvSpPr>
            <p:cNvPr id="63" name="object 63"/>
            <p:cNvSpPr/>
            <p:nvPr/>
          </p:nvSpPr>
          <p:spPr>
            <a:xfrm>
              <a:off x="7424927" y="2785872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4" h="393700">
                  <a:moveTo>
                    <a:pt x="842772" y="0"/>
                  </a:moveTo>
                  <a:lnTo>
                    <a:pt x="65531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1"/>
                  </a:lnTo>
                  <a:lnTo>
                    <a:pt x="0" y="327660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1" y="393191"/>
                  </a:lnTo>
                  <a:lnTo>
                    <a:pt x="842772" y="393191"/>
                  </a:lnTo>
                  <a:lnTo>
                    <a:pt x="868281" y="388042"/>
                  </a:lnTo>
                  <a:lnTo>
                    <a:pt x="889111" y="373999"/>
                  </a:lnTo>
                  <a:lnTo>
                    <a:pt x="903154" y="353169"/>
                  </a:lnTo>
                  <a:lnTo>
                    <a:pt x="908303" y="327660"/>
                  </a:lnTo>
                  <a:lnTo>
                    <a:pt x="908303" y="65531"/>
                  </a:lnTo>
                  <a:lnTo>
                    <a:pt x="903154" y="40022"/>
                  </a:lnTo>
                  <a:lnTo>
                    <a:pt x="889111" y="19192"/>
                  </a:lnTo>
                  <a:lnTo>
                    <a:pt x="868281" y="5149"/>
                  </a:lnTo>
                  <a:lnTo>
                    <a:pt x="8427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7424927" y="2785872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4" h="393700">
                  <a:moveTo>
                    <a:pt x="0" y="65531"/>
                  </a:moveTo>
                  <a:lnTo>
                    <a:pt x="5149" y="40022"/>
                  </a:lnTo>
                  <a:lnTo>
                    <a:pt x="19192" y="19192"/>
                  </a:lnTo>
                  <a:lnTo>
                    <a:pt x="40022" y="5149"/>
                  </a:lnTo>
                  <a:lnTo>
                    <a:pt x="65531" y="0"/>
                  </a:lnTo>
                  <a:lnTo>
                    <a:pt x="842772" y="0"/>
                  </a:lnTo>
                  <a:lnTo>
                    <a:pt x="868281" y="5149"/>
                  </a:lnTo>
                  <a:lnTo>
                    <a:pt x="889111" y="19192"/>
                  </a:lnTo>
                  <a:lnTo>
                    <a:pt x="903154" y="40022"/>
                  </a:lnTo>
                  <a:lnTo>
                    <a:pt x="908303" y="65531"/>
                  </a:lnTo>
                  <a:lnTo>
                    <a:pt x="908303" y="327660"/>
                  </a:lnTo>
                  <a:lnTo>
                    <a:pt x="903154" y="353169"/>
                  </a:lnTo>
                  <a:lnTo>
                    <a:pt x="889111" y="373999"/>
                  </a:lnTo>
                  <a:lnTo>
                    <a:pt x="868281" y="388042"/>
                  </a:lnTo>
                  <a:lnTo>
                    <a:pt x="842772" y="393191"/>
                  </a:lnTo>
                  <a:lnTo>
                    <a:pt x="65531" y="393191"/>
                  </a:lnTo>
                  <a:lnTo>
                    <a:pt x="40022" y="388042"/>
                  </a:lnTo>
                  <a:lnTo>
                    <a:pt x="19192" y="373999"/>
                  </a:lnTo>
                  <a:lnTo>
                    <a:pt x="5149" y="353169"/>
                  </a:lnTo>
                  <a:lnTo>
                    <a:pt x="0" y="327660"/>
                  </a:lnTo>
                  <a:lnTo>
                    <a:pt x="0" y="65531"/>
                  </a:lnTo>
                  <a:close/>
                </a:path>
              </a:pathLst>
            </a:custGeom>
            <a:ln w="12191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7734681" y="2892298"/>
            <a:ext cx="29337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1000" spc="-135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y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701788" y="2266314"/>
            <a:ext cx="35941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7145" marR="5080" indent="-5080">
              <a:lnSpc>
                <a:spcPct val="100000"/>
              </a:lnSpc>
              <a:spcBef>
                <a:spcPts val="95"/>
              </a:spcBef>
            </a:pPr>
            <a:r>
              <a:rPr dirty="0" sz="1000" spc="-16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1000" spc="-125">
                <a:solidFill>
                  <a:srgbClr val="404040"/>
                </a:solidFill>
                <a:latin typeface="Trebuchet MS"/>
                <a:cs typeface="Trebuchet MS"/>
              </a:rPr>
              <a:t>e  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4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4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n  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control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418831" y="4971288"/>
            <a:ext cx="920750" cy="405765"/>
            <a:chOff x="7418831" y="4971288"/>
            <a:chExt cx="920750" cy="405765"/>
          </a:xfrm>
        </p:grpSpPr>
        <p:sp>
          <p:nvSpPr>
            <p:cNvPr id="68" name="object 68"/>
            <p:cNvSpPr/>
            <p:nvPr/>
          </p:nvSpPr>
          <p:spPr>
            <a:xfrm>
              <a:off x="7424927" y="4977384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4" h="393700">
                  <a:moveTo>
                    <a:pt x="842772" y="0"/>
                  </a:moveTo>
                  <a:lnTo>
                    <a:pt x="65531" y="0"/>
                  </a:lnTo>
                  <a:lnTo>
                    <a:pt x="40022" y="5149"/>
                  </a:lnTo>
                  <a:lnTo>
                    <a:pt x="19192" y="19192"/>
                  </a:lnTo>
                  <a:lnTo>
                    <a:pt x="5149" y="40022"/>
                  </a:lnTo>
                  <a:lnTo>
                    <a:pt x="0" y="65532"/>
                  </a:lnTo>
                  <a:lnTo>
                    <a:pt x="0" y="327660"/>
                  </a:lnTo>
                  <a:lnTo>
                    <a:pt x="5149" y="353169"/>
                  </a:lnTo>
                  <a:lnTo>
                    <a:pt x="19192" y="373999"/>
                  </a:lnTo>
                  <a:lnTo>
                    <a:pt x="40022" y="388042"/>
                  </a:lnTo>
                  <a:lnTo>
                    <a:pt x="65531" y="393192"/>
                  </a:lnTo>
                  <a:lnTo>
                    <a:pt x="842772" y="393192"/>
                  </a:lnTo>
                  <a:lnTo>
                    <a:pt x="868281" y="388042"/>
                  </a:lnTo>
                  <a:lnTo>
                    <a:pt x="889111" y="373999"/>
                  </a:lnTo>
                  <a:lnTo>
                    <a:pt x="903154" y="353169"/>
                  </a:lnTo>
                  <a:lnTo>
                    <a:pt x="908303" y="327660"/>
                  </a:lnTo>
                  <a:lnTo>
                    <a:pt x="908303" y="65532"/>
                  </a:lnTo>
                  <a:lnTo>
                    <a:pt x="903154" y="40022"/>
                  </a:lnTo>
                  <a:lnTo>
                    <a:pt x="889111" y="19192"/>
                  </a:lnTo>
                  <a:lnTo>
                    <a:pt x="868281" y="5149"/>
                  </a:lnTo>
                  <a:lnTo>
                    <a:pt x="842772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7424927" y="4977384"/>
              <a:ext cx="908685" cy="393700"/>
            </a:xfrm>
            <a:custGeom>
              <a:avLst/>
              <a:gdLst/>
              <a:ahLst/>
              <a:cxnLst/>
              <a:rect l="l" t="t" r="r" b="b"/>
              <a:pathLst>
                <a:path w="908684" h="393700">
                  <a:moveTo>
                    <a:pt x="0" y="65532"/>
                  </a:moveTo>
                  <a:lnTo>
                    <a:pt x="5149" y="40022"/>
                  </a:lnTo>
                  <a:lnTo>
                    <a:pt x="19192" y="19192"/>
                  </a:lnTo>
                  <a:lnTo>
                    <a:pt x="40022" y="5149"/>
                  </a:lnTo>
                  <a:lnTo>
                    <a:pt x="65531" y="0"/>
                  </a:lnTo>
                  <a:lnTo>
                    <a:pt x="842772" y="0"/>
                  </a:lnTo>
                  <a:lnTo>
                    <a:pt x="868281" y="5149"/>
                  </a:lnTo>
                  <a:lnTo>
                    <a:pt x="889111" y="19192"/>
                  </a:lnTo>
                  <a:lnTo>
                    <a:pt x="903154" y="40022"/>
                  </a:lnTo>
                  <a:lnTo>
                    <a:pt x="908303" y="65532"/>
                  </a:lnTo>
                  <a:lnTo>
                    <a:pt x="908303" y="327660"/>
                  </a:lnTo>
                  <a:lnTo>
                    <a:pt x="903154" y="353169"/>
                  </a:lnTo>
                  <a:lnTo>
                    <a:pt x="889111" y="373999"/>
                  </a:lnTo>
                  <a:lnTo>
                    <a:pt x="868281" y="388042"/>
                  </a:lnTo>
                  <a:lnTo>
                    <a:pt x="842772" y="393192"/>
                  </a:lnTo>
                  <a:lnTo>
                    <a:pt x="65531" y="393192"/>
                  </a:lnTo>
                  <a:lnTo>
                    <a:pt x="40022" y="388042"/>
                  </a:lnTo>
                  <a:lnTo>
                    <a:pt x="19192" y="373999"/>
                  </a:lnTo>
                  <a:lnTo>
                    <a:pt x="5149" y="353169"/>
                  </a:lnTo>
                  <a:lnTo>
                    <a:pt x="0" y="327660"/>
                  </a:lnTo>
                  <a:lnTo>
                    <a:pt x="0" y="65532"/>
                  </a:lnTo>
                  <a:close/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7791068" y="5084445"/>
            <a:ext cx="17526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1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LP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547864" y="5405120"/>
            <a:ext cx="664210" cy="4826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381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q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.</a:t>
            </a:r>
            <a:r>
              <a:rPr dirty="0" sz="1000" spc="-1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19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1000" spc="-180">
                <a:solidFill>
                  <a:srgbClr val="404040"/>
                </a:solidFill>
                <a:latin typeface="Trebuchet MS"/>
                <a:cs typeface="Trebuchet MS"/>
              </a:rPr>
              <a:t>.  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Translation </a:t>
            </a:r>
            <a:r>
              <a:rPr dirty="0" sz="1000" spc="-14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13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1000" spc="-17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1000" spc="-150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250">
                <a:solidFill>
                  <a:srgbClr val="404040"/>
                </a:solidFill>
                <a:latin typeface="Trebuchet MS"/>
                <a:cs typeface="Trebuchet MS"/>
              </a:rPr>
              <a:t>Q</a:t>
            </a:r>
            <a:r>
              <a:rPr dirty="0" sz="1000" spc="-16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12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9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8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1000" spc="-204">
                <a:solidFill>
                  <a:srgbClr val="404040"/>
                </a:solidFill>
                <a:latin typeface="Trebuchet MS"/>
                <a:cs typeface="Trebuchet MS"/>
              </a:rPr>
              <a:t>,</a:t>
            </a:r>
            <a:r>
              <a:rPr dirty="0" sz="1000" spc="-10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1000" spc="-9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1000" spc="-16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6493764" y="6164579"/>
            <a:ext cx="2974975" cy="213360"/>
            <a:chOff x="6493764" y="6164579"/>
            <a:chExt cx="2974975" cy="213360"/>
          </a:xfrm>
        </p:grpSpPr>
        <p:sp>
          <p:nvSpPr>
            <p:cNvPr id="73" name="object 73"/>
            <p:cNvSpPr/>
            <p:nvPr/>
          </p:nvSpPr>
          <p:spPr>
            <a:xfrm>
              <a:off x="6493764" y="6164579"/>
              <a:ext cx="2974975" cy="213360"/>
            </a:xfrm>
            <a:custGeom>
              <a:avLst/>
              <a:gdLst/>
              <a:ahLst/>
              <a:cxnLst/>
              <a:rect l="l" t="t" r="r" b="b"/>
              <a:pathLst>
                <a:path w="2974975" h="213360">
                  <a:moveTo>
                    <a:pt x="2868167" y="0"/>
                  </a:moveTo>
                  <a:lnTo>
                    <a:pt x="106680" y="0"/>
                  </a:lnTo>
                  <a:lnTo>
                    <a:pt x="65151" y="8383"/>
                  </a:lnTo>
                  <a:lnTo>
                    <a:pt x="31242" y="31246"/>
                  </a:lnTo>
                  <a:lnTo>
                    <a:pt x="8382" y="65156"/>
                  </a:lnTo>
                  <a:lnTo>
                    <a:pt x="0" y="106680"/>
                  </a:lnTo>
                  <a:lnTo>
                    <a:pt x="8382" y="148203"/>
                  </a:lnTo>
                  <a:lnTo>
                    <a:pt x="31242" y="182113"/>
                  </a:lnTo>
                  <a:lnTo>
                    <a:pt x="65151" y="204976"/>
                  </a:lnTo>
                  <a:lnTo>
                    <a:pt x="106680" y="213360"/>
                  </a:lnTo>
                  <a:lnTo>
                    <a:pt x="2868167" y="213360"/>
                  </a:lnTo>
                  <a:lnTo>
                    <a:pt x="2909697" y="204976"/>
                  </a:lnTo>
                  <a:lnTo>
                    <a:pt x="2943606" y="182113"/>
                  </a:lnTo>
                  <a:lnTo>
                    <a:pt x="2966466" y="148203"/>
                  </a:lnTo>
                  <a:lnTo>
                    <a:pt x="2974847" y="106680"/>
                  </a:lnTo>
                  <a:lnTo>
                    <a:pt x="2966465" y="65156"/>
                  </a:lnTo>
                  <a:lnTo>
                    <a:pt x="2943605" y="31246"/>
                  </a:lnTo>
                  <a:lnTo>
                    <a:pt x="2909696" y="8383"/>
                  </a:lnTo>
                  <a:lnTo>
                    <a:pt x="2868167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09816" y="6220967"/>
              <a:ext cx="2137410" cy="125729"/>
            </a:xfrm>
            <a:prstGeom prst="rect">
              <a:avLst/>
            </a:prstGeom>
          </p:spPr>
        </p:pic>
      </p:grpSp>
      <p:pic>
        <p:nvPicPr>
          <p:cNvPr id="75" name="object 7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736" y="1923288"/>
            <a:ext cx="152476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8378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3.4.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Reinforcement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Learning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465320" y="6021323"/>
            <a:ext cx="4335780" cy="210820"/>
            <a:chOff x="4465320" y="6021323"/>
            <a:chExt cx="4335780" cy="210820"/>
          </a:xfrm>
        </p:grpSpPr>
        <p:sp>
          <p:nvSpPr>
            <p:cNvPr id="8" name="object 8"/>
            <p:cNvSpPr/>
            <p:nvPr/>
          </p:nvSpPr>
          <p:spPr>
            <a:xfrm>
              <a:off x="4465320" y="6021323"/>
              <a:ext cx="4335780" cy="210820"/>
            </a:xfrm>
            <a:custGeom>
              <a:avLst/>
              <a:gdLst/>
              <a:ahLst/>
              <a:cxnLst/>
              <a:rect l="l" t="t" r="r" b="b"/>
              <a:pathLst>
                <a:path w="4335780" h="210820">
                  <a:moveTo>
                    <a:pt x="4230624" y="0"/>
                  </a:moveTo>
                  <a:lnTo>
                    <a:pt x="105155" y="0"/>
                  </a:lnTo>
                  <a:lnTo>
                    <a:pt x="64240" y="8263"/>
                  </a:lnTo>
                  <a:lnTo>
                    <a:pt x="30813" y="30799"/>
                  </a:lnTo>
                  <a:lnTo>
                    <a:pt x="8268" y="64224"/>
                  </a:lnTo>
                  <a:lnTo>
                    <a:pt x="0" y="105155"/>
                  </a:lnTo>
                  <a:lnTo>
                    <a:pt x="8268" y="146087"/>
                  </a:lnTo>
                  <a:lnTo>
                    <a:pt x="30813" y="179512"/>
                  </a:lnTo>
                  <a:lnTo>
                    <a:pt x="64240" y="202048"/>
                  </a:lnTo>
                  <a:lnTo>
                    <a:pt x="105155" y="210311"/>
                  </a:lnTo>
                  <a:lnTo>
                    <a:pt x="4230624" y="210311"/>
                  </a:lnTo>
                  <a:lnTo>
                    <a:pt x="4271539" y="202048"/>
                  </a:lnTo>
                  <a:lnTo>
                    <a:pt x="4304966" y="179512"/>
                  </a:lnTo>
                  <a:lnTo>
                    <a:pt x="4327511" y="146087"/>
                  </a:lnTo>
                  <a:lnTo>
                    <a:pt x="4335780" y="105155"/>
                  </a:lnTo>
                  <a:lnTo>
                    <a:pt x="4327511" y="64224"/>
                  </a:lnTo>
                  <a:lnTo>
                    <a:pt x="4304966" y="30799"/>
                  </a:lnTo>
                  <a:lnTo>
                    <a:pt x="4271539" y="8263"/>
                  </a:lnTo>
                  <a:lnTo>
                    <a:pt x="423062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50536" y="6076187"/>
              <a:ext cx="3166110" cy="12572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537716" y="1842516"/>
            <a:ext cx="7266940" cy="4110354"/>
            <a:chOff x="1537716" y="1842516"/>
            <a:chExt cx="7266940" cy="4110354"/>
          </a:xfrm>
        </p:grpSpPr>
        <p:sp>
          <p:nvSpPr>
            <p:cNvPr id="11" name="object 11"/>
            <p:cNvSpPr/>
            <p:nvPr/>
          </p:nvSpPr>
          <p:spPr>
            <a:xfrm>
              <a:off x="1540764" y="1845564"/>
              <a:ext cx="7260590" cy="4104640"/>
            </a:xfrm>
            <a:custGeom>
              <a:avLst/>
              <a:gdLst/>
              <a:ahLst/>
              <a:cxnLst/>
              <a:rect l="l" t="t" r="r" b="b"/>
              <a:pathLst>
                <a:path w="7260590" h="4104640">
                  <a:moveTo>
                    <a:pt x="0" y="4104132"/>
                  </a:moveTo>
                  <a:lnTo>
                    <a:pt x="7260336" y="4104132"/>
                  </a:lnTo>
                  <a:lnTo>
                    <a:pt x="7260336" y="0"/>
                  </a:lnTo>
                  <a:lnTo>
                    <a:pt x="0" y="0"/>
                  </a:lnTo>
                  <a:lnTo>
                    <a:pt x="0" y="4104132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59636" y="1920240"/>
              <a:ext cx="7022592" cy="3953255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449324"/>
            <a:ext cx="1524762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195822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069073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43164"/>
            <a:ext cx="2343150" cy="23399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19329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3.5.</a:t>
            </a:r>
            <a:r>
              <a:rPr dirty="0" spc="-35"/>
              <a:t> </a:t>
            </a:r>
            <a:r>
              <a:rPr dirty="0" spc="-5"/>
              <a:t>Conversational</a:t>
            </a:r>
            <a:r>
              <a:rPr dirty="0" spc="-60"/>
              <a:t> </a:t>
            </a:r>
            <a:r>
              <a:rPr dirty="0"/>
              <a:t>AI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842504" y="6141720"/>
            <a:ext cx="1645920" cy="215265"/>
            <a:chOff x="7842504" y="6141720"/>
            <a:chExt cx="1645920" cy="215265"/>
          </a:xfrm>
        </p:grpSpPr>
        <p:sp>
          <p:nvSpPr>
            <p:cNvPr id="9" name="object 9"/>
            <p:cNvSpPr/>
            <p:nvPr/>
          </p:nvSpPr>
          <p:spPr>
            <a:xfrm>
              <a:off x="7842504" y="6141720"/>
              <a:ext cx="1645920" cy="215265"/>
            </a:xfrm>
            <a:custGeom>
              <a:avLst/>
              <a:gdLst/>
              <a:ahLst/>
              <a:cxnLst/>
              <a:rect l="l" t="t" r="r" b="b"/>
              <a:pathLst>
                <a:path w="1645920" h="215264">
                  <a:moveTo>
                    <a:pt x="1538477" y="0"/>
                  </a:moveTo>
                  <a:lnTo>
                    <a:pt x="107442" y="0"/>
                  </a:lnTo>
                  <a:lnTo>
                    <a:pt x="65633" y="8443"/>
                  </a:lnTo>
                  <a:lnTo>
                    <a:pt x="31480" y="31470"/>
                  </a:lnTo>
                  <a:lnTo>
                    <a:pt x="8447" y="65622"/>
                  </a:lnTo>
                  <a:lnTo>
                    <a:pt x="0" y="107441"/>
                  </a:lnTo>
                  <a:lnTo>
                    <a:pt x="8447" y="149261"/>
                  </a:lnTo>
                  <a:lnTo>
                    <a:pt x="31480" y="183413"/>
                  </a:lnTo>
                  <a:lnTo>
                    <a:pt x="65633" y="206440"/>
                  </a:lnTo>
                  <a:lnTo>
                    <a:pt x="107442" y="214883"/>
                  </a:lnTo>
                  <a:lnTo>
                    <a:pt x="1538477" y="214883"/>
                  </a:lnTo>
                  <a:lnTo>
                    <a:pt x="1580286" y="206440"/>
                  </a:lnTo>
                  <a:lnTo>
                    <a:pt x="1614439" y="183413"/>
                  </a:lnTo>
                  <a:lnTo>
                    <a:pt x="1637472" y="149261"/>
                  </a:lnTo>
                  <a:lnTo>
                    <a:pt x="1645920" y="107441"/>
                  </a:lnTo>
                  <a:lnTo>
                    <a:pt x="1637472" y="65622"/>
                  </a:lnTo>
                  <a:lnTo>
                    <a:pt x="1614439" y="31470"/>
                  </a:lnTo>
                  <a:lnTo>
                    <a:pt x="1580286" y="8443"/>
                  </a:lnTo>
                  <a:lnTo>
                    <a:pt x="1538477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39684" y="6199632"/>
              <a:ext cx="1050798" cy="12572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45668" y="2928619"/>
            <a:ext cx="1080135" cy="6197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300" spc="-305">
                <a:solidFill>
                  <a:srgbClr val="585858"/>
                </a:solidFill>
                <a:latin typeface="Trebuchet MS"/>
                <a:cs typeface="Trebuchet MS"/>
              </a:rPr>
              <a:t>H</a:t>
            </a:r>
            <a:r>
              <a:rPr dirty="0" sz="1300" spc="-185">
                <a:solidFill>
                  <a:srgbClr val="585858"/>
                </a:solidFill>
                <a:latin typeface="Trebuchet MS"/>
                <a:cs typeface="Trebuchet MS"/>
              </a:rPr>
              <a:t>i</a:t>
            </a: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dirty="0" sz="1300" spc="-12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585858"/>
                </a:solidFill>
                <a:latin typeface="Trebuchet MS"/>
                <a:cs typeface="Trebuchet MS"/>
              </a:rPr>
              <a:t>Bi</a:t>
            </a:r>
            <a:r>
              <a:rPr dirty="0" sz="1300" spc="-220">
                <a:solidFill>
                  <a:srgbClr val="585858"/>
                </a:solidFill>
                <a:latin typeface="Trebuchet MS"/>
                <a:cs typeface="Trebuchet MS"/>
              </a:rPr>
              <a:t>x</a:t>
            </a: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b</a:t>
            </a:r>
            <a:r>
              <a:rPr dirty="0" sz="1300" spc="-210">
                <a:solidFill>
                  <a:srgbClr val="585858"/>
                </a:solidFill>
                <a:latin typeface="Trebuchet MS"/>
                <a:cs typeface="Trebuchet MS"/>
              </a:rPr>
              <a:t>y</a:t>
            </a:r>
            <a:r>
              <a:rPr dirty="0" sz="1300" spc="-265">
                <a:solidFill>
                  <a:srgbClr val="585858"/>
                </a:solidFill>
                <a:latin typeface="Trebuchet MS"/>
                <a:cs typeface="Trebuchet MS"/>
              </a:rPr>
              <a:t>.</a:t>
            </a:r>
            <a:r>
              <a:rPr dirty="0" sz="1300" spc="-13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80">
                <a:solidFill>
                  <a:srgbClr val="585858"/>
                </a:solidFill>
                <a:latin typeface="Trebuchet MS"/>
                <a:cs typeface="Trebuchet MS"/>
              </a:rPr>
              <a:t>S</a:t>
            </a:r>
            <a:r>
              <a:rPr dirty="0" sz="1300" spc="-160">
                <a:solidFill>
                  <a:srgbClr val="585858"/>
                </a:solidFill>
                <a:latin typeface="Trebuchet MS"/>
                <a:cs typeface="Trebuchet MS"/>
              </a:rPr>
              <a:t>c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h</a:t>
            </a:r>
            <a:r>
              <a:rPr dirty="0" sz="1300" spc="-220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50">
                <a:solidFill>
                  <a:srgbClr val="585858"/>
                </a:solidFill>
                <a:latin typeface="Trebuchet MS"/>
                <a:cs typeface="Trebuchet MS"/>
              </a:rPr>
              <a:t>d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ule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endParaRPr sz="1300">
              <a:latin typeface="Trebuchet MS"/>
              <a:cs typeface="Trebuchet MS"/>
            </a:endParaRPr>
          </a:p>
          <a:p>
            <a:pPr algn="ctr" marL="4445">
              <a:lnSpc>
                <a:spcPct val="100000"/>
              </a:lnSpc>
            </a:pPr>
            <a:r>
              <a:rPr dirty="0" sz="1300" spc="-330">
                <a:solidFill>
                  <a:srgbClr val="585858"/>
                </a:solidFill>
                <a:latin typeface="Trebuchet MS"/>
                <a:cs typeface="Trebuchet MS"/>
              </a:rPr>
              <a:t>m</a:t>
            </a:r>
            <a:r>
              <a:rPr dirty="0" sz="1300" spc="-21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20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in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g</a:t>
            </a:r>
            <a:r>
              <a:rPr dirty="0" sz="1300" spc="-14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at</a:t>
            </a:r>
            <a:endParaRPr sz="1300">
              <a:latin typeface="Trebuchet MS"/>
              <a:cs typeface="Trebuchet MS"/>
            </a:endParaRPr>
          </a:p>
          <a:p>
            <a:pPr algn="ctr" marL="1270">
              <a:lnSpc>
                <a:spcPct val="100000"/>
              </a:lnSpc>
            </a:pPr>
            <a:r>
              <a:rPr dirty="0" sz="1300" spc="-434">
                <a:solidFill>
                  <a:srgbClr val="585858"/>
                </a:solidFill>
                <a:latin typeface="Trebuchet MS"/>
                <a:cs typeface="Trebuchet MS"/>
              </a:rPr>
              <a:t>1</a:t>
            </a:r>
            <a:r>
              <a:rPr dirty="0" sz="1300" spc="-120">
                <a:solidFill>
                  <a:srgbClr val="585858"/>
                </a:solidFill>
                <a:latin typeface="Trebuchet MS"/>
                <a:cs typeface="Trebuchet MS"/>
              </a:rPr>
              <a:t>0</a:t>
            </a:r>
            <a:r>
              <a:rPr dirty="0" sz="1300" spc="-13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80">
                <a:solidFill>
                  <a:srgbClr val="585858"/>
                </a:solidFill>
                <a:latin typeface="Trebuchet MS"/>
                <a:cs typeface="Trebuchet MS"/>
              </a:rPr>
              <a:t>.</a:t>
            </a:r>
            <a:r>
              <a:rPr dirty="0" sz="1300" spc="-295">
                <a:solidFill>
                  <a:srgbClr val="585858"/>
                </a:solidFill>
                <a:latin typeface="Trebuchet MS"/>
                <a:cs typeface="Trebuchet MS"/>
              </a:rPr>
              <a:t>m.</a:t>
            </a:r>
            <a:r>
              <a:rPr dirty="0" sz="1300" spc="-14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204">
                <a:solidFill>
                  <a:srgbClr val="585858"/>
                </a:solidFill>
                <a:latin typeface="Trebuchet MS"/>
                <a:cs typeface="Trebuchet MS"/>
              </a:rPr>
              <a:t>omor</a:t>
            </a:r>
            <a:r>
              <a:rPr dirty="0" sz="1300" spc="-175">
                <a:solidFill>
                  <a:srgbClr val="585858"/>
                </a:solidFill>
                <a:latin typeface="Trebuchet MS"/>
                <a:cs typeface="Trebuchet MS"/>
              </a:rPr>
              <a:t>ro</a:t>
            </a:r>
            <a:r>
              <a:rPr dirty="0" sz="1300" spc="-240">
                <a:solidFill>
                  <a:srgbClr val="585858"/>
                </a:solidFill>
                <a:latin typeface="Trebuchet MS"/>
                <a:cs typeface="Trebuchet MS"/>
              </a:rPr>
              <a:t>w</a:t>
            </a:r>
            <a:r>
              <a:rPr dirty="0" sz="1300" spc="-220">
                <a:solidFill>
                  <a:srgbClr val="585858"/>
                </a:solidFill>
                <a:latin typeface="Trebuchet MS"/>
                <a:cs typeface="Trebuchet MS"/>
              </a:rPr>
              <a:t>!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87461" y="2967608"/>
            <a:ext cx="134810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168910">
              <a:lnSpc>
                <a:spcPct val="100000"/>
              </a:lnSpc>
              <a:spcBef>
                <a:spcPts val="95"/>
              </a:spcBef>
            </a:pPr>
            <a:r>
              <a:rPr dirty="0" sz="1300" spc="-80">
                <a:solidFill>
                  <a:srgbClr val="585858"/>
                </a:solidFill>
                <a:latin typeface="Trebuchet MS"/>
                <a:cs typeface="Trebuchet MS"/>
              </a:rPr>
              <a:t>S</a:t>
            </a:r>
            <a:r>
              <a:rPr dirty="0" sz="1300" spc="-150">
                <a:solidFill>
                  <a:srgbClr val="585858"/>
                </a:solidFill>
                <a:latin typeface="Trebuchet MS"/>
                <a:cs typeface="Trebuchet MS"/>
              </a:rPr>
              <a:t>ur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65">
                <a:solidFill>
                  <a:srgbClr val="585858"/>
                </a:solidFill>
                <a:latin typeface="Trebuchet MS"/>
                <a:cs typeface="Trebuchet MS"/>
              </a:rPr>
              <a:t>,</a:t>
            </a:r>
            <a:r>
              <a:rPr dirty="0" sz="1300" spc="-18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05">
                <a:solidFill>
                  <a:srgbClr val="585858"/>
                </a:solidFill>
                <a:latin typeface="Trebuchet MS"/>
                <a:cs typeface="Trebuchet MS"/>
              </a:rPr>
              <a:t>I</a:t>
            </a:r>
            <a:r>
              <a:rPr dirty="0" sz="1300" spc="-14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40">
                <a:solidFill>
                  <a:srgbClr val="585858"/>
                </a:solidFill>
                <a:latin typeface="Trebuchet MS"/>
                <a:cs typeface="Trebuchet MS"/>
              </a:rPr>
              <a:t>s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c</a:t>
            </a:r>
            <a:r>
              <a:rPr dirty="0" sz="1300" spc="-215">
                <a:solidFill>
                  <a:srgbClr val="585858"/>
                </a:solidFill>
                <a:latin typeface="Trebuchet MS"/>
                <a:cs typeface="Trebuchet MS"/>
              </a:rPr>
              <a:t>h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35">
                <a:solidFill>
                  <a:srgbClr val="585858"/>
                </a:solidFill>
                <a:latin typeface="Trebuchet MS"/>
                <a:cs typeface="Trebuchet MS"/>
              </a:rPr>
              <a:t>d</a:t>
            </a:r>
            <a:r>
              <a:rPr dirty="0" sz="1300" spc="-240">
                <a:solidFill>
                  <a:srgbClr val="585858"/>
                </a:solidFill>
                <a:latin typeface="Trebuchet MS"/>
                <a:cs typeface="Trebuchet MS"/>
              </a:rPr>
              <a:t>u</a:t>
            </a:r>
            <a:r>
              <a:rPr dirty="0" sz="1300" spc="-140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50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585858"/>
                </a:solidFill>
                <a:latin typeface="Trebuchet MS"/>
                <a:cs typeface="Trebuchet MS"/>
              </a:rPr>
              <a:t>d</a:t>
            </a:r>
            <a:r>
              <a:rPr dirty="0" sz="1300" spc="-17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45">
                <a:solidFill>
                  <a:srgbClr val="585858"/>
                </a:solidFill>
                <a:latin typeface="Trebuchet MS"/>
                <a:cs typeface="Trebuchet MS"/>
              </a:rPr>
              <a:t>a  </a:t>
            </a:r>
            <a:r>
              <a:rPr dirty="0" sz="1300" spc="-335">
                <a:solidFill>
                  <a:srgbClr val="585858"/>
                </a:solidFill>
                <a:latin typeface="Trebuchet MS"/>
                <a:cs typeface="Trebuchet MS"/>
              </a:rPr>
              <a:t>m</a:t>
            </a:r>
            <a:r>
              <a:rPr dirty="0" sz="1300" spc="-21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in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g</a:t>
            </a:r>
            <a:r>
              <a:rPr dirty="0" sz="1300" spc="-14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30">
                <a:solidFill>
                  <a:srgbClr val="585858"/>
                </a:solidFill>
                <a:latin typeface="Trebuchet MS"/>
                <a:cs typeface="Trebuchet MS"/>
              </a:rPr>
              <a:t>i</a:t>
            </a:r>
            <a:r>
              <a:rPr dirty="0" sz="1300" spc="-240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14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585858"/>
                </a:solidFill>
                <a:latin typeface="Trebuchet MS"/>
                <a:cs typeface="Trebuchet MS"/>
              </a:rPr>
              <a:t>y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our</a:t>
            </a:r>
            <a:r>
              <a:rPr dirty="0" sz="1300" spc="-15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585858"/>
                </a:solidFill>
                <a:latin typeface="Trebuchet MS"/>
                <a:cs typeface="Trebuchet MS"/>
              </a:rPr>
              <a:t>c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40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50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nd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75">
                <a:solidFill>
                  <a:srgbClr val="585858"/>
                </a:solidFill>
                <a:latin typeface="Trebuchet MS"/>
                <a:cs typeface="Trebuchet MS"/>
              </a:rPr>
              <a:t>r.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41804" y="4754879"/>
            <a:ext cx="5227320" cy="329565"/>
          </a:xfrm>
          <a:custGeom>
            <a:avLst/>
            <a:gdLst/>
            <a:ahLst/>
            <a:cxnLst/>
            <a:rect l="l" t="t" r="r" b="b"/>
            <a:pathLst>
              <a:path w="5227320" h="329564">
                <a:moveTo>
                  <a:pt x="5172456" y="0"/>
                </a:moveTo>
                <a:lnTo>
                  <a:pt x="54863" y="0"/>
                </a:lnTo>
                <a:lnTo>
                  <a:pt x="33486" y="4304"/>
                </a:lnTo>
                <a:lnTo>
                  <a:pt x="16049" y="16049"/>
                </a:lnTo>
                <a:lnTo>
                  <a:pt x="4304" y="33486"/>
                </a:lnTo>
                <a:lnTo>
                  <a:pt x="0" y="54864"/>
                </a:lnTo>
                <a:lnTo>
                  <a:pt x="0" y="274320"/>
                </a:lnTo>
                <a:lnTo>
                  <a:pt x="4304" y="295697"/>
                </a:lnTo>
                <a:lnTo>
                  <a:pt x="16049" y="313134"/>
                </a:lnTo>
                <a:lnTo>
                  <a:pt x="33486" y="324879"/>
                </a:lnTo>
                <a:lnTo>
                  <a:pt x="54863" y="329184"/>
                </a:lnTo>
                <a:lnTo>
                  <a:pt x="5172456" y="329184"/>
                </a:lnTo>
                <a:lnTo>
                  <a:pt x="5193833" y="324879"/>
                </a:lnTo>
                <a:lnTo>
                  <a:pt x="5211270" y="313134"/>
                </a:lnTo>
                <a:lnTo>
                  <a:pt x="5223015" y="295697"/>
                </a:lnTo>
                <a:lnTo>
                  <a:pt x="5227320" y="274320"/>
                </a:lnTo>
                <a:lnTo>
                  <a:pt x="5227320" y="54864"/>
                </a:lnTo>
                <a:lnTo>
                  <a:pt x="5223015" y="33486"/>
                </a:lnTo>
                <a:lnTo>
                  <a:pt x="5211270" y="16049"/>
                </a:lnTo>
                <a:lnTo>
                  <a:pt x="5193833" y="4304"/>
                </a:lnTo>
                <a:lnTo>
                  <a:pt x="5172456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810127" y="4812284"/>
            <a:ext cx="221488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65">
                <a:solidFill>
                  <a:srgbClr val="585858"/>
                </a:solidFill>
                <a:latin typeface="Trebuchet MS"/>
                <a:cs typeface="Trebuchet MS"/>
              </a:rPr>
              <a:t>M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60">
                <a:solidFill>
                  <a:srgbClr val="585858"/>
                </a:solidFill>
                <a:latin typeface="Trebuchet MS"/>
                <a:cs typeface="Trebuchet MS"/>
              </a:rPr>
              <a:t>c</a:t>
            </a:r>
            <a:r>
              <a:rPr dirty="0" sz="1300" spc="-204">
                <a:solidFill>
                  <a:srgbClr val="585858"/>
                </a:solidFill>
                <a:latin typeface="Trebuchet MS"/>
                <a:cs typeface="Trebuchet MS"/>
              </a:rPr>
              <a:t>hine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30">
                <a:solidFill>
                  <a:srgbClr val="585858"/>
                </a:solidFill>
                <a:latin typeface="Trebuchet MS"/>
                <a:cs typeface="Trebuchet MS"/>
              </a:rPr>
              <a:t>r</a:t>
            </a:r>
            <a:r>
              <a:rPr dirty="0" sz="1300" spc="-175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in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g</a:t>
            </a:r>
            <a:r>
              <a:rPr dirty="0" sz="1300" spc="-15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355">
                <a:solidFill>
                  <a:srgbClr val="585858"/>
                </a:solidFill>
                <a:latin typeface="Trebuchet MS"/>
                <a:cs typeface="Trebuchet MS"/>
              </a:rPr>
              <a:t>&amp;</a:t>
            </a:r>
            <a:r>
              <a:rPr dirty="0" sz="1300" spc="-14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D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ee</a:t>
            </a:r>
            <a:r>
              <a:rPr dirty="0" sz="1300" spc="-240">
                <a:solidFill>
                  <a:srgbClr val="585858"/>
                </a:solidFill>
                <a:latin typeface="Trebuchet MS"/>
                <a:cs typeface="Trebuchet MS"/>
              </a:rPr>
              <a:t>p</a:t>
            </a:r>
            <a:r>
              <a:rPr dirty="0" sz="1300" spc="-14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54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150">
                <a:solidFill>
                  <a:srgbClr val="585858"/>
                </a:solidFill>
                <a:latin typeface="Trebuchet MS"/>
                <a:cs typeface="Trebuchet MS"/>
              </a:rPr>
              <a:t>ur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54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300">
                <a:solidFill>
                  <a:srgbClr val="585858"/>
                </a:solidFill>
                <a:latin typeface="Trebuchet MS"/>
                <a:cs typeface="Trebuchet MS"/>
              </a:rPr>
              <a:t>w</a:t>
            </a:r>
            <a:r>
              <a:rPr dirty="0" sz="1300" spc="-165">
                <a:solidFill>
                  <a:srgbClr val="585858"/>
                </a:solidFill>
                <a:latin typeface="Trebuchet MS"/>
                <a:cs typeface="Trebuchet MS"/>
              </a:rPr>
              <a:t>o</a:t>
            </a:r>
            <a:r>
              <a:rPr dirty="0" sz="1300" spc="-130">
                <a:solidFill>
                  <a:srgbClr val="585858"/>
                </a:solidFill>
                <a:latin typeface="Trebuchet MS"/>
                <a:cs typeface="Trebuchet MS"/>
              </a:rPr>
              <a:t>r</a:t>
            </a:r>
            <a:r>
              <a:rPr dirty="0" sz="1300" spc="-240">
                <a:solidFill>
                  <a:srgbClr val="585858"/>
                </a:solidFill>
                <a:latin typeface="Trebuchet MS"/>
                <a:cs typeface="Trebuchet MS"/>
              </a:rPr>
              <a:t>k</a:t>
            </a:r>
            <a:r>
              <a:rPr dirty="0" sz="1300" spc="-65">
                <a:solidFill>
                  <a:srgbClr val="585858"/>
                </a:solidFill>
                <a:latin typeface="Trebuchet MS"/>
                <a:cs typeface="Trebuchet MS"/>
              </a:rPr>
              <a:t>s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067811" y="3002026"/>
            <a:ext cx="2851785" cy="1268730"/>
            <a:chOff x="3067811" y="3002026"/>
            <a:chExt cx="2851785" cy="1268730"/>
          </a:xfrm>
        </p:grpSpPr>
        <p:sp>
          <p:nvSpPr>
            <p:cNvPr id="16" name="object 16"/>
            <p:cNvSpPr/>
            <p:nvPr/>
          </p:nvSpPr>
          <p:spPr>
            <a:xfrm>
              <a:off x="3067811" y="3474720"/>
              <a:ext cx="76200" cy="369570"/>
            </a:xfrm>
            <a:custGeom>
              <a:avLst/>
              <a:gdLst/>
              <a:ahLst/>
              <a:cxnLst/>
              <a:rect l="l" t="t" r="r" b="b"/>
              <a:pathLst>
                <a:path w="76200" h="369570">
                  <a:moveTo>
                    <a:pt x="31750" y="293242"/>
                  </a:moveTo>
                  <a:lnTo>
                    <a:pt x="0" y="293242"/>
                  </a:lnTo>
                  <a:lnTo>
                    <a:pt x="38100" y="369442"/>
                  </a:lnTo>
                  <a:lnTo>
                    <a:pt x="69850" y="305942"/>
                  </a:lnTo>
                  <a:lnTo>
                    <a:pt x="31750" y="305942"/>
                  </a:lnTo>
                  <a:lnTo>
                    <a:pt x="31750" y="293242"/>
                  </a:lnTo>
                  <a:close/>
                </a:path>
                <a:path w="76200" h="369570">
                  <a:moveTo>
                    <a:pt x="44450" y="0"/>
                  </a:moveTo>
                  <a:lnTo>
                    <a:pt x="31750" y="0"/>
                  </a:lnTo>
                  <a:lnTo>
                    <a:pt x="31750" y="305942"/>
                  </a:lnTo>
                  <a:lnTo>
                    <a:pt x="44450" y="305942"/>
                  </a:lnTo>
                  <a:lnTo>
                    <a:pt x="44450" y="0"/>
                  </a:lnTo>
                  <a:close/>
                </a:path>
                <a:path w="76200" h="369570">
                  <a:moveTo>
                    <a:pt x="76200" y="293242"/>
                  </a:moveTo>
                  <a:lnTo>
                    <a:pt x="44450" y="293242"/>
                  </a:lnTo>
                  <a:lnTo>
                    <a:pt x="44450" y="305942"/>
                  </a:lnTo>
                  <a:lnTo>
                    <a:pt x="69850" y="305942"/>
                  </a:lnTo>
                  <a:lnTo>
                    <a:pt x="76200" y="293242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521963" y="3008376"/>
              <a:ext cx="1360170" cy="0"/>
            </a:xfrm>
            <a:custGeom>
              <a:avLst/>
              <a:gdLst/>
              <a:ahLst/>
              <a:cxnLst/>
              <a:rect l="l" t="t" r="r" b="b"/>
              <a:pathLst>
                <a:path w="1360170" h="0">
                  <a:moveTo>
                    <a:pt x="0" y="0"/>
                  </a:moveTo>
                  <a:lnTo>
                    <a:pt x="1360170" y="0"/>
                  </a:lnTo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845685" y="3008249"/>
              <a:ext cx="76200" cy="304165"/>
            </a:xfrm>
            <a:custGeom>
              <a:avLst/>
              <a:gdLst/>
              <a:ahLst/>
              <a:cxnLst/>
              <a:rect l="l" t="t" r="r" b="b"/>
              <a:pathLst>
                <a:path w="76200" h="304164">
                  <a:moveTo>
                    <a:pt x="0" y="227329"/>
                  </a:moveTo>
                  <a:lnTo>
                    <a:pt x="37211" y="304038"/>
                  </a:lnTo>
                  <a:lnTo>
                    <a:pt x="69919" y="240537"/>
                  </a:lnTo>
                  <a:lnTo>
                    <a:pt x="44323" y="240537"/>
                  </a:lnTo>
                  <a:lnTo>
                    <a:pt x="31623" y="240411"/>
                  </a:lnTo>
                  <a:lnTo>
                    <a:pt x="31776" y="227753"/>
                  </a:lnTo>
                  <a:lnTo>
                    <a:pt x="0" y="227329"/>
                  </a:lnTo>
                  <a:close/>
                </a:path>
                <a:path w="76200" h="304164">
                  <a:moveTo>
                    <a:pt x="31776" y="227753"/>
                  </a:moveTo>
                  <a:lnTo>
                    <a:pt x="31623" y="240411"/>
                  </a:lnTo>
                  <a:lnTo>
                    <a:pt x="44323" y="240537"/>
                  </a:lnTo>
                  <a:lnTo>
                    <a:pt x="44476" y="227923"/>
                  </a:lnTo>
                  <a:lnTo>
                    <a:pt x="31776" y="227753"/>
                  </a:lnTo>
                  <a:close/>
                </a:path>
                <a:path w="76200" h="304164">
                  <a:moveTo>
                    <a:pt x="44476" y="227923"/>
                  </a:moveTo>
                  <a:lnTo>
                    <a:pt x="44323" y="240537"/>
                  </a:lnTo>
                  <a:lnTo>
                    <a:pt x="69919" y="240537"/>
                  </a:lnTo>
                  <a:lnTo>
                    <a:pt x="76200" y="228346"/>
                  </a:lnTo>
                  <a:lnTo>
                    <a:pt x="44476" y="227923"/>
                  </a:lnTo>
                  <a:close/>
                </a:path>
                <a:path w="76200" h="304164">
                  <a:moveTo>
                    <a:pt x="34543" y="0"/>
                  </a:moveTo>
                  <a:lnTo>
                    <a:pt x="31776" y="227753"/>
                  </a:lnTo>
                  <a:lnTo>
                    <a:pt x="44476" y="227923"/>
                  </a:lnTo>
                  <a:lnTo>
                    <a:pt x="47243" y="253"/>
                  </a:lnTo>
                  <a:lnTo>
                    <a:pt x="34543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3521963" y="4264152"/>
              <a:ext cx="1360170" cy="0"/>
            </a:xfrm>
            <a:custGeom>
              <a:avLst/>
              <a:gdLst/>
              <a:ahLst/>
              <a:cxnLst/>
              <a:rect l="l" t="t" r="r" b="b"/>
              <a:pathLst>
                <a:path w="1360170" h="0">
                  <a:moveTo>
                    <a:pt x="0" y="0"/>
                  </a:moveTo>
                  <a:lnTo>
                    <a:pt x="1360170" y="0"/>
                  </a:lnTo>
                </a:path>
              </a:pathLst>
            </a:custGeom>
            <a:ln w="12192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846447" y="4093464"/>
              <a:ext cx="76200" cy="17081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5559551" y="3598164"/>
              <a:ext cx="360045" cy="76200"/>
            </a:xfrm>
            <a:custGeom>
              <a:avLst/>
              <a:gdLst/>
              <a:ahLst/>
              <a:cxnLst/>
              <a:rect l="l" t="t" r="r" b="b"/>
              <a:pathLst>
                <a:path w="360045" h="76200">
                  <a:moveTo>
                    <a:pt x="283845" y="0"/>
                  </a:moveTo>
                  <a:lnTo>
                    <a:pt x="283845" y="76200"/>
                  </a:lnTo>
                  <a:lnTo>
                    <a:pt x="347345" y="44450"/>
                  </a:lnTo>
                  <a:lnTo>
                    <a:pt x="296545" y="44450"/>
                  </a:lnTo>
                  <a:lnTo>
                    <a:pt x="296545" y="31750"/>
                  </a:lnTo>
                  <a:lnTo>
                    <a:pt x="347345" y="31750"/>
                  </a:lnTo>
                  <a:lnTo>
                    <a:pt x="283845" y="0"/>
                  </a:lnTo>
                  <a:close/>
                </a:path>
                <a:path w="360045" h="76200">
                  <a:moveTo>
                    <a:pt x="283845" y="31750"/>
                  </a:moveTo>
                  <a:lnTo>
                    <a:pt x="0" y="31750"/>
                  </a:lnTo>
                  <a:lnTo>
                    <a:pt x="0" y="44450"/>
                  </a:lnTo>
                  <a:lnTo>
                    <a:pt x="283845" y="44450"/>
                  </a:lnTo>
                  <a:lnTo>
                    <a:pt x="283845" y="31750"/>
                  </a:lnTo>
                  <a:close/>
                </a:path>
                <a:path w="360045" h="76200">
                  <a:moveTo>
                    <a:pt x="347345" y="31750"/>
                  </a:moveTo>
                  <a:lnTo>
                    <a:pt x="296545" y="31750"/>
                  </a:lnTo>
                  <a:lnTo>
                    <a:pt x="296545" y="44450"/>
                  </a:lnTo>
                  <a:lnTo>
                    <a:pt x="347345" y="44450"/>
                  </a:lnTo>
                  <a:lnTo>
                    <a:pt x="360045" y="38100"/>
                  </a:lnTo>
                  <a:lnTo>
                    <a:pt x="347345" y="3175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046219" y="3311652"/>
              <a:ext cx="1673860" cy="782320"/>
            </a:xfrm>
            <a:custGeom>
              <a:avLst/>
              <a:gdLst/>
              <a:ahLst/>
              <a:cxnLst/>
              <a:rect l="l" t="t" r="r" b="b"/>
              <a:pathLst>
                <a:path w="1673860" h="782320">
                  <a:moveTo>
                    <a:pt x="1543050" y="0"/>
                  </a:moveTo>
                  <a:lnTo>
                    <a:pt x="130301" y="0"/>
                  </a:ln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0" y="651510"/>
                  </a:lnTo>
                  <a:lnTo>
                    <a:pt x="10233" y="702248"/>
                  </a:lnTo>
                  <a:lnTo>
                    <a:pt x="38147" y="743664"/>
                  </a:lnTo>
                  <a:lnTo>
                    <a:pt x="79563" y="771578"/>
                  </a:lnTo>
                  <a:lnTo>
                    <a:pt x="130301" y="781812"/>
                  </a:lnTo>
                  <a:lnTo>
                    <a:pt x="1543050" y="781812"/>
                  </a:lnTo>
                  <a:lnTo>
                    <a:pt x="1593788" y="771578"/>
                  </a:lnTo>
                  <a:lnTo>
                    <a:pt x="1635204" y="743664"/>
                  </a:lnTo>
                  <a:lnTo>
                    <a:pt x="1663118" y="702248"/>
                  </a:lnTo>
                  <a:lnTo>
                    <a:pt x="1673352" y="651510"/>
                  </a:lnTo>
                  <a:lnTo>
                    <a:pt x="1673352" y="130301"/>
                  </a:lnTo>
                  <a:lnTo>
                    <a:pt x="1663118" y="79563"/>
                  </a:lnTo>
                  <a:lnTo>
                    <a:pt x="1635204" y="38147"/>
                  </a:lnTo>
                  <a:lnTo>
                    <a:pt x="1593788" y="10233"/>
                  </a:lnTo>
                  <a:lnTo>
                    <a:pt x="154305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25156" y="3598164"/>
            <a:ext cx="203835" cy="762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122420" y="3767328"/>
            <a:ext cx="1521460" cy="184785"/>
          </a:xfrm>
          <a:prstGeom prst="rect">
            <a:avLst/>
          </a:prstGeom>
          <a:solidFill>
            <a:srgbClr val="0077C7"/>
          </a:solidFill>
        </p:spPr>
        <p:txBody>
          <a:bodyPr wrap="square" lIns="0" tIns="0" rIns="0" bIns="0" rtlCol="0" vert="horz">
            <a:spAutoFit/>
          </a:bodyPr>
          <a:lstStyle/>
          <a:p>
            <a:pPr marL="160020">
              <a:lnSpc>
                <a:spcPts val="1410"/>
              </a:lnSpc>
            </a:pPr>
            <a:r>
              <a:rPr dirty="0" sz="1200" spc="-26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200" spc="-204" b="1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1200" spc="-225" b="1">
                <a:solidFill>
                  <a:srgbClr val="FFFFFF"/>
                </a:solidFill>
                <a:latin typeface="Arial"/>
                <a:cs typeface="Arial"/>
              </a:rPr>
              <a:t>M</a:t>
            </a:r>
            <a:r>
              <a:rPr dirty="0" sz="1200" spc="-125" b="1">
                <a:solidFill>
                  <a:srgbClr val="FFFFFF"/>
                </a:solidFill>
                <a:latin typeface="Arial"/>
                <a:cs typeface="Arial"/>
              </a:rPr>
              <a:t>ING</a:t>
            </a:r>
            <a:r>
              <a:rPr dirty="0" sz="1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85" b="1">
                <a:solidFill>
                  <a:srgbClr val="FFFFFF"/>
                </a:solidFill>
                <a:latin typeface="Arial"/>
                <a:cs typeface="Arial"/>
              </a:rPr>
              <a:t>RE</a:t>
            </a:r>
            <a:r>
              <a:rPr dirty="0" sz="1200" spc="-265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200" spc="-229" b="1">
                <a:solidFill>
                  <a:srgbClr val="FFFFFF"/>
                </a:solidFill>
                <a:latin typeface="Arial"/>
                <a:cs typeface="Arial"/>
              </a:rPr>
              <a:t>PONSE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66386" y="3478148"/>
            <a:ext cx="103251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50">
                <a:solidFill>
                  <a:srgbClr val="585858"/>
                </a:solidFill>
                <a:latin typeface="Trebuchet MS"/>
                <a:cs typeface="Trebuchet MS"/>
              </a:rPr>
              <a:t>D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ialo</a:t>
            </a:r>
            <a:r>
              <a:rPr dirty="0" sz="1300" spc="-204">
                <a:solidFill>
                  <a:srgbClr val="585858"/>
                </a:solidFill>
                <a:latin typeface="Trebuchet MS"/>
                <a:cs typeface="Trebuchet MS"/>
              </a:rPr>
              <a:t>g</a:t>
            </a:r>
            <a:r>
              <a:rPr dirty="0" sz="1300" spc="-12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65">
                <a:solidFill>
                  <a:srgbClr val="585858"/>
                </a:solidFill>
                <a:latin typeface="Trebuchet MS"/>
                <a:cs typeface="Trebuchet MS"/>
              </a:rPr>
              <a:t>M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15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g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335">
                <a:solidFill>
                  <a:srgbClr val="585858"/>
                </a:solidFill>
                <a:latin typeface="Trebuchet MS"/>
                <a:cs typeface="Trebuchet MS"/>
              </a:rPr>
              <a:t>m</a:t>
            </a:r>
            <a:r>
              <a:rPr dirty="0" sz="1300" spc="-21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04">
                <a:solidFill>
                  <a:srgbClr val="585858"/>
                </a:solidFill>
                <a:latin typeface="Trebuchet MS"/>
                <a:cs typeface="Trebuchet MS"/>
              </a:rPr>
              <a:t>nt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46647" y="3311652"/>
            <a:ext cx="1645920" cy="782320"/>
          </a:xfrm>
          <a:custGeom>
            <a:avLst/>
            <a:gdLst/>
            <a:ahLst/>
            <a:cxnLst/>
            <a:rect l="l" t="t" r="r" b="b"/>
            <a:pathLst>
              <a:path w="1645920" h="782320">
                <a:moveTo>
                  <a:pt x="1515618" y="0"/>
                </a:moveTo>
                <a:lnTo>
                  <a:pt x="130301" y="0"/>
                </a:lnTo>
                <a:lnTo>
                  <a:pt x="79563" y="10233"/>
                </a:lnTo>
                <a:lnTo>
                  <a:pt x="38147" y="38147"/>
                </a:lnTo>
                <a:lnTo>
                  <a:pt x="10233" y="79563"/>
                </a:lnTo>
                <a:lnTo>
                  <a:pt x="0" y="130301"/>
                </a:lnTo>
                <a:lnTo>
                  <a:pt x="0" y="651510"/>
                </a:lnTo>
                <a:lnTo>
                  <a:pt x="10233" y="702248"/>
                </a:lnTo>
                <a:lnTo>
                  <a:pt x="38147" y="743664"/>
                </a:lnTo>
                <a:lnTo>
                  <a:pt x="79563" y="771578"/>
                </a:lnTo>
                <a:lnTo>
                  <a:pt x="130301" y="781812"/>
                </a:lnTo>
                <a:lnTo>
                  <a:pt x="1515618" y="781812"/>
                </a:lnTo>
                <a:lnTo>
                  <a:pt x="1566356" y="771578"/>
                </a:lnTo>
                <a:lnTo>
                  <a:pt x="1607772" y="743664"/>
                </a:lnTo>
                <a:lnTo>
                  <a:pt x="1635686" y="702248"/>
                </a:lnTo>
                <a:lnTo>
                  <a:pt x="1645920" y="651510"/>
                </a:lnTo>
                <a:lnTo>
                  <a:pt x="1645920" y="130301"/>
                </a:lnTo>
                <a:lnTo>
                  <a:pt x="1635686" y="79563"/>
                </a:lnTo>
                <a:lnTo>
                  <a:pt x="1607772" y="38147"/>
                </a:lnTo>
                <a:lnTo>
                  <a:pt x="1566356" y="10233"/>
                </a:lnTo>
                <a:lnTo>
                  <a:pt x="151561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6009132" y="3828288"/>
            <a:ext cx="1522730" cy="184785"/>
          </a:xfrm>
          <a:prstGeom prst="rect">
            <a:avLst/>
          </a:prstGeom>
          <a:solidFill>
            <a:srgbClr val="0077C7"/>
          </a:solidFill>
        </p:spPr>
        <p:txBody>
          <a:bodyPr wrap="square" lIns="0" tIns="0" rIns="0" bIns="0" rtlCol="0" vert="horz">
            <a:spAutoFit/>
          </a:bodyPr>
          <a:lstStyle/>
          <a:p>
            <a:pPr marL="156845">
              <a:lnSpc>
                <a:spcPts val="1410"/>
              </a:lnSpc>
            </a:pPr>
            <a:r>
              <a:rPr dirty="0" sz="1200" spc="-3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200" spc="-229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200" spc="-260" b="1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dirty="0" sz="1200" spc="-180" b="1">
                <a:solidFill>
                  <a:srgbClr val="FFFFFF"/>
                </a:solidFill>
                <a:latin typeface="Arial"/>
                <a:cs typeface="Arial"/>
              </a:rPr>
              <a:t>ERI</a:t>
            </a:r>
            <a:r>
              <a:rPr dirty="0" sz="1200" spc="-195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200" spc="-204" b="1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dirty="0" sz="12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200" spc="-285" b="1">
                <a:solidFill>
                  <a:srgbClr val="FFFFFF"/>
                </a:solidFill>
                <a:latin typeface="Arial"/>
                <a:cs typeface="Arial"/>
              </a:rPr>
              <a:t>RE</a:t>
            </a:r>
            <a:r>
              <a:rPr dirty="0" sz="1200" spc="-265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200" spc="-229" b="1">
                <a:solidFill>
                  <a:srgbClr val="FFFFFF"/>
                </a:solidFill>
                <a:latin typeface="Arial"/>
                <a:cs typeface="Arial"/>
              </a:rPr>
              <a:t>PONSE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303390" y="3370021"/>
            <a:ext cx="929005" cy="4216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300" spc="-260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160">
                <a:solidFill>
                  <a:srgbClr val="585858"/>
                </a:solidFill>
                <a:latin typeface="Trebuchet MS"/>
                <a:cs typeface="Trebuchet MS"/>
              </a:rPr>
              <a:t>ur</a:t>
            </a:r>
            <a:r>
              <a:rPr dirty="0" sz="1300" spc="-17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04">
                <a:solidFill>
                  <a:srgbClr val="585858"/>
                </a:solidFill>
                <a:latin typeface="Trebuchet MS"/>
                <a:cs typeface="Trebuchet MS"/>
              </a:rPr>
              <a:t>ngu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ge</a:t>
            </a:r>
            <a:endParaRPr sz="1300">
              <a:latin typeface="Trebuchet MS"/>
              <a:cs typeface="Trebuchet MS"/>
            </a:endParaRPr>
          </a:p>
          <a:p>
            <a:pPr algn="ctr" marL="1270">
              <a:lnSpc>
                <a:spcPct val="100000"/>
              </a:lnSpc>
              <a:spcBef>
                <a:spcPts val="5"/>
              </a:spcBef>
            </a:pPr>
            <a:r>
              <a:rPr dirty="0" sz="1300" spc="-204">
                <a:solidFill>
                  <a:srgbClr val="585858"/>
                </a:solidFill>
                <a:latin typeface="Trebuchet MS"/>
                <a:cs typeface="Trebuchet MS"/>
              </a:rPr>
              <a:t>Generation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41804" y="3845052"/>
            <a:ext cx="1728470" cy="780415"/>
          </a:xfrm>
          <a:custGeom>
            <a:avLst/>
            <a:gdLst/>
            <a:ahLst/>
            <a:cxnLst/>
            <a:rect l="l" t="t" r="r" b="b"/>
            <a:pathLst>
              <a:path w="1728470" h="780414">
                <a:moveTo>
                  <a:pt x="1598168" y="0"/>
                </a:moveTo>
                <a:lnTo>
                  <a:pt x="130047" y="0"/>
                </a:lnTo>
                <a:lnTo>
                  <a:pt x="79402" y="10211"/>
                </a:lnTo>
                <a:lnTo>
                  <a:pt x="38068" y="38068"/>
                </a:lnTo>
                <a:lnTo>
                  <a:pt x="10211" y="79402"/>
                </a:lnTo>
                <a:lnTo>
                  <a:pt x="0" y="130048"/>
                </a:lnTo>
                <a:lnTo>
                  <a:pt x="0" y="650240"/>
                </a:lnTo>
                <a:lnTo>
                  <a:pt x="10211" y="700885"/>
                </a:lnTo>
                <a:lnTo>
                  <a:pt x="38068" y="742219"/>
                </a:lnTo>
                <a:lnTo>
                  <a:pt x="79402" y="770076"/>
                </a:lnTo>
                <a:lnTo>
                  <a:pt x="130047" y="780288"/>
                </a:lnTo>
                <a:lnTo>
                  <a:pt x="1598168" y="780288"/>
                </a:lnTo>
                <a:lnTo>
                  <a:pt x="1648813" y="770076"/>
                </a:lnTo>
                <a:lnTo>
                  <a:pt x="1690147" y="742219"/>
                </a:lnTo>
                <a:lnTo>
                  <a:pt x="1718004" y="700885"/>
                </a:lnTo>
                <a:lnTo>
                  <a:pt x="1728216" y="650240"/>
                </a:lnTo>
                <a:lnTo>
                  <a:pt x="1728216" y="130048"/>
                </a:lnTo>
                <a:lnTo>
                  <a:pt x="1718004" y="79402"/>
                </a:lnTo>
                <a:lnTo>
                  <a:pt x="1690147" y="38068"/>
                </a:lnTo>
                <a:lnTo>
                  <a:pt x="1648813" y="10211"/>
                </a:lnTo>
                <a:lnTo>
                  <a:pt x="159816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2386583" y="4355591"/>
            <a:ext cx="1438910" cy="186055"/>
          </a:xfrm>
          <a:prstGeom prst="rect">
            <a:avLst/>
          </a:prstGeom>
          <a:solidFill>
            <a:srgbClr val="0077C7"/>
          </a:solidFill>
        </p:spPr>
        <p:txBody>
          <a:bodyPr wrap="square" lIns="0" tIns="0" rIns="0" bIns="0" rtlCol="0" vert="horz">
            <a:spAutoFit/>
          </a:bodyPr>
          <a:lstStyle/>
          <a:p>
            <a:pPr marL="200025">
              <a:lnSpc>
                <a:spcPts val="1420"/>
              </a:lnSpc>
            </a:pPr>
            <a:r>
              <a:rPr dirty="0" sz="1200" spc="-204" b="1">
                <a:solidFill>
                  <a:srgbClr val="FFFFFF"/>
                </a:solidFill>
                <a:latin typeface="Arial"/>
                <a:cs typeface="Arial"/>
              </a:rPr>
              <a:t>COMPREHENDING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324480" y="3907916"/>
            <a:ext cx="156210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60">
                <a:solidFill>
                  <a:srgbClr val="585858"/>
                </a:solidFill>
                <a:latin typeface="Trebuchet MS"/>
                <a:cs typeface="Trebuchet MS"/>
              </a:rPr>
              <a:t>N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150">
                <a:solidFill>
                  <a:srgbClr val="585858"/>
                </a:solidFill>
                <a:latin typeface="Trebuchet MS"/>
                <a:cs typeface="Trebuchet MS"/>
              </a:rPr>
              <a:t>ur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7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585858"/>
                </a:solidFill>
                <a:latin typeface="Trebuchet MS"/>
                <a:cs typeface="Trebuchet MS"/>
              </a:rPr>
              <a:t>L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ng</a:t>
            </a:r>
            <a:r>
              <a:rPr dirty="0" sz="1300" spc="-215">
                <a:solidFill>
                  <a:srgbClr val="585858"/>
                </a:solidFill>
                <a:latin typeface="Trebuchet MS"/>
                <a:cs typeface="Trebuchet MS"/>
              </a:rPr>
              <a:t>u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ge</a:t>
            </a:r>
            <a:r>
              <a:rPr dirty="0" sz="1300" spc="-14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95">
                <a:solidFill>
                  <a:srgbClr val="585858"/>
                </a:solidFill>
                <a:latin typeface="Trebuchet MS"/>
                <a:cs typeface="Trebuchet MS"/>
              </a:rPr>
              <a:t>U</a:t>
            </a: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nd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75">
                <a:solidFill>
                  <a:srgbClr val="585858"/>
                </a:solidFill>
                <a:latin typeface="Trebuchet MS"/>
                <a:cs typeface="Trebuchet MS"/>
              </a:rPr>
              <a:t>r</a:t>
            </a:r>
            <a:r>
              <a:rPr dirty="0" sz="1300" spc="-50">
                <a:solidFill>
                  <a:srgbClr val="585858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nd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50135" y="2692907"/>
            <a:ext cx="2120265" cy="1468120"/>
            <a:chOff x="1850135" y="2692907"/>
            <a:chExt cx="2120265" cy="1468120"/>
          </a:xfrm>
        </p:grpSpPr>
        <p:sp>
          <p:nvSpPr>
            <p:cNvPr id="33" name="object 33"/>
            <p:cNvSpPr/>
            <p:nvPr/>
          </p:nvSpPr>
          <p:spPr>
            <a:xfrm>
              <a:off x="1850135" y="4084319"/>
              <a:ext cx="360045" cy="76200"/>
            </a:xfrm>
            <a:custGeom>
              <a:avLst/>
              <a:gdLst/>
              <a:ahLst/>
              <a:cxnLst/>
              <a:rect l="l" t="t" r="r" b="b"/>
              <a:pathLst>
                <a:path w="360044" h="76200">
                  <a:moveTo>
                    <a:pt x="283844" y="0"/>
                  </a:moveTo>
                  <a:lnTo>
                    <a:pt x="283844" y="76199"/>
                  </a:lnTo>
                  <a:lnTo>
                    <a:pt x="347344" y="44449"/>
                  </a:lnTo>
                  <a:lnTo>
                    <a:pt x="296544" y="44449"/>
                  </a:lnTo>
                  <a:lnTo>
                    <a:pt x="296544" y="31749"/>
                  </a:lnTo>
                  <a:lnTo>
                    <a:pt x="347344" y="31749"/>
                  </a:lnTo>
                  <a:lnTo>
                    <a:pt x="283844" y="0"/>
                  </a:lnTo>
                  <a:close/>
                </a:path>
                <a:path w="360044" h="76200">
                  <a:moveTo>
                    <a:pt x="283844" y="31749"/>
                  </a:moveTo>
                  <a:lnTo>
                    <a:pt x="0" y="31749"/>
                  </a:lnTo>
                  <a:lnTo>
                    <a:pt x="0" y="44449"/>
                  </a:lnTo>
                  <a:lnTo>
                    <a:pt x="283844" y="44449"/>
                  </a:lnTo>
                  <a:lnTo>
                    <a:pt x="283844" y="31749"/>
                  </a:lnTo>
                  <a:close/>
                </a:path>
                <a:path w="360044" h="76200">
                  <a:moveTo>
                    <a:pt x="347344" y="31749"/>
                  </a:moveTo>
                  <a:lnTo>
                    <a:pt x="296544" y="31749"/>
                  </a:lnTo>
                  <a:lnTo>
                    <a:pt x="296544" y="44449"/>
                  </a:lnTo>
                  <a:lnTo>
                    <a:pt x="347344" y="44449"/>
                  </a:lnTo>
                  <a:lnTo>
                    <a:pt x="360044" y="38099"/>
                  </a:lnTo>
                  <a:lnTo>
                    <a:pt x="347344" y="3174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2241803" y="2692907"/>
              <a:ext cx="1728470" cy="782320"/>
            </a:xfrm>
            <a:custGeom>
              <a:avLst/>
              <a:gdLst/>
              <a:ahLst/>
              <a:cxnLst/>
              <a:rect l="l" t="t" r="r" b="b"/>
              <a:pathLst>
                <a:path w="1728470" h="782320">
                  <a:moveTo>
                    <a:pt x="1597913" y="0"/>
                  </a:moveTo>
                  <a:lnTo>
                    <a:pt x="130301" y="0"/>
                  </a:lnTo>
                  <a:lnTo>
                    <a:pt x="79563" y="10233"/>
                  </a:lnTo>
                  <a:lnTo>
                    <a:pt x="38147" y="38147"/>
                  </a:lnTo>
                  <a:lnTo>
                    <a:pt x="10233" y="79563"/>
                  </a:lnTo>
                  <a:lnTo>
                    <a:pt x="0" y="130301"/>
                  </a:lnTo>
                  <a:lnTo>
                    <a:pt x="0" y="651509"/>
                  </a:lnTo>
                  <a:lnTo>
                    <a:pt x="10233" y="702248"/>
                  </a:lnTo>
                  <a:lnTo>
                    <a:pt x="38147" y="743664"/>
                  </a:lnTo>
                  <a:lnTo>
                    <a:pt x="79563" y="771578"/>
                  </a:lnTo>
                  <a:lnTo>
                    <a:pt x="130301" y="781812"/>
                  </a:lnTo>
                  <a:lnTo>
                    <a:pt x="1597913" y="781812"/>
                  </a:lnTo>
                  <a:lnTo>
                    <a:pt x="1648652" y="771578"/>
                  </a:lnTo>
                  <a:lnTo>
                    <a:pt x="1690068" y="743664"/>
                  </a:lnTo>
                  <a:lnTo>
                    <a:pt x="1717982" y="702248"/>
                  </a:lnTo>
                  <a:lnTo>
                    <a:pt x="1728216" y="651509"/>
                  </a:lnTo>
                  <a:lnTo>
                    <a:pt x="1728216" y="130301"/>
                  </a:lnTo>
                  <a:lnTo>
                    <a:pt x="1717982" y="79563"/>
                  </a:lnTo>
                  <a:lnTo>
                    <a:pt x="1690068" y="38147"/>
                  </a:lnTo>
                  <a:lnTo>
                    <a:pt x="1648652" y="10233"/>
                  </a:lnTo>
                  <a:lnTo>
                    <a:pt x="159791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5" name="object 35"/>
          <p:cNvSpPr txBox="1"/>
          <p:nvPr/>
        </p:nvSpPr>
        <p:spPr>
          <a:xfrm>
            <a:off x="2706623" y="3244595"/>
            <a:ext cx="800100" cy="184785"/>
          </a:xfrm>
          <a:prstGeom prst="rect">
            <a:avLst/>
          </a:prstGeom>
          <a:solidFill>
            <a:srgbClr val="0077C7"/>
          </a:solidFill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1405"/>
              </a:lnSpc>
            </a:pPr>
            <a:r>
              <a:rPr dirty="0" sz="1200" spc="-180" b="1">
                <a:solidFill>
                  <a:srgbClr val="FFFFFF"/>
                </a:solidFill>
                <a:latin typeface="Arial"/>
                <a:cs typeface="Arial"/>
              </a:rPr>
              <a:t>LISTENING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292476" y="2787142"/>
            <a:ext cx="162623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A</a:t>
            </a:r>
            <a:r>
              <a:rPr dirty="0" sz="1300" spc="-229">
                <a:solidFill>
                  <a:srgbClr val="585858"/>
                </a:solidFill>
                <a:latin typeface="Trebuchet MS"/>
                <a:cs typeface="Trebuchet MS"/>
              </a:rPr>
              <a:t>utoma</a:t>
            </a:r>
            <a:r>
              <a:rPr dirty="0" sz="1300" spc="-20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585858"/>
                </a:solidFill>
                <a:latin typeface="Trebuchet MS"/>
                <a:cs typeface="Trebuchet MS"/>
              </a:rPr>
              <a:t>d</a:t>
            </a:r>
            <a:r>
              <a:rPr dirty="0" sz="1300" spc="-175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80">
                <a:solidFill>
                  <a:srgbClr val="585858"/>
                </a:solidFill>
                <a:latin typeface="Trebuchet MS"/>
                <a:cs typeface="Trebuchet MS"/>
              </a:rPr>
              <a:t>S</a:t>
            </a:r>
            <a:r>
              <a:rPr dirty="0" sz="1300" spc="-235">
                <a:solidFill>
                  <a:srgbClr val="585858"/>
                </a:solidFill>
                <a:latin typeface="Trebuchet MS"/>
                <a:cs typeface="Trebuchet MS"/>
              </a:rPr>
              <a:t>p</a:t>
            </a:r>
            <a:r>
              <a:rPr dirty="0" sz="1300" spc="-220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160">
                <a:solidFill>
                  <a:srgbClr val="585858"/>
                </a:solidFill>
                <a:latin typeface="Trebuchet MS"/>
                <a:cs typeface="Trebuchet MS"/>
              </a:rPr>
              <a:t>c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h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585858"/>
                </a:solidFill>
                <a:latin typeface="Trebuchet MS"/>
                <a:cs typeface="Trebuchet MS"/>
              </a:rPr>
              <a:t>R</a:t>
            </a:r>
            <a:r>
              <a:rPr dirty="0" sz="1300" spc="-204">
                <a:solidFill>
                  <a:srgbClr val="585858"/>
                </a:solidFill>
                <a:latin typeface="Trebuchet MS"/>
                <a:cs typeface="Trebuchet MS"/>
              </a:rPr>
              <a:t>e</a:t>
            </a:r>
            <a:r>
              <a:rPr dirty="0" sz="1300" spc="-160">
                <a:solidFill>
                  <a:srgbClr val="585858"/>
                </a:solidFill>
                <a:latin typeface="Trebuchet MS"/>
                <a:cs typeface="Trebuchet MS"/>
              </a:rPr>
              <a:t>c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og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ni</a:t>
            </a:r>
            <a:r>
              <a:rPr dirty="0" sz="1300" spc="-190">
                <a:solidFill>
                  <a:srgbClr val="585858"/>
                </a:solidFill>
                <a:latin typeface="Trebuchet MS"/>
                <a:cs typeface="Trebuchet MS"/>
              </a:rPr>
              <a:t>t</a:t>
            </a:r>
            <a:r>
              <a:rPr dirty="0" sz="1300" spc="-195">
                <a:solidFill>
                  <a:srgbClr val="585858"/>
                </a:solidFill>
                <a:latin typeface="Trebuchet MS"/>
                <a:cs typeface="Trebuchet MS"/>
              </a:rPr>
              <a:t>ion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50135" y="3112007"/>
            <a:ext cx="360045" cy="76200"/>
          </a:xfrm>
          <a:custGeom>
            <a:avLst/>
            <a:gdLst/>
            <a:ahLst/>
            <a:cxnLst/>
            <a:rect l="l" t="t" r="r" b="b"/>
            <a:pathLst>
              <a:path w="360044" h="76200">
                <a:moveTo>
                  <a:pt x="283844" y="0"/>
                </a:moveTo>
                <a:lnTo>
                  <a:pt x="283844" y="76200"/>
                </a:lnTo>
                <a:lnTo>
                  <a:pt x="347344" y="44450"/>
                </a:lnTo>
                <a:lnTo>
                  <a:pt x="296544" y="44450"/>
                </a:lnTo>
                <a:lnTo>
                  <a:pt x="296544" y="31750"/>
                </a:lnTo>
                <a:lnTo>
                  <a:pt x="347344" y="31750"/>
                </a:lnTo>
                <a:lnTo>
                  <a:pt x="283844" y="0"/>
                </a:lnTo>
                <a:close/>
              </a:path>
              <a:path w="360044" h="76200">
                <a:moveTo>
                  <a:pt x="283844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283844" y="44450"/>
                </a:lnTo>
                <a:lnTo>
                  <a:pt x="283844" y="31750"/>
                </a:lnTo>
                <a:close/>
              </a:path>
              <a:path w="360044" h="76200">
                <a:moveTo>
                  <a:pt x="347344" y="31750"/>
                </a:moveTo>
                <a:lnTo>
                  <a:pt x="296544" y="31750"/>
                </a:lnTo>
                <a:lnTo>
                  <a:pt x="296544" y="44450"/>
                </a:lnTo>
                <a:lnTo>
                  <a:pt x="347344" y="44450"/>
                </a:lnTo>
                <a:lnTo>
                  <a:pt x="360044" y="38100"/>
                </a:lnTo>
                <a:lnTo>
                  <a:pt x="347344" y="3175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object 3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11311" y="3683508"/>
            <a:ext cx="696468" cy="150875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71144" y="3842003"/>
            <a:ext cx="1008888" cy="1292352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54736" y="1923288"/>
            <a:ext cx="973074" cy="157734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949" y="6524434"/>
            <a:ext cx="89038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19329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3.5.</a:t>
            </a:r>
            <a:r>
              <a:rPr dirty="0" spc="-35"/>
              <a:t> </a:t>
            </a:r>
            <a:r>
              <a:rPr dirty="0" spc="-5"/>
              <a:t>Conversational</a:t>
            </a:r>
            <a:r>
              <a:rPr dirty="0" spc="-60"/>
              <a:t> </a:t>
            </a:r>
            <a:r>
              <a:rPr dirty="0"/>
              <a:t>AI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150352" y="6135623"/>
            <a:ext cx="1318260" cy="216535"/>
            <a:chOff x="8150352" y="6135623"/>
            <a:chExt cx="1318260" cy="216535"/>
          </a:xfrm>
        </p:grpSpPr>
        <p:sp>
          <p:nvSpPr>
            <p:cNvPr id="8" name="object 8"/>
            <p:cNvSpPr/>
            <p:nvPr/>
          </p:nvSpPr>
          <p:spPr>
            <a:xfrm>
              <a:off x="8150352" y="6135623"/>
              <a:ext cx="1318260" cy="216535"/>
            </a:xfrm>
            <a:custGeom>
              <a:avLst/>
              <a:gdLst/>
              <a:ahLst/>
              <a:cxnLst/>
              <a:rect l="l" t="t" r="r" b="b"/>
              <a:pathLst>
                <a:path w="1318259" h="216535">
                  <a:moveTo>
                    <a:pt x="1210055" y="0"/>
                  </a:moveTo>
                  <a:lnTo>
                    <a:pt x="108203" y="0"/>
                  </a:lnTo>
                  <a:lnTo>
                    <a:pt x="66061" y="8504"/>
                  </a:lnTo>
                  <a:lnTo>
                    <a:pt x="31670" y="31694"/>
                  </a:lnTo>
                  <a:lnTo>
                    <a:pt x="8495" y="66088"/>
                  </a:lnTo>
                  <a:lnTo>
                    <a:pt x="0" y="108203"/>
                  </a:lnTo>
                  <a:lnTo>
                    <a:pt x="8498" y="150324"/>
                  </a:lnTo>
                  <a:lnTo>
                    <a:pt x="31677" y="184718"/>
                  </a:lnTo>
                  <a:lnTo>
                    <a:pt x="66070" y="207905"/>
                  </a:lnTo>
                  <a:lnTo>
                    <a:pt x="108203" y="216407"/>
                  </a:lnTo>
                  <a:lnTo>
                    <a:pt x="1210055" y="216407"/>
                  </a:lnTo>
                  <a:lnTo>
                    <a:pt x="1252200" y="207903"/>
                  </a:lnTo>
                  <a:lnTo>
                    <a:pt x="1286592" y="184713"/>
                  </a:lnTo>
                  <a:lnTo>
                    <a:pt x="1309765" y="150319"/>
                  </a:lnTo>
                  <a:lnTo>
                    <a:pt x="1318259" y="108203"/>
                  </a:lnTo>
                  <a:lnTo>
                    <a:pt x="1309764" y="66088"/>
                  </a:lnTo>
                  <a:lnTo>
                    <a:pt x="1286589" y="31694"/>
                  </a:lnTo>
                  <a:lnTo>
                    <a:pt x="1252198" y="8504"/>
                  </a:lnTo>
                  <a:lnTo>
                    <a:pt x="1210055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01812" y="6193535"/>
              <a:ext cx="814577" cy="12572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1487424" y="3878579"/>
            <a:ext cx="6928484" cy="2110740"/>
            <a:chOff x="1487424" y="3878579"/>
            <a:chExt cx="6928484" cy="2110740"/>
          </a:xfrm>
        </p:grpSpPr>
        <p:sp>
          <p:nvSpPr>
            <p:cNvPr id="11" name="object 11"/>
            <p:cNvSpPr/>
            <p:nvPr/>
          </p:nvSpPr>
          <p:spPr>
            <a:xfrm>
              <a:off x="1487424" y="3878579"/>
              <a:ext cx="6928484" cy="2110740"/>
            </a:xfrm>
            <a:custGeom>
              <a:avLst/>
              <a:gdLst/>
              <a:ahLst/>
              <a:cxnLst/>
              <a:rect l="l" t="t" r="r" b="b"/>
              <a:pathLst>
                <a:path w="6928484" h="2110740">
                  <a:moveTo>
                    <a:pt x="6928104" y="0"/>
                  </a:moveTo>
                  <a:lnTo>
                    <a:pt x="0" y="0"/>
                  </a:lnTo>
                  <a:lnTo>
                    <a:pt x="0" y="2110740"/>
                  </a:lnTo>
                  <a:lnTo>
                    <a:pt x="6928104" y="2110740"/>
                  </a:lnTo>
                  <a:lnTo>
                    <a:pt x="692810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22847" y="4239767"/>
              <a:ext cx="996696" cy="8061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0800" y="4206239"/>
              <a:ext cx="966215" cy="873252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5892546" y="2786633"/>
            <a:ext cx="2496820" cy="571500"/>
            <a:chOff x="5892546" y="2786633"/>
            <a:chExt cx="2496820" cy="571500"/>
          </a:xfrm>
        </p:grpSpPr>
        <p:sp>
          <p:nvSpPr>
            <p:cNvPr id="15" name="object 15"/>
            <p:cNvSpPr/>
            <p:nvPr/>
          </p:nvSpPr>
          <p:spPr>
            <a:xfrm>
              <a:off x="5892546" y="2786633"/>
              <a:ext cx="2496820" cy="571500"/>
            </a:xfrm>
            <a:custGeom>
              <a:avLst/>
              <a:gdLst/>
              <a:ahLst/>
              <a:cxnLst/>
              <a:rect l="l" t="t" r="r" b="b"/>
              <a:pathLst>
                <a:path w="2496820" h="571500">
                  <a:moveTo>
                    <a:pt x="2496311" y="0"/>
                  </a:moveTo>
                  <a:lnTo>
                    <a:pt x="0" y="0"/>
                  </a:lnTo>
                  <a:lnTo>
                    <a:pt x="0" y="571500"/>
                  </a:lnTo>
                  <a:lnTo>
                    <a:pt x="2496311" y="571500"/>
                  </a:lnTo>
                  <a:lnTo>
                    <a:pt x="2496311" y="0"/>
                  </a:lnTo>
                  <a:close/>
                </a:path>
              </a:pathLst>
            </a:custGeom>
            <a:solidFill>
              <a:srgbClr val="183DA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36436" y="3026665"/>
              <a:ext cx="760476" cy="10820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274052" y="2887979"/>
              <a:ext cx="990600" cy="384175"/>
            </a:xfrm>
            <a:custGeom>
              <a:avLst/>
              <a:gdLst/>
              <a:ahLst/>
              <a:cxnLst/>
              <a:rect l="l" t="t" r="r" b="b"/>
              <a:pathLst>
                <a:path w="990600" h="384175">
                  <a:moveTo>
                    <a:pt x="926592" y="0"/>
                  </a:moveTo>
                  <a:lnTo>
                    <a:pt x="64007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320040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7" y="384048"/>
                  </a:lnTo>
                  <a:lnTo>
                    <a:pt x="926592" y="384048"/>
                  </a:lnTo>
                  <a:lnTo>
                    <a:pt x="951487" y="379011"/>
                  </a:lnTo>
                  <a:lnTo>
                    <a:pt x="971835" y="365283"/>
                  </a:lnTo>
                  <a:lnTo>
                    <a:pt x="985563" y="344935"/>
                  </a:lnTo>
                  <a:lnTo>
                    <a:pt x="990600" y="320040"/>
                  </a:lnTo>
                  <a:lnTo>
                    <a:pt x="990600" y="64008"/>
                  </a:lnTo>
                  <a:lnTo>
                    <a:pt x="985563" y="39112"/>
                  </a:lnTo>
                  <a:lnTo>
                    <a:pt x="971835" y="18764"/>
                  </a:lnTo>
                  <a:lnTo>
                    <a:pt x="951487" y="5036"/>
                  </a:lnTo>
                  <a:lnTo>
                    <a:pt x="926592" y="0"/>
                  </a:lnTo>
                  <a:close/>
                </a:path>
              </a:pathLst>
            </a:custGeom>
            <a:solidFill>
              <a:srgbClr val="3399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960364" y="2887979"/>
              <a:ext cx="844550" cy="384175"/>
            </a:xfrm>
            <a:custGeom>
              <a:avLst/>
              <a:gdLst/>
              <a:ahLst/>
              <a:cxnLst/>
              <a:rect l="l" t="t" r="r" b="b"/>
              <a:pathLst>
                <a:path w="844550" h="384175">
                  <a:moveTo>
                    <a:pt x="780288" y="0"/>
                  </a:moveTo>
                  <a:lnTo>
                    <a:pt x="64008" y="0"/>
                  </a:lnTo>
                  <a:lnTo>
                    <a:pt x="39112" y="5036"/>
                  </a:lnTo>
                  <a:lnTo>
                    <a:pt x="18764" y="18764"/>
                  </a:lnTo>
                  <a:lnTo>
                    <a:pt x="5036" y="39112"/>
                  </a:lnTo>
                  <a:lnTo>
                    <a:pt x="0" y="64008"/>
                  </a:lnTo>
                  <a:lnTo>
                    <a:pt x="0" y="320040"/>
                  </a:lnTo>
                  <a:lnTo>
                    <a:pt x="5036" y="344935"/>
                  </a:lnTo>
                  <a:lnTo>
                    <a:pt x="18764" y="365283"/>
                  </a:lnTo>
                  <a:lnTo>
                    <a:pt x="39112" y="379011"/>
                  </a:lnTo>
                  <a:lnTo>
                    <a:pt x="64008" y="384048"/>
                  </a:lnTo>
                  <a:lnTo>
                    <a:pt x="780288" y="384048"/>
                  </a:lnTo>
                  <a:lnTo>
                    <a:pt x="805183" y="379011"/>
                  </a:lnTo>
                  <a:lnTo>
                    <a:pt x="825531" y="365283"/>
                  </a:lnTo>
                  <a:lnTo>
                    <a:pt x="839259" y="344935"/>
                  </a:lnTo>
                  <a:lnTo>
                    <a:pt x="844295" y="320040"/>
                  </a:lnTo>
                  <a:lnTo>
                    <a:pt x="844295" y="64008"/>
                  </a:lnTo>
                  <a:lnTo>
                    <a:pt x="839259" y="39112"/>
                  </a:lnTo>
                  <a:lnTo>
                    <a:pt x="825531" y="18764"/>
                  </a:lnTo>
                  <a:lnTo>
                    <a:pt x="805183" y="5036"/>
                  </a:lnTo>
                  <a:lnTo>
                    <a:pt x="780288" y="0"/>
                  </a:lnTo>
                  <a:close/>
                </a:path>
              </a:pathLst>
            </a:custGeom>
            <a:solidFill>
              <a:srgbClr val="00B3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2119248" y="5220461"/>
            <a:ext cx="1918335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3580" marR="5080" indent="-704215">
              <a:lnSpc>
                <a:spcPct val="100000"/>
              </a:lnSpc>
              <a:spcBef>
                <a:spcPts val="100"/>
              </a:spcBef>
            </a:pPr>
            <a:r>
              <a:rPr dirty="0" sz="1400" spc="-275">
                <a:latin typeface="Trebuchet MS"/>
                <a:cs typeface="Trebuchet MS"/>
              </a:rPr>
              <a:t>“</a:t>
            </a:r>
            <a:r>
              <a:rPr dirty="0" sz="1400" spc="-335">
                <a:latin typeface="Trebuchet MS"/>
                <a:cs typeface="Trebuchet MS"/>
              </a:rPr>
              <a:t>H</a:t>
            </a:r>
            <a:r>
              <a:rPr dirty="0" sz="1400" spc="-280">
                <a:latin typeface="Trebuchet MS"/>
                <a:cs typeface="Trebuchet MS"/>
              </a:rPr>
              <a:t>ow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180">
                <a:latin typeface="Trebuchet MS"/>
                <a:cs typeface="Trebuchet MS"/>
              </a:rPr>
              <a:t>l</a:t>
            </a:r>
            <a:r>
              <a:rPr dirty="0" sz="1400" spc="-215">
                <a:latin typeface="Trebuchet MS"/>
                <a:cs typeface="Trebuchet MS"/>
              </a:rPr>
              <a:t>o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175">
                <a:latin typeface="Trebuchet MS"/>
                <a:cs typeface="Trebuchet MS"/>
              </a:rPr>
              <a:t>g</a:t>
            </a:r>
            <a:r>
              <a:rPr dirty="0" sz="1400" spc="-175">
                <a:latin typeface="Trebuchet MS"/>
                <a:cs typeface="Trebuchet MS"/>
              </a:rPr>
              <a:t> 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65">
                <a:latin typeface="Trebuchet MS"/>
                <a:cs typeface="Trebuchet MS"/>
              </a:rPr>
              <a:t>s</a:t>
            </a:r>
            <a:r>
              <a:rPr dirty="0" sz="1400" spc="-140">
                <a:latin typeface="Trebuchet MS"/>
                <a:cs typeface="Trebuchet MS"/>
              </a:rPr>
              <a:t> </a:t>
            </a:r>
            <a:r>
              <a:rPr dirty="0" sz="1400" spc="-185">
                <a:latin typeface="Trebuchet MS"/>
                <a:cs typeface="Trebuchet MS"/>
              </a:rPr>
              <a:t>t</a:t>
            </a:r>
            <a:r>
              <a:rPr dirty="0" sz="1400" spc="-245">
                <a:latin typeface="Trebuchet MS"/>
                <a:cs typeface="Trebuchet MS"/>
              </a:rPr>
              <a:t>h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305">
                <a:latin typeface="Trebuchet MS"/>
                <a:cs typeface="Trebuchet MS"/>
              </a:rPr>
              <a:t>w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00">
                <a:latin typeface="Trebuchet MS"/>
                <a:cs typeface="Trebuchet MS"/>
              </a:rPr>
              <a:t>t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175">
                <a:latin typeface="Trebuchet MS"/>
                <a:cs typeface="Trebuchet MS"/>
              </a:rPr>
              <a:t>u</a:t>
            </a:r>
            <a:r>
              <a:rPr dirty="0" sz="1400" spc="-114">
                <a:latin typeface="Trebuchet MS"/>
                <a:cs typeface="Trebuchet MS"/>
              </a:rPr>
              <a:t>s</a:t>
            </a:r>
            <a:r>
              <a:rPr dirty="0" sz="1400" spc="-229">
                <a:latin typeface="Trebuchet MS"/>
                <a:cs typeface="Trebuchet MS"/>
              </a:rPr>
              <a:t>u</a:t>
            </a:r>
            <a:r>
              <a:rPr dirty="0" sz="1400" spc="-235">
                <a:latin typeface="Trebuchet MS"/>
                <a:cs typeface="Trebuchet MS"/>
              </a:rPr>
              <a:t>a</a:t>
            </a:r>
            <a:r>
              <a:rPr dirty="0" sz="1400" spc="-180">
                <a:latin typeface="Trebuchet MS"/>
                <a:cs typeface="Trebuchet MS"/>
              </a:rPr>
              <a:t>ll</a:t>
            </a:r>
            <a:r>
              <a:rPr dirty="0" sz="1400" spc="-204">
                <a:latin typeface="Trebuchet MS"/>
                <a:cs typeface="Trebuchet MS"/>
              </a:rPr>
              <a:t>y</a:t>
            </a:r>
            <a:r>
              <a:rPr dirty="0" sz="1400" spc="-155">
                <a:latin typeface="Trebuchet MS"/>
                <a:cs typeface="Trebuchet MS"/>
              </a:rPr>
              <a:t> </a:t>
            </a:r>
            <a:r>
              <a:rPr dirty="0" sz="1400" spc="-210">
                <a:latin typeface="Trebuchet MS"/>
                <a:cs typeface="Trebuchet MS"/>
              </a:rPr>
              <a:t>to</a:t>
            </a:r>
            <a:r>
              <a:rPr dirty="0" sz="1400" spc="-160">
                <a:latin typeface="Trebuchet MS"/>
                <a:cs typeface="Trebuchet MS"/>
              </a:rPr>
              <a:t> </a:t>
            </a:r>
            <a:r>
              <a:rPr dirty="0" sz="1400" spc="-245">
                <a:latin typeface="Trebuchet MS"/>
                <a:cs typeface="Trebuchet MS"/>
              </a:rPr>
              <a:t>b</a:t>
            </a:r>
            <a:r>
              <a:rPr dirty="0" sz="1400" spc="-170">
                <a:latin typeface="Trebuchet MS"/>
                <a:cs typeface="Trebuchet MS"/>
              </a:rPr>
              <a:t>e  </a:t>
            </a:r>
            <a:r>
              <a:rPr dirty="0" sz="1400" spc="-190">
                <a:latin typeface="Trebuchet MS"/>
                <a:cs typeface="Trebuchet MS"/>
              </a:rPr>
              <a:t>seated?”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777740" y="4082796"/>
            <a:ext cx="0" cy="1703070"/>
          </a:xfrm>
          <a:custGeom>
            <a:avLst/>
            <a:gdLst/>
            <a:ahLst/>
            <a:cxnLst/>
            <a:rect l="l" t="t" r="r" b="b"/>
            <a:pathLst>
              <a:path w="0" h="1703070">
                <a:moveTo>
                  <a:pt x="0" y="0"/>
                </a:moveTo>
                <a:lnTo>
                  <a:pt x="0" y="1702727"/>
                </a:lnTo>
              </a:path>
            </a:pathLst>
          </a:custGeom>
          <a:ln w="12192">
            <a:solidFill>
              <a:srgbClr val="AE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892546" y="2786633"/>
            <a:ext cx="2496820" cy="571500"/>
          </a:xfrm>
          <a:prstGeom prst="rect">
            <a:avLst/>
          </a:prstGeom>
          <a:ln w="19811">
            <a:solidFill>
              <a:srgbClr val="183DA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250">
              <a:latin typeface="Times New Roman"/>
              <a:cs typeface="Times New Roman"/>
            </a:endParaRPr>
          </a:p>
          <a:p>
            <a:pPr marL="254635">
              <a:lnSpc>
                <a:spcPct val="100000"/>
              </a:lnSpc>
              <a:tabLst>
                <a:tab pos="1588770" algn="l"/>
              </a:tabLst>
            </a:pPr>
            <a:r>
              <a:rPr dirty="0" sz="1400" spc="-170" b="1">
                <a:solidFill>
                  <a:srgbClr val="FFFFFF"/>
                </a:solidFill>
                <a:latin typeface="Arial"/>
                <a:cs typeface="Arial"/>
              </a:rPr>
              <a:t>Duplex	</a:t>
            </a:r>
            <a:r>
              <a:rPr dirty="0" sz="1400" spc="-195" b="1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487424" y="2887979"/>
            <a:ext cx="845819" cy="384175"/>
          </a:xfrm>
          <a:custGeom>
            <a:avLst/>
            <a:gdLst/>
            <a:ahLst/>
            <a:cxnLst/>
            <a:rect l="l" t="t" r="r" b="b"/>
            <a:pathLst>
              <a:path w="845819" h="384175">
                <a:moveTo>
                  <a:pt x="781812" y="0"/>
                </a:moveTo>
                <a:lnTo>
                  <a:pt x="64007" y="0"/>
                </a:lnTo>
                <a:lnTo>
                  <a:pt x="39112" y="5036"/>
                </a:lnTo>
                <a:lnTo>
                  <a:pt x="18764" y="18764"/>
                </a:lnTo>
                <a:lnTo>
                  <a:pt x="5036" y="39112"/>
                </a:lnTo>
                <a:lnTo>
                  <a:pt x="0" y="64008"/>
                </a:lnTo>
                <a:lnTo>
                  <a:pt x="0" y="320040"/>
                </a:lnTo>
                <a:lnTo>
                  <a:pt x="5036" y="344935"/>
                </a:lnTo>
                <a:lnTo>
                  <a:pt x="18764" y="365283"/>
                </a:lnTo>
                <a:lnTo>
                  <a:pt x="39112" y="379011"/>
                </a:lnTo>
                <a:lnTo>
                  <a:pt x="64007" y="384048"/>
                </a:lnTo>
                <a:lnTo>
                  <a:pt x="781812" y="384048"/>
                </a:lnTo>
                <a:lnTo>
                  <a:pt x="806707" y="379011"/>
                </a:lnTo>
                <a:lnTo>
                  <a:pt x="827055" y="365283"/>
                </a:lnTo>
                <a:lnTo>
                  <a:pt x="840783" y="344935"/>
                </a:lnTo>
                <a:lnTo>
                  <a:pt x="845819" y="320040"/>
                </a:lnTo>
                <a:lnTo>
                  <a:pt x="845819" y="64008"/>
                </a:lnTo>
                <a:lnTo>
                  <a:pt x="840783" y="39112"/>
                </a:lnTo>
                <a:lnTo>
                  <a:pt x="827055" y="18764"/>
                </a:lnTo>
                <a:lnTo>
                  <a:pt x="806707" y="5036"/>
                </a:lnTo>
                <a:lnTo>
                  <a:pt x="781812" y="0"/>
                </a:lnTo>
                <a:close/>
              </a:path>
            </a:pathLst>
          </a:custGeom>
          <a:solidFill>
            <a:srgbClr val="00C3B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743836" y="2956051"/>
            <a:ext cx="33147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25" b="1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dirty="0" sz="1400" spc="-165" b="1">
                <a:solidFill>
                  <a:srgbClr val="FFFFFF"/>
                </a:solidFill>
                <a:latin typeface="Arial"/>
                <a:cs typeface="Arial"/>
              </a:rPr>
              <a:t>ser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36847" y="2970276"/>
            <a:ext cx="1568196" cy="220979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1495044" y="2564892"/>
            <a:ext cx="2962910" cy="254635"/>
          </a:xfrm>
          <a:custGeom>
            <a:avLst/>
            <a:gdLst/>
            <a:ahLst/>
            <a:cxnLst/>
            <a:rect l="l" t="t" r="r" b="b"/>
            <a:pathLst>
              <a:path w="2962910" h="254635">
                <a:moveTo>
                  <a:pt x="2920238" y="0"/>
                </a:moveTo>
                <a:lnTo>
                  <a:pt x="42418" y="0"/>
                </a:lnTo>
                <a:lnTo>
                  <a:pt x="25931" y="3341"/>
                </a:lnTo>
                <a:lnTo>
                  <a:pt x="12446" y="12446"/>
                </a:lnTo>
                <a:lnTo>
                  <a:pt x="3341" y="25931"/>
                </a:lnTo>
                <a:lnTo>
                  <a:pt x="0" y="42418"/>
                </a:lnTo>
                <a:lnTo>
                  <a:pt x="0" y="212090"/>
                </a:lnTo>
                <a:lnTo>
                  <a:pt x="3341" y="228576"/>
                </a:lnTo>
                <a:lnTo>
                  <a:pt x="12446" y="242062"/>
                </a:lnTo>
                <a:lnTo>
                  <a:pt x="25931" y="251166"/>
                </a:lnTo>
                <a:lnTo>
                  <a:pt x="42418" y="254508"/>
                </a:lnTo>
                <a:lnTo>
                  <a:pt x="2920238" y="254508"/>
                </a:lnTo>
                <a:lnTo>
                  <a:pt x="2936724" y="251166"/>
                </a:lnTo>
                <a:lnTo>
                  <a:pt x="2950210" y="242062"/>
                </a:lnTo>
                <a:lnTo>
                  <a:pt x="2959314" y="228576"/>
                </a:lnTo>
                <a:lnTo>
                  <a:pt x="2962656" y="212090"/>
                </a:lnTo>
                <a:lnTo>
                  <a:pt x="2962656" y="42418"/>
                </a:lnTo>
                <a:lnTo>
                  <a:pt x="2959314" y="25931"/>
                </a:lnTo>
                <a:lnTo>
                  <a:pt x="2950210" y="12446"/>
                </a:lnTo>
                <a:lnTo>
                  <a:pt x="2936724" y="3341"/>
                </a:lnTo>
                <a:lnTo>
                  <a:pt x="2920238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149220" y="2570480"/>
            <a:ext cx="1653539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310">
                <a:latin typeface="Trebuchet MS"/>
                <a:cs typeface="Trebuchet MS"/>
              </a:rPr>
              <a:t>“G</a:t>
            </a:r>
            <a:r>
              <a:rPr dirty="0" sz="1400" spc="-270">
                <a:latin typeface="Trebuchet MS"/>
                <a:cs typeface="Trebuchet MS"/>
              </a:rPr>
              <a:t>e</a:t>
            </a:r>
            <a:r>
              <a:rPr dirty="0" sz="1400" spc="-200">
                <a:latin typeface="Trebuchet MS"/>
                <a:cs typeface="Trebuchet MS"/>
              </a:rPr>
              <a:t>t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330">
                <a:latin typeface="Trebuchet MS"/>
                <a:cs typeface="Trebuchet MS"/>
              </a:rPr>
              <a:t>m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170">
                <a:latin typeface="Trebuchet MS"/>
                <a:cs typeface="Trebuchet MS"/>
              </a:rPr>
              <a:t> 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235">
                <a:latin typeface="Trebuchet MS"/>
                <a:cs typeface="Trebuchet MS"/>
              </a:rPr>
              <a:t>n</a:t>
            </a:r>
            <a:r>
              <a:rPr dirty="0" sz="1400" spc="-175">
                <a:latin typeface="Trebuchet MS"/>
                <a:cs typeface="Trebuchet MS"/>
              </a:rPr>
              <a:t> 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250">
                <a:latin typeface="Trebuchet MS"/>
                <a:cs typeface="Trebuchet MS"/>
              </a:rPr>
              <a:t>p</a:t>
            </a:r>
            <a:r>
              <a:rPr dirty="0" sz="1400" spc="-240">
                <a:latin typeface="Trebuchet MS"/>
                <a:cs typeface="Trebuchet MS"/>
              </a:rPr>
              <a:t>p</a:t>
            </a:r>
            <a:r>
              <a:rPr dirty="0" sz="1400" spc="-245">
                <a:latin typeface="Trebuchet MS"/>
                <a:cs typeface="Trebuchet MS"/>
              </a:rPr>
              <a:t>o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225">
                <a:latin typeface="Trebuchet MS"/>
                <a:cs typeface="Trebuchet MS"/>
              </a:rPr>
              <a:t>t</a:t>
            </a:r>
            <a:r>
              <a:rPr dirty="0" sz="1400" spc="-254">
                <a:latin typeface="Trebuchet MS"/>
                <a:cs typeface="Trebuchet MS"/>
              </a:rPr>
              <a:t>ment</a:t>
            </a:r>
            <a:r>
              <a:rPr dirty="0" sz="1400" spc="-195">
                <a:latin typeface="Trebuchet MS"/>
                <a:cs typeface="Trebuchet MS"/>
              </a:rPr>
              <a:t> 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185">
                <a:latin typeface="Trebuchet MS"/>
                <a:cs typeface="Trebuchet MS"/>
              </a:rPr>
              <a:t>t</a:t>
            </a:r>
            <a:r>
              <a:rPr dirty="0" sz="1400" spc="-375">
                <a:latin typeface="Trebuchet MS"/>
                <a:cs typeface="Trebuchet MS"/>
              </a:rPr>
              <a:t>…</a:t>
            </a:r>
            <a:r>
              <a:rPr dirty="0" sz="1400" spc="-305">
                <a:latin typeface="Trebuchet MS"/>
                <a:cs typeface="Trebuchet MS"/>
              </a:rPr>
              <a:t>”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2118360" y="3433571"/>
            <a:ext cx="1716405" cy="254635"/>
          </a:xfrm>
          <a:custGeom>
            <a:avLst/>
            <a:gdLst/>
            <a:ahLst/>
            <a:cxnLst/>
            <a:rect l="l" t="t" r="r" b="b"/>
            <a:pathLst>
              <a:path w="1716404" h="254635">
                <a:moveTo>
                  <a:pt x="1673605" y="0"/>
                </a:moveTo>
                <a:lnTo>
                  <a:pt x="42417" y="0"/>
                </a:lnTo>
                <a:lnTo>
                  <a:pt x="25931" y="3341"/>
                </a:lnTo>
                <a:lnTo>
                  <a:pt x="12445" y="12446"/>
                </a:lnTo>
                <a:lnTo>
                  <a:pt x="3341" y="25931"/>
                </a:lnTo>
                <a:lnTo>
                  <a:pt x="0" y="42417"/>
                </a:lnTo>
                <a:lnTo>
                  <a:pt x="0" y="212089"/>
                </a:lnTo>
                <a:lnTo>
                  <a:pt x="3341" y="228576"/>
                </a:lnTo>
                <a:lnTo>
                  <a:pt x="12445" y="242062"/>
                </a:lnTo>
                <a:lnTo>
                  <a:pt x="25931" y="251166"/>
                </a:lnTo>
                <a:lnTo>
                  <a:pt x="42417" y="254507"/>
                </a:lnTo>
                <a:lnTo>
                  <a:pt x="1673605" y="254507"/>
                </a:lnTo>
                <a:lnTo>
                  <a:pt x="1690092" y="251166"/>
                </a:lnTo>
                <a:lnTo>
                  <a:pt x="1703577" y="242062"/>
                </a:lnTo>
                <a:lnTo>
                  <a:pt x="1712682" y="228576"/>
                </a:lnTo>
                <a:lnTo>
                  <a:pt x="1716024" y="212089"/>
                </a:lnTo>
                <a:lnTo>
                  <a:pt x="1716024" y="42417"/>
                </a:lnTo>
                <a:lnTo>
                  <a:pt x="1712682" y="25931"/>
                </a:lnTo>
                <a:lnTo>
                  <a:pt x="1703577" y="12446"/>
                </a:lnTo>
                <a:lnTo>
                  <a:pt x="1690092" y="3341"/>
                </a:lnTo>
                <a:lnTo>
                  <a:pt x="1673605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522601" y="3440048"/>
            <a:ext cx="90741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75">
                <a:latin typeface="Trebuchet MS"/>
                <a:cs typeface="Trebuchet MS"/>
              </a:rPr>
              <a:t>“</a:t>
            </a:r>
            <a:r>
              <a:rPr dirty="0" sz="1400" spc="-265">
                <a:latin typeface="Trebuchet MS"/>
                <a:cs typeface="Trebuchet MS"/>
              </a:rPr>
              <a:t>Y</a:t>
            </a:r>
            <a:r>
              <a:rPr dirty="0" sz="1400" spc="-225">
                <a:latin typeface="Trebuchet MS"/>
                <a:cs typeface="Trebuchet MS"/>
              </a:rPr>
              <a:t>o</a:t>
            </a:r>
            <a:r>
              <a:rPr dirty="0" sz="1400" spc="-240">
                <a:latin typeface="Trebuchet MS"/>
                <a:cs typeface="Trebuchet MS"/>
              </a:rPr>
              <a:t>u</a:t>
            </a:r>
            <a:r>
              <a:rPr dirty="0" sz="1400" spc="-295">
                <a:latin typeface="Trebuchet MS"/>
                <a:cs typeface="Trebuchet MS"/>
              </a:rPr>
              <a:t>’</a:t>
            </a:r>
            <a:r>
              <a:rPr dirty="0" sz="1400" spc="-140">
                <a:latin typeface="Trebuchet MS"/>
                <a:cs typeface="Trebuchet MS"/>
              </a:rPr>
              <a:t>r</a:t>
            </a:r>
            <a:r>
              <a:rPr dirty="0" sz="1400" spc="-190">
                <a:latin typeface="Trebuchet MS"/>
                <a:cs typeface="Trebuchet MS"/>
              </a:rPr>
              <a:t>e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200">
                <a:latin typeface="Trebuchet MS"/>
                <a:cs typeface="Trebuchet MS"/>
              </a:rPr>
              <a:t>a</a:t>
            </a:r>
            <a:r>
              <a:rPr dirty="0" sz="1400" spc="-180">
                <a:latin typeface="Trebuchet MS"/>
                <a:cs typeface="Trebuchet MS"/>
              </a:rPr>
              <a:t>l</a:t>
            </a:r>
            <a:r>
              <a:rPr dirty="0" sz="1400" spc="-165">
                <a:latin typeface="Trebuchet MS"/>
                <a:cs typeface="Trebuchet MS"/>
              </a:rPr>
              <a:t>l</a:t>
            </a:r>
            <a:r>
              <a:rPr dirty="0" sz="1400" spc="-160">
                <a:latin typeface="Trebuchet MS"/>
                <a:cs typeface="Trebuchet MS"/>
              </a:rPr>
              <a:t> </a:t>
            </a:r>
            <a:r>
              <a:rPr dirty="0" sz="1400" spc="-45">
                <a:latin typeface="Trebuchet MS"/>
                <a:cs typeface="Trebuchet MS"/>
              </a:rPr>
              <a:t>s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250">
                <a:latin typeface="Trebuchet MS"/>
                <a:cs typeface="Trebuchet MS"/>
              </a:rPr>
              <a:t>t!”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355342" y="2926841"/>
            <a:ext cx="1243965" cy="309880"/>
          </a:xfrm>
          <a:custGeom>
            <a:avLst/>
            <a:gdLst/>
            <a:ahLst/>
            <a:cxnLst/>
            <a:rect l="l" t="t" r="r" b="b"/>
            <a:pathLst>
              <a:path w="1243964" h="309880">
                <a:moveTo>
                  <a:pt x="1243584" y="261366"/>
                </a:moveTo>
                <a:lnTo>
                  <a:pt x="76200" y="261366"/>
                </a:lnTo>
                <a:lnTo>
                  <a:pt x="76200" y="233172"/>
                </a:lnTo>
                <a:lnTo>
                  <a:pt x="0" y="271272"/>
                </a:lnTo>
                <a:lnTo>
                  <a:pt x="76200" y="309372"/>
                </a:lnTo>
                <a:lnTo>
                  <a:pt x="76200" y="281178"/>
                </a:lnTo>
                <a:lnTo>
                  <a:pt x="1243584" y="281178"/>
                </a:lnTo>
                <a:lnTo>
                  <a:pt x="1243584" y="261366"/>
                </a:lnTo>
                <a:close/>
              </a:path>
              <a:path w="1243964" h="309880">
                <a:moveTo>
                  <a:pt x="1243584" y="38100"/>
                </a:moveTo>
                <a:lnTo>
                  <a:pt x="1223772" y="28194"/>
                </a:lnTo>
                <a:lnTo>
                  <a:pt x="1167384" y="0"/>
                </a:lnTo>
                <a:lnTo>
                  <a:pt x="1167384" y="28194"/>
                </a:lnTo>
                <a:lnTo>
                  <a:pt x="0" y="28194"/>
                </a:lnTo>
                <a:lnTo>
                  <a:pt x="0" y="48006"/>
                </a:lnTo>
                <a:lnTo>
                  <a:pt x="1167384" y="48006"/>
                </a:lnTo>
                <a:lnTo>
                  <a:pt x="1167384" y="76200"/>
                </a:lnTo>
                <a:lnTo>
                  <a:pt x="1223759" y="48006"/>
                </a:lnTo>
                <a:lnTo>
                  <a:pt x="1243584" y="38100"/>
                </a:lnTo>
                <a:close/>
              </a:path>
            </a:pathLst>
          </a:custGeom>
          <a:solidFill>
            <a:srgbClr val="D0CECE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4728209" y="2926842"/>
            <a:ext cx="2423795" cy="847090"/>
            <a:chOff x="4728209" y="2926842"/>
            <a:chExt cx="2423795" cy="847090"/>
          </a:xfrm>
        </p:grpSpPr>
        <p:sp>
          <p:nvSpPr>
            <p:cNvPr id="31" name="object 31"/>
            <p:cNvSpPr/>
            <p:nvPr/>
          </p:nvSpPr>
          <p:spPr>
            <a:xfrm>
              <a:off x="5444490" y="2926841"/>
              <a:ext cx="422909" cy="309880"/>
            </a:xfrm>
            <a:custGeom>
              <a:avLst/>
              <a:gdLst/>
              <a:ahLst/>
              <a:cxnLst/>
              <a:rect l="l" t="t" r="r" b="b"/>
              <a:pathLst>
                <a:path w="422910" h="309880">
                  <a:moveTo>
                    <a:pt x="422656" y="261366"/>
                  </a:moveTo>
                  <a:lnTo>
                    <a:pt x="76200" y="261366"/>
                  </a:lnTo>
                  <a:lnTo>
                    <a:pt x="76200" y="233172"/>
                  </a:lnTo>
                  <a:lnTo>
                    <a:pt x="0" y="271272"/>
                  </a:lnTo>
                  <a:lnTo>
                    <a:pt x="76200" y="309372"/>
                  </a:lnTo>
                  <a:lnTo>
                    <a:pt x="76200" y="281178"/>
                  </a:lnTo>
                  <a:lnTo>
                    <a:pt x="422656" y="281178"/>
                  </a:lnTo>
                  <a:lnTo>
                    <a:pt x="422656" y="261366"/>
                  </a:lnTo>
                  <a:close/>
                </a:path>
                <a:path w="422910" h="309880">
                  <a:moveTo>
                    <a:pt x="422656" y="38100"/>
                  </a:moveTo>
                  <a:lnTo>
                    <a:pt x="402844" y="28194"/>
                  </a:lnTo>
                  <a:lnTo>
                    <a:pt x="346456" y="0"/>
                  </a:lnTo>
                  <a:lnTo>
                    <a:pt x="346456" y="28194"/>
                  </a:lnTo>
                  <a:lnTo>
                    <a:pt x="0" y="28194"/>
                  </a:lnTo>
                  <a:lnTo>
                    <a:pt x="0" y="48006"/>
                  </a:lnTo>
                  <a:lnTo>
                    <a:pt x="346456" y="48006"/>
                  </a:lnTo>
                  <a:lnTo>
                    <a:pt x="346456" y="76200"/>
                  </a:lnTo>
                  <a:lnTo>
                    <a:pt x="402831" y="48006"/>
                  </a:lnTo>
                  <a:lnTo>
                    <a:pt x="422656" y="3810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4728209" y="3358134"/>
              <a:ext cx="2423795" cy="415290"/>
            </a:xfrm>
            <a:custGeom>
              <a:avLst/>
              <a:gdLst/>
              <a:ahLst/>
              <a:cxnLst/>
              <a:rect l="l" t="t" r="r" b="b"/>
              <a:pathLst>
                <a:path w="2423795" h="415289">
                  <a:moveTo>
                    <a:pt x="2423287" y="0"/>
                  </a:moveTo>
                  <a:lnTo>
                    <a:pt x="2403474" y="0"/>
                  </a:lnTo>
                  <a:lnTo>
                    <a:pt x="2403474" y="19812"/>
                  </a:lnTo>
                  <a:lnTo>
                    <a:pt x="2423287" y="19812"/>
                  </a:lnTo>
                  <a:lnTo>
                    <a:pt x="2423287" y="0"/>
                  </a:lnTo>
                  <a:close/>
                </a:path>
                <a:path w="2423795" h="415289">
                  <a:moveTo>
                    <a:pt x="2423287" y="39624"/>
                  </a:moveTo>
                  <a:lnTo>
                    <a:pt x="2403474" y="39624"/>
                  </a:lnTo>
                  <a:lnTo>
                    <a:pt x="2403474" y="59436"/>
                  </a:lnTo>
                  <a:lnTo>
                    <a:pt x="2423287" y="59436"/>
                  </a:lnTo>
                  <a:lnTo>
                    <a:pt x="2423287" y="39624"/>
                  </a:lnTo>
                  <a:close/>
                </a:path>
                <a:path w="2423795" h="415289">
                  <a:moveTo>
                    <a:pt x="2423287" y="79248"/>
                  </a:moveTo>
                  <a:lnTo>
                    <a:pt x="2403474" y="79248"/>
                  </a:lnTo>
                  <a:lnTo>
                    <a:pt x="2403474" y="99060"/>
                  </a:lnTo>
                  <a:lnTo>
                    <a:pt x="2423287" y="99060"/>
                  </a:lnTo>
                  <a:lnTo>
                    <a:pt x="2423287" y="79248"/>
                  </a:lnTo>
                  <a:close/>
                </a:path>
                <a:path w="2423795" h="415289">
                  <a:moveTo>
                    <a:pt x="2423287" y="118871"/>
                  </a:moveTo>
                  <a:lnTo>
                    <a:pt x="2403474" y="118871"/>
                  </a:lnTo>
                  <a:lnTo>
                    <a:pt x="2403474" y="138683"/>
                  </a:lnTo>
                  <a:lnTo>
                    <a:pt x="2423287" y="138683"/>
                  </a:lnTo>
                  <a:lnTo>
                    <a:pt x="2423287" y="118871"/>
                  </a:lnTo>
                  <a:close/>
                </a:path>
                <a:path w="2423795" h="415289">
                  <a:moveTo>
                    <a:pt x="2423287" y="158495"/>
                  </a:moveTo>
                  <a:lnTo>
                    <a:pt x="2403474" y="158495"/>
                  </a:lnTo>
                  <a:lnTo>
                    <a:pt x="2403474" y="178307"/>
                  </a:lnTo>
                  <a:lnTo>
                    <a:pt x="2423287" y="178307"/>
                  </a:lnTo>
                  <a:lnTo>
                    <a:pt x="2423287" y="158495"/>
                  </a:lnTo>
                  <a:close/>
                </a:path>
                <a:path w="2423795" h="415289">
                  <a:moveTo>
                    <a:pt x="2413381" y="197738"/>
                  </a:moveTo>
                  <a:lnTo>
                    <a:pt x="2403093" y="197738"/>
                  </a:lnTo>
                  <a:lnTo>
                    <a:pt x="2403093" y="217550"/>
                  </a:lnTo>
                  <a:lnTo>
                    <a:pt x="2423287" y="217550"/>
                  </a:lnTo>
                  <a:lnTo>
                    <a:pt x="2423287" y="207644"/>
                  </a:lnTo>
                  <a:lnTo>
                    <a:pt x="2403474" y="207644"/>
                  </a:lnTo>
                  <a:lnTo>
                    <a:pt x="2403474" y="198119"/>
                  </a:lnTo>
                  <a:lnTo>
                    <a:pt x="2413000" y="198119"/>
                  </a:lnTo>
                  <a:lnTo>
                    <a:pt x="2413381" y="197738"/>
                  </a:lnTo>
                  <a:close/>
                </a:path>
                <a:path w="2423795" h="415289">
                  <a:moveTo>
                    <a:pt x="2413000" y="198119"/>
                  </a:moveTo>
                  <a:lnTo>
                    <a:pt x="2403474" y="198119"/>
                  </a:lnTo>
                  <a:lnTo>
                    <a:pt x="2403474" y="207644"/>
                  </a:lnTo>
                  <a:lnTo>
                    <a:pt x="2413000" y="198119"/>
                  </a:lnTo>
                  <a:close/>
                </a:path>
                <a:path w="2423795" h="415289">
                  <a:moveTo>
                    <a:pt x="2423287" y="198119"/>
                  </a:moveTo>
                  <a:lnTo>
                    <a:pt x="2413000" y="198119"/>
                  </a:lnTo>
                  <a:lnTo>
                    <a:pt x="2403474" y="207644"/>
                  </a:lnTo>
                  <a:lnTo>
                    <a:pt x="2423287" y="207644"/>
                  </a:lnTo>
                  <a:lnTo>
                    <a:pt x="2423287" y="198119"/>
                  </a:lnTo>
                  <a:close/>
                </a:path>
                <a:path w="2423795" h="415289">
                  <a:moveTo>
                    <a:pt x="2383282" y="197738"/>
                  </a:moveTo>
                  <a:lnTo>
                    <a:pt x="2363469" y="197738"/>
                  </a:lnTo>
                  <a:lnTo>
                    <a:pt x="2363469" y="217550"/>
                  </a:lnTo>
                  <a:lnTo>
                    <a:pt x="2383282" y="217550"/>
                  </a:lnTo>
                  <a:lnTo>
                    <a:pt x="2383282" y="197738"/>
                  </a:lnTo>
                  <a:close/>
                </a:path>
                <a:path w="2423795" h="415289">
                  <a:moveTo>
                    <a:pt x="2343658" y="197738"/>
                  </a:moveTo>
                  <a:lnTo>
                    <a:pt x="2323845" y="197738"/>
                  </a:lnTo>
                  <a:lnTo>
                    <a:pt x="2323845" y="217550"/>
                  </a:lnTo>
                  <a:lnTo>
                    <a:pt x="2343658" y="217550"/>
                  </a:lnTo>
                  <a:lnTo>
                    <a:pt x="2343658" y="197738"/>
                  </a:lnTo>
                  <a:close/>
                </a:path>
                <a:path w="2423795" h="415289">
                  <a:moveTo>
                    <a:pt x="2304034" y="197738"/>
                  </a:moveTo>
                  <a:lnTo>
                    <a:pt x="2284221" y="197738"/>
                  </a:lnTo>
                  <a:lnTo>
                    <a:pt x="2284221" y="217550"/>
                  </a:lnTo>
                  <a:lnTo>
                    <a:pt x="2304034" y="217550"/>
                  </a:lnTo>
                  <a:lnTo>
                    <a:pt x="2304034" y="197738"/>
                  </a:lnTo>
                  <a:close/>
                </a:path>
                <a:path w="2423795" h="415289">
                  <a:moveTo>
                    <a:pt x="2264410" y="197738"/>
                  </a:moveTo>
                  <a:lnTo>
                    <a:pt x="2244597" y="197738"/>
                  </a:lnTo>
                  <a:lnTo>
                    <a:pt x="2244597" y="217550"/>
                  </a:lnTo>
                  <a:lnTo>
                    <a:pt x="2264410" y="217550"/>
                  </a:lnTo>
                  <a:lnTo>
                    <a:pt x="2264410" y="197738"/>
                  </a:lnTo>
                  <a:close/>
                </a:path>
                <a:path w="2423795" h="415289">
                  <a:moveTo>
                    <a:pt x="2224786" y="197738"/>
                  </a:moveTo>
                  <a:lnTo>
                    <a:pt x="2204973" y="197738"/>
                  </a:lnTo>
                  <a:lnTo>
                    <a:pt x="2204973" y="217550"/>
                  </a:lnTo>
                  <a:lnTo>
                    <a:pt x="2224786" y="217550"/>
                  </a:lnTo>
                  <a:lnTo>
                    <a:pt x="2224786" y="197738"/>
                  </a:lnTo>
                  <a:close/>
                </a:path>
                <a:path w="2423795" h="415289">
                  <a:moveTo>
                    <a:pt x="2185162" y="197738"/>
                  </a:moveTo>
                  <a:lnTo>
                    <a:pt x="2165349" y="197738"/>
                  </a:lnTo>
                  <a:lnTo>
                    <a:pt x="2165349" y="217550"/>
                  </a:lnTo>
                  <a:lnTo>
                    <a:pt x="2185162" y="217550"/>
                  </a:lnTo>
                  <a:lnTo>
                    <a:pt x="2185162" y="197738"/>
                  </a:lnTo>
                  <a:close/>
                </a:path>
                <a:path w="2423795" h="415289">
                  <a:moveTo>
                    <a:pt x="2145538" y="197738"/>
                  </a:moveTo>
                  <a:lnTo>
                    <a:pt x="2125725" y="197738"/>
                  </a:lnTo>
                  <a:lnTo>
                    <a:pt x="2125725" y="217550"/>
                  </a:lnTo>
                  <a:lnTo>
                    <a:pt x="2145538" y="217550"/>
                  </a:lnTo>
                  <a:lnTo>
                    <a:pt x="2145538" y="197738"/>
                  </a:lnTo>
                  <a:close/>
                </a:path>
                <a:path w="2423795" h="415289">
                  <a:moveTo>
                    <a:pt x="2105914" y="197738"/>
                  </a:moveTo>
                  <a:lnTo>
                    <a:pt x="2086101" y="197738"/>
                  </a:lnTo>
                  <a:lnTo>
                    <a:pt x="2086101" y="217550"/>
                  </a:lnTo>
                  <a:lnTo>
                    <a:pt x="2105914" y="217550"/>
                  </a:lnTo>
                  <a:lnTo>
                    <a:pt x="2105914" y="197738"/>
                  </a:lnTo>
                  <a:close/>
                </a:path>
                <a:path w="2423795" h="415289">
                  <a:moveTo>
                    <a:pt x="2066289" y="197738"/>
                  </a:moveTo>
                  <a:lnTo>
                    <a:pt x="2046478" y="197738"/>
                  </a:lnTo>
                  <a:lnTo>
                    <a:pt x="2046478" y="217550"/>
                  </a:lnTo>
                  <a:lnTo>
                    <a:pt x="2066289" y="217550"/>
                  </a:lnTo>
                  <a:lnTo>
                    <a:pt x="2066289" y="197738"/>
                  </a:lnTo>
                  <a:close/>
                </a:path>
                <a:path w="2423795" h="415289">
                  <a:moveTo>
                    <a:pt x="2026665" y="197738"/>
                  </a:moveTo>
                  <a:lnTo>
                    <a:pt x="2006854" y="197738"/>
                  </a:lnTo>
                  <a:lnTo>
                    <a:pt x="2006854" y="217550"/>
                  </a:lnTo>
                  <a:lnTo>
                    <a:pt x="2026665" y="217550"/>
                  </a:lnTo>
                  <a:lnTo>
                    <a:pt x="2026665" y="197738"/>
                  </a:lnTo>
                  <a:close/>
                </a:path>
                <a:path w="2423795" h="415289">
                  <a:moveTo>
                    <a:pt x="1987041" y="197738"/>
                  </a:moveTo>
                  <a:lnTo>
                    <a:pt x="1967230" y="197738"/>
                  </a:lnTo>
                  <a:lnTo>
                    <a:pt x="1967230" y="217550"/>
                  </a:lnTo>
                  <a:lnTo>
                    <a:pt x="1987041" y="217550"/>
                  </a:lnTo>
                  <a:lnTo>
                    <a:pt x="1987041" y="197738"/>
                  </a:lnTo>
                  <a:close/>
                </a:path>
                <a:path w="2423795" h="415289">
                  <a:moveTo>
                    <a:pt x="1947417" y="197738"/>
                  </a:moveTo>
                  <a:lnTo>
                    <a:pt x="1927606" y="197738"/>
                  </a:lnTo>
                  <a:lnTo>
                    <a:pt x="1927606" y="217550"/>
                  </a:lnTo>
                  <a:lnTo>
                    <a:pt x="1947417" y="217550"/>
                  </a:lnTo>
                  <a:lnTo>
                    <a:pt x="1947417" y="197738"/>
                  </a:lnTo>
                  <a:close/>
                </a:path>
                <a:path w="2423795" h="415289">
                  <a:moveTo>
                    <a:pt x="1907793" y="197738"/>
                  </a:moveTo>
                  <a:lnTo>
                    <a:pt x="1887982" y="197738"/>
                  </a:lnTo>
                  <a:lnTo>
                    <a:pt x="1887982" y="217550"/>
                  </a:lnTo>
                  <a:lnTo>
                    <a:pt x="1907793" y="217550"/>
                  </a:lnTo>
                  <a:lnTo>
                    <a:pt x="1907793" y="197738"/>
                  </a:lnTo>
                  <a:close/>
                </a:path>
                <a:path w="2423795" h="415289">
                  <a:moveTo>
                    <a:pt x="1868169" y="197738"/>
                  </a:moveTo>
                  <a:lnTo>
                    <a:pt x="1848358" y="197738"/>
                  </a:lnTo>
                  <a:lnTo>
                    <a:pt x="1848358" y="217550"/>
                  </a:lnTo>
                  <a:lnTo>
                    <a:pt x="1868169" y="217550"/>
                  </a:lnTo>
                  <a:lnTo>
                    <a:pt x="1868169" y="197738"/>
                  </a:lnTo>
                  <a:close/>
                </a:path>
                <a:path w="2423795" h="415289">
                  <a:moveTo>
                    <a:pt x="1828545" y="197738"/>
                  </a:moveTo>
                  <a:lnTo>
                    <a:pt x="1808734" y="197738"/>
                  </a:lnTo>
                  <a:lnTo>
                    <a:pt x="1808734" y="217550"/>
                  </a:lnTo>
                  <a:lnTo>
                    <a:pt x="1828545" y="217550"/>
                  </a:lnTo>
                  <a:lnTo>
                    <a:pt x="1828545" y="197738"/>
                  </a:lnTo>
                  <a:close/>
                </a:path>
                <a:path w="2423795" h="415289">
                  <a:moveTo>
                    <a:pt x="1788921" y="197738"/>
                  </a:moveTo>
                  <a:lnTo>
                    <a:pt x="1769110" y="197738"/>
                  </a:lnTo>
                  <a:lnTo>
                    <a:pt x="1769110" y="217550"/>
                  </a:lnTo>
                  <a:lnTo>
                    <a:pt x="1788921" y="217550"/>
                  </a:lnTo>
                  <a:lnTo>
                    <a:pt x="1788921" y="197738"/>
                  </a:lnTo>
                  <a:close/>
                </a:path>
                <a:path w="2423795" h="415289">
                  <a:moveTo>
                    <a:pt x="1749298" y="197738"/>
                  </a:moveTo>
                  <a:lnTo>
                    <a:pt x="1729486" y="197738"/>
                  </a:lnTo>
                  <a:lnTo>
                    <a:pt x="1729486" y="217550"/>
                  </a:lnTo>
                  <a:lnTo>
                    <a:pt x="1749298" y="217550"/>
                  </a:lnTo>
                  <a:lnTo>
                    <a:pt x="1749298" y="197738"/>
                  </a:lnTo>
                  <a:close/>
                </a:path>
                <a:path w="2423795" h="415289">
                  <a:moveTo>
                    <a:pt x="1709674" y="197738"/>
                  </a:moveTo>
                  <a:lnTo>
                    <a:pt x="1689862" y="197738"/>
                  </a:lnTo>
                  <a:lnTo>
                    <a:pt x="1689862" y="217550"/>
                  </a:lnTo>
                  <a:lnTo>
                    <a:pt x="1709674" y="217550"/>
                  </a:lnTo>
                  <a:lnTo>
                    <a:pt x="1709674" y="197738"/>
                  </a:lnTo>
                  <a:close/>
                </a:path>
                <a:path w="2423795" h="415289">
                  <a:moveTo>
                    <a:pt x="1670050" y="197738"/>
                  </a:moveTo>
                  <a:lnTo>
                    <a:pt x="1650238" y="197738"/>
                  </a:lnTo>
                  <a:lnTo>
                    <a:pt x="1650238" y="217550"/>
                  </a:lnTo>
                  <a:lnTo>
                    <a:pt x="1670050" y="217550"/>
                  </a:lnTo>
                  <a:lnTo>
                    <a:pt x="1670050" y="197738"/>
                  </a:lnTo>
                  <a:close/>
                </a:path>
                <a:path w="2423795" h="415289">
                  <a:moveTo>
                    <a:pt x="1630426" y="197738"/>
                  </a:moveTo>
                  <a:lnTo>
                    <a:pt x="1610614" y="197738"/>
                  </a:lnTo>
                  <a:lnTo>
                    <a:pt x="1610614" y="217550"/>
                  </a:lnTo>
                  <a:lnTo>
                    <a:pt x="1630426" y="217550"/>
                  </a:lnTo>
                  <a:lnTo>
                    <a:pt x="1630426" y="197738"/>
                  </a:lnTo>
                  <a:close/>
                </a:path>
                <a:path w="2423795" h="415289">
                  <a:moveTo>
                    <a:pt x="1590802" y="197738"/>
                  </a:moveTo>
                  <a:lnTo>
                    <a:pt x="1570989" y="197738"/>
                  </a:lnTo>
                  <a:lnTo>
                    <a:pt x="1570989" y="217550"/>
                  </a:lnTo>
                  <a:lnTo>
                    <a:pt x="1590802" y="217550"/>
                  </a:lnTo>
                  <a:lnTo>
                    <a:pt x="1590802" y="197738"/>
                  </a:lnTo>
                  <a:close/>
                </a:path>
                <a:path w="2423795" h="415289">
                  <a:moveTo>
                    <a:pt x="1551177" y="197738"/>
                  </a:moveTo>
                  <a:lnTo>
                    <a:pt x="1531365" y="197738"/>
                  </a:lnTo>
                  <a:lnTo>
                    <a:pt x="1531365" y="217550"/>
                  </a:lnTo>
                  <a:lnTo>
                    <a:pt x="1551177" y="217550"/>
                  </a:lnTo>
                  <a:lnTo>
                    <a:pt x="1551177" y="197738"/>
                  </a:lnTo>
                  <a:close/>
                </a:path>
                <a:path w="2423795" h="415289">
                  <a:moveTo>
                    <a:pt x="1511553" y="197738"/>
                  </a:moveTo>
                  <a:lnTo>
                    <a:pt x="1491741" y="197738"/>
                  </a:lnTo>
                  <a:lnTo>
                    <a:pt x="1491741" y="217550"/>
                  </a:lnTo>
                  <a:lnTo>
                    <a:pt x="1511553" y="217550"/>
                  </a:lnTo>
                  <a:lnTo>
                    <a:pt x="1511553" y="197738"/>
                  </a:lnTo>
                  <a:close/>
                </a:path>
                <a:path w="2423795" h="415289">
                  <a:moveTo>
                    <a:pt x="1471929" y="197738"/>
                  </a:moveTo>
                  <a:lnTo>
                    <a:pt x="1452117" y="197738"/>
                  </a:lnTo>
                  <a:lnTo>
                    <a:pt x="1452117" y="217550"/>
                  </a:lnTo>
                  <a:lnTo>
                    <a:pt x="1471929" y="217550"/>
                  </a:lnTo>
                  <a:lnTo>
                    <a:pt x="1471929" y="197738"/>
                  </a:lnTo>
                  <a:close/>
                </a:path>
                <a:path w="2423795" h="415289">
                  <a:moveTo>
                    <a:pt x="1432305" y="197738"/>
                  </a:moveTo>
                  <a:lnTo>
                    <a:pt x="1412493" y="197738"/>
                  </a:lnTo>
                  <a:lnTo>
                    <a:pt x="1412493" y="217550"/>
                  </a:lnTo>
                  <a:lnTo>
                    <a:pt x="1432305" y="217550"/>
                  </a:lnTo>
                  <a:lnTo>
                    <a:pt x="1432305" y="197738"/>
                  </a:lnTo>
                  <a:close/>
                </a:path>
                <a:path w="2423795" h="415289">
                  <a:moveTo>
                    <a:pt x="1392681" y="197738"/>
                  </a:moveTo>
                  <a:lnTo>
                    <a:pt x="1372869" y="197738"/>
                  </a:lnTo>
                  <a:lnTo>
                    <a:pt x="1372869" y="217550"/>
                  </a:lnTo>
                  <a:lnTo>
                    <a:pt x="1392681" y="217550"/>
                  </a:lnTo>
                  <a:lnTo>
                    <a:pt x="1392681" y="197738"/>
                  </a:lnTo>
                  <a:close/>
                </a:path>
                <a:path w="2423795" h="415289">
                  <a:moveTo>
                    <a:pt x="1353057" y="197738"/>
                  </a:moveTo>
                  <a:lnTo>
                    <a:pt x="1333245" y="197738"/>
                  </a:lnTo>
                  <a:lnTo>
                    <a:pt x="1333245" y="217550"/>
                  </a:lnTo>
                  <a:lnTo>
                    <a:pt x="1353057" y="217550"/>
                  </a:lnTo>
                  <a:lnTo>
                    <a:pt x="1353057" y="197738"/>
                  </a:lnTo>
                  <a:close/>
                </a:path>
                <a:path w="2423795" h="415289">
                  <a:moveTo>
                    <a:pt x="1313434" y="197738"/>
                  </a:moveTo>
                  <a:lnTo>
                    <a:pt x="1293622" y="197738"/>
                  </a:lnTo>
                  <a:lnTo>
                    <a:pt x="1293622" y="217550"/>
                  </a:lnTo>
                  <a:lnTo>
                    <a:pt x="1313434" y="217550"/>
                  </a:lnTo>
                  <a:lnTo>
                    <a:pt x="1313434" y="197738"/>
                  </a:lnTo>
                  <a:close/>
                </a:path>
                <a:path w="2423795" h="415289">
                  <a:moveTo>
                    <a:pt x="1273810" y="197738"/>
                  </a:moveTo>
                  <a:lnTo>
                    <a:pt x="1253998" y="197738"/>
                  </a:lnTo>
                  <a:lnTo>
                    <a:pt x="1253998" y="217550"/>
                  </a:lnTo>
                  <a:lnTo>
                    <a:pt x="1273810" y="217550"/>
                  </a:lnTo>
                  <a:lnTo>
                    <a:pt x="1273810" y="197738"/>
                  </a:lnTo>
                  <a:close/>
                </a:path>
                <a:path w="2423795" h="415289">
                  <a:moveTo>
                    <a:pt x="1234186" y="197738"/>
                  </a:moveTo>
                  <a:lnTo>
                    <a:pt x="1214374" y="197738"/>
                  </a:lnTo>
                  <a:lnTo>
                    <a:pt x="1214374" y="217550"/>
                  </a:lnTo>
                  <a:lnTo>
                    <a:pt x="1234186" y="217550"/>
                  </a:lnTo>
                  <a:lnTo>
                    <a:pt x="1234186" y="197738"/>
                  </a:lnTo>
                  <a:close/>
                </a:path>
                <a:path w="2423795" h="415289">
                  <a:moveTo>
                    <a:pt x="1194562" y="197738"/>
                  </a:moveTo>
                  <a:lnTo>
                    <a:pt x="1174750" y="197738"/>
                  </a:lnTo>
                  <a:lnTo>
                    <a:pt x="1174750" y="217550"/>
                  </a:lnTo>
                  <a:lnTo>
                    <a:pt x="1194562" y="217550"/>
                  </a:lnTo>
                  <a:lnTo>
                    <a:pt x="1194562" y="197738"/>
                  </a:lnTo>
                  <a:close/>
                </a:path>
                <a:path w="2423795" h="415289">
                  <a:moveTo>
                    <a:pt x="1154938" y="197738"/>
                  </a:moveTo>
                  <a:lnTo>
                    <a:pt x="1135126" y="197738"/>
                  </a:lnTo>
                  <a:lnTo>
                    <a:pt x="1135126" y="217550"/>
                  </a:lnTo>
                  <a:lnTo>
                    <a:pt x="1154938" y="217550"/>
                  </a:lnTo>
                  <a:lnTo>
                    <a:pt x="1154938" y="197738"/>
                  </a:lnTo>
                  <a:close/>
                </a:path>
                <a:path w="2423795" h="415289">
                  <a:moveTo>
                    <a:pt x="1115314" y="197738"/>
                  </a:moveTo>
                  <a:lnTo>
                    <a:pt x="1095502" y="197738"/>
                  </a:lnTo>
                  <a:lnTo>
                    <a:pt x="1095502" y="217550"/>
                  </a:lnTo>
                  <a:lnTo>
                    <a:pt x="1115314" y="217550"/>
                  </a:lnTo>
                  <a:lnTo>
                    <a:pt x="1115314" y="197738"/>
                  </a:lnTo>
                  <a:close/>
                </a:path>
                <a:path w="2423795" h="415289">
                  <a:moveTo>
                    <a:pt x="1075689" y="197738"/>
                  </a:moveTo>
                  <a:lnTo>
                    <a:pt x="1055877" y="197738"/>
                  </a:lnTo>
                  <a:lnTo>
                    <a:pt x="1055877" y="217550"/>
                  </a:lnTo>
                  <a:lnTo>
                    <a:pt x="1075689" y="217550"/>
                  </a:lnTo>
                  <a:lnTo>
                    <a:pt x="1075689" y="197738"/>
                  </a:lnTo>
                  <a:close/>
                </a:path>
                <a:path w="2423795" h="415289">
                  <a:moveTo>
                    <a:pt x="1036065" y="197738"/>
                  </a:moveTo>
                  <a:lnTo>
                    <a:pt x="1016253" y="197738"/>
                  </a:lnTo>
                  <a:lnTo>
                    <a:pt x="1016253" y="217550"/>
                  </a:lnTo>
                  <a:lnTo>
                    <a:pt x="1036065" y="217550"/>
                  </a:lnTo>
                  <a:lnTo>
                    <a:pt x="1036065" y="197738"/>
                  </a:lnTo>
                  <a:close/>
                </a:path>
                <a:path w="2423795" h="415289">
                  <a:moveTo>
                    <a:pt x="996441" y="197738"/>
                  </a:moveTo>
                  <a:lnTo>
                    <a:pt x="976629" y="197738"/>
                  </a:lnTo>
                  <a:lnTo>
                    <a:pt x="976629" y="217550"/>
                  </a:lnTo>
                  <a:lnTo>
                    <a:pt x="996441" y="217550"/>
                  </a:lnTo>
                  <a:lnTo>
                    <a:pt x="996441" y="197738"/>
                  </a:lnTo>
                  <a:close/>
                </a:path>
                <a:path w="2423795" h="415289">
                  <a:moveTo>
                    <a:pt x="956817" y="197738"/>
                  </a:moveTo>
                  <a:lnTo>
                    <a:pt x="937005" y="197738"/>
                  </a:lnTo>
                  <a:lnTo>
                    <a:pt x="937005" y="217550"/>
                  </a:lnTo>
                  <a:lnTo>
                    <a:pt x="956817" y="217550"/>
                  </a:lnTo>
                  <a:lnTo>
                    <a:pt x="956817" y="197738"/>
                  </a:lnTo>
                  <a:close/>
                </a:path>
                <a:path w="2423795" h="415289">
                  <a:moveTo>
                    <a:pt x="917193" y="197738"/>
                  </a:moveTo>
                  <a:lnTo>
                    <a:pt x="897381" y="197738"/>
                  </a:lnTo>
                  <a:lnTo>
                    <a:pt x="897381" y="217550"/>
                  </a:lnTo>
                  <a:lnTo>
                    <a:pt x="917193" y="217550"/>
                  </a:lnTo>
                  <a:lnTo>
                    <a:pt x="917193" y="197738"/>
                  </a:lnTo>
                  <a:close/>
                </a:path>
                <a:path w="2423795" h="415289">
                  <a:moveTo>
                    <a:pt x="877569" y="197738"/>
                  </a:moveTo>
                  <a:lnTo>
                    <a:pt x="857757" y="197738"/>
                  </a:lnTo>
                  <a:lnTo>
                    <a:pt x="857757" y="217550"/>
                  </a:lnTo>
                  <a:lnTo>
                    <a:pt x="877569" y="217550"/>
                  </a:lnTo>
                  <a:lnTo>
                    <a:pt x="877569" y="197738"/>
                  </a:lnTo>
                  <a:close/>
                </a:path>
                <a:path w="2423795" h="415289">
                  <a:moveTo>
                    <a:pt x="837945" y="197738"/>
                  </a:moveTo>
                  <a:lnTo>
                    <a:pt x="818134" y="197738"/>
                  </a:lnTo>
                  <a:lnTo>
                    <a:pt x="818134" y="217550"/>
                  </a:lnTo>
                  <a:lnTo>
                    <a:pt x="837945" y="217550"/>
                  </a:lnTo>
                  <a:lnTo>
                    <a:pt x="837945" y="197738"/>
                  </a:lnTo>
                  <a:close/>
                </a:path>
                <a:path w="2423795" h="415289">
                  <a:moveTo>
                    <a:pt x="798322" y="197738"/>
                  </a:moveTo>
                  <a:lnTo>
                    <a:pt x="778510" y="197738"/>
                  </a:lnTo>
                  <a:lnTo>
                    <a:pt x="778510" y="217550"/>
                  </a:lnTo>
                  <a:lnTo>
                    <a:pt x="798322" y="217550"/>
                  </a:lnTo>
                  <a:lnTo>
                    <a:pt x="798322" y="197738"/>
                  </a:lnTo>
                  <a:close/>
                </a:path>
                <a:path w="2423795" h="415289">
                  <a:moveTo>
                    <a:pt x="758698" y="197738"/>
                  </a:moveTo>
                  <a:lnTo>
                    <a:pt x="738886" y="197738"/>
                  </a:lnTo>
                  <a:lnTo>
                    <a:pt x="738886" y="217550"/>
                  </a:lnTo>
                  <a:lnTo>
                    <a:pt x="758698" y="217550"/>
                  </a:lnTo>
                  <a:lnTo>
                    <a:pt x="758698" y="197738"/>
                  </a:lnTo>
                  <a:close/>
                </a:path>
                <a:path w="2423795" h="415289">
                  <a:moveTo>
                    <a:pt x="719074" y="197738"/>
                  </a:moveTo>
                  <a:lnTo>
                    <a:pt x="699262" y="197738"/>
                  </a:lnTo>
                  <a:lnTo>
                    <a:pt x="699262" y="217550"/>
                  </a:lnTo>
                  <a:lnTo>
                    <a:pt x="719074" y="217550"/>
                  </a:lnTo>
                  <a:lnTo>
                    <a:pt x="719074" y="197738"/>
                  </a:lnTo>
                  <a:close/>
                </a:path>
                <a:path w="2423795" h="415289">
                  <a:moveTo>
                    <a:pt x="679450" y="197738"/>
                  </a:moveTo>
                  <a:lnTo>
                    <a:pt x="659638" y="197738"/>
                  </a:lnTo>
                  <a:lnTo>
                    <a:pt x="659638" y="217550"/>
                  </a:lnTo>
                  <a:lnTo>
                    <a:pt x="679450" y="217550"/>
                  </a:lnTo>
                  <a:lnTo>
                    <a:pt x="679450" y="197738"/>
                  </a:lnTo>
                  <a:close/>
                </a:path>
                <a:path w="2423795" h="415289">
                  <a:moveTo>
                    <a:pt x="639826" y="197738"/>
                  </a:moveTo>
                  <a:lnTo>
                    <a:pt x="620013" y="197738"/>
                  </a:lnTo>
                  <a:lnTo>
                    <a:pt x="620013" y="217550"/>
                  </a:lnTo>
                  <a:lnTo>
                    <a:pt x="639826" y="217550"/>
                  </a:lnTo>
                  <a:lnTo>
                    <a:pt x="639826" y="197738"/>
                  </a:lnTo>
                  <a:close/>
                </a:path>
                <a:path w="2423795" h="415289">
                  <a:moveTo>
                    <a:pt x="600201" y="197738"/>
                  </a:moveTo>
                  <a:lnTo>
                    <a:pt x="580389" y="197738"/>
                  </a:lnTo>
                  <a:lnTo>
                    <a:pt x="580389" y="217550"/>
                  </a:lnTo>
                  <a:lnTo>
                    <a:pt x="600201" y="217550"/>
                  </a:lnTo>
                  <a:lnTo>
                    <a:pt x="600201" y="197738"/>
                  </a:lnTo>
                  <a:close/>
                </a:path>
                <a:path w="2423795" h="415289">
                  <a:moveTo>
                    <a:pt x="560577" y="197738"/>
                  </a:moveTo>
                  <a:lnTo>
                    <a:pt x="540765" y="197738"/>
                  </a:lnTo>
                  <a:lnTo>
                    <a:pt x="540765" y="217550"/>
                  </a:lnTo>
                  <a:lnTo>
                    <a:pt x="560577" y="217550"/>
                  </a:lnTo>
                  <a:lnTo>
                    <a:pt x="560577" y="197738"/>
                  </a:lnTo>
                  <a:close/>
                </a:path>
                <a:path w="2423795" h="415289">
                  <a:moveTo>
                    <a:pt x="520953" y="197738"/>
                  </a:moveTo>
                  <a:lnTo>
                    <a:pt x="501141" y="197738"/>
                  </a:lnTo>
                  <a:lnTo>
                    <a:pt x="501141" y="217550"/>
                  </a:lnTo>
                  <a:lnTo>
                    <a:pt x="520953" y="217550"/>
                  </a:lnTo>
                  <a:lnTo>
                    <a:pt x="520953" y="197738"/>
                  </a:lnTo>
                  <a:close/>
                </a:path>
                <a:path w="2423795" h="415289">
                  <a:moveTo>
                    <a:pt x="481329" y="197738"/>
                  </a:moveTo>
                  <a:lnTo>
                    <a:pt x="461517" y="197738"/>
                  </a:lnTo>
                  <a:lnTo>
                    <a:pt x="461517" y="217550"/>
                  </a:lnTo>
                  <a:lnTo>
                    <a:pt x="481329" y="217550"/>
                  </a:lnTo>
                  <a:lnTo>
                    <a:pt x="481329" y="197738"/>
                  </a:lnTo>
                  <a:close/>
                </a:path>
                <a:path w="2423795" h="415289">
                  <a:moveTo>
                    <a:pt x="441705" y="197738"/>
                  </a:moveTo>
                  <a:lnTo>
                    <a:pt x="421893" y="197738"/>
                  </a:lnTo>
                  <a:lnTo>
                    <a:pt x="421893" y="217550"/>
                  </a:lnTo>
                  <a:lnTo>
                    <a:pt x="441705" y="217550"/>
                  </a:lnTo>
                  <a:lnTo>
                    <a:pt x="441705" y="197738"/>
                  </a:lnTo>
                  <a:close/>
                </a:path>
                <a:path w="2423795" h="415289">
                  <a:moveTo>
                    <a:pt x="402081" y="197738"/>
                  </a:moveTo>
                  <a:lnTo>
                    <a:pt x="382269" y="197738"/>
                  </a:lnTo>
                  <a:lnTo>
                    <a:pt x="382269" y="217550"/>
                  </a:lnTo>
                  <a:lnTo>
                    <a:pt x="402081" y="217550"/>
                  </a:lnTo>
                  <a:lnTo>
                    <a:pt x="402081" y="197738"/>
                  </a:lnTo>
                  <a:close/>
                </a:path>
                <a:path w="2423795" h="415289">
                  <a:moveTo>
                    <a:pt x="362457" y="197738"/>
                  </a:moveTo>
                  <a:lnTo>
                    <a:pt x="342645" y="197738"/>
                  </a:lnTo>
                  <a:lnTo>
                    <a:pt x="342645" y="217550"/>
                  </a:lnTo>
                  <a:lnTo>
                    <a:pt x="362457" y="217550"/>
                  </a:lnTo>
                  <a:lnTo>
                    <a:pt x="362457" y="197738"/>
                  </a:lnTo>
                  <a:close/>
                </a:path>
                <a:path w="2423795" h="415289">
                  <a:moveTo>
                    <a:pt x="322834" y="197738"/>
                  </a:moveTo>
                  <a:lnTo>
                    <a:pt x="303022" y="197738"/>
                  </a:lnTo>
                  <a:lnTo>
                    <a:pt x="303022" y="217550"/>
                  </a:lnTo>
                  <a:lnTo>
                    <a:pt x="322834" y="217550"/>
                  </a:lnTo>
                  <a:lnTo>
                    <a:pt x="322834" y="197738"/>
                  </a:lnTo>
                  <a:close/>
                </a:path>
                <a:path w="2423795" h="415289">
                  <a:moveTo>
                    <a:pt x="283210" y="197738"/>
                  </a:moveTo>
                  <a:lnTo>
                    <a:pt x="263398" y="197738"/>
                  </a:lnTo>
                  <a:lnTo>
                    <a:pt x="263398" y="217550"/>
                  </a:lnTo>
                  <a:lnTo>
                    <a:pt x="283210" y="217550"/>
                  </a:lnTo>
                  <a:lnTo>
                    <a:pt x="283210" y="197738"/>
                  </a:lnTo>
                  <a:close/>
                </a:path>
                <a:path w="2423795" h="415289">
                  <a:moveTo>
                    <a:pt x="243586" y="197738"/>
                  </a:moveTo>
                  <a:lnTo>
                    <a:pt x="223774" y="197738"/>
                  </a:lnTo>
                  <a:lnTo>
                    <a:pt x="223774" y="217550"/>
                  </a:lnTo>
                  <a:lnTo>
                    <a:pt x="243586" y="217550"/>
                  </a:lnTo>
                  <a:lnTo>
                    <a:pt x="243586" y="197738"/>
                  </a:lnTo>
                  <a:close/>
                </a:path>
                <a:path w="2423795" h="415289">
                  <a:moveTo>
                    <a:pt x="203962" y="197738"/>
                  </a:moveTo>
                  <a:lnTo>
                    <a:pt x="184150" y="197738"/>
                  </a:lnTo>
                  <a:lnTo>
                    <a:pt x="184150" y="217550"/>
                  </a:lnTo>
                  <a:lnTo>
                    <a:pt x="203962" y="217550"/>
                  </a:lnTo>
                  <a:lnTo>
                    <a:pt x="203962" y="197738"/>
                  </a:lnTo>
                  <a:close/>
                </a:path>
                <a:path w="2423795" h="415289">
                  <a:moveTo>
                    <a:pt x="164337" y="197738"/>
                  </a:moveTo>
                  <a:lnTo>
                    <a:pt x="144525" y="197738"/>
                  </a:lnTo>
                  <a:lnTo>
                    <a:pt x="144525" y="217550"/>
                  </a:lnTo>
                  <a:lnTo>
                    <a:pt x="164337" y="217550"/>
                  </a:lnTo>
                  <a:lnTo>
                    <a:pt x="164337" y="197738"/>
                  </a:lnTo>
                  <a:close/>
                </a:path>
                <a:path w="2423795" h="415289">
                  <a:moveTo>
                    <a:pt x="124713" y="197738"/>
                  </a:moveTo>
                  <a:lnTo>
                    <a:pt x="104901" y="197738"/>
                  </a:lnTo>
                  <a:lnTo>
                    <a:pt x="104901" y="217550"/>
                  </a:lnTo>
                  <a:lnTo>
                    <a:pt x="124713" y="217550"/>
                  </a:lnTo>
                  <a:lnTo>
                    <a:pt x="124713" y="197738"/>
                  </a:lnTo>
                  <a:close/>
                </a:path>
                <a:path w="2423795" h="415289">
                  <a:moveTo>
                    <a:pt x="85089" y="197738"/>
                  </a:moveTo>
                  <a:lnTo>
                    <a:pt x="65277" y="197738"/>
                  </a:lnTo>
                  <a:lnTo>
                    <a:pt x="65277" y="217550"/>
                  </a:lnTo>
                  <a:lnTo>
                    <a:pt x="85089" y="217550"/>
                  </a:lnTo>
                  <a:lnTo>
                    <a:pt x="85089" y="197738"/>
                  </a:lnTo>
                  <a:close/>
                </a:path>
                <a:path w="2423795" h="415289">
                  <a:moveTo>
                    <a:pt x="45465" y="197738"/>
                  </a:moveTo>
                  <a:lnTo>
                    <a:pt x="28193" y="197738"/>
                  </a:lnTo>
                  <a:lnTo>
                    <a:pt x="28193" y="220090"/>
                  </a:lnTo>
                  <a:lnTo>
                    <a:pt x="48005" y="220090"/>
                  </a:lnTo>
                  <a:lnTo>
                    <a:pt x="48005" y="217550"/>
                  </a:lnTo>
                  <a:lnTo>
                    <a:pt x="38100" y="217550"/>
                  </a:lnTo>
                  <a:lnTo>
                    <a:pt x="45465" y="210184"/>
                  </a:lnTo>
                  <a:lnTo>
                    <a:pt x="45465" y="197738"/>
                  </a:lnTo>
                  <a:close/>
                </a:path>
                <a:path w="2423795" h="415289">
                  <a:moveTo>
                    <a:pt x="45465" y="210184"/>
                  </a:moveTo>
                  <a:lnTo>
                    <a:pt x="38100" y="217550"/>
                  </a:lnTo>
                  <a:lnTo>
                    <a:pt x="45465" y="217550"/>
                  </a:lnTo>
                  <a:lnTo>
                    <a:pt x="45465" y="210184"/>
                  </a:lnTo>
                  <a:close/>
                </a:path>
                <a:path w="2423795" h="415289">
                  <a:moveTo>
                    <a:pt x="48005" y="207644"/>
                  </a:moveTo>
                  <a:lnTo>
                    <a:pt x="45465" y="210184"/>
                  </a:lnTo>
                  <a:lnTo>
                    <a:pt x="45465" y="217550"/>
                  </a:lnTo>
                  <a:lnTo>
                    <a:pt x="48005" y="217550"/>
                  </a:lnTo>
                  <a:lnTo>
                    <a:pt x="48005" y="207644"/>
                  </a:lnTo>
                  <a:close/>
                </a:path>
                <a:path w="2423795" h="415289">
                  <a:moveTo>
                    <a:pt x="48005" y="239902"/>
                  </a:moveTo>
                  <a:lnTo>
                    <a:pt x="28193" y="239902"/>
                  </a:lnTo>
                  <a:lnTo>
                    <a:pt x="28193" y="259714"/>
                  </a:lnTo>
                  <a:lnTo>
                    <a:pt x="48005" y="259714"/>
                  </a:lnTo>
                  <a:lnTo>
                    <a:pt x="48005" y="239902"/>
                  </a:lnTo>
                  <a:close/>
                </a:path>
                <a:path w="2423795" h="415289">
                  <a:moveTo>
                    <a:pt x="48005" y="279526"/>
                  </a:moveTo>
                  <a:lnTo>
                    <a:pt x="28193" y="279526"/>
                  </a:lnTo>
                  <a:lnTo>
                    <a:pt x="28193" y="299338"/>
                  </a:lnTo>
                  <a:lnTo>
                    <a:pt x="48005" y="299338"/>
                  </a:lnTo>
                  <a:lnTo>
                    <a:pt x="48005" y="279526"/>
                  </a:lnTo>
                  <a:close/>
                </a:path>
                <a:path w="2423795" h="415289">
                  <a:moveTo>
                    <a:pt x="48005" y="319150"/>
                  </a:moveTo>
                  <a:lnTo>
                    <a:pt x="28193" y="319150"/>
                  </a:lnTo>
                  <a:lnTo>
                    <a:pt x="28193" y="338963"/>
                  </a:lnTo>
                  <a:lnTo>
                    <a:pt x="48005" y="338963"/>
                  </a:lnTo>
                  <a:lnTo>
                    <a:pt x="48005" y="319150"/>
                  </a:lnTo>
                  <a:close/>
                </a:path>
                <a:path w="2423795" h="415289">
                  <a:moveTo>
                    <a:pt x="76200" y="339089"/>
                  </a:moveTo>
                  <a:lnTo>
                    <a:pt x="0" y="339089"/>
                  </a:lnTo>
                  <a:lnTo>
                    <a:pt x="38100" y="415289"/>
                  </a:lnTo>
                  <a:lnTo>
                    <a:pt x="76200" y="339089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5891529" y="5220461"/>
            <a:ext cx="1482090" cy="452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13080" marR="5080" indent="-513715">
              <a:lnSpc>
                <a:spcPct val="100000"/>
              </a:lnSpc>
              <a:spcBef>
                <a:spcPts val="100"/>
              </a:spcBef>
            </a:pPr>
            <a:r>
              <a:rPr dirty="0" sz="1400" spc="-290">
                <a:latin typeface="Trebuchet MS"/>
                <a:cs typeface="Trebuchet MS"/>
              </a:rPr>
              <a:t>“</a:t>
            </a:r>
            <a:r>
              <a:rPr dirty="0" sz="1400" spc="-310">
                <a:latin typeface="Trebuchet MS"/>
                <a:cs typeface="Trebuchet MS"/>
              </a:rPr>
              <a:t>F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195">
                <a:latin typeface="Trebuchet MS"/>
                <a:cs typeface="Trebuchet MS"/>
              </a:rPr>
              <a:t>ft</a:t>
            </a:r>
            <a:r>
              <a:rPr dirty="0" sz="1400" spc="-225">
                <a:latin typeface="Trebuchet MS"/>
                <a:cs typeface="Trebuchet MS"/>
              </a:rPr>
              <a:t>ee</a:t>
            </a:r>
            <a:r>
              <a:rPr dirty="0" sz="1400" spc="-235">
                <a:latin typeface="Trebuchet MS"/>
                <a:cs typeface="Trebuchet MS"/>
              </a:rPr>
              <a:t>n</a:t>
            </a:r>
            <a:r>
              <a:rPr dirty="0" sz="1400" spc="-175">
                <a:latin typeface="Trebuchet MS"/>
                <a:cs typeface="Trebuchet MS"/>
              </a:rPr>
              <a:t> </a:t>
            </a:r>
            <a:r>
              <a:rPr dirty="0" sz="1400" spc="-210">
                <a:latin typeface="Trebuchet MS"/>
                <a:cs typeface="Trebuchet MS"/>
              </a:rPr>
              <a:t>to</a:t>
            </a:r>
            <a:r>
              <a:rPr dirty="0" sz="1400" spc="-165">
                <a:latin typeface="Trebuchet MS"/>
                <a:cs typeface="Trebuchet MS"/>
              </a:rPr>
              <a:t> </a:t>
            </a:r>
            <a:r>
              <a:rPr dirty="0" sz="1400" spc="-185">
                <a:latin typeface="Trebuchet MS"/>
                <a:cs typeface="Trebuchet MS"/>
              </a:rPr>
              <a:t>t</a:t>
            </a:r>
            <a:r>
              <a:rPr dirty="0" sz="1400" spc="-325">
                <a:latin typeface="Trebuchet MS"/>
                <a:cs typeface="Trebuchet MS"/>
              </a:rPr>
              <a:t>w</a:t>
            </a:r>
            <a:r>
              <a:rPr dirty="0" sz="1400" spc="-240">
                <a:latin typeface="Trebuchet MS"/>
                <a:cs typeface="Trebuchet MS"/>
              </a:rPr>
              <a:t>e</a:t>
            </a:r>
            <a:r>
              <a:rPr dirty="0" sz="1400" spc="-254">
                <a:latin typeface="Trebuchet MS"/>
                <a:cs typeface="Trebuchet MS"/>
              </a:rPr>
              <a:t>n</a:t>
            </a:r>
            <a:r>
              <a:rPr dirty="0" sz="1400" spc="-200">
                <a:latin typeface="Trebuchet MS"/>
                <a:cs typeface="Trebuchet MS"/>
              </a:rPr>
              <a:t>t</a:t>
            </a:r>
            <a:r>
              <a:rPr dirty="0" sz="1400" spc="-204">
                <a:latin typeface="Trebuchet MS"/>
                <a:cs typeface="Trebuchet MS"/>
              </a:rPr>
              <a:t>y</a:t>
            </a:r>
            <a:r>
              <a:rPr dirty="0" sz="1400" spc="-180">
                <a:latin typeface="Trebuchet MS"/>
                <a:cs typeface="Trebuchet MS"/>
              </a:rPr>
              <a:t> </a:t>
            </a:r>
            <a:r>
              <a:rPr dirty="0" sz="1400" spc="-330">
                <a:latin typeface="Trebuchet MS"/>
                <a:cs typeface="Trebuchet MS"/>
              </a:rPr>
              <a:t>m</a:t>
            </a:r>
            <a:r>
              <a:rPr dirty="0" sz="1400" spc="-165">
                <a:latin typeface="Trebuchet MS"/>
                <a:cs typeface="Trebuchet MS"/>
              </a:rPr>
              <a:t>i</a:t>
            </a:r>
            <a:r>
              <a:rPr dirty="0" sz="1400" spc="-229">
                <a:latin typeface="Trebuchet MS"/>
                <a:cs typeface="Trebuchet MS"/>
              </a:rPr>
              <a:t>n</a:t>
            </a:r>
            <a:r>
              <a:rPr dirty="0" sz="1400" spc="-254">
                <a:latin typeface="Trebuchet MS"/>
                <a:cs typeface="Trebuchet MS"/>
              </a:rPr>
              <a:t>u</a:t>
            </a:r>
            <a:r>
              <a:rPr dirty="0" sz="1400" spc="-200">
                <a:latin typeface="Trebuchet MS"/>
                <a:cs typeface="Trebuchet MS"/>
              </a:rPr>
              <a:t>t</a:t>
            </a:r>
            <a:r>
              <a:rPr dirty="0" sz="1400" spc="-250">
                <a:latin typeface="Trebuchet MS"/>
                <a:cs typeface="Trebuchet MS"/>
              </a:rPr>
              <a:t>e</a:t>
            </a:r>
            <a:r>
              <a:rPr dirty="0" sz="1400" spc="-55">
                <a:latin typeface="Trebuchet MS"/>
                <a:cs typeface="Trebuchet MS"/>
              </a:rPr>
              <a:t>s  </a:t>
            </a:r>
            <a:r>
              <a:rPr dirty="0" sz="1400" spc="-200">
                <a:latin typeface="Trebuchet MS"/>
                <a:cs typeface="Trebuchet MS"/>
              </a:rPr>
              <a:t>usually”</a:t>
            </a:r>
            <a:endParaRPr sz="1400">
              <a:latin typeface="Trebuchet MS"/>
              <a:cs typeface="Trebuchet MS"/>
            </a:endParaRPr>
          </a:p>
        </p:txBody>
      </p:sp>
      <p:pic>
        <p:nvPicPr>
          <p:cNvPr id="34" name="object 3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9329" y="1453951"/>
            <a:ext cx="486896" cy="18511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0183" y="1805939"/>
            <a:ext cx="8184642" cy="358901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83431" y="6524434"/>
            <a:ext cx="61558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3647" y="3220199"/>
            <a:ext cx="6195822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7742681" cy="1445514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8119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3.6.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GAN,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XAI,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Synthetic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Training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Data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0248" y="1443177"/>
            <a:ext cx="5116830" cy="2797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34484" y="2325623"/>
            <a:ext cx="4670298" cy="162382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923288"/>
            <a:ext cx="662177" cy="189737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556259" y="2200655"/>
            <a:ext cx="3893820" cy="3286125"/>
            <a:chOff x="556259" y="2200655"/>
            <a:chExt cx="3893820" cy="3286125"/>
          </a:xfrm>
        </p:grpSpPr>
        <p:sp>
          <p:nvSpPr>
            <p:cNvPr id="11" name="object 11"/>
            <p:cNvSpPr/>
            <p:nvPr/>
          </p:nvSpPr>
          <p:spPr>
            <a:xfrm>
              <a:off x="559307" y="2203703"/>
              <a:ext cx="3888104" cy="3279775"/>
            </a:xfrm>
            <a:custGeom>
              <a:avLst/>
              <a:gdLst/>
              <a:ahLst/>
              <a:cxnLst/>
              <a:rect l="l" t="t" r="r" b="b"/>
              <a:pathLst>
                <a:path w="3888104" h="3279775">
                  <a:moveTo>
                    <a:pt x="0" y="3279648"/>
                  </a:moveTo>
                  <a:lnTo>
                    <a:pt x="3887724" y="3279648"/>
                  </a:lnTo>
                  <a:lnTo>
                    <a:pt x="3887724" y="0"/>
                  </a:lnTo>
                  <a:lnTo>
                    <a:pt x="0" y="0"/>
                  </a:lnTo>
                  <a:lnTo>
                    <a:pt x="0" y="3279648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743" y="2296667"/>
              <a:ext cx="3753611" cy="31120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202"/>
            <a:ext cx="2632710" cy="30101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37489" y="431419"/>
            <a:ext cx="38119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3.6.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GAN,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XAI,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Synthetic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Training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Data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8685276" y="6161532"/>
            <a:ext cx="792480" cy="216535"/>
            <a:chOff x="8685276" y="6161532"/>
            <a:chExt cx="792480" cy="216535"/>
          </a:xfrm>
        </p:grpSpPr>
        <p:sp>
          <p:nvSpPr>
            <p:cNvPr id="9" name="object 9"/>
            <p:cNvSpPr/>
            <p:nvPr/>
          </p:nvSpPr>
          <p:spPr>
            <a:xfrm>
              <a:off x="8685276" y="6161532"/>
              <a:ext cx="792480" cy="216535"/>
            </a:xfrm>
            <a:custGeom>
              <a:avLst/>
              <a:gdLst/>
              <a:ahLst/>
              <a:cxnLst/>
              <a:rect l="l" t="t" r="r" b="b"/>
              <a:pathLst>
                <a:path w="792479" h="216535">
                  <a:moveTo>
                    <a:pt x="684276" y="0"/>
                  </a:moveTo>
                  <a:lnTo>
                    <a:pt x="108203" y="0"/>
                  </a:lnTo>
                  <a:lnTo>
                    <a:pt x="66061" y="8504"/>
                  </a:lnTo>
                  <a:lnTo>
                    <a:pt x="31670" y="31694"/>
                  </a:lnTo>
                  <a:lnTo>
                    <a:pt x="8495" y="66088"/>
                  </a:lnTo>
                  <a:lnTo>
                    <a:pt x="0" y="108204"/>
                  </a:lnTo>
                  <a:lnTo>
                    <a:pt x="8495" y="150319"/>
                  </a:lnTo>
                  <a:lnTo>
                    <a:pt x="31670" y="184713"/>
                  </a:lnTo>
                  <a:lnTo>
                    <a:pt x="66061" y="207903"/>
                  </a:lnTo>
                  <a:lnTo>
                    <a:pt x="108203" y="216408"/>
                  </a:lnTo>
                  <a:lnTo>
                    <a:pt x="684276" y="216408"/>
                  </a:lnTo>
                  <a:lnTo>
                    <a:pt x="726418" y="207903"/>
                  </a:lnTo>
                  <a:lnTo>
                    <a:pt x="760809" y="184713"/>
                  </a:lnTo>
                  <a:lnTo>
                    <a:pt x="783984" y="150319"/>
                  </a:lnTo>
                  <a:lnTo>
                    <a:pt x="792479" y="108204"/>
                  </a:lnTo>
                  <a:lnTo>
                    <a:pt x="783984" y="66088"/>
                  </a:lnTo>
                  <a:lnTo>
                    <a:pt x="760809" y="31694"/>
                  </a:lnTo>
                  <a:lnTo>
                    <a:pt x="726418" y="8504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41308" y="6219444"/>
              <a:ext cx="285750" cy="102870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1001267" y="3956303"/>
            <a:ext cx="7900670" cy="1964689"/>
            <a:chOff x="1001267" y="3956303"/>
            <a:chExt cx="7900670" cy="1964689"/>
          </a:xfrm>
        </p:grpSpPr>
        <p:sp>
          <p:nvSpPr>
            <p:cNvPr id="12" name="object 12"/>
            <p:cNvSpPr/>
            <p:nvPr/>
          </p:nvSpPr>
          <p:spPr>
            <a:xfrm>
              <a:off x="1011173" y="4034789"/>
              <a:ext cx="7880984" cy="1876425"/>
            </a:xfrm>
            <a:custGeom>
              <a:avLst/>
              <a:gdLst/>
              <a:ahLst/>
              <a:cxnLst/>
              <a:rect l="l" t="t" r="r" b="b"/>
              <a:pathLst>
                <a:path w="7880984" h="1876425">
                  <a:moveTo>
                    <a:pt x="7880604" y="0"/>
                  </a:moveTo>
                  <a:lnTo>
                    <a:pt x="0" y="0"/>
                  </a:lnTo>
                  <a:lnTo>
                    <a:pt x="0" y="1876044"/>
                  </a:lnTo>
                  <a:lnTo>
                    <a:pt x="7880604" y="1876044"/>
                  </a:lnTo>
                  <a:lnTo>
                    <a:pt x="7880604" y="0"/>
                  </a:lnTo>
                  <a:close/>
                </a:path>
              </a:pathLst>
            </a:custGeom>
            <a:solidFill>
              <a:srgbClr val="183DAF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011173" y="4034789"/>
              <a:ext cx="7880984" cy="1876425"/>
            </a:xfrm>
            <a:custGeom>
              <a:avLst/>
              <a:gdLst/>
              <a:ahLst/>
              <a:cxnLst/>
              <a:rect l="l" t="t" r="r" b="b"/>
              <a:pathLst>
                <a:path w="7880984" h="1876425">
                  <a:moveTo>
                    <a:pt x="0" y="1876044"/>
                  </a:moveTo>
                  <a:lnTo>
                    <a:pt x="7880604" y="1876044"/>
                  </a:lnTo>
                  <a:lnTo>
                    <a:pt x="7880604" y="0"/>
                  </a:lnTo>
                  <a:lnTo>
                    <a:pt x="0" y="0"/>
                  </a:lnTo>
                  <a:lnTo>
                    <a:pt x="0" y="1876044"/>
                  </a:lnTo>
                  <a:close/>
                </a:path>
              </a:pathLst>
            </a:custGeom>
            <a:ln w="19812">
              <a:solidFill>
                <a:srgbClr val="183DAF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538978" y="4873751"/>
              <a:ext cx="893444" cy="317500"/>
            </a:xfrm>
            <a:custGeom>
              <a:avLst/>
              <a:gdLst/>
              <a:ahLst/>
              <a:cxnLst/>
              <a:rect l="l" t="t" r="r" b="b"/>
              <a:pathLst>
                <a:path w="893445" h="317500">
                  <a:moveTo>
                    <a:pt x="451866" y="38862"/>
                  </a:moveTo>
                  <a:lnTo>
                    <a:pt x="425958" y="25908"/>
                  </a:lnTo>
                  <a:lnTo>
                    <a:pt x="374142" y="0"/>
                  </a:lnTo>
                  <a:lnTo>
                    <a:pt x="374142" y="25908"/>
                  </a:lnTo>
                  <a:lnTo>
                    <a:pt x="0" y="25908"/>
                  </a:lnTo>
                  <a:lnTo>
                    <a:pt x="0" y="51816"/>
                  </a:lnTo>
                  <a:lnTo>
                    <a:pt x="374142" y="51816"/>
                  </a:lnTo>
                  <a:lnTo>
                    <a:pt x="374142" y="77724"/>
                  </a:lnTo>
                  <a:lnTo>
                    <a:pt x="425958" y="51816"/>
                  </a:lnTo>
                  <a:lnTo>
                    <a:pt x="451866" y="38862"/>
                  </a:lnTo>
                  <a:close/>
                </a:path>
                <a:path w="893445" h="317500">
                  <a:moveTo>
                    <a:pt x="893191" y="265176"/>
                  </a:moveTo>
                  <a:lnTo>
                    <a:pt x="297180" y="265176"/>
                  </a:lnTo>
                  <a:lnTo>
                    <a:pt x="297180" y="239268"/>
                  </a:lnTo>
                  <a:lnTo>
                    <a:pt x="219456" y="278130"/>
                  </a:lnTo>
                  <a:lnTo>
                    <a:pt x="297180" y="316992"/>
                  </a:lnTo>
                  <a:lnTo>
                    <a:pt x="297180" y="291084"/>
                  </a:lnTo>
                  <a:lnTo>
                    <a:pt x="893191" y="291084"/>
                  </a:lnTo>
                  <a:lnTo>
                    <a:pt x="893191" y="26517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053071" y="4416551"/>
              <a:ext cx="1367790" cy="12473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876806" y="4992623"/>
              <a:ext cx="1511935" cy="78105"/>
            </a:xfrm>
            <a:custGeom>
              <a:avLst/>
              <a:gdLst/>
              <a:ahLst/>
              <a:cxnLst/>
              <a:rect l="l" t="t" r="r" b="b"/>
              <a:pathLst>
                <a:path w="1511935" h="78104">
                  <a:moveTo>
                    <a:pt x="264922" y="38862"/>
                  </a:moveTo>
                  <a:lnTo>
                    <a:pt x="239001" y="25908"/>
                  </a:lnTo>
                  <a:lnTo>
                    <a:pt x="187198" y="0"/>
                  </a:lnTo>
                  <a:lnTo>
                    <a:pt x="187198" y="25908"/>
                  </a:lnTo>
                  <a:lnTo>
                    <a:pt x="0" y="25908"/>
                  </a:lnTo>
                  <a:lnTo>
                    <a:pt x="0" y="51816"/>
                  </a:lnTo>
                  <a:lnTo>
                    <a:pt x="187198" y="51816"/>
                  </a:lnTo>
                  <a:lnTo>
                    <a:pt x="187198" y="77724"/>
                  </a:lnTo>
                  <a:lnTo>
                    <a:pt x="239014" y="51816"/>
                  </a:lnTo>
                  <a:lnTo>
                    <a:pt x="264922" y="38862"/>
                  </a:lnTo>
                  <a:close/>
                </a:path>
                <a:path w="1511935" h="78104">
                  <a:moveTo>
                    <a:pt x="1511554" y="38862"/>
                  </a:moveTo>
                  <a:lnTo>
                    <a:pt x="1485646" y="25908"/>
                  </a:lnTo>
                  <a:lnTo>
                    <a:pt x="1433830" y="0"/>
                  </a:lnTo>
                  <a:lnTo>
                    <a:pt x="1433830" y="25908"/>
                  </a:lnTo>
                  <a:lnTo>
                    <a:pt x="1246632" y="25908"/>
                  </a:lnTo>
                  <a:lnTo>
                    <a:pt x="1246632" y="51816"/>
                  </a:lnTo>
                  <a:lnTo>
                    <a:pt x="1433830" y="51816"/>
                  </a:lnTo>
                  <a:lnTo>
                    <a:pt x="1433830" y="77724"/>
                  </a:lnTo>
                  <a:lnTo>
                    <a:pt x="1485646" y="51816"/>
                  </a:lnTo>
                  <a:lnTo>
                    <a:pt x="1511554" y="38862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3479" y="4645151"/>
              <a:ext cx="810768" cy="8092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167383" y="4639055"/>
              <a:ext cx="822960" cy="821690"/>
            </a:xfrm>
            <a:custGeom>
              <a:avLst/>
              <a:gdLst/>
              <a:ahLst/>
              <a:cxnLst/>
              <a:rect l="l" t="t" r="r" b="b"/>
              <a:pathLst>
                <a:path w="822960" h="821689">
                  <a:moveTo>
                    <a:pt x="0" y="821436"/>
                  </a:moveTo>
                  <a:lnTo>
                    <a:pt x="822960" y="821436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821436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98264" y="4645151"/>
              <a:ext cx="1312545" cy="809625"/>
            </a:xfrm>
            <a:custGeom>
              <a:avLst/>
              <a:gdLst/>
              <a:ahLst/>
              <a:cxnLst/>
              <a:rect l="l" t="t" r="r" b="b"/>
              <a:pathLst>
                <a:path w="1312545" h="809625">
                  <a:moveTo>
                    <a:pt x="1312164" y="0"/>
                  </a:moveTo>
                  <a:lnTo>
                    <a:pt x="0" y="0"/>
                  </a:lnTo>
                  <a:lnTo>
                    <a:pt x="0" y="809244"/>
                  </a:lnTo>
                  <a:lnTo>
                    <a:pt x="1312164" y="809244"/>
                  </a:lnTo>
                  <a:lnTo>
                    <a:pt x="131216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398264" y="4645151"/>
              <a:ext cx="1312545" cy="809625"/>
            </a:xfrm>
            <a:custGeom>
              <a:avLst/>
              <a:gdLst/>
              <a:ahLst/>
              <a:cxnLst/>
              <a:rect l="l" t="t" r="r" b="b"/>
              <a:pathLst>
                <a:path w="1312545" h="809625">
                  <a:moveTo>
                    <a:pt x="0" y="809244"/>
                  </a:moveTo>
                  <a:lnTo>
                    <a:pt x="1312164" y="809244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80924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063996" y="4683251"/>
              <a:ext cx="693420" cy="6949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057900" y="4677155"/>
              <a:ext cx="706120" cy="708025"/>
            </a:xfrm>
            <a:custGeom>
              <a:avLst/>
              <a:gdLst/>
              <a:ahLst/>
              <a:cxnLst/>
              <a:rect l="l" t="t" r="r" b="b"/>
              <a:pathLst>
                <a:path w="706120" h="708025">
                  <a:moveTo>
                    <a:pt x="352933" y="0"/>
                  </a:moveTo>
                  <a:lnTo>
                    <a:pt x="424052" y="7239"/>
                  </a:lnTo>
                  <a:lnTo>
                    <a:pt x="490347" y="27813"/>
                  </a:lnTo>
                  <a:lnTo>
                    <a:pt x="550418" y="60579"/>
                  </a:lnTo>
                  <a:lnTo>
                    <a:pt x="602488" y="103759"/>
                  </a:lnTo>
                  <a:lnTo>
                    <a:pt x="645795" y="155829"/>
                  </a:lnTo>
                  <a:lnTo>
                    <a:pt x="678052" y="216027"/>
                  </a:lnTo>
                  <a:lnTo>
                    <a:pt x="698626" y="282321"/>
                  </a:lnTo>
                  <a:lnTo>
                    <a:pt x="705993" y="353695"/>
                  </a:lnTo>
                  <a:lnTo>
                    <a:pt x="703960" y="390144"/>
                  </a:lnTo>
                  <a:lnTo>
                    <a:pt x="690245" y="459105"/>
                  </a:lnTo>
                  <a:lnTo>
                    <a:pt x="663575" y="522478"/>
                  </a:lnTo>
                  <a:lnTo>
                    <a:pt x="625601" y="578739"/>
                  </a:lnTo>
                  <a:lnTo>
                    <a:pt x="577469" y="626745"/>
                  </a:lnTo>
                  <a:lnTo>
                    <a:pt x="521334" y="664718"/>
                  </a:lnTo>
                  <a:lnTo>
                    <a:pt x="457961" y="691769"/>
                  </a:lnTo>
                  <a:lnTo>
                    <a:pt x="388874" y="705485"/>
                  </a:lnTo>
                  <a:lnTo>
                    <a:pt x="352933" y="707517"/>
                  </a:lnTo>
                  <a:lnTo>
                    <a:pt x="316991" y="705485"/>
                  </a:lnTo>
                  <a:lnTo>
                    <a:pt x="247903" y="691769"/>
                  </a:lnTo>
                  <a:lnTo>
                    <a:pt x="184912" y="664718"/>
                  </a:lnTo>
                  <a:lnTo>
                    <a:pt x="128397" y="626745"/>
                  </a:lnTo>
                  <a:lnTo>
                    <a:pt x="80772" y="578739"/>
                  </a:lnTo>
                  <a:lnTo>
                    <a:pt x="42799" y="522478"/>
                  </a:lnTo>
                  <a:lnTo>
                    <a:pt x="15748" y="459105"/>
                  </a:lnTo>
                  <a:lnTo>
                    <a:pt x="2032" y="390144"/>
                  </a:lnTo>
                  <a:lnTo>
                    <a:pt x="0" y="353695"/>
                  </a:lnTo>
                  <a:lnTo>
                    <a:pt x="2032" y="317373"/>
                  </a:lnTo>
                  <a:lnTo>
                    <a:pt x="15748" y="248412"/>
                  </a:lnTo>
                  <a:lnTo>
                    <a:pt x="42799" y="184912"/>
                  </a:lnTo>
                  <a:lnTo>
                    <a:pt x="80772" y="128778"/>
                  </a:lnTo>
                  <a:lnTo>
                    <a:pt x="128397" y="80772"/>
                  </a:lnTo>
                  <a:lnTo>
                    <a:pt x="184912" y="42799"/>
                  </a:lnTo>
                  <a:lnTo>
                    <a:pt x="247903" y="15748"/>
                  </a:lnTo>
                  <a:lnTo>
                    <a:pt x="316991" y="2032"/>
                  </a:lnTo>
                  <a:lnTo>
                    <a:pt x="352933" y="0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49095" y="4413503"/>
              <a:ext cx="566166" cy="10896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64919" y="5516879"/>
              <a:ext cx="581406" cy="13944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633216" y="5521451"/>
              <a:ext cx="593610" cy="30558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760976" y="5521451"/>
              <a:ext cx="607326" cy="30558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22847" y="5521451"/>
              <a:ext cx="784098" cy="12420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179319" y="4645151"/>
              <a:ext cx="963294" cy="809625"/>
            </a:xfrm>
            <a:custGeom>
              <a:avLst/>
              <a:gdLst/>
              <a:ahLst/>
              <a:cxnLst/>
              <a:rect l="l" t="t" r="r" b="b"/>
              <a:pathLst>
                <a:path w="963294" h="809625">
                  <a:moveTo>
                    <a:pt x="963168" y="0"/>
                  </a:moveTo>
                  <a:lnTo>
                    <a:pt x="0" y="0"/>
                  </a:lnTo>
                  <a:lnTo>
                    <a:pt x="0" y="809244"/>
                  </a:lnTo>
                  <a:lnTo>
                    <a:pt x="963168" y="809244"/>
                  </a:lnTo>
                  <a:lnTo>
                    <a:pt x="96316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2179319" y="4645151"/>
              <a:ext cx="963294" cy="809625"/>
            </a:xfrm>
            <a:custGeom>
              <a:avLst/>
              <a:gdLst/>
              <a:ahLst/>
              <a:cxnLst/>
              <a:rect l="l" t="t" r="r" b="b"/>
              <a:pathLst>
                <a:path w="963294" h="809625">
                  <a:moveTo>
                    <a:pt x="0" y="809244"/>
                  </a:moveTo>
                  <a:lnTo>
                    <a:pt x="963168" y="809244"/>
                  </a:lnTo>
                  <a:lnTo>
                    <a:pt x="963168" y="0"/>
                  </a:lnTo>
                  <a:lnTo>
                    <a:pt x="0" y="0"/>
                  </a:lnTo>
                  <a:lnTo>
                    <a:pt x="0" y="80924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98775" y="4750307"/>
              <a:ext cx="552462" cy="56769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436619" y="4645151"/>
              <a:ext cx="965200" cy="809625"/>
            </a:xfrm>
            <a:custGeom>
              <a:avLst/>
              <a:gdLst/>
              <a:ahLst/>
              <a:cxnLst/>
              <a:rect l="l" t="t" r="r" b="b"/>
              <a:pathLst>
                <a:path w="965200" h="809625">
                  <a:moveTo>
                    <a:pt x="964691" y="0"/>
                  </a:moveTo>
                  <a:lnTo>
                    <a:pt x="0" y="0"/>
                  </a:lnTo>
                  <a:lnTo>
                    <a:pt x="0" y="809244"/>
                  </a:lnTo>
                  <a:lnTo>
                    <a:pt x="964691" y="809244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436619" y="4645151"/>
              <a:ext cx="965200" cy="809625"/>
            </a:xfrm>
            <a:custGeom>
              <a:avLst/>
              <a:gdLst/>
              <a:ahLst/>
              <a:cxnLst/>
              <a:rect l="l" t="t" r="r" b="b"/>
              <a:pathLst>
                <a:path w="965200" h="809625">
                  <a:moveTo>
                    <a:pt x="0" y="809244"/>
                  </a:moveTo>
                  <a:lnTo>
                    <a:pt x="964691" y="809244"/>
                  </a:lnTo>
                  <a:lnTo>
                    <a:pt x="964691" y="0"/>
                  </a:lnTo>
                  <a:lnTo>
                    <a:pt x="0" y="0"/>
                  </a:lnTo>
                  <a:lnTo>
                    <a:pt x="0" y="809244"/>
                  </a:lnTo>
                  <a:close/>
                </a:path>
              </a:pathLst>
            </a:custGeom>
            <a:ln w="12192">
              <a:solidFill>
                <a:srgbClr val="3366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91483" y="4678679"/>
              <a:ext cx="854963" cy="705612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1111757" y="3975353"/>
              <a:ext cx="7527925" cy="0"/>
            </a:xfrm>
            <a:custGeom>
              <a:avLst/>
              <a:gdLst/>
              <a:ahLst/>
              <a:cxnLst/>
              <a:rect l="l" t="t" r="r" b="b"/>
              <a:pathLst>
                <a:path w="7527925" h="0">
                  <a:moveTo>
                    <a:pt x="0" y="0"/>
                  </a:moveTo>
                  <a:lnTo>
                    <a:pt x="7527925" y="0"/>
                  </a:lnTo>
                </a:path>
              </a:pathLst>
            </a:custGeom>
            <a:ln w="38100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881627" y="4431029"/>
              <a:ext cx="78105" cy="265430"/>
            </a:xfrm>
            <a:custGeom>
              <a:avLst/>
              <a:gdLst/>
              <a:ahLst/>
              <a:cxnLst/>
              <a:rect l="l" t="t" r="r" b="b"/>
              <a:pathLst>
                <a:path w="78104" h="265429">
                  <a:moveTo>
                    <a:pt x="25908" y="187198"/>
                  </a:moveTo>
                  <a:lnTo>
                    <a:pt x="0" y="187198"/>
                  </a:lnTo>
                  <a:lnTo>
                    <a:pt x="38862" y="264922"/>
                  </a:lnTo>
                  <a:lnTo>
                    <a:pt x="71247" y="200152"/>
                  </a:lnTo>
                  <a:lnTo>
                    <a:pt x="25908" y="200152"/>
                  </a:lnTo>
                  <a:lnTo>
                    <a:pt x="25908" y="187198"/>
                  </a:lnTo>
                  <a:close/>
                </a:path>
                <a:path w="78104" h="265429">
                  <a:moveTo>
                    <a:pt x="51816" y="0"/>
                  </a:moveTo>
                  <a:lnTo>
                    <a:pt x="25908" y="0"/>
                  </a:lnTo>
                  <a:lnTo>
                    <a:pt x="25908" y="200152"/>
                  </a:lnTo>
                  <a:lnTo>
                    <a:pt x="51816" y="200152"/>
                  </a:lnTo>
                  <a:lnTo>
                    <a:pt x="51816" y="0"/>
                  </a:lnTo>
                  <a:close/>
                </a:path>
                <a:path w="78104" h="265429">
                  <a:moveTo>
                    <a:pt x="77724" y="187198"/>
                  </a:moveTo>
                  <a:lnTo>
                    <a:pt x="51816" y="187198"/>
                  </a:lnTo>
                  <a:lnTo>
                    <a:pt x="51816" y="200152"/>
                  </a:lnTo>
                  <a:lnTo>
                    <a:pt x="71247" y="200152"/>
                  </a:lnTo>
                  <a:lnTo>
                    <a:pt x="77724" y="18719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98163" y="4096511"/>
              <a:ext cx="641603" cy="46024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44439" y="5244083"/>
              <a:ext cx="454151" cy="19811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610100" y="5227319"/>
              <a:ext cx="422148" cy="211836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491227" y="4704575"/>
              <a:ext cx="875550" cy="521982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1161288" y="2301239"/>
            <a:ext cx="4838065" cy="1362710"/>
            <a:chOff x="1161288" y="2301239"/>
            <a:chExt cx="4838065" cy="1362710"/>
          </a:xfrm>
        </p:grpSpPr>
        <p:sp>
          <p:nvSpPr>
            <p:cNvPr id="41" name="object 41"/>
            <p:cNvSpPr/>
            <p:nvPr/>
          </p:nvSpPr>
          <p:spPr>
            <a:xfrm>
              <a:off x="5570982" y="3209543"/>
              <a:ext cx="428625" cy="78105"/>
            </a:xfrm>
            <a:custGeom>
              <a:avLst/>
              <a:gdLst/>
              <a:ahLst/>
              <a:cxnLst/>
              <a:rect l="l" t="t" r="r" b="b"/>
              <a:pathLst>
                <a:path w="428625" h="78104">
                  <a:moveTo>
                    <a:pt x="350646" y="0"/>
                  </a:moveTo>
                  <a:lnTo>
                    <a:pt x="350646" y="77723"/>
                  </a:lnTo>
                  <a:lnTo>
                    <a:pt x="402462" y="51815"/>
                  </a:lnTo>
                  <a:lnTo>
                    <a:pt x="363600" y="51815"/>
                  </a:lnTo>
                  <a:lnTo>
                    <a:pt x="363600" y="25907"/>
                  </a:lnTo>
                  <a:lnTo>
                    <a:pt x="402462" y="25907"/>
                  </a:lnTo>
                  <a:lnTo>
                    <a:pt x="350646" y="0"/>
                  </a:lnTo>
                  <a:close/>
                </a:path>
                <a:path w="428625" h="78104">
                  <a:moveTo>
                    <a:pt x="350646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350646" y="51815"/>
                  </a:lnTo>
                  <a:lnTo>
                    <a:pt x="350646" y="25907"/>
                  </a:lnTo>
                  <a:close/>
                </a:path>
                <a:path w="428625" h="78104">
                  <a:moveTo>
                    <a:pt x="402462" y="25907"/>
                  </a:moveTo>
                  <a:lnTo>
                    <a:pt x="363600" y="25907"/>
                  </a:lnTo>
                  <a:lnTo>
                    <a:pt x="363600" y="51815"/>
                  </a:lnTo>
                  <a:lnTo>
                    <a:pt x="402462" y="51815"/>
                  </a:lnTo>
                  <a:lnTo>
                    <a:pt x="428370" y="38861"/>
                  </a:lnTo>
                  <a:lnTo>
                    <a:pt x="402462" y="2590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398264" y="2842259"/>
              <a:ext cx="1312545" cy="809625"/>
            </a:xfrm>
            <a:custGeom>
              <a:avLst/>
              <a:gdLst/>
              <a:ahLst/>
              <a:cxnLst/>
              <a:rect l="l" t="t" r="r" b="b"/>
              <a:pathLst>
                <a:path w="1312545" h="809625">
                  <a:moveTo>
                    <a:pt x="0" y="809244"/>
                  </a:moveTo>
                  <a:lnTo>
                    <a:pt x="1312164" y="809244"/>
                  </a:lnTo>
                  <a:lnTo>
                    <a:pt x="1312164" y="0"/>
                  </a:lnTo>
                  <a:lnTo>
                    <a:pt x="0" y="0"/>
                  </a:lnTo>
                  <a:lnTo>
                    <a:pt x="0" y="809244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744228" y="3203481"/>
              <a:ext cx="624061" cy="10131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1876806" y="3209543"/>
              <a:ext cx="265430" cy="78105"/>
            </a:xfrm>
            <a:custGeom>
              <a:avLst/>
              <a:gdLst/>
              <a:ahLst/>
              <a:cxnLst/>
              <a:rect l="l" t="t" r="r" b="b"/>
              <a:pathLst>
                <a:path w="265430" h="78104">
                  <a:moveTo>
                    <a:pt x="187198" y="0"/>
                  </a:moveTo>
                  <a:lnTo>
                    <a:pt x="187198" y="77723"/>
                  </a:lnTo>
                  <a:lnTo>
                    <a:pt x="239013" y="51815"/>
                  </a:lnTo>
                  <a:lnTo>
                    <a:pt x="200151" y="51815"/>
                  </a:lnTo>
                  <a:lnTo>
                    <a:pt x="200151" y="25907"/>
                  </a:lnTo>
                  <a:lnTo>
                    <a:pt x="239013" y="25907"/>
                  </a:lnTo>
                  <a:lnTo>
                    <a:pt x="187198" y="0"/>
                  </a:lnTo>
                  <a:close/>
                </a:path>
                <a:path w="265430" h="78104">
                  <a:moveTo>
                    <a:pt x="187198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187198" y="51815"/>
                  </a:lnTo>
                  <a:lnTo>
                    <a:pt x="187198" y="25907"/>
                  </a:lnTo>
                  <a:close/>
                </a:path>
                <a:path w="265430" h="78104">
                  <a:moveTo>
                    <a:pt x="239013" y="25907"/>
                  </a:moveTo>
                  <a:lnTo>
                    <a:pt x="200151" y="25907"/>
                  </a:lnTo>
                  <a:lnTo>
                    <a:pt x="200151" y="51815"/>
                  </a:lnTo>
                  <a:lnTo>
                    <a:pt x="239013" y="51815"/>
                  </a:lnTo>
                  <a:lnTo>
                    <a:pt x="264921" y="38861"/>
                  </a:lnTo>
                  <a:lnTo>
                    <a:pt x="239013" y="2590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73480" y="2842259"/>
              <a:ext cx="810768" cy="809244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167384" y="2836163"/>
              <a:ext cx="822960" cy="821690"/>
            </a:xfrm>
            <a:custGeom>
              <a:avLst/>
              <a:gdLst/>
              <a:ahLst/>
              <a:cxnLst/>
              <a:rect l="l" t="t" r="r" b="b"/>
              <a:pathLst>
                <a:path w="822960" h="821689">
                  <a:moveTo>
                    <a:pt x="0" y="821436"/>
                  </a:moveTo>
                  <a:lnTo>
                    <a:pt x="822960" y="821436"/>
                  </a:lnTo>
                  <a:lnTo>
                    <a:pt x="822960" y="0"/>
                  </a:lnTo>
                  <a:lnTo>
                    <a:pt x="0" y="0"/>
                  </a:lnTo>
                  <a:lnTo>
                    <a:pt x="0" y="821436"/>
                  </a:lnTo>
                  <a:close/>
                </a:path>
              </a:pathLst>
            </a:custGeom>
            <a:ln w="12191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3123438" y="3209543"/>
              <a:ext cx="265430" cy="78105"/>
            </a:xfrm>
            <a:custGeom>
              <a:avLst/>
              <a:gdLst/>
              <a:ahLst/>
              <a:cxnLst/>
              <a:rect l="l" t="t" r="r" b="b"/>
              <a:pathLst>
                <a:path w="265429" h="78104">
                  <a:moveTo>
                    <a:pt x="187198" y="0"/>
                  </a:moveTo>
                  <a:lnTo>
                    <a:pt x="187198" y="77723"/>
                  </a:lnTo>
                  <a:lnTo>
                    <a:pt x="239013" y="51815"/>
                  </a:lnTo>
                  <a:lnTo>
                    <a:pt x="200151" y="51815"/>
                  </a:lnTo>
                  <a:lnTo>
                    <a:pt x="200151" y="25907"/>
                  </a:lnTo>
                  <a:lnTo>
                    <a:pt x="239013" y="25907"/>
                  </a:lnTo>
                  <a:lnTo>
                    <a:pt x="187198" y="0"/>
                  </a:lnTo>
                  <a:close/>
                </a:path>
                <a:path w="265429" h="78104">
                  <a:moveTo>
                    <a:pt x="187198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187198" y="51815"/>
                  </a:lnTo>
                  <a:lnTo>
                    <a:pt x="187198" y="25907"/>
                  </a:lnTo>
                  <a:close/>
                </a:path>
                <a:path w="265429" h="78104">
                  <a:moveTo>
                    <a:pt x="239013" y="25907"/>
                  </a:moveTo>
                  <a:lnTo>
                    <a:pt x="200151" y="25907"/>
                  </a:lnTo>
                  <a:lnTo>
                    <a:pt x="200151" y="51815"/>
                  </a:lnTo>
                  <a:lnTo>
                    <a:pt x="239013" y="51815"/>
                  </a:lnTo>
                  <a:lnTo>
                    <a:pt x="264922" y="38861"/>
                  </a:lnTo>
                  <a:lnTo>
                    <a:pt x="239013" y="2590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179320" y="2842259"/>
              <a:ext cx="963294" cy="809625"/>
            </a:xfrm>
            <a:custGeom>
              <a:avLst/>
              <a:gdLst/>
              <a:ahLst/>
              <a:cxnLst/>
              <a:rect l="l" t="t" r="r" b="b"/>
              <a:pathLst>
                <a:path w="963294" h="809625">
                  <a:moveTo>
                    <a:pt x="0" y="809244"/>
                  </a:moveTo>
                  <a:lnTo>
                    <a:pt x="963168" y="809244"/>
                  </a:lnTo>
                  <a:lnTo>
                    <a:pt x="963168" y="0"/>
                  </a:lnTo>
                  <a:lnTo>
                    <a:pt x="0" y="0"/>
                  </a:lnTo>
                  <a:lnTo>
                    <a:pt x="0" y="809244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473452" y="3105899"/>
              <a:ext cx="374154" cy="27966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3436620" y="2842259"/>
              <a:ext cx="965200" cy="809625"/>
            </a:xfrm>
            <a:custGeom>
              <a:avLst/>
              <a:gdLst/>
              <a:ahLst/>
              <a:cxnLst/>
              <a:rect l="l" t="t" r="r" b="b"/>
              <a:pathLst>
                <a:path w="965200" h="809625">
                  <a:moveTo>
                    <a:pt x="0" y="809244"/>
                  </a:moveTo>
                  <a:lnTo>
                    <a:pt x="964691" y="809244"/>
                  </a:lnTo>
                  <a:lnTo>
                    <a:pt x="964691" y="0"/>
                  </a:lnTo>
                  <a:lnTo>
                    <a:pt x="0" y="0"/>
                  </a:lnTo>
                  <a:lnTo>
                    <a:pt x="0" y="809244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88436" y="2862071"/>
              <a:ext cx="862584" cy="58216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55665" y="3450403"/>
              <a:ext cx="99648" cy="15309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857375" y="3450403"/>
              <a:ext cx="131694" cy="15309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172848" y="3450403"/>
              <a:ext cx="127117" cy="153094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881627" y="2635757"/>
              <a:ext cx="78105" cy="265430"/>
            </a:xfrm>
            <a:custGeom>
              <a:avLst/>
              <a:gdLst/>
              <a:ahLst/>
              <a:cxnLst/>
              <a:rect l="l" t="t" r="r" b="b"/>
              <a:pathLst>
                <a:path w="78104" h="265430">
                  <a:moveTo>
                    <a:pt x="25908" y="187197"/>
                  </a:moveTo>
                  <a:lnTo>
                    <a:pt x="0" y="187197"/>
                  </a:lnTo>
                  <a:lnTo>
                    <a:pt x="38862" y="264921"/>
                  </a:lnTo>
                  <a:lnTo>
                    <a:pt x="71247" y="200151"/>
                  </a:lnTo>
                  <a:lnTo>
                    <a:pt x="25908" y="200151"/>
                  </a:lnTo>
                  <a:lnTo>
                    <a:pt x="25908" y="187197"/>
                  </a:lnTo>
                  <a:close/>
                </a:path>
                <a:path w="78104" h="265430">
                  <a:moveTo>
                    <a:pt x="51816" y="0"/>
                  </a:moveTo>
                  <a:lnTo>
                    <a:pt x="25908" y="0"/>
                  </a:lnTo>
                  <a:lnTo>
                    <a:pt x="25908" y="200151"/>
                  </a:lnTo>
                  <a:lnTo>
                    <a:pt x="51816" y="200151"/>
                  </a:lnTo>
                  <a:lnTo>
                    <a:pt x="51816" y="0"/>
                  </a:lnTo>
                  <a:close/>
                </a:path>
                <a:path w="78104" h="265430">
                  <a:moveTo>
                    <a:pt x="77724" y="187197"/>
                  </a:moveTo>
                  <a:lnTo>
                    <a:pt x="51816" y="187197"/>
                  </a:lnTo>
                  <a:lnTo>
                    <a:pt x="51816" y="200151"/>
                  </a:lnTo>
                  <a:lnTo>
                    <a:pt x="71247" y="200151"/>
                  </a:lnTo>
                  <a:lnTo>
                    <a:pt x="77724" y="18719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598164" y="2301239"/>
              <a:ext cx="641603" cy="460248"/>
            </a:xfrm>
            <a:prstGeom prst="rect">
              <a:avLst/>
            </a:prstGeom>
          </p:spPr>
        </p:pic>
      </p:grpSp>
      <p:grpSp>
        <p:nvGrpSpPr>
          <p:cNvPr id="57" name="object 57"/>
          <p:cNvGrpSpPr/>
          <p:nvPr/>
        </p:nvGrpSpPr>
        <p:grpSpPr>
          <a:xfrm>
            <a:off x="6051803" y="2887979"/>
            <a:ext cx="718185" cy="718185"/>
            <a:chOff x="6051803" y="2887979"/>
            <a:chExt cx="718185" cy="718185"/>
          </a:xfrm>
        </p:grpSpPr>
        <p:pic>
          <p:nvPicPr>
            <p:cNvPr id="58" name="object 5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063995" y="2904616"/>
              <a:ext cx="693420" cy="688974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057899" y="2894075"/>
              <a:ext cx="706120" cy="706120"/>
            </a:xfrm>
            <a:custGeom>
              <a:avLst/>
              <a:gdLst/>
              <a:ahLst/>
              <a:cxnLst/>
              <a:rect l="l" t="t" r="r" b="b"/>
              <a:pathLst>
                <a:path w="706120" h="706120">
                  <a:moveTo>
                    <a:pt x="352933" y="0"/>
                  </a:moveTo>
                  <a:lnTo>
                    <a:pt x="424052" y="7238"/>
                  </a:lnTo>
                  <a:lnTo>
                    <a:pt x="490347" y="27812"/>
                  </a:lnTo>
                  <a:lnTo>
                    <a:pt x="550418" y="60198"/>
                  </a:lnTo>
                  <a:lnTo>
                    <a:pt x="602488" y="103377"/>
                  </a:lnTo>
                  <a:lnTo>
                    <a:pt x="645795" y="155828"/>
                  </a:lnTo>
                  <a:lnTo>
                    <a:pt x="678052" y="215646"/>
                  </a:lnTo>
                  <a:lnTo>
                    <a:pt x="698626" y="281939"/>
                  </a:lnTo>
                  <a:lnTo>
                    <a:pt x="705993" y="352933"/>
                  </a:lnTo>
                  <a:lnTo>
                    <a:pt x="703960" y="388874"/>
                  </a:lnTo>
                  <a:lnTo>
                    <a:pt x="690245" y="457962"/>
                  </a:lnTo>
                  <a:lnTo>
                    <a:pt x="663575" y="521335"/>
                  </a:lnTo>
                  <a:lnTo>
                    <a:pt x="625601" y="577469"/>
                  </a:lnTo>
                  <a:lnTo>
                    <a:pt x="577469" y="625601"/>
                  </a:lnTo>
                  <a:lnTo>
                    <a:pt x="521334" y="663575"/>
                  </a:lnTo>
                  <a:lnTo>
                    <a:pt x="457961" y="690245"/>
                  </a:lnTo>
                  <a:lnTo>
                    <a:pt x="388874" y="703961"/>
                  </a:lnTo>
                  <a:lnTo>
                    <a:pt x="352933" y="705993"/>
                  </a:lnTo>
                  <a:lnTo>
                    <a:pt x="316991" y="703961"/>
                  </a:lnTo>
                  <a:lnTo>
                    <a:pt x="247903" y="690245"/>
                  </a:lnTo>
                  <a:lnTo>
                    <a:pt x="184912" y="663575"/>
                  </a:lnTo>
                  <a:lnTo>
                    <a:pt x="128397" y="625601"/>
                  </a:lnTo>
                  <a:lnTo>
                    <a:pt x="80772" y="577469"/>
                  </a:lnTo>
                  <a:lnTo>
                    <a:pt x="42799" y="521335"/>
                  </a:lnTo>
                  <a:lnTo>
                    <a:pt x="15748" y="457962"/>
                  </a:lnTo>
                  <a:lnTo>
                    <a:pt x="2032" y="388874"/>
                  </a:lnTo>
                  <a:lnTo>
                    <a:pt x="0" y="352933"/>
                  </a:lnTo>
                  <a:lnTo>
                    <a:pt x="2032" y="316991"/>
                  </a:lnTo>
                  <a:lnTo>
                    <a:pt x="15748" y="247903"/>
                  </a:lnTo>
                  <a:lnTo>
                    <a:pt x="42799" y="184912"/>
                  </a:lnTo>
                  <a:lnTo>
                    <a:pt x="80772" y="128397"/>
                  </a:lnTo>
                  <a:lnTo>
                    <a:pt x="128397" y="80772"/>
                  </a:lnTo>
                  <a:lnTo>
                    <a:pt x="184912" y="42799"/>
                  </a:lnTo>
                  <a:lnTo>
                    <a:pt x="247903" y="15748"/>
                  </a:lnTo>
                  <a:lnTo>
                    <a:pt x="316991" y="2032"/>
                  </a:lnTo>
                  <a:lnTo>
                    <a:pt x="352933" y="0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60" name="object 60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053071" y="2543543"/>
            <a:ext cx="1387602" cy="1218450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1312195" y="2619882"/>
            <a:ext cx="331438" cy="136271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280178" y="3718586"/>
            <a:ext cx="555479" cy="128751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560064" y="3713988"/>
            <a:ext cx="718565" cy="11048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921059" y="3718586"/>
            <a:ext cx="273494" cy="128751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054852" y="3715511"/>
            <a:ext cx="720090" cy="115062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54736" y="1923288"/>
            <a:ext cx="1559814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1970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381190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3.6.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GAN,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XAI,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Synthetic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Training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Data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03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819" y="1443177"/>
            <a:ext cx="3096006" cy="302564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676131" y="6161532"/>
            <a:ext cx="792480" cy="216535"/>
            <a:chOff x="8676131" y="6161532"/>
            <a:chExt cx="792480" cy="216535"/>
          </a:xfrm>
        </p:grpSpPr>
        <p:sp>
          <p:nvSpPr>
            <p:cNvPr id="9" name="object 9"/>
            <p:cNvSpPr/>
            <p:nvPr/>
          </p:nvSpPr>
          <p:spPr>
            <a:xfrm>
              <a:off x="8676131" y="6161532"/>
              <a:ext cx="792480" cy="216535"/>
            </a:xfrm>
            <a:custGeom>
              <a:avLst/>
              <a:gdLst/>
              <a:ahLst/>
              <a:cxnLst/>
              <a:rect l="l" t="t" r="r" b="b"/>
              <a:pathLst>
                <a:path w="792479" h="216535">
                  <a:moveTo>
                    <a:pt x="684276" y="0"/>
                  </a:moveTo>
                  <a:lnTo>
                    <a:pt x="108203" y="0"/>
                  </a:lnTo>
                  <a:lnTo>
                    <a:pt x="66061" y="8504"/>
                  </a:lnTo>
                  <a:lnTo>
                    <a:pt x="31670" y="31694"/>
                  </a:lnTo>
                  <a:lnTo>
                    <a:pt x="8495" y="66088"/>
                  </a:lnTo>
                  <a:lnTo>
                    <a:pt x="0" y="108204"/>
                  </a:lnTo>
                  <a:lnTo>
                    <a:pt x="8495" y="150319"/>
                  </a:lnTo>
                  <a:lnTo>
                    <a:pt x="31670" y="184713"/>
                  </a:lnTo>
                  <a:lnTo>
                    <a:pt x="66061" y="207903"/>
                  </a:lnTo>
                  <a:lnTo>
                    <a:pt x="108203" y="216408"/>
                  </a:lnTo>
                  <a:lnTo>
                    <a:pt x="684276" y="216408"/>
                  </a:lnTo>
                  <a:lnTo>
                    <a:pt x="726418" y="207903"/>
                  </a:lnTo>
                  <a:lnTo>
                    <a:pt x="760809" y="184713"/>
                  </a:lnTo>
                  <a:lnTo>
                    <a:pt x="783984" y="150319"/>
                  </a:lnTo>
                  <a:lnTo>
                    <a:pt x="792479" y="108204"/>
                  </a:lnTo>
                  <a:lnTo>
                    <a:pt x="783984" y="66088"/>
                  </a:lnTo>
                  <a:lnTo>
                    <a:pt x="760809" y="31694"/>
                  </a:lnTo>
                  <a:lnTo>
                    <a:pt x="726418" y="8504"/>
                  </a:lnTo>
                  <a:lnTo>
                    <a:pt x="68427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2163" y="6219444"/>
              <a:ext cx="285750" cy="102870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02352" y="2325623"/>
            <a:ext cx="4164329" cy="145618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736" y="1923288"/>
            <a:ext cx="2033777" cy="189737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556259" y="2214372"/>
            <a:ext cx="4398645" cy="3970020"/>
            <a:chOff x="556259" y="2214372"/>
            <a:chExt cx="4398645" cy="3970020"/>
          </a:xfrm>
        </p:grpSpPr>
        <p:sp>
          <p:nvSpPr>
            <p:cNvPr id="14" name="object 14"/>
            <p:cNvSpPr/>
            <p:nvPr/>
          </p:nvSpPr>
          <p:spPr>
            <a:xfrm>
              <a:off x="559307" y="2217420"/>
              <a:ext cx="4392295" cy="3964304"/>
            </a:xfrm>
            <a:custGeom>
              <a:avLst/>
              <a:gdLst/>
              <a:ahLst/>
              <a:cxnLst/>
              <a:rect l="l" t="t" r="r" b="b"/>
              <a:pathLst>
                <a:path w="4392295" h="3964304">
                  <a:moveTo>
                    <a:pt x="0" y="3963924"/>
                  </a:moveTo>
                  <a:lnTo>
                    <a:pt x="4392168" y="3963924"/>
                  </a:lnTo>
                  <a:lnTo>
                    <a:pt x="4392168" y="0"/>
                  </a:lnTo>
                  <a:lnTo>
                    <a:pt x="0" y="0"/>
                  </a:lnTo>
                  <a:lnTo>
                    <a:pt x="0" y="396392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100" y="3596639"/>
              <a:ext cx="810768" cy="876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50997" y="2396481"/>
              <a:ext cx="2784763" cy="330632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693163" y="2487168"/>
              <a:ext cx="299085" cy="3095625"/>
            </a:xfrm>
            <a:custGeom>
              <a:avLst/>
              <a:gdLst/>
              <a:ahLst/>
              <a:cxnLst/>
              <a:rect l="l" t="t" r="r" b="b"/>
              <a:pathLst>
                <a:path w="299085" h="3095625">
                  <a:moveTo>
                    <a:pt x="298704" y="3095244"/>
                  </a:moveTo>
                  <a:lnTo>
                    <a:pt x="251520" y="3072844"/>
                  </a:lnTo>
                  <a:lnTo>
                    <a:pt x="210525" y="3010473"/>
                  </a:lnTo>
                  <a:lnTo>
                    <a:pt x="193119" y="2966561"/>
                  </a:lnTo>
                  <a:lnTo>
                    <a:pt x="178186" y="2915372"/>
                  </a:lnTo>
                  <a:lnTo>
                    <a:pt x="166034" y="2857811"/>
                  </a:lnTo>
                  <a:lnTo>
                    <a:pt x="156971" y="2794784"/>
                  </a:lnTo>
                  <a:lnTo>
                    <a:pt x="151308" y="2727195"/>
                  </a:lnTo>
                  <a:lnTo>
                    <a:pt x="149352" y="2655951"/>
                  </a:lnTo>
                  <a:lnTo>
                    <a:pt x="149352" y="1972564"/>
                  </a:lnTo>
                  <a:lnTo>
                    <a:pt x="147395" y="1901319"/>
                  </a:lnTo>
                  <a:lnTo>
                    <a:pt x="141731" y="1833730"/>
                  </a:lnTo>
                  <a:lnTo>
                    <a:pt x="132669" y="1770703"/>
                  </a:lnTo>
                  <a:lnTo>
                    <a:pt x="120517" y="1713142"/>
                  </a:lnTo>
                  <a:lnTo>
                    <a:pt x="105584" y="1661953"/>
                  </a:lnTo>
                  <a:lnTo>
                    <a:pt x="88178" y="1618041"/>
                  </a:lnTo>
                  <a:lnTo>
                    <a:pt x="68608" y="1582312"/>
                  </a:lnTo>
                  <a:lnTo>
                    <a:pt x="24210" y="1539021"/>
                  </a:lnTo>
                  <a:lnTo>
                    <a:pt x="0" y="1533271"/>
                  </a:lnTo>
                  <a:lnTo>
                    <a:pt x="24210" y="1527523"/>
                  </a:lnTo>
                  <a:lnTo>
                    <a:pt x="68608" y="1484253"/>
                  </a:lnTo>
                  <a:lnTo>
                    <a:pt x="88178" y="1448536"/>
                  </a:lnTo>
                  <a:lnTo>
                    <a:pt x="105584" y="1404635"/>
                  </a:lnTo>
                  <a:lnTo>
                    <a:pt x="120517" y="1353454"/>
                  </a:lnTo>
                  <a:lnTo>
                    <a:pt x="132669" y="1295894"/>
                  </a:lnTo>
                  <a:lnTo>
                    <a:pt x="141732" y="1232860"/>
                  </a:lnTo>
                  <a:lnTo>
                    <a:pt x="147395" y="1165253"/>
                  </a:lnTo>
                  <a:lnTo>
                    <a:pt x="149352" y="1093978"/>
                  </a:lnTo>
                  <a:lnTo>
                    <a:pt x="149352" y="439293"/>
                  </a:lnTo>
                  <a:lnTo>
                    <a:pt x="151308" y="368048"/>
                  </a:lnTo>
                  <a:lnTo>
                    <a:pt x="156972" y="300459"/>
                  </a:lnTo>
                  <a:lnTo>
                    <a:pt x="166034" y="237432"/>
                  </a:lnTo>
                  <a:lnTo>
                    <a:pt x="178186" y="179871"/>
                  </a:lnTo>
                  <a:lnTo>
                    <a:pt x="193119" y="128682"/>
                  </a:lnTo>
                  <a:lnTo>
                    <a:pt x="210525" y="84770"/>
                  </a:lnTo>
                  <a:lnTo>
                    <a:pt x="230095" y="49041"/>
                  </a:lnTo>
                  <a:lnTo>
                    <a:pt x="274493" y="5750"/>
                  </a:lnTo>
                  <a:lnTo>
                    <a:pt x="298704" y="0"/>
                  </a:lnTo>
                </a:path>
              </a:pathLst>
            </a:custGeom>
            <a:ln w="6096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73607" y="4572000"/>
              <a:ext cx="1066038" cy="35890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53412" y="5736336"/>
              <a:ext cx="2196845" cy="3589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6036" y="6524434"/>
            <a:ext cx="85905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7366254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6422898" cy="1404366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138239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4.1.</a:t>
            </a:r>
            <a:r>
              <a:rPr dirty="0" spc="-40"/>
              <a:t> </a:t>
            </a:r>
            <a:r>
              <a:rPr dirty="0" spc="-5"/>
              <a:t>AI</a:t>
            </a:r>
            <a:r>
              <a:rPr dirty="0" spc="-35"/>
              <a:t> </a:t>
            </a:r>
            <a:r>
              <a:rPr dirty="0" spc="-5"/>
              <a:t>Trends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7500" y="4636008"/>
            <a:ext cx="147827" cy="14935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893432" y="3098673"/>
            <a:ext cx="1529715" cy="17233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29">
                <a:latin typeface="Trebuchet MS"/>
                <a:cs typeface="Trebuchet MS"/>
              </a:rPr>
              <a:t>A</a:t>
            </a:r>
            <a:r>
              <a:rPr dirty="0" sz="1300" spc="-240">
                <a:latin typeface="Trebuchet MS"/>
                <a:cs typeface="Trebuchet MS"/>
              </a:rPr>
              <a:t>p</a:t>
            </a:r>
            <a:r>
              <a:rPr dirty="0" sz="1300" spc="-235">
                <a:latin typeface="Trebuchet MS"/>
                <a:cs typeface="Trebuchet MS"/>
              </a:rPr>
              <a:t>p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55">
                <a:latin typeface="Trebuchet MS"/>
                <a:cs typeface="Trebuchet MS"/>
              </a:rPr>
              <a:t>i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25">
                <a:latin typeface="Trebuchet MS"/>
                <a:cs typeface="Trebuchet MS"/>
              </a:rPr>
              <a:t>ion</a:t>
            </a:r>
            <a:r>
              <a:rPr dirty="0" sz="1300" spc="-180">
                <a:latin typeface="Trebuchet MS"/>
                <a:cs typeface="Trebuchet MS"/>
              </a:rPr>
              <a:t>:</a:t>
            </a:r>
            <a:r>
              <a:rPr dirty="0" sz="1300" spc="-175">
                <a:latin typeface="Trebuchet MS"/>
                <a:cs typeface="Trebuchet MS"/>
              </a:rPr>
              <a:t> </a:t>
            </a:r>
            <a:r>
              <a:rPr dirty="0" sz="1300" spc="-260">
                <a:latin typeface="Trebuchet MS"/>
                <a:cs typeface="Trebuchet MS"/>
              </a:rPr>
              <a:t>Com</a:t>
            </a:r>
            <a:r>
              <a:rPr dirty="0" sz="1300" spc="-215">
                <a:latin typeface="Trebuchet MS"/>
                <a:cs typeface="Trebuchet MS"/>
              </a:rPr>
              <a:t>p</a:t>
            </a:r>
            <a:r>
              <a:rPr dirty="0" sz="1300" spc="-215">
                <a:latin typeface="Trebuchet MS"/>
                <a:cs typeface="Trebuchet MS"/>
              </a:rPr>
              <a:t>ute</a:t>
            </a:r>
            <a:r>
              <a:rPr dirty="0" sz="1300" spc="-80">
                <a:latin typeface="Trebuchet MS"/>
                <a:cs typeface="Trebuchet MS"/>
              </a:rPr>
              <a:t>r</a:t>
            </a:r>
            <a:r>
              <a:rPr dirty="0" sz="1300" spc="-150">
                <a:latin typeface="Trebuchet MS"/>
                <a:cs typeface="Trebuchet MS"/>
              </a:rPr>
              <a:t> </a:t>
            </a:r>
            <a:r>
              <a:rPr dirty="0" sz="1300" spc="-200">
                <a:latin typeface="Trebuchet MS"/>
                <a:cs typeface="Trebuchet MS"/>
              </a:rPr>
              <a:t>v</a:t>
            </a:r>
            <a:r>
              <a:rPr dirty="0" sz="1300" spc="-90">
                <a:latin typeface="Trebuchet MS"/>
                <a:cs typeface="Trebuchet MS"/>
              </a:rPr>
              <a:t>i</a:t>
            </a:r>
            <a:r>
              <a:rPr dirty="0" sz="1300" spc="-100">
                <a:latin typeface="Trebuchet MS"/>
                <a:cs typeface="Trebuchet MS"/>
              </a:rPr>
              <a:t>s</a:t>
            </a:r>
            <a:r>
              <a:rPr dirty="0" sz="1300" spc="-195">
                <a:latin typeface="Trebuchet MS"/>
                <a:cs typeface="Trebuchet MS"/>
              </a:rPr>
              <a:t>ion</a:t>
            </a:r>
            <a:endParaRPr sz="1300">
              <a:latin typeface="Trebuchet MS"/>
              <a:cs typeface="Trebuchet MS"/>
            </a:endParaRPr>
          </a:p>
          <a:p>
            <a:pPr marL="12700" marR="5080">
              <a:lnSpc>
                <a:spcPct val="105400"/>
              </a:lnSpc>
              <a:spcBef>
                <a:spcPts val="865"/>
              </a:spcBef>
            </a:pPr>
            <a:r>
              <a:rPr dirty="0" sz="1300" spc="-229">
                <a:latin typeface="Trebuchet MS"/>
                <a:cs typeface="Trebuchet MS"/>
              </a:rPr>
              <a:t>A</a:t>
            </a:r>
            <a:r>
              <a:rPr dirty="0" sz="1300" spc="-240">
                <a:latin typeface="Trebuchet MS"/>
                <a:cs typeface="Trebuchet MS"/>
              </a:rPr>
              <a:t>p</a:t>
            </a:r>
            <a:r>
              <a:rPr dirty="0" sz="1300" spc="-235">
                <a:latin typeface="Trebuchet MS"/>
                <a:cs typeface="Trebuchet MS"/>
              </a:rPr>
              <a:t>p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55">
                <a:latin typeface="Trebuchet MS"/>
                <a:cs typeface="Trebuchet MS"/>
              </a:rPr>
              <a:t>i</a:t>
            </a:r>
            <a:r>
              <a:rPr dirty="0" sz="1300" spc="-160">
                <a:latin typeface="Trebuchet MS"/>
                <a:cs typeface="Trebuchet MS"/>
              </a:rPr>
              <a:t>c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225">
                <a:latin typeface="Trebuchet MS"/>
                <a:cs typeface="Trebuchet MS"/>
              </a:rPr>
              <a:t>ion</a:t>
            </a:r>
            <a:r>
              <a:rPr dirty="0" sz="1300" spc="-180">
                <a:latin typeface="Trebuchet MS"/>
                <a:cs typeface="Trebuchet MS"/>
              </a:rPr>
              <a:t>:</a:t>
            </a:r>
            <a:r>
              <a:rPr dirty="0" sz="1300" spc="-175">
                <a:latin typeface="Trebuchet MS"/>
                <a:cs typeface="Trebuchet MS"/>
              </a:rPr>
              <a:t> </a:t>
            </a:r>
            <a:r>
              <a:rPr dirty="0" sz="1300" spc="-260">
                <a:latin typeface="Trebuchet MS"/>
                <a:cs typeface="Trebuchet MS"/>
              </a:rPr>
              <a:t>N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50">
                <a:latin typeface="Trebuchet MS"/>
                <a:cs typeface="Trebuchet MS"/>
              </a:rPr>
              <a:t>ur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l</a:t>
            </a:r>
            <a:r>
              <a:rPr dirty="0" sz="1300" spc="-170">
                <a:latin typeface="Trebuchet MS"/>
                <a:cs typeface="Trebuchet MS"/>
              </a:rPr>
              <a:t> </a:t>
            </a:r>
            <a:r>
              <a:rPr dirty="0" sz="1300" spc="-180">
                <a:latin typeface="Trebuchet MS"/>
                <a:cs typeface="Trebuchet MS"/>
              </a:rPr>
              <a:t>la</a:t>
            </a:r>
            <a:r>
              <a:rPr dirty="0" sz="1300" spc="-229">
                <a:latin typeface="Trebuchet MS"/>
                <a:cs typeface="Trebuchet MS"/>
              </a:rPr>
              <a:t>n</a:t>
            </a:r>
            <a:r>
              <a:rPr dirty="0" sz="1300" spc="-195">
                <a:latin typeface="Trebuchet MS"/>
                <a:cs typeface="Trebuchet MS"/>
              </a:rPr>
              <a:t>gu</a:t>
            </a:r>
            <a:r>
              <a:rPr dirty="0" sz="1300" spc="-195">
                <a:latin typeface="Trebuchet MS"/>
                <a:cs typeface="Trebuchet MS"/>
              </a:rPr>
              <a:t>a</a:t>
            </a:r>
            <a:r>
              <a:rPr dirty="0" sz="1300" spc="-155">
                <a:latin typeface="Trebuchet MS"/>
                <a:cs typeface="Trebuchet MS"/>
              </a:rPr>
              <a:t>ge  </a:t>
            </a:r>
            <a:r>
              <a:rPr dirty="0" sz="1300" spc="-235">
                <a:latin typeface="Trebuchet MS"/>
                <a:cs typeface="Trebuchet MS"/>
              </a:rPr>
              <a:t>p</a:t>
            </a:r>
            <a:r>
              <a:rPr dirty="0" sz="1300" spc="-155">
                <a:latin typeface="Trebuchet MS"/>
                <a:cs typeface="Trebuchet MS"/>
              </a:rPr>
              <a:t>ro</a:t>
            </a:r>
            <a:r>
              <a:rPr dirty="0" sz="1300" spc="-150">
                <a:latin typeface="Trebuchet MS"/>
                <a:cs typeface="Trebuchet MS"/>
              </a:rPr>
              <a:t>c</a:t>
            </a:r>
            <a:r>
              <a:rPr dirty="0" sz="1300" spc="-229">
                <a:latin typeface="Trebuchet MS"/>
                <a:cs typeface="Trebuchet MS"/>
              </a:rPr>
              <a:t>e</a:t>
            </a:r>
            <a:r>
              <a:rPr dirty="0" sz="1300" spc="-130">
                <a:latin typeface="Trebuchet MS"/>
                <a:cs typeface="Trebuchet MS"/>
              </a:rPr>
              <a:t>ssing</a:t>
            </a:r>
            <a:r>
              <a:rPr dirty="0" sz="1300" spc="-175">
                <a:latin typeface="Trebuchet MS"/>
                <a:cs typeface="Trebuchet MS"/>
              </a:rPr>
              <a:t> </a:t>
            </a:r>
            <a:r>
              <a:rPr dirty="0" sz="1300" spc="-125">
                <a:latin typeface="Trebuchet MS"/>
                <a:cs typeface="Trebuchet MS"/>
              </a:rPr>
              <a:t>/</a:t>
            </a:r>
            <a:r>
              <a:rPr dirty="0" sz="1300" spc="-140">
                <a:latin typeface="Trebuchet MS"/>
                <a:cs typeface="Trebuchet MS"/>
              </a:rPr>
              <a:t> </a:t>
            </a:r>
            <a:r>
              <a:rPr dirty="0" sz="1300" spc="-45">
                <a:latin typeface="Trebuchet MS"/>
                <a:cs typeface="Trebuchet MS"/>
              </a:rPr>
              <a:t>s</a:t>
            </a:r>
            <a:r>
              <a:rPr dirty="0" sz="1300" spc="-204">
                <a:latin typeface="Trebuchet MS"/>
                <a:cs typeface="Trebuchet MS"/>
              </a:rPr>
              <a:t>y</a:t>
            </a:r>
            <a:r>
              <a:rPr dirty="0" sz="1300" spc="-235">
                <a:latin typeface="Trebuchet MS"/>
                <a:cs typeface="Trebuchet MS"/>
              </a:rPr>
              <a:t>n</a:t>
            </a:r>
            <a:r>
              <a:rPr dirty="0" sz="1300" spc="-185">
                <a:latin typeface="Trebuchet MS"/>
                <a:cs typeface="Trebuchet MS"/>
              </a:rPr>
              <a:t>t</a:t>
            </a:r>
            <a:r>
              <a:rPr dirty="0" sz="1300" spc="-185">
                <a:latin typeface="Trebuchet MS"/>
                <a:cs typeface="Trebuchet MS"/>
              </a:rPr>
              <a:t>hes</a:t>
            </a:r>
            <a:r>
              <a:rPr dirty="0" sz="1300" spc="-125">
                <a:latin typeface="Trebuchet MS"/>
                <a:cs typeface="Trebuchet MS"/>
              </a:rPr>
              <a:t>i</a:t>
            </a:r>
            <a:r>
              <a:rPr dirty="0" sz="1300" spc="-50">
                <a:latin typeface="Trebuchet MS"/>
                <a:cs typeface="Trebuchet MS"/>
              </a:rPr>
              <a:t>s  </a:t>
            </a:r>
            <a:r>
              <a:rPr dirty="0" sz="1300" spc="-200">
                <a:latin typeface="Trebuchet MS"/>
                <a:cs typeface="Trebuchet MS"/>
              </a:rPr>
              <a:t>Application: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300" spc="-200">
                <a:latin typeface="Trebuchet MS"/>
                <a:cs typeface="Trebuchet MS"/>
              </a:rPr>
              <a:t>P</a:t>
            </a:r>
            <a:r>
              <a:rPr dirty="0" sz="1300" spc="-130">
                <a:latin typeface="Trebuchet MS"/>
                <a:cs typeface="Trebuchet MS"/>
              </a:rPr>
              <a:t>r</a:t>
            </a:r>
            <a:r>
              <a:rPr dirty="0" sz="1300" spc="-175">
                <a:latin typeface="Trebuchet MS"/>
                <a:cs typeface="Trebuchet MS"/>
              </a:rPr>
              <a:t>e</a:t>
            </a:r>
            <a:r>
              <a:rPr dirty="0" sz="1300" spc="-170">
                <a:latin typeface="Trebuchet MS"/>
                <a:cs typeface="Trebuchet MS"/>
              </a:rPr>
              <a:t>di</a:t>
            </a:r>
            <a:r>
              <a:rPr dirty="0" sz="1300" spc="-190">
                <a:latin typeface="Trebuchet MS"/>
                <a:cs typeface="Trebuchet MS"/>
              </a:rPr>
              <a:t>c</a:t>
            </a:r>
            <a:r>
              <a:rPr dirty="0" sz="1300" spc="-200">
                <a:latin typeface="Trebuchet MS"/>
                <a:cs typeface="Trebuchet MS"/>
              </a:rPr>
              <a:t>t</a:t>
            </a:r>
            <a:r>
              <a:rPr dirty="0" sz="1300" spc="-125">
                <a:latin typeface="Trebuchet MS"/>
                <a:cs typeface="Trebuchet MS"/>
              </a:rPr>
              <a:t>i</a:t>
            </a:r>
            <a:r>
              <a:rPr dirty="0" sz="1300" spc="-220">
                <a:latin typeface="Trebuchet MS"/>
                <a:cs typeface="Trebuchet MS"/>
              </a:rPr>
              <a:t>v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r>
              <a:rPr dirty="0" sz="1300" spc="-135">
                <a:latin typeface="Trebuchet MS"/>
                <a:cs typeface="Trebuchet MS"/>
              </a:rPr>
              <a:t> </a:t>
            </a:r>
            <a:r>
              <a:rPr dirty="0" sz="1300" spc="-150">
                <a:latin typeface="Trebuchet MS"/>
                <a:cs typeface="Trebuchet MS"/>
              </a:rPr>
              <a:t>i</a:t>
            </a:r>
            <a:r>
              <a:rPr dirty="0" sz="1300" spc="-235">
                <a:latin typeface="Trebuchet MS"/>
                <a:cs typeface="Trebuchet MS"/>
              </a:rPr>
              <a:t>n</a:t>
            </a:r>
            <a:r>
              <a:rPr dirty="0" sz="1300" spc="-185">
                <a:latin typeface="Trebuchet MS"/>
                <a:cs typeface="Trebuchet MS"/>
              </a:rPr>
              <a:t>t</a:t>
            </a:r>
            <a:r>
              <a:rPr dirty="0" sz="1300" spc="-220">
                <a:latin typeface="Trebuchet MS"/>
                <a:cs typeface="Trebuchet MS"/>
              </a:rPr>
              <a:t>e</a:t>
            </a:r>
            <a:r>
              <a:rPr dirty="0" sz="1300" spc="-160">
                <a:latin typeface="Trebuchet MS"/>
                <a:cs typeface="Trebuchet MS"/>
              </a:rPr>
              <a:t>l</a:t>
            </a:r>
            <a:r>
              <a:rPr dirty="0" sz="1300" spc="-165">
                <a:latin typeface="Trebuchet MS"/>
                <a:cs typeface="Trebuchet MS"/>
              </a:rPr>
              <a:t>l</a:t>
            </a:r>
            <a:r>
              <a:rPr dirty="0" sz="1300" spc="-165">
                <a:latin typeface="Trebuchet MS"/>
                <a:cs typeface="Trebuchet MS"/>
              </a:rPr>
              <a:t>ig</a:t>
            </a:r>
            <a:r>
              <a:rPr dirty="0" sz="1300" spc="-220">
                <a:latin typeface="Trebuchet MS"/>
                <a:cs typeface="Trebuchet MS"/>
              </a:rPr>
              <a:t>e</a:t>
            </a:r>
            <a:r>
              <a:rPr dirty="0" sz="1300" spc="-204">
                <a:latin typeface="Trebuchet MS"/>
                <a:cs typeface="Trebuchet MS"/>
              </a:rPr>
              <a:t>n</a:t>
            </a:r>
            <a:r>
              <a:rPr dirty="0" sz="1300" spc="-175">
                <a:latin typeface="Trebuchet MS"/>
                <a:cs typeface="Trebuchet MS"/>
              </a:rPr>
              <a:t>c</a:t>
            </a:r>
            <a:r>
              <a:rPr dirty="0" sz="1300" spc="-225">
                <a:latin typeface="Trebuchet MS"/>
                <a:cs typeface="Trebuchet MS"/>
              </a:rPr>
              <a:t>e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300" spc="-180">
                <a:latin typeface="Trebuchet MS"/>
                <a:cs typeface="Trebuchet MS"/>
              </a:rPr>
              <a:t>Architecture</a:t>
            </a:r>
            <a:endParaRPr sz="1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300" spc="-160">
                <a:latin typeface="Trebuchet MS"/>
                <a:cs typeface="Trebuchet MS"/>
              </a:rPr>
              <a:t>Infrastructure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67500" y="3136392"/>
            <a:ext cx="147827" cy="14935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667500" y="3553967"/>
            <a:ext cx="147827" cy="14935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667500" y="3971544"/>
            <a:ext cx="147827" cy="149351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667500" y="4303776"/>
            <a:ext cx="147827" cy="149351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2209800" y="1845564"/>
            <a:ext cx="4189729" cy="4188460"/>
            <a:chOff x="2209800" y="1845564"/>
            <a:chExt cx="4189729" cy="4188460"/>
          </a:xfrm>
        </p:grpSpPr>
        <p:sp>
          <p:nvSpPr>
            <p:cNvPr id="14" name="object 14"/>
            <p:cNvSpPr/>
            <p:nvPr/>
          </p:nvSpPr>
          <p:spPr>
            <a:xfrm>
              <a:off x="2209800" y="1845563"/>
              <a:ext cx="4189729" cy="2068195"/>
            </a:xfrm>
            <a:custGeom>
              <a:avLst/>
              <a:gdLst/>
              <a:ahLst/>
              <a:cxnLst/>
              <a:rect l="l" t="t" r="r" b="b"/>
              <a:pathLst>
                <a:path w="4189729" h="2068195">
                  <a:moveTo>
                    <a:pt x="2072640" y="0"/>
                  </a:moveTo>
                  <a:lnTo>
                    <a:pt x="0" y="0"/>
                  </a:lnTo>
                  <a:lnTo>
                    <a:pt x="0" y="2068068"/>
                  </a:lnTo>
                  <a:lnTo>
                    <a:pt x="2072640" y="2068068"/>
                  </a:lnTo>
                  <a:lnTo>
                    <a:pt x="2072640" y="0"/>
                  </a:lnTo>
                  <a:close/>
                </a:path>
                <a:path w="4189729" h="2068195">
                  <a:moveTo>
                    <a:pt x="4189476" y="0"/>
                  </a:moveTo>
                  <a:lnTo>
                    <a:pt x="2116836" y="0"/>
                  </a:lnTo>
                  <a:lnTo>
                    <a:pt x="2116836" y="2068068"/>
                  </a:lnTo>
                  <a:lnTo>
                    <a:pt x="4189476" y="2068068"/>
                  </a:lnTo>
                  <a:lnTo>
                    <a:pt x="418947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276856" y="1944624"/>
              <a:ext cx="508254" cy="10896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50635" y="1944624"/>
              <a:ext cx="482346" cy="10896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03976" y="2446020"/>
              <a:ext cx="117348" cy="11734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09800" y="3965447"/>
              <a:ext cx="4189729" cy="2068195"/>
            </a:xfrm>
            <a:custGeom>
              <a:avLst/>
              <a:gdLst/>
              <a:ahLst/>
              <a:cxnLst/>
              <a:rect l="l" t="t" r="r" b="b"/>
              <a:pathLst>
                <a:path w="4189729" h="2068195">
                  <a:moveTo>
                    <a:pt x="2072640" y="0"/>
                  </a:moveTo>
                  <a:lnTo>
                    <a:pt x="0" y="0"/>
                  </a:lnTo>
                  <a:lnTo>
                    <a:pt x="0" y="2068068"/>
                  </a:lnTo>
                  <a:lnTo>
                    <a:pt x="2072640" y="2068068"/>
                  </a:lnTo>
                  <a:lnTo>
                    <a:pt x="2072640" y="0"/>
                  </a:lnTo>
                  <a:close/>
                </a:path>
                <a:path w="4189729" h="2068195">
                  <a:moveTo>
                    <a:pt x="4189476" y="0"/>
                  </a:moveTo>
                  <a:lnTo>
                    <a:pt x="2116836" y="0"/>
                  </a:lnTo>
                  <a:lnTo>
                    <a:pt x="2116836" y="2068068"/>
                  </a:lnTo>
                  <a:lnTo>
                    <a:pt x="4189476" y="2068068"/>
                  </a:lnTo>
                  <a:lnTo>
                    <a:pt x="4189476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82952" y="5887211"/>
              <a:ext cx="592074" cy="10896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777484" y="5887211"/>
              <a:ext cx="549401" cy="108965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758941" y="2198877"/>
            <a:ext cx="41910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95">
                <a:latin typeface="Trebuchet MS"/>
                <a:cs typeface="Trebuchet MS"/>
              </a:rPr>
              <a:t>O</a:t>
            </a:r>
            <a:r>
              <a:rPr dirty="0" sz="800" spc="-140">
                <a:latin typeface="Trebuchet MS"/>
                <a:cs typeface="Trebuchet MS"/>
              </a:rPr>
              <a:t>p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135">
                <a:latin typeface="Trebuchet MS"/>
                <a:cs typeface="Trebuchet MS"/>
              </a:rPr>
              <a:t>n</a:t>
            </a:r>
            <a:r>
              <a:rPr dirty="0" sz="800" spc="-105">
                <a:latin typeface="Trebuchet MS"/>
                <a:cs typeface="Trebuchet MS"/>
              </a:rPr>
              <a:t> </a:t>
            </a:r>
            <a:r>
              <a:rPr dirty="0" sz="800" spc="-20">
                <a:latin typeface="Trebuchet MS"/>
                <a:cs typeface="Trebuchet MS"/>
              </a:rPr>
              <a:t>s</a:t>
            </a:r>
            <a:r>
              <a:rPr dirty="0" sz="800" spc="-120">
                <a:latin typeface="Trebuchet MS"/>
                <a:cs typeface="Trebuchet MS"/>
              </a:rPr>
              <a:t>o</a:t>
            </a:r>
            <a:r>
              <a:rPr dirty="0" sz="800" spc="-140">
                <a:latin typeface="Trebuchet MS"/>
                <a:cs typeface="Trebuchet MS"/>
              </a:rPr>
              <a:t>u</a:t>
            </a:r>
            <a:r>
              <a:rPr dirty="0" sz="800" spc="-100">
                <a:latin typeface="Trebuchet MS"/>
                <a:cs typeface="Trebuchet MS"/>
              </a:rPr>
              <a:t>rce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86373" y="2275077"/>
            <a:ext cx="36576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20">
                <a:latin typeface="Trebuchet MS"/>
                <a:cs typeface="Trebuchet MS"/>
              </a:rPr>
              <a:t>f</a:t>
            </a:r>
            <a:r>
              <a:rPr dirty="0" sz="800" spc="-70">
                <a:latin typeface="Trebuchet MS"/>
                <a:cs typeface="Trebuchet MS"/>
              </a:rPr>
              <a:t>r</a:t>
            </a:r>
            <a:r>
              <a:rPr dirty="0" sz="800" spc="-90">
                <a:latin typeface="Trebuchet MS"/>
                <a:cs typeface="Trebuchet MS"/>
              </a:rPr>
              <a:t>a</a:t>
            </a:r>
            <a:r>
              <a:rPr dirty="0" sz="800" spc="-190">
                <a:latin typeface="Trebuchet MS"/>
                <a:cs typeface="Trebuchet MS"/>
              </a:rPr>
              <a:t>m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215">
                <a:latin typeface="Trebuchet MS"/>
                <a:cs typeface="Trebuchet MS"/>
              </a:rPr>
              <a:t>w</a:t>
            </a:r>
            <a:r>
              <a:rPr dirty="0" sz="800" spc="-120">
                <a:latin typeface="Trebuchet MS"/>
                <a:cs typeface="Trebuchet MS"/>
              </a:rPr>
              <a:t>o</a:t>
            </a:r>
            <a:r>
              <a:rPr dirty="0" sz="800" spc="-90">
                <a:latin typeface="Trebuchet MS"/>
                <a:cs typeface="Trebuchet MS"/>
              </a:rPr>
              <a:t>rk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886711" y="3377184"/>
            <a:ext cx="142494" cy="1122426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748528" y="3197351"/>
            <a:ext cx="117348" cy="117348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719355" y="3030093"/>
            <a:ext cx="2311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90">
                <a:latin typeface="Trebuchet MS"/>
                <a:cs typeface="Trebuchet MS"/>
              </a:rPr>
              <a:t>m</a:t>
            </a:r>
            <a:r>
              <a:rPr dirty="0" sz="800" spc="-150">
                <a:latin typeface="Trebuchet MS"/>
                <a:cs typeface="Trebuchet MS"/>
              </a:rPr>
              <a:t>p</a:t>
            </a:r>
            <a:r>
              <a:rPr dirty="0" sz="800" spc="-140">
                <a:latin typeface="Trebuchet MS"/>
                <a:cs typeface="Trebuchet MS"/>
              </a:rPr>
              <a:t>u</a:t>
            </a:r>
            <a:r>
              <a:rPr dirty="0" sz="800" spc="-130">
                <a:latin typeface="Trebuchet MS"/>
                <a:cs typeface="Trebuchet MS"/>
              </a:rPr>
              <a:t>t</a:t>
            </a:r>
            <a:r>
              <a:rPr dirty="0" sz="800" spc="-114">
                <a:latin typeface="Trebuchet MS"/>
                <a:cs typeface="Trebuchet MS"/>
              </a:rPr>
              <a:t>in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614923" y="2953893"/>
            <a:ext cx="39941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baseline="-41666" sz="1200" spc="-135">
                <a:latin typeface="Trebuchet MS"/>
                <a:cs typeface="Trebuchet MS"/>
              </a:rPr>
              <a:t>c</a:t>
            </a:r>
            <a:r>
              <a:rPr dirty="0" baseline="-41666" sz="1200" spc="-187">
                <a:latin typeface="Trebuchet MS"/>
                <a:cs typeface="Trebuchet MS"/>
              </a:rPr>
              <a:t>o</a:t>
            </a:r>
            <a:r>
              <a:rPr dirty="0" baseline="-41666" sz="1200" spc="-225">
                <a:latin typeface="Trebuchet MS"/>
                <a:cs typeface="Trebuchet MS"/>
              </a:rPr>
              <a:t> </a:t>
            </a:r>
            <a:r>
              <a:rPr dirty="0" sz="800" spc="-140">
                <a:latin typeface="Trebuchet MS"/>
                <a:cs typeface="Trebuchet MS"/>
              </a:rPr>
              <a:t>E</a:t>
            </a:r>
            <a:r>
              <a:rPr dirty="0" sz="800" spc="-140">
                <a:latin typeface="Trebuchet MS"/>
                <a:cs typeface="Trebuchet MS"/>
              </a:rPr>
              <a:t>d</a:t>
            </a:r>
            <a:r>
              <a:rPr dirty="0" sz="800" spc="-95">
                <a:latin typeface="Trebuchet MS"/>
                <a:cs typeface="Trebuchet MS"/>
              </a:rPr>
              <a:t>g</a:t>
            </a:r>
            <a:r>
              <a:rPr dirty="0" sz="800" spc="-140">
                <a:latin typeface="Trebuchet MS"/>
                <a:cs typeface="Trebuchet MS"/>
              </a:rPr>
              <a:t>e</a:t>
            </a:r>
            <a:r>
              <a:rPr dirty="0" sz="800">
                <a:latin typeface="Trebuchet MS"/>
                <a:cs typeface="Trebuchet MS"/>
              </a:rPr>
              <a:t> </a:t>
            </a:r>
            <a:r>
              <a:rPr dirty="0" sz="800" spc="-65">
                <a:latin typeface="Trebuchet MS"/>
                <a:cs typeface="Trebuchet MS"/>
              </a:rPr>
              <a:t> </a:t>
            </a:r>
            <a:r>
              <a:rPr dirty="0" baseline="-41666" sz="1200" spc="-150">
                <a:latin typeface="Trebuchet MS"/>
                <a:cs typeface="Trebuchet MS"/>
              </a:rPr>
              <a:t>g</a:t>
            </a:r>
            <a:endParaRPr baseline="-41666" sz="1200">
              <a:latin typeface="Trebuchet MS"/>
              <a:cs typeface="Trebuchet M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704844" y="3945635"/>
            <a:ext cx="117347" cy="117347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3613150" y="3730497"/>
            <a:ext cx="3136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40">
                <a:latin typeface="Trebuchet MS"/>
                <a:cs typeface="Trebuchet MS"/>
              </a:rPr>
              <a:t>S</a:t>
            </a:r>
            <a:r>
              <a:rPr dirty="0" sz="800" spc="-160">
                <a:latin typeface="Trebuchet MS"/>
                <a:cs typeface="Trebuchet MS"/>
              </a:rPr>
              <a:t>y</a:t>
            </a:r>
            <a:r>
              <a:rPr dirty="0" sz="800" spc="-130">
                <a:latin typeface="Trebuchet MS"/>
                <a:cs typeface="Trebuchet MS"/>
              </a:rPr>
              <a:t>n</a:t>
            </a:r>
            <a:r>
              <a:rPr dirty="0" sz="800" spc="-105">
                <a:latin typeface="Trebuchet MS"/>
                <a:cs typeface="Trebuchet MS"/>
              </a:rPr>
              <a:t>t</a:t>
            </a:r>
            <a:r>
              <a:rPr dirty="0" sz="800" spc="-140">
                <a:latin typeface="Trebuchet MS"/>
                <a:cs typeface="Trebuchet MS"/>
              </a:rPr>
              <a:t>h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100">
                <a:latin typeface="Trebuchet MS"/>
                <a:cs typeface="Trebuchet MS"/>
              </a:rPr>
              <a:t>tic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558285" y="3806697"/>
            <a:ext cx="4241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85">
                <a:latin typeface="Trebuchet MS"/>
                <a:cs typeface="Trebuchet MS"/>
              </a:rPr>
              <a:t>tr</a:t>
            </a:r>
            <a:r>
              <a:rPr dirty="0" sz="800" spc="-110">
                <a:latin typeface="Trebuchet MS"/>
                <a:cs typeface="Trebuchet MS"/>
              </a:rPr>
              <a:t>a</a:t>
            </a:r>
            <a:r>
              <a:rPr dirty="0" sz="800" spc="-80">
                <a:latin typeface="Trebuchet MS"/>
                <a:cs typeface="Trebuchet MS"/>
              </a:rPr>
              <a:t>i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00">
                <a:latin typeface="Trebuchet MS"/>
                <a:cs typeface="Trebuchet MS"/>
              </a:rPr>
              <a:t>i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00">
                <a:latin typeface="Trebuchet MS"/>
                <a:cs typeface="Trebuchet MS"/>
              </a:rPr>
              <a:t>g</a:t>
            </a:r>
            <a:r>
              <a:rPr dirty="0" sz="800" spc="-90">
                <a:latin typeface="Trebuchet MS"/>
                <a:cs typeface="Trebuchet MS"/>
              </a:rPr>
              <a:t> </a:t>
            </a:r>
            <a:r>
              <a:rPr dirty="0" sz="800" spc="-140">
                <a:latin typeface="Trebuchet MS"/>
                <a:cs typeface="Trebuchet MS"/>
              </a:rPr>
              <a:t>d</a:t>
            </a:r>
            <a:r>
              <a:rPr dirty="0" sz="800" spc="-120">
                <a:latin typeface="Trebuchet MS"/>
                <a:cs typeface="Trebuchet MS"/>
              </a:rPr>
              <a:t>ata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420867" y="2793492"/>
            <a:ext cx="117348" cy="117348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5369809" y="2626817"/>
            <a:ext cx="22923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latin typeface="Trebuchet MS"/>
                <a:cs typeface="Trebuchet MS"/>
              </a:rPr>
              <a:t>cogniti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271389" y="2550617"/>
            <a:ext cx="42862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baseline="-41666" sz="1200" spc="-75">
                <a:latin typeface="Trebuchet MS"/>
                <a:cs typeface="Trebuchet MS"/>
              </a:rPr>
              <a:t>r</a:t>
            </a:r>
            <a:r>
              <a:rPr dirty="0" baseline="-41666" sz="1200" spc="-209">
                <a:latin typeface="Trebuchet MS"/>
                <a:cs typeface="Trebuchet MS"/>
              </a:rPr>
              <a:t>e</a:t>
            </a:r>
            <a:r>
              <a:rPr dirty="0" baseline="-41666" sz="1200" spc="-165">
                <a:latin typeface="Trebuchet MS"/>
                <a:cs typeface="Trebuchet MS"/>
              </a:rPr>
              <a:t> </a:t>
            </a:r>
            <a:r>
              <a:rPr dirty="0" sz="800" spc="-160">
                <a:latin typeface="Trebuchet MS"/>
                <a:cs typeface="Trebuchet MS"/>
              </a:rPr>
              <a:t>F</a:t>
            </a:r>
            <a:r>
              <a:rPr dirty="0" sz="800" spc="-114">
                <a:latin typeface="Trebuchet MS"/>
                <a:cs typeface="Trebuchet MS"/>
              </a:rPr>
              <a:t>a</a:t>
            </a:r>
            <a:r>
              <a:rPr dirty="0" sz="800" spc="-90">
                <a:latin typeface="Trebuchet MS"/>
                <a:cs typeface="Trebuchet MS"/>
              </a:rPr>
              <a:t>c</a:t>
            </a:r>
            <a:r>
              <a:rPr dirty="0" sz="800" spc="-80">
                <a:latin typeface="Trebuchet MS"/>
                <a:cs typeface="Trebuchet MS"/>
              </a:rPr>
              <a:t>i</a:t>
            </a:r>
            <a:r>
              <a:rPr dirty="0" sz="800" spc="-125">
                <a:latin typeface="Trebuchet MS"/>
                <a:cs typeface="Trebuchet MS"/>
              </a:rPr>
              <a:t>a</a:t>
            </a:r>
            <a:r>
              <a:rPr dirty="0" sz="800" spc="-95">
                <a:latin typeface="Trebuchet MS"/>
                <a:cs typeface="Trebuchet MS"/>
              </a:rPr>
              <a:t>l</a:t>
            </a:r>
            <a:r>
              <a:rPr dirty="0" sz="800" spc="-155">
                <a:latin typeface="Trebuchet MS"/>
                <a:cs typeface="Trebuchet MS"/>
              </a:rPr>
              <a:t> </a:t>
            </a:r>
            <a:r>
              <a:rPr dirty="0" baseline="-41666" sz="1200" spc="-202">
                <a:latin typeface="Trebuchet MS"/>
                <a:cs typeface="Trebuchet MS"/>
              </a:rPr>
              <a:t>o</a:t>
            </a:r>
            <a:r>
              <a:rPr dirty="0" baseline="-41666" sz="1200" spc="-202">
                <a:latin typeface="Trebuchet MS"/>
                <a:cs typeface="Trebuchet MS"/>
              </a:rPr>
              <a:t>n</a:t>
            </a:r>
            <a:endParaRPr baseline="-41666" sz="1200">
              <a:latin typeface="Trebuchet MS"/>
              <a:cs typeface="Trebuchet MS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052059" y="3704844"/>
            <a:ext cx="117348" cy="117348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4990210" y="3413505"/>
            <a:ext cx="25654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55">
                <a:latin typeface="Trebuchet MS"/>
                <a:cs typeface="Trebuchet MS"/>
              </a:rPr>
              <a:t>M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150">
                <a:latin typeface="Trebuchet MS"/>
                <a:cs typeface="Trebuchet MS"/>
              </a:rPr>
              <a:t>d</a:t>
            </a:r>
            <a:r>
              <a:rPr dirty="0" sz="800" spc="-75">
                <a:latin typeface="Trebuchet MS"/>
                <a:cs typeface="Trebuchet MS"/>
              </a:rPr>
              <a:t>i</a:t>
            </a:r>
            <a:r>
              <a:rPr dirty="0" sz="800" spc="-120">
                <a:latin typeface="Trebuchet MS"/>
                <a:cs typeface="Trebuchet MS"/>
              </a:rPr>
              <a:t>c</a:t>
            </a:r>
            <a:r>
              <a:rPr dirty="0" sz="800" spc="-110">
                <a:latin typeface="Trebuchet MS"/>
                <a:cs typeface="Trebuchet MS"/>
              </a:rPr>
              <a:t>al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53634" y="3489705"/>
            <a:ext cx="3270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80">
                <a:latin typeface="Trebuchet MS"/>
                <a:cs typeface="Trebuchet MS"/>
              </a:rPr>
              <a:t>i</a:t>
            </a:r>
            <a:r>
              <a:rPr dirty="0" sz="800" spc="-200">
                <a:latin typeface="Trebuchet MS"/>
                <a:cs typeface="Trebuchet MS"/>
              </a:rPr>
              <a:t>m</a:t>
            </a:r>
            <a:r>
              <a:rPr dirty="0" sz="800" spc="-114">
                <a:latin typeface="Trebuchet MS"/>
                <a:cs typeface="Trebuchet MS"/>
              </a:rPr>
              <a:t>a</a:t>
            </a:r>
            <a:r>
              <a:rPr dirty="0" sz="800" spc="-105">
                <a:latin typeface="Trebuchet MS"/>
                <a:cs typeface="Trebuchet MS"/>
              </a:rPr>
              <a:t>g</a:t>
            </a:r>
            <a:r>
              <a:rPr dirty="0" sz="800" spc="-100">
                <a:latin typeface="Trebuchet MS"/>
                <a:cs typeface="Trebuchet MS"/>
              </a:rPr>
              <a:t>i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00">
                <a:latin typeface="Trebuchet MS"/>
                <a:cs typeface="Trebuchet MS"/>
              </a:rPr>
              <a:t>g</a:t>
            </a:r>
            <a:r>
              <a:rPr dirty="0" sz="800" spc="-90">
                <a:latin typeface="Trebuchet MS"/>
                <a:cs typeface="Trebuchet MS"/>
              </a:rPr>
              <a:t> </a:t>
            </a:r>
            <a:r>
              <a:rPr dirty="0" sz="800" spc="-220">
                <a:latin typeface="Trebuchet MS"/>
                <a:cs typeface="Trebuchet MS"/>
              </a:rPr>
              <a:t>&amp;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927727" y="3565905"/>
            <a:ext cx="37846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40">
                <a:latin typeface="Trebuchet MS"/>
                <a:cs typeface="Trebuchet MS"/>
              </a:rPr>
              <a:t>d</a:t>
            </a:r>
            <a:r>
              <a:rPr dirty="0" sz="800" spc="-80">
                <a:latin typeface="Trebuchet MS"/>
                <a:cs typeface="Trebuchet MS"/>
              </a:rPr>
              <a:t>i</a:t>
            </a:r>
            <a:r>
              <a:rPr dirty="0" sz="800" spc="-125">
                <a:latin typeface="Trebuchet MS"/>
                <a:cs typeface="Trebuchet MS"/>
              </a:rPr>
              <a:t>a</a:t>
            </a:r>
            <a:r>
              <a:rPr dirty="0" sz="800" spc="-105">
                <a:latin typeface="Trebuchet MS"/>
                <a:cs typeface="Trebuchet MS"/>
              </a:rPr>
              <a:t>g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30">
                <a:latin typeface="Trebuchet MS"/>
                <a:cs typeface="Trebuchet MS"/>
              </a:rPr>
              <a:t>o</a:t>
            </a:r>
            <a:r>
              <a:rPr dirty="0" sz="800" spc="-80">
                <a:latin typeface="Trebuchet MS"/>
                <a:cs typeface="Trebuchet MS"/>
              </a:rPr>
              <a:t>sti</a:t>
            </a:r>
            <a:r>
              <a:rPr dirty="0" sz="800" spc="-114">
                <a:latin typeface="Trebuchet MS"/>
                <a:cs typeface="Trebuchet MS"/>
              </a:rPr>
              <a:t>c</a:t>
            </a:r>
            <a:r>
              <a:rPr dirty="0" sz="800" spc="-40">
                <a:latin typeface="Trebuchet MS"/>
                <a:cs typeface="Trebuchet MS"/>
              </a:rPr>
              <a:t>s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37" name="object 3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873496" y="4684776"/>
            <a:ext cx="117348" cy="117348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5735065" y="4450207"/>
            <a:ext cx="4076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latin typeface="Trebuchet MS"/>
                <a:cs typeface="Trebuchet MS"/>
              </a:rPr>
              <a:t>A</a:t>
            </a:r>
            <a:r>
              <a:rPr dirty="0" sz="800" spc="-130">
                <a:latin typeface="Trebuchet MS"/>
                <a:cs typeface="Trebuchet MS"/>
              </a:rPr>
              <a:t>u</a:t>
            </a:r>
            <a:r>
              <a:rPr dirty="0" sz="800" spc="-105">
                <a:latin typeface="Trebuchet MS"/>
                <a:cs typeface="Trebuchet MS"/>
              </a:rPr>
              <a:t>t</a:t>
            </a:r>
            <a:r>
              <a:rPr dirty="0" sz="800" spc="-145">
                <a:latin typeface="Trebuchet MS"/>
                <a:cs typeface="Trebuchet MS"/>
              </a:rPr>
              <a:t>o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30">
                <a:latin typeface="Trebuchet MS"/>
                <a:cs typeface="Trebuchet MS"/>
              </a:rPr>
              <a:t>o</a:t>
            </a:r>
            <a:r>
              <a:rPr dirty="0" sz="800" spc="-215">
                <a:latin typeface="Trebuchet MS"/>
                <a:cs typeface="Trebuchet MS"/>
              </a:rPr>
              <a:t>m</a:t>
            </a:r>
            <a:r>
              <a:rPr dirty="0" sz="800" spc="-130">
                <a:latin typeface="Trebuchet MS"/>
                <a:cs typeface="Trebuchet MS"/>
              </a:rPr>
              <a:t>o</a:t>
            </a:r>
            <a:r>
              <a:rPr dirty="0" sz="800" spc="-140">
                <a:latin typeface="Trebuchet MS"/>
                <a:cs typeface="Trebuchet MS"/>
              </a:rPr>
              <a:t>u</a:t>
            </a:r>
            <a:r>
              <a:rPr dirty="0" sz="800" spc="-40">
                <a:latin typeface="Trebuchet MS"/>
                <a:cs typeface="Trebuchet MS"/>
              </a:rPr>
              <a:t>s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768594" y="4526407"/>
            <a:ext cx="34099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20">
                <a:latin typeface="Trebuchet MS"/>
                <a:cs typeface="Trebuchet MS"/>
              </a:rPr>
              <a:t>navigation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36947" y="4000500"/>
            <a:ext cx="117348" cy="117348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4539360" y="4143247"/>
            <a:ext cx="16891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5">
                <a:latin typeface="Trebuchet MS"/>
                <a:cs typeface="Trebuchet MS"/>
              </a:rPr>
              <a:t>C</a:t>
            </a:r>
            <a:r>
              <a:rPr dirty="0" sz="800" spc="-85">
                <a:latin typeface="Trebuchet MS"/>
                <a:cs typeface="Trebuchet MS"/>
              </a:rPr>
              <a:t>ro</a:t>
            </a:r>
            <a:r>
              <a:rPr dirty="0" sz="800" spc="-145">
                <a:latin typeface="Trebuchet MS"/>
                <a:cs typeface="Trebuchet MS"/>
              </a:rPr>
              <a:t>p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43348" y="4219447"/>
            <a:ext cx="36068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20">
                <a:latin typeface="Trebuchet MS"/>
                <a:cs typeface="Trebuchet MS"/>
              </a:rPr>
              <a:t>monitoring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436620" y="4757928"/>
            <a:ext cx="117347" cy="117348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3254628" y="4541646"/>
            <a:ext cx="49275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5">
                <a:latin typeface="Trebuchet MS"/>
                <a:cs typeface="Trebuchet MS"/>
              </a:rPr>
              <a:t>C</a:t>
            </a:r>
            <a:r>
              <a:rPr dirty="0" sz="800" spc="-130">
                <a:latin typeface="Trebuchet MS"/>
                <a:cs typeface="Trebuchet MS"/>
              </a:rPr>
              <a:t>h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100">
                <a:latin typeface="Trebuchet MS"/>
                <a:cs typeface="Trebuchet MS"/>
              </a:rPr>
              <a:t>c</a:t>
            </a:r>
            <a:r>
              <a:rPr dirty="0" sz="800" spc="-140">
                <a:latin typeface="Trebuchet MS"/>
                <a:cs typeface="Trebuchet MS"/>
              </a:rPr>
              <a:t>k</a:t>
            </a:r>
            <a:r>
              <a:rPr dirty="0" sz="800" spc="-60">
                <a:latin typeface="Trebuchet MS"/>
                <a:cs typeface="Trebuchet MS"/>
              </a:rPr>
              <a:t>-</a:t>
            </a:r>
            <a:r>
              <a:rPr dirty="0" sz="800" spc="-130">
                <a:latin typeface="Trebuchet MS"/>
                <a:cs typeface="Trebuchet MS"/>
              </a:rPr>
              <a:t>o</a:t>
            </a:r>
            <a:r>
              <a:rPr dirty="0" sz="800" spc="-140">
                <a:latin typeface="Trebuchet MS"/>
                <a:cs typeface="Trebuchet MS"/>
              </a:rPr>
              <a:t>u</a:t>
            </a:r>
            <a:r>
              <a:rPr dirty="0" sz="800" spc="-114">
                <a:latin typeface="Trebuchet MS"/>
                <a:cs typeface="Trebuchet MS"/>
              </a:rPr>
              <a:t>t</a:t>
            </a:r>
            <a:r>
              <a:rPr dirty="0" sz="800" spc="-100">
                <a:latin typeface="Trebuchet MS"/>
                <a:cs typeface="Trebuchet MS"/>
              </a:rPr>
              <a:t> </a:t>
            </a:r>
            <a:r>
              <a:rPr dirty="0" sz="800" spc="-120">
                <a:latin typeface="Trebuchet MS"/>
                <a:cs typeface="Trebuchet MS"/>
              </a:rPr>
              <a:t>f</a:t>
            </a:r>
            <a:r>
              <a:rPr dirty="0" sz="800" spc="-80">
                <a:latin typeface="Trebuchet MS"/>
                <a:cs typeface="Trebuchet MS"/>
              </a:rPr>
              <a:t>r</a:t>
            </a:r>
            <a:r>
              <a:rPr dirty="0" sz="800" spc="-105">
                <a:latin typeface="Trebuchet MS"/>
                <a:cs typeface="Trebuchet MS"/>
              </a:rPr>
              <a:t>e</a:t>
            </a:r>
            <a:r>
              <a:rPr dirty="0" sz="800" spc="-140">
                <a:latin typeface="Trebuchet MS"/>
                <a:cs typeface="Trebuchet MS"/>
              </a:rPr>
              <a:t>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408553" y="4617846"/>
            <a:ext cx="1879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80">
                <a:latin typeface="Trebuchet MS"/>
                <a:cs typeface="Trebuchet MS"/>
              </a:rPr>
              <a:t>r</a:t>
            </a:r>
            <a:r>
              <a:rPr dirty="0" sz="800" spc="-105">
                <a:latin typeface="Trebuchet MS"/>
                <a:cs typeface="Trebuchet MS"/>
              </a:rPr>
              <a:t>e</a:t>
            </a:r>
            <a:r>
              <a:rPr dirty="0" sz="800" spc="-100">
                <a:latin typeface="Trebuchet MS"/>
                <a:cs typeface="Trebuchet MS"/>
              </a:rPr>
              <a:t>t</a:t>
            </a:r>
            <a:r>
              <a:rPr dirty="0" sz="800" spc="-130">
                <a:latin typeface="Trebuchet MS"/>
                <a:cs typeface="Trebuchet MS"/>
              </a:rPr>
              <a:t>a</a:t>
            </a:r>
            <a:r>
              <a:rPr dirty="0" sz="800" spc="-95">
                <a:latin typeface="Trebuchet MS"/>
                <a:cs typeface="Trebuchet MS"/>
              </a:rPr>
              <a:t>il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2897123" y="4494276"/>
            <a:ext cx="1083945" cy="498475"/>
            <a:chOff x="2897123" y="4494276"/>
            <a:chExt cx="1083945" cy="498475"/>
          </a:xfrm>
        </p:grpSpPr>
        <p:pic>
          <p:nvPicPr>
            <p:cNvPr id="47" name="object 4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97123" y="4494276"/>
              <a:ext cx="117348" cy="11734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863339" y="4875276"/>
              <a:ext cx="117348" cy="117348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2259457" y="4471796"/>
            <a:ext cx="5251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14">
                <a:latin typeface="Trebuchet MS"/>
                <a:cs typeface="Trebuchet MS"/>
              </a:rPr>
              <a:t>Anti-counterfeit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56914" y="5016753"/>
            <a:ext cx="3873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latin typeface="Trebuchet MS"/>
                <a:cs typeface="Trebuchet MS"/>
              </a:rPr>
              <a:t>A</a:t>
            </a:r>
            <a:r>
              <a:rPr dirty="0" sz="800" spc="-130">
                <a:latin typeface="Trebuchet MS"/>
                <a:cs typeface="Trebuchet MS"/>
              </a:rPr>
              <a:t>u</a:t>
            </a:r>
            <a:r>
              <a:rPr dirty="0" sz="800" spc="-120">
                <a:latin typeface="Trebuchet MS"/>
                <a:cs typeface="Trebuchet MS"/>
              </a:rPr>
              <a:t>to</a:t>
            </a:r>
            <a:r>
              <a:rPr dirty="0" sz="800" spc="-130">
                <a:latin typeface="Trebuchet MS"/>
                <a:cs typeface="Trebuchet MS"/>
              </a:rPr>
              <a:t> </a:t>
            </a:r>
            <a:r>
              <a:rPr dirty="0" sz="800" spc="-90">
                <a:latin typeface="Trebuchet MS"/>
                <a:cs typeface="Trebuchet MS"/>
              </a:rPr>
              <a:t>c</a:t>
            </a:r>
            <a:r>
              <a:rPr dirty="0" sz="800" spc="-85">
                <a:latin typeface="Trebuchet MS"/>
                <a:cs typeface="Trebuchet MS"/>
              </a:rPr>
              <a:t>l</a:t>
            </a:r>
            <a:r>
              <a:rPr dirty="0" sz="800" spc="-130">
                <a:latin typeface="Trebuchet MS"/>
                <a:cs typeface="Trebuchet MS"/>
              </a:rPr>
              <a:t>a</a:t>
            </a:r>
            <a:r>
              <a:rPr dirty="0" sz="800" spc="-114">
                <a:latin typeface="Trebuchet MS"/>
                <a:cs typeface="Trebuchet MS"/>
              </a:rPr>
              <a:t>ims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766058" y="5092953"/>
            <a:ext cx="3695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40">
                <a:latin typeface="Trebuchet MS"/>
                <a:cs typeface="Trebuchet MS"/>
              </a:rPr>
              <a:t>p</a:t>
            </a:r>
            <a:r>
              <a:rPr dirty="0" sz="800" spc="-85">
                <a:latin typeface="Trebuchet MS"/>
                <a:cs typeface="Trebuchet MS"/>
              </a:rPr>
              <a:t>ro</a:t>
            </a:r>
            <a:r>
              <a:rPr dirty="0" sz="800" spc="-90">
                <a:latin typeface="Trebuchet MS"/>
                <a:cs typeface="Trebuchet MS"/>
              </a:rPr>
              <a:t>c</a:t>
            </a:r>
            <a:r>
              <a:rPr dirty="0" sz="800" spc="-85">
                <a:latin typeface="Trebuchet MS"/>
                <a:cs typeface="Trebuchet MS"/>
              </a:rPr>
              <a:t>ess</a:t>
            </a:r>
            <a:r>
              <a:rPr dirty="0" sz="800" spc="-70">
                <a:latin typeface="Trebuchet MS"/>
                <a:cs typeface="Trebuchet MS"/>
              </a:rPr>
              <a:t>i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00">
                <a:latin typeface="Trebuchet MS"/>
                <a:cs typeface="Trebuchet MS"/>
              </a:rPr>
              <a:t>g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52" name="object 52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19855" y="2849879"/>
            <a:ext cx="117348" cy="117348"/>
          </a:xfrm>
          <a:prstGeom prst="rect">
            <a:avLst/>
          </a:prstGeom>
        </p:spPr>
      </p:pic>
      <p:sp>
        <p:nvSpPr>
          <p:cNvPr id="53" name="object 53"/>
          <p:cNvSpPr txBox="1"/>
          <p:nvPr/>
        </p:nvSpPr>
        <p:spPr>
          <a:xfrm>
            <a:off x="3240277" y="2978353"/>
            <a:ext cx="492759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35">
                <a:latin typeface="Trebuchet MS"/>
                <a:cs typeface="Trebuchet MS"/>
              </a:rPr>
              <a:t>C</a:t>
            </a:r>
            <a:r>
              <a:rPr dirty="0" sz="800" spc="-120">
                <a:latin typeface="Trebuchet MS"/>
                <a:cs typeface="Trebuchet MS"/>
              </a:rPr>
              <a:t>o</a:t>
            </a:r>
            <a:r>
              <a:rPr dirty="0" sz="800" spc="-130">
                <a:latin typeface="Trebuchet MS"/>
                <a:cs typeface="Trebuchet MS"/>
              </a:rPr>
              <a:t>n</a:t>
            </a:r>
            <a:r>
              <a:rPr dirty="0" sz="800" spc="-155">
                <a:latin typeface="Trebuchet MS"/>
                <a:cs typeface="Trebuchet MS"/>
              </a:rPr>
              <a:t>v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50">
                <a:latin typeface="Trebuchet MS"/>
                <a:cs typeface="Trebuchet MS"/>
              </a:rPr>
              <a:t>r</a:t>
            </a:r>
            <a:r>
              <a:rPr dirty="0" sz="800" spc="-15">
                <a:latin typeface="Trebuchet MS"/>
                <a:cs typeface="Trebuchet MS"/>
              </a:rPr>
              <a:t>s</a:t>
            </a:r>
            <a:r>
              <a:rPr dirty="0" sz="800" spc="-135">
                <a:latin typeface="Trebuchet MS"/>
                <a:cs typeface="Trebuchet MS"/>
              </a:rPr>
              <a:t>a</a:t>
            </a:r>
            <a:r>
              <a:rPr dirty="0" sz="800" spc="-105">
                <a:latin typeface="Trebuchet MS"/>
                <a:cs typeface="Trebuchet MS"/>
              </a:rPr>
              <a:t>t</a:t>
            </a:r>
            <a:r>
              <a:rPr dirty="0" sz="800" spc="-100">
                <a:latin typeface="Trebuchet MS"/>
                <a:cs typeface="Trebuchet MS"/>
              </a:rPr>
              <a:t>i</a:t>
            </a:r>
            <a:r>
              <a:rPr dirty="0" sz="800" spc="-135">
                <a:latin typeface="Trebuchet MS"/>
                <a:cs typeface="Trebuchet MS"/>
              </a:rPr>
              <a:t>o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10">
                <a:latin typeface="Trebuchet MS"/>
                <a:cs typeface="Trebuchet MS"/>
              </a:rPr>
              <a:t>al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369817" y="3055112"/>
            <a:ext cx="230504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10">
                <a:latin typeface="Trebuchet MS"/>
                <a:cs typeface="Trebuchet MS"/>
              </a:rPr>
              <a:t>agents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55" name="object 5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341876" y="3832859"/>
            <a:ext cx="117348" cy="117347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4195317" y="3621151"/>
            <a:ext cx="42545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25">
                <a:latin typeface="Trebuchet MS"/>
                <a:cs typeface="Trebuchet MS"/>
              </a:rPr>
              <a:t>E-commerce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288282" y="3697351"/>
            <a:ext cx="24002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20">
                <a:latin typeface="Trebuchet MS"/>
                <a:cs typeface="Trebuchet MS"/>
              </a:rPr>
              <a:t>s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95">
                <a:latin typeface="Trebuchet MS"/>
                <a:cs typeface="Trebuchet MS"/>
              </a:rPr>
              <a:t>a</a:t>
            </a:r>
            <a:r>
              <a:rPr dirty="0" sz="800" spc="-75">
                <a:latin typeface="Trebuchet MS"/>
                <a:cs typeface="Trebuchet MS"/>
              </a:rPr>
              <a:t>r</a:t>
            </a:r>
            <a:r>
              <a:rPr dirty="0" sz="800" spc="-100">
                <a:latin typeface="Trebuchet MS"/>
                <a:cs typeface="Trebuchet MS"/>
              </a:rPr>
              <a:t>c</a:t>
            </a:r>
            <a:r>
              <a:rPr dirty="0" sz="800" spc="-135">
                <a:latin typeface="Trebuchet MS"/>
                <a:cs typeface="Trebuchet MS"/>
              </a:rPr>
              <a:t>h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075176" y="4113276"/>
            <a:ext cx="117348" cy="117348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3982211" y="4254753"/>
            <a:ext cx="3187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25">
                <a:latin typeface="Trebuchet MS"/>
                <a:cs typeface="Trebuchet MS"/>
              </a:rPr>
              <a:t>Language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3959352" y="4330953"/>
            <a:ext cx="3638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5">
                <a:latin typeface="Trebuchet MS"/>
                <a:cs typeface="Trebuchet MS"/>
              </a:rPr>
              <a:t>translation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61" name="object 6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203448" y="4081271"/>
            <a:ext cx="117348" cy="117347"/>
          </a:xfrm>
          <a:prstGeom prst="rect">
            <a:avLst/>
          </a:prstGeom>
        </p:spPr>
      </p:pic>
      <p:sp>
        <p:nvSpPr>
          <p:cNvPr id="62" name="object 62"/>
          <p:cNvSpPr txBox="1"/>
          <p:nvPr/>
        </p:nvSpPr>
        <p:spPr>
          <a:xfrm>
            <a:off x="3083941" y="4224020"/>
            <a:ext cx="36766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latin typeface="Trebuchet MS"/>
                <a:cs typeface="Trebuchet MS"/>
              </a:rPr>
              <a:t>B</a:t>
            </a:r>
            <a:r>
              <a:rPr dirty="0" sz="800" spc="-114">
                <a:latin typeface="Trebuchet MS"/>
                <a:cs typeface="Trebuchet MS"/>
              </a:rPr>
              <a:t>a</a:t>
            </a:r>
            <a:r>
              <a:rPr dirty="0" sz="800" spc="-90">
                <a:latin typeface="Trebuchet MS"/>
                <a:cs typeface="Trebuchet MS"/>
              </a:rPr>
              <a:t>c</a:t>
            </a:r>
            <a:r>
              <a:rPr dirty="0" sz="800" spc="-135">
                <a:latin typeface="Trebuchet MS"/>
                <a:cs typeface="Trebuchet MS"/>
              </a:rPr>
              <a:t>k</a:t>
            </a:r>
            <a:r>
              <a:rPr dirty="0" sz="800" spc="-114">
                <a:latin typeface="Trebuchet MS"/>
                <a:cs typeface="Trebuchet MS"/>
              </a:rPr>
              <a:t> </a:t>
            </a:r>
            <a:r>
              <a:rPr dirty="0" sz="800" spc="-120">
                <a:latin typeface="Trebuchet MS"/>
                <a:cs typeface="Trebuchet MS"/>
              </a:rPr>
              <a:t>o</a:t>
            </a:r>
            <a:r>
              <a:rPr dirty="0" sz="800" spc="-120">
                <a:latin typeface="Trebuchet MS"/>
                <a:cs typeface="Trebuchet MS"/>
              </a:rPr>
              <a:t>ff</a:t>
            </a:r>
            <a:r>
              <a:rPr dirty="0" sz="800" spc="-75">
                <a:latin typeface="Trebuchet MS"/>
                <a:cs typeface="Trebuchet MS"/>
              </a:rPr>
              <a:t>i</a:t>
            </a:r>
            <a:r>
              <a:rPr dirty="0" sz="800" spc="-105">
                <a:latin typeface="Trebuchet MS"/>
                <a:cs typeface="Trebuchet MS"/>
              </a:rPr>
              <a:t>c</a:t>
            </a:r>
            <a:r>
              <a:rPr dirty="0" sz="800" spc="-140">
                <a:latin typeface="Trebuchet MS"/>
                <a:cs typeface="Trebuchet MS"/>
              </a:rPr>
              <a:t>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082417" y="4300220"/>
            <a:ext cx="3727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14">
                <a:latin typeface="Trebuchet MS"/>
                <a:cs typeface="Trebuchet MS"/>
              </a:rPr>
              <a:t>a</a:t>
            </a:r>
            <a:r>
              <a:rPr dirty="0" sz="800" spc="-130">
                <a:latin typeface="Trebuchet MS"/>
                <a:cs typeface="Trebuchet MS"/>
              </a:rPr>
              <a:t>u</a:t>
            </a:r>
            <a:r>
              <a:rPr dirty="0" sz="800" spc="-105">
                <a:latin typeface="Trebuchet MS"/>
                <a:cs typeface="Trebuchet MS"/>
              </a:rPr>
              <a:t>t</a:t>
            </a:r>
            <a:r>
              <a:rPr dirty="0" sz="800" spc="-145">
                <a:latin typeface="Trebuchet MS"/>
                <a:cs typeface="Trebuchet MS"/>
              </a:rPr>
              <a:t>o</a:t>
            </a:r>
            <a:r>
              <a:rPr dirty="0" sz="800" spc="-170">
                <a:latin typeface="Trebuchet MS"/>
                <a:cs typeface="Trebuchet MS"/>
              </a:rPr>
              <a:t>ma</a:t>
            </a:r>
            <a:r>
              <a:rPr dirty="0" sz="800" spc="-105">
                <a:latin typeface="Trebuchet MS"/>
                <a:cs typeface="Trebuchet MS"/>
              </a:rPr>
              <a:t>t</a:t>
            </a:r>
            <a:r>
              <a:rPr dirty="0" sz="800" spc="-100">
                <a:latin typeface="Trebuchet MS"/>
                <a:cs typeface="Trebuchet MS"/>
              </a:rPr>
              <a:t>i</a:t>
            </a:r>
            <a:r>
              <a:rPr dirty="0" sz="800" spc="-130">
                <a:latin typeface="Trebuchet MS"/>
                <a:cs typeface="Trebuchet MS"/>
              </a:rPr>
              <a:t>o</a:t>
            </a:r>
            <a:r>
              <a:rPr dirty="0" sz="800" spc="-135">
                <a:latin typeface="Trebuchet MS"/>
                <a:cs typeface="Trebuchet MS"/>
              </a:rPr>
              <a:t>n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64" name="object 6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516123" y="5323332"/>
            <a:ext cx="117348" cy="117348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2383535" y="5090286"/>
            <a:ext cx="39497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5">
                <a:latin typeface="Trebuchet MS"/>
                <a:cs typeface="Trebuchet MS"/>
              </a:rPr>
              <a:t>C</a:t>
            </a:r>
            <a:r>
              <a:rPr dirty="0" sz="800" spc="-85">
                <a:latin typeface="Trebuchet MS"/>
                <a:cs typeface="Trebuchet MS"/>
              </a:rPr>
              <a:t>li</a:t>
            </a:r>
            <a:r>
              <a:rPr dirty="0" sz="800" spc="-150">
                <a:latin typeface="Trebuchet MS"/>
                <a:cs typeface="Trebuchet MS"/>
              </a:rPr>
              <a:t>n</a:t>
            </a:r>
            <a:r>
              <a:rPr dirty="0" sz="800" spc="-100">
                <a:latin typeface="Trebuchet MS"/>
                <a:cs typeface="Trebuchet MS"/>
              </a:rPr>
              <a:t>i</a:t>
            </a:r>
            <a:r>
              <a:rPr dirty="0" sz="800" spc="-100">
                <a:latin typeface="Trebuchet MS"/>
                <a:cs typeface="Trebuchet MS"/>
              </a:rPr>
              <a:t>c</a:t>
            </a:r>
            <a:r>
              <a:rPr dirty="0" sz="800" spc="-110">
                <a:latin typeface="Trebuchet MS"/>
                <a:cs typeface="Trebuchet MS"/>
              </a:rPr>
              <a:t>al</a:t>
            </a:r>
            <a:r>
              <a:rPr dirty="0" sz="800" spc="-125">
                <a:latin typeface="Trebuchet MS"/>
                <a:cs typeface="Trebuchet MS"/>
              </a:rPr>
              <a:t> </a:t>
            </a:r>
            <a:r>
              <a:rPr dirty="0" sz="800" spc="-85">
                <a:latin typeface="Trebuchet MS"/>
                <a:cs typeface="Trebuchet MS"/>
              </a:rPr>
              <a:t>tri</a:t>
            </a:r>
            <a:r>
              <a:rPr dirty="0" sz="800" spc="-114">
                <a:latin typeface="Trebuchet MS"/>
                <a:cs typeface="Trebuchet MS"/>
              </a:rPr>
              <a:t>a</a:t>
            </a:r>
            <a:r>
              <a:rPr dirty="0" sz="800" spc="-95">
                <a:latin typeface="Trebuchet MS"/>
                <a:cs typeface="Trebuchet MS"/>
              </a:rPr>
              <a:t>l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401823" y="5166486"/>
            <a:ext cx="3600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25">
                <a:latin typeface="Trebuchet MS"/>
                <a:cs typeface="Trebuchet MS"/>
              </a:rPr>
              <a:t>enrollment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67" name="object 6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418076" y="3224783"/>
            <a:ext cx="117348" cy="117348"/>
          </a:xfrm>
          <a:prstGeom prst="rect">
            <a:avLst/>
          </a:prstGeom>
        </p:spPr>
      </p:pic>
      <p:sp>
        <p:nvSpPr>
          <p:cNvPr id="68" name="object 68"/>
          <p:cNvSpPr txBox="1"/>
          <p:nvPr/>
        </p:nvSpPr>
        <p:spPr>
          <a:xfrm>
            <a:off x="4314697" y="2978353"/>
            <a:ext cx="335915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14">
                <a:latin typeface="Trebuchet MS"/>
                <a:cs typeface="Trebuchet MS"/>
              </a:rPr>
              <a:t>Predictive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272026" y="3055112"/>
            <a:ext cx="4241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90">
                <a:latin typeface="Trebuchet MS"/>
                <a:cs typeface="Trebuchet MS"/>
              </a:rPr>
              <a:t>m</a:t>
            </a:r>
            <a:r>
              <a:rPr dirty="0" sz="800" spc="-114">
                <a:latin typeface="Trebuchet MS"/>
                <a:cs typeface="Trebuchet MS"/>
              </a:rPr>
              <a:t>a</a:t>
            </a:r>
            <a:r>
              <a:rPr dirty="0" sz="800" spc="-114">
                <a:latin typeface="Trebuchet MS"/>
                <a:cs typeface="Trebuchet MS"/>
              </a:rPr>
              <a:t>in</a:t>
            </a:r>
            <a:r>
              <a:rPr dirty="0" sz="800" spc="-125">
                <a:latin typeface="Trebuchet MS"/>
                <a:cs typeface="Trebuchet MS"/>
              </a:rPr>
              <a:t>te</a:t>
            </a:r>
            <a:r>
              <a:rPr dirty="0" sz="800" spc="-150">
                <a:latin typeface="Trebuchet MS"/>
                <a:cs typeface="Trebuchet MS"/>
              </a:rPr>
              <a:t>n</a:t>
            </a:r>
            <a:r>
              <a:rPr dirty="0" sz="800" spc="-125">
                <a:latin typeface="Trebuchet MS"/>
                <a:cs typeface="Trebuchet MS"/>
              </a:rPr>
              <a:t>a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00">
                <a:latin typeface="Trebuchet MS"/>
                <a:cs typeface="Trebuchet MS"/>
              </a:rPr>
              <a:t>c</a:t>
            </a:r>
            <a:r>
              <a:rPr dirty="0" sz="800" spc="-140">
                <a:latin typeface="Trebuchet MS"/>
                <a:cs typeface="Trebuchet MS"/>
              </a:rPr>
              <a:t>e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3044951" y="3374135"/>
            <a:ext cx="1150620" cy="1900555"/>
            <a:chOff x="3044951" y="3374135"/>
            <a:chExt cx="1150620" cy="1900555"/>
          </a:xfrm>
        </p:grpSpPr>
        <p:pic>
          <p:nvPicPr>
            <p:cNvPr id="71" name="object 7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078223" y="3374135"/>
              <a:ext cx="117348" cy="11734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44951" y="5157215"/>
              <a:ext cx="117348" cy="117347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3604895" y="3302253"/>
            <a:ext cx="424180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35">
                <a:latin typeface="Trebuchet MS"/>
                <a:cs typeface="Trebuchet MS"/>
              </a:rPr>
              <a:t>C</a:t>
            </a:r>
            <a:r>
              <a:rPr dirty="0" sz="800" spc="-160">
                <a:latin typeface="Trebuchet MS"/>
                <a:cs typeface="Trebuchet MS"/>
              </a:rPr>
              <a:t>y</a:t>
            </a:r>
            <a:r>
              <a:rPr dirty="0" sz="800" spc="-140">
                <a:latin typeface="Trebuchet MS"/>
                <a:cs typeface="Trebuchet MS"/>
              </a:rPr>
              <a:t>b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45">
                <a:latin typeface="Trebuchet MS"/>
                <a:cs typeface="Trebuchet MS"/>
              </a:rPr>
              <a:t>r</a:t>
            </a:r>
            <a:r>
              <a:rPr dirty="0" sz="800" spc="-90">
                <a:latin typeface="Trebuchet MS"/>
                <a:cs typeface="Trebuchet MS"/>
              </a:rPr>
              <a:t> </a:t>
            </a:r>
            <a:r>
              <a:rPr dirty="0" sz="800" spc="-105">
                <a:latin typeface="Trebuchet MS"/>
                <a:cs typeface="Trebuchet MS"/>
              </a:rPr>
              <a:t>t</a:t>
            </a:r>
            <a:r>
              <a:rPr dirty="0" sz="800" spc="-140">
                <a:latin typeface="Trebuchet MS"/>
                <a:cs typeface="Trebuchet MS"/>
              </a:rPr>
              <a:t>h</a:t>
            </a:r>
            <a:r>
              <a:rPr dirty="0" sz="800" spc="-80">
                <a:latin typeface="Trebuchet MS"/>
                <a:cs typeface="Trebuchet MS"/>
              </a:rPr>
              <a:t>r</a:t>
            </a:r>
            <a:r>
              <a:rPr dirty="0" sz="800" spc="-105">
                <a:latin typeface="Trebuchet MS"/>
                <a:cs typeface="Trebuchet MS"/>
              </a:rPr>
              <a:t>e</a:t>
            </a:r>
            <a:r>
              <a:rPr dirty="0" sz="800" spc="-114">
                <a:latin typeface="Trebuchet MS"/>
                <a:cs typeface="Trebuchet MS"/>
              </a:rPr>
              <a:t>a</a:t>
            </a:r>
            <a:r>
              <a:rPr dirty="0" sz="800" spc="-114">
                <a:latin typeface="Trebuchet MS"/>
                <a:cs typeface="Trebuchet MS"/>
              </a:rPr>
              <a:t>t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691763" y="3378453"/>
            <a:ext cx="250825" cy="1479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800" spc="-130">
                <a:latin typeface="Trebuchet MS"/>
                <a:cs typeface="Trebuchet MS"/>
              </a:rPr>
              <a:t>hun</a:t>
            </a:r>
            <a:r>
              <a:rPr dirty="0" sz="800" spc="-120">
                <a:latin typeface="Trebuchet MS"/>
                <a:cs typeface="Trebuchet MS"/>
              </a:rPr>
              <a:t>t</a:t>
            </a:r>
            <a:r>
              <a:rPr dirty="0" sz="800" spc="-100">
                <a:latin typeface="Trebuchet MS"/>
                <a:cs typeface="Trebuchet MS"/>
              </a:rPr>
              <a:t>i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00">
                <a:latin typeface="Trebuchet MS"/>
                <a:cs typeface="Trebuchet MS"/>
              </a:rPr>
              <a:t>g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765805" y="4940553"/>
            <a:ext cx="6858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0">
                <a:latin typeface="Trebuchet MS"/>
                <a:cs typeface="Trebuchet MS"/>
              </a:rPr>
              <a:t>A</a:t>
            </a:r>
            <a:r>
              <a:rPr dirty="0" sz="800" spc="-140">
                <a:latin typeface="Trebuchet MS"/>
                <a:cs typeface="Trebuchet MS"/>
              </a:rPr>
              <a:t>d</a:t>
            </a:r>
            <a:r>
              <a:rPr dirty="0" sz="800" spc="-155">
                <a:latin typeface="Trebuchet MS"/>
                <a:cs typeface="Trebuchet MS"/>
              </a:rPr>
              <a:t>v</a:t>
            </a:r>
            <a:r>
              <a:rPr dirty="0" sz="800" spc="-114">
                <a:latin typeface="Trebuchet MS"/>
                <a:cs typeface="Trebuchet MS"/>
              </a:rPr>
              <a:t>a</a:t>
            </a:r>
            <a:r>
              <a:rPr dirty="0" sz="800" spc="-130">
                <a:latin typeface="Trebuchet MS"/>
                <a:cs typeface="Trebuchet MS"/>
              </a:rPr>
              <a:t>n</a:t>
            </a:r>
            <a:r>
              <a:rPr dirty="0" sz="800" spc="-90">
                <a:latin typeface="Trebuchet MS"/>
                <a:cs typeface="Trebuchet MS"/>
              </a:rPr>
              <a:t>c</a:t>
            </a:r>
            <a:r>
              <a:rPr dirty="0" sz="800" spc="-140">
                <a:latin typeface="Trebuchet MS"/>
                <a:cs typeface="Trebuchet MS"/>
              </a:rPr>
              <a:t>ed</a:t>
            </a:r>
            <a:r>
              <a:rPr dirty="0" sz="800" spc="-90">
                <a:latin typeface="Trebuchet MS"/>
                <a:cs typeface="Trebuchet MS"/>
              </a:rPr>
              <a:t> </a:t>
            </a:r>
            <a:r>
              <a:rPr dirty="0" sz="800" spc="-130">
                <a:latin typeface="Trebuchet MS"/>
                <a:cs typeface="Trebuchet MS"/>
              </a:rPr>
              <a:t>h</a:t>
            </a:r>
            <a:r>
              <a:rPr dirty="0" sz="800" spc="-140">
                <a:latin typeface="Trebuchet MS"/>
                <a:cs typeface="Trebuchet MS"/>
              </a:rPr>
              <a:t>ea</a:t>
            </a:r>
            <a:r>
              <a:rPr dirty="0" sz="800" spc="-95">
                <a:latin typeface="Trebuchet MS"/>
                <a:cs typeface="Trebuchet MS"/>
              </a:rPr>
              <a:t>l</a:t>
            </a:r>
            <a:r>
              <a:rPr dirty="0" sz="800" spc="-105">
                <a:latin typeface="Trebuchet MS"/>
                <a:cs typeface="Trebuchet MS"/>
              </a:rPr>
              <a:t>t</a:t>
            </a:r>
            <a:r>
              <a:rPr dirty="0" sz="800" spc="-150">
                <a:latin typeface="Trebuchet MS"/>
                <a:cs typeface="Trebuchet MS"/>
              </a:rPr>
              <a:t>h</a:t>
            </a:r>
            <a:r>
              <a:rPr dirty="0" sz="800" spc="-100">
                <a:latin typeface="Trebuchet MS"/>
                <a:cs typeface="Trebuchet MS"/>
              </a:rPr>
              <a:t>c</a:t>
            </a:r>
            <a:r>
              <a:rPr dirty="0" sz="800" spc="-95">
                <a:latin typeface="Trebuchet MS"/>
                <a:cs typeface="Trebuchet MS"/>
              </a:rPr>
              <a:t>a</a:t>
            </a:r>
            <a:r>
              <a:rPr dirty="0" sz="800" spc="-75">
                <a:latin typeface="Trebuchet MS"/>
                <a:cs typeface="Trebuchet MS"/>
              </a:rPr>
              <a:t>r</a:t>
            </a:r>
            <a:r>
              <a:rPr dirty="0" sz="800" spc="-140">
                <a:latin typeface="Trebuchet MS"/>
                <a:cs typeface="Trebuchet MS"/>
              </a:rPr>
              <a:t>e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2930398" y="5016753"/>
            <a:ext cx="35877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latin typeface="Trebuchet MS"/>
                <a:cs typeface="Trebuchet MS"/>
              </a:rPr>
              <a:t>biometrics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2314955" y="5609844"/>
            <a:ext cx="117475" cy="117475"/>
          </a:xfrm>
          <a:custGeom>
            <a:avLst/>
            <a:gdLst/>
            <a:ahLst/>
            <a:cxnLst/>
            <a:rect l="l" t="t" r="r" b="b"/>
            <a:pathLst>
              <a:path w="117475" h="117475">
                <a:moveTo>
                  <a:pt x="58674" y="0"/>
                </a:moveTo>
                <a:lnTo>
                  <a:pt x="35843" y="4610"/>
                </a:lnTo>
                <a:lnTo>
                  <a:pt x="17192" y="17183"/>
                </a:lnTo>
                <a:lnTo>
                  <a:pt x="4613" y="35833"/>
                </a:lnTo>
                <a:lnTo>
                  <a:pt x="0" y="58673"/>
                </a:lnTo>
                <a:lnTo>
                  <a:pt x="4613" y="81514"/>
                </a:lnTo>
                <a:lnTo>
                  <a:pt x="17192" y="100164"/>
                </a:lnTo>
                <a:lnTo>
                  <a:pt x="35843" y="112737"/>
                </a:lnTo>
                <a:lnTo>
                  <a:pt x="58674" y="117347"/>
                </a:lnTo>
                <a:lnTo>
                  <a:pt x="81504" y="112737"/>
                </a:lnTo>
                <a:lnTo>
                  <a:pt x="100155" y="100164"/>
                </a:lnTo>
                <a:lnTo>
                  <a:pt x="112734" y="81514"/>
                </a:lnTo>
                <a:lnTo>
                  <a:pt x="117348" y="58673"/>
                </a:lnTo>
                <a:lnTo>
                  <a:pt x="112734" y="35833"/>
                </a:lnTo>
                <a:lnTo>
                  <a:pt x="100155" y="17183"/>
                </a:lnTo>
                <a:lnTo>
                  <a:pt x="81504" y="4610"/>
                </a:lnTo>
                <a:lnTo>
                  <a:pt x="58674" y="0"/>
                </a:lnTo>
                <a:close/>
              </a:path>
            </a:pathLst>
          </a:custGeom>
          <a:solidFill>
            <a:srgbClr val="FF433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2022094" y="5414898"/>
            <a:ext cx="446405" cy="224154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77470" marR="30480" indent="-40005">
              <a:lnSpc>
                <a:spcPct val="62500"/>
              </a:lnSpc>
              <a:spcBef>
                <a:spcPts val="459"/>
              </a:spcBef>
            </a:pPr>
            <a:r>
              <a:rPr dirty="0" baseline="-41666" sz="1200" spc="-187">
                <a:latin typeface="Trebuchet MS"/>
                <a:cs typeface="Trebuchet MS"/>
              </a:rPr>
              <a:t>p</a:t>
            </a:r>
            <a:r>
              <a:rPr dirty="0" sz="800" spc="-125">
                <a:latin typeface="Trebuchet MS"/>
                <a:cs typeface="Trebuchet MS"/>
              </a:rPr>
              <a:t>Next-gen </a:t>
            </a:r>
            <a:r>
              <a:rPr dirty="0" sz="800" spc="-120">
                <a:latin typeface="Trebuchet MS"/>
                <a:cs typeface="Trebuchet MS"/>
              </a:rPr>
              <a:t> </a:t>
            </a:r>
            <a:r>
              <a:rPr dirty="0" sz="800" spc="-85">
                <a:latin typeface="Trebuchet MS"/>
                <a:cs typeface="Trebuchet MS"/>
              </a:rPr>
              <a:t>ro</a:t>
            </a:r>
            <a:r>
              <a:rPr dirty="0" sz="800" spc="-30">
                <a:latin typeface="Trebuchet MS"/>
                <a:cs typeface="Trebuchet MS"/>
              </a:rPr>
              <a:t>s</a:t>
            </a:r>
            <a:r>
              <a:rPr dirty="0" sz="800" spc="-130">
                <a:latin typeface="Trebuchet MS"/>
                <a:cs typeface="Trebuchet MS"/>
              </a:rPr>
              <a:t>t</a:t>
            </a:r>
            <a:r>
              <a:rPr dirty="0" sz="800" spc="-140">
                <a:latin typeface="Trebuchet MS"/>
                <a:cs typeface="Trebuchet MS"/>
              </a:rPr>
              <a:t>h</a:t>
            </a:r>
            <a:r>
              <a:rPr dirty="0" sz="800" spc="-110">
                <a:latin typeface="Trebuchet MS"/>
                <a:cs typeface="Trebuchet MS"/>
              </a:rPr>
              <a:t>etic</a:t>
            </a:r>
            <a:r>
              <a:rPr dirty="0" sz="800" spc="-40">
                <a:latin typeface="Trebuchet MS"/>
                <a:cs typeface="Trebuchet MS"/>
              </a:rPr>
              <a:t>s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79" name="object 7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4764023" y="5141976"/>
            <a:ext cx="117348" cy="117348"/>
          </a:xfrm>
          <a:prstGeom prst="rect">
            <a:avLst/>
          </a:prstGeom>
        </p:spPr>
      </p:pic>
      <p:sp>
        <p:nvSpPr>
          <p:cNvPr id="80" name="object 80"/>
          <p:cNvSpPr txBox="1"/>
          <p:nvPr/>
        </p:nvSpPr>
        <p:spPr>
          <a:xfrm>
            <a:off x="4668157" y="5349366"/>
            <a:ext cx="3244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25">
                <a:latin typeface="Trebuchet MS"/>
                <a:cs typeface="Trebuchet MS"/>
              </a:rPr>
              <a:t>ptimizatio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4603241" y="5273166"/>
            <a:ext cx="45275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baseline="-41666" sz="1200" spc="-187">
                <a:latin typeface="Trebuchet MS"/>
                <a:cs typeface="Trebuchet MS"/>
              </a:rPr>
              <a:t>o</a:t>
            </a:r>
            <a:r>
              <a:rPr dirty="0" baseline="-41666" sz="1200" spc="-104">
                <a:latin typeface="Trebuchet MS"/>
                <a:cs typeface="Trebuchet MS"/>
              </a:rPr>
              <a:t> </a:t>
            </a:r>
            <a:r>
              <a:rPr dirty="0" sz="800" spc="-165">
                <a:latin typeface="Trebuchet MS"/>
                <a:cs typeface="Trebuchet MS"/>
              </a:rPr>
              <a:t>N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110">
                <a:latin typeface="Trebuchet MS"/>
                <a:cs typeface="Trebuchet MS"/>
              </a:rPr>
              <a:t>t</a:t>
            </a:r>
            <a:r>
              <a:rPr dirty="0" sz="800" spc="-225">
                <a:latin typeface="Trebuchet MS"/>
                <a:cs typeface="Trebuchet MS"/>
              </a:rPr>
              <a:t>w</a:t>
            </a:r>
            <a:r>
              <a:rPr dirty="0" sz="800" spc="-120">
                <a:latin typeface="Trebuchet MS"/>
                <a:cs typeface="Trebuchet MS"/>
              </a:rPr>
              <a:t>o</a:t>
            </a:r>
            <a:r>
              <a:rPr dirty="0" sz="800" spc="-90">
                <a:latin typeface="Trebuchet MS"/>
                <a:cs typeface="Trebuchet MS"/>
              </a:rPr>
              <a:t>rk</a:t>
            </a:r>
            <a:r>
              <a:rPr dirty="0" sz="800" spc="-60">
                <a:latin typeface="Trebuchet MS"/>
                <a:cs typeface="Trebuchet MS"/>
              </a:rPr>
              <a:t> </a:t>
            </a:r>
            <a:r>
              <a:rPr dirty="0" baseline="-41666" sz="1200" spc="-202">
                <a:latin typeface="Trebuchet MS"/>
                <a:cs typeface="Trebuchet MS"/>
              </a:rPr>
              <a:t>n</a:t>
            </a:r>
            <a:endParaRPr baseline="-41666" sz="1200">
              <a:latin typeface="Trebuchet MS"/>
              <a:cs typeface="Trebuchet MS"/>
            </a:endParaRPr>
          </a:p>
        </p:txBody>
      </p:sp>
      <p:pic>
        <p:nvPicPr>
          <p:cNvPr id="82" name="object 82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804160" y="3828288"/>
            <a:ext cx="115823" cy="117348"/>
          </a:xfrm>
          <a:prstGeom prst="rect">
            <a:avLst/>
          </a:prstGeom>
        </p:spPr>
      </p:pic>
      <p:sp>
        <p:nvSpPr>
          <p:cNvPr id="83" name="object 83"/>
          <p:cNvSpPr txBox="1"/>
          <p:nvPr/>
        </p:nvSpPr>
        <p:spPr>
          <a:xfrm>
            <a:off x="2621914" y="3977385"/>
            <a:ext cx="49910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00">
                <a:latin typeface="Trebuchet MS"/>
                <a:cs typeface="Trebuchet MS"/>
              </a:rPr>
              <a:t>Dr</a:t>
            </a:r>
            <a:r>
              <a:rPr dirty="0" sz="800" spc="-130">
                <a:latin typeface="Trebuchet MS"/>
                <a:cs typeface="Trebuchet MS"/>
              </a:rPr>
              <a:t>u</a:t>
            </a:r>
            <a:r>
              <a:rPr dirty="0" sz="800" spc="-100">
                <a:latin typeface="Trebuchet MS"/>
                <a:cs typeface="Trebuchet MS"/>
              </a:rPr>
              <a:t>g</a:t>
            </a:r>
            <a:r>
              <a:rPr dirty="0" sz="800" spc="-90">
                <a:latin typeface="Trebuchet MS"/>
                <a:cs typeface="Trebuchet MS"/>
              </a:rPr>
              <a:t> </a:t>
            </a:r>
            <a:r>
              <a:rPr dirty="0" sz="800" spc="-140">
                <a:latin typeface="Trebuchet MS"/>
                <a:cs typeface="Trebuchet MS"/>
              </a:rPr>
              <a:t>d</a:t>
            </a:r>
            <a:r>
              <a:rPr dirty="0" sz="800" spc="-55">
                <a:latin typeface="Trebuchet MS"/>
                <a:cs typeface="Trebuchet MS"/>
              </a:rPr>
              <a:t>i</a:t>
            </a:r>
            <a:r>
              <a:rPr dirty="0" sz="800" spc="-65">
                <a:latin typeface="Trebuchet MS"/>
                <a:cs typeface="Trebuchet MS"/>
              </a:rPr>
              <a:t>s</a:t>
            </a:r>
            <a:r>
              <a:rPr dirty="0" sz="800" spc="-100">
                <a:latin typeface="Trebuchet MS"/>
                <a:cs typeface="Trebuchet MS"/>
              </a:rPr>
              <a:t>c</a:t>
            </a:r>
            <a:r>
              <a:rPr dirty="0" sz="800" spc="-130">
                <a:latin typeface="Trebuchet MS"/>
                <a:cs typeface="Trebuchet MS"/>
              </a:rPr>
              <a:t>o</a:t>
            </a:r>
            <a:r>
              <a:rPr dirty="0" sz="800" spc="-155">
                <a:latin typeface="Trebuchet MS"/>
                <a:cs typeface="Trebuchet MS"/>
              </a:rPr>
              <a:t>v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85">
                <a:latin typeface="Trebuchet MS"/>
                <a:cs typeface="Trebuchet MS"/>
              </a:rPr>
              <a:t>ry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84" name="object 8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539996" y="5097779"/>
            <a:ext cx="117348" cy="117347"/>
          </a:xfrm>
          <a:prstGeom prst="rect">
            <a:avLst/>
          </a:prstGeom>
        </p:spPr>
      </p:pic>
      <p:sp>
        <p:nvSpPr>
          <p:cNvPr id="85" name="object 85"/>
          <p:cNvSpPr txBox="1"/>
          <p:nvPr/>
        </p:nvSpPr>
        <p:spPr>
          <a:xfrm>
            <a:off x="4363465" y="4862576"/>
            <a:ext cx="486409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25">
                <a:latin typeface="Trebuchet MS"/>
                <a:cs typeface="Trebuchet MS"/>
              </a:rPr>
              <a:t>Reinforcement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467097" y="4938776"/>
            <a:ext cx="2768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latin typeface="Trebuchet MS"/>
                <a:cs typeface="Trebuchet MS"/>
              </a:rPr>
              <a:t>learning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87" name="object 8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61359" y="5532120"/>
            <a:ext cx="117348" cy="117348"/>
          </a:xfrm>
          <a:prstGeom prst="rect">
            <a:avLst/>
          </a:prstGeom>
        </p:spPr>
      </p:pic>
      <p:sp>
        <p:nvSpPr>
          <p:cNvPr id="88" name="object 88"/>
          <p:cNvSpPr txBox="1"/>
          <p:nvPr/>
        </p:nvSpPr>
        <p:spPr>
          <a:xfrm>
            <a:off x="3335782" y="5378958"/>
            <a:ext cx="18224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90">
                <a:latin typeface="Trebuchet MS"/>
                <a:cs typeface="Trebuchet MS"/>
              </a:rPr>
              <a:t>G</a:t>
            </a:r>
            <a:r>
              <a:rPr dirty="0" sz="800" spc="-140">
                <a:latin typeface="Trebuchet MS"/>
                <a:cs typeface="Trebuchet MS"/>
              </a:rPr>
              <a:t>A</a:t>
            </a:r>
            <a:r>
              <a:rPr dirty="0" sz="800" spc="-165">
                <a:latin typeface="Trebuchet MS"/>
                <a:cs typeface="Trebuchet MS"/>
              </a:rPr>
              <a:t>N</a:t>
            </a:r>
            <a:r>
              <a:rPr dirty="0" sz="800" spc="-40">
                <a:latin typeface="Trebuchet MS"/>
                <a:cs typeface="Trebuchet MS"/>
              </a:rPr>
              <a:t>s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89" name="object 8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2880360" y="5579364"/>
            <a:ext cx="117347" cy="117348"/>
          </a:xfrm>
          <a:prstGeom prst="rect">
            <a:avLst/>
          </a:prstGeom>
        </p:spPr>
      </p:pic>
      <p:sp>
        <p:nvSpPr>
          <p:cNvPr id="90" name="object 90"/>
          <p:cNvSpPr txBox="1"/>
          <p:nvPr/>
        </p:nvSpPr>
        <p:spPr>
          <a:xfrm>
            <a:off x="2719704" y="5432552"/>
            <a:ext cx="45021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45">
                <a:latin typeface="Trebuchet MS"/>
                <a:cs typeface="Trebuchet MS"/>
              </a:rPr>
              <a:t>E</a:t>
            </a:r>
            <a:r>
              <a:rPr dirty="0" sz="800" spc="-150">
                <a:latin typeface="Trebuchet MS"/>
                <a:cs typeface="Trebuchet MS"/>
              </a:rPr>
              <a:t>x</a:t>
            </a:r>
            <a:r>
              <a:rPr dirty="0" sz="800" spc="-140">
                <a:latin typeface="Trebuchet MS"/>
                <a:cs typeface="Trebuchet MS"/>
              </a:rPr>
              <a:t>p</a:t>
            </a:r>
            <a:r>
              <a:rPr dirty="0" sz="800" spc="-85">
                <a:latin typeface="Trebuchet MS"/>
                <a:cs typeface="Trebuchet MS"/>
              </a:rPr>
              <a:t>l</a:t>
            </a:r>
            <a:r>
              <a:rPr dirty="0" sz="800" spc="-130">
                <a:latin typeface="Trebuchet MS"/>
                <a:cs typeface="Trebuchet MS"/>
              </a:rPr>
              <a:t>a</a:t>
            </a:r>
            <a:r>
              <a:rPr dirty="0" sz="800" spc="-80">
                <a:latin typeface="Trebuchet MS"/>
                <a:cs typeface="Trebuchet MS"/>
              </a:rPr>
              <a:t>i</a:t>
            </a:r>
            <a:r>
              <a:rPr dirty="0" sz="800" spc="-140">
                <a:latin typeface="Trebuchet MS"/>
                <a:cs typeface="Trebuchet MS"/>
              </a:rPr>
              <a:t>n</a:t>
            </a:r>
            <a:r>
              <a:rPr dirty="0" sz="800" spc="-130">
                <a:latin typeface="Trebuchet MS"/>
                <a:cs typeface="Trebuchet MS"/>
              </a:rPr>
              <a:t>a</a:t>
            </a:r>
            <a:r>
              <a:rPr dirty="0" sz="800" spc="-145">
                <a:latin typeface="Trebuchet MS"/>
                <a:cs typeface="Trebuchet MS"/>
              </a:rPr>
              <a:t>b</a:t>
            </a:r>
            <a:r>
              <a:rPr dirty="0" sz="800" spc="-110">
                <a:latin typeface="Trebuchet MS"/>
                <a:cs typeface="Trebuchet MS"/>
              </a:rPr>
              <a:t>l</a:t>
            </a:r>
            <a:r>
              <a:rPr dirty="0" sz="800" spc="-140">
                <a:latin typeface="Trebuchet MS"/>
                <a:cs typeface="Trebuchet MS"/>
              </a:rPr>
              <a:t>e</a:t>
            </a:r>
            <a:r>
              <a:rPr dirty="0" sz="800" spc="-85">
                <a:latin typeface="Trebuchet MS"/>
                <a:cs typeface="Trebuchet MS"/>
              </a:rPr>
              <a:t> </a:t>
            </a:r>
            <a:r>
              <a:rPr dirty="0" sz="800" spc="-145">
                <a:latin typeface="Trebuchet MS"/>
                <a:cs typeface="Trebuchet MS"/>
              </a:rPr>
              <a:t>A</a:t>
            </a:r>
            <a:r>
              <a:rPr dirty="0" sz="800" spc="-65">
                <a:latin typeface="Trebuchet MS"/>
                <a:cs typeface="Trebuchet MS"/>
              </a:rPr>
              <a:t>I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91" name="object 91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822191" y="5407152"/>
            <a:ext cx="117348" cy="117347"/>
          </a:xfrm>
          <a:prstGeom prst="rect">
            <a:avLst/>
          </a:prstGeom>
        </p:spPr>
      </p:pic>
      <p:sp>
        <p:nvSpPr>
          <p:cNvPr id="92" name="object 92"/>
          <p:cNvSpPr txBox="1"/>
          <p:nvPr/>
        </p:nvSpPr>
        <p:spPr>
          <a:xfrm>
            <a:off x="3718559" y="5540451"/>
            <a:ext cx="33909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60">
                <a:latin typeface="Trebuchet MS"/>
                <a:cs typeface="Trebuchet MS"/>
              </a:rPr>
              <a:t>F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140">
                <a:latin typeface="Trebuchet MS"/>
                <a:cs typeface="Trebuchet MS"/>
              </a:rPr>
              <a:t>d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70">
                <a:latin typeface="Trebuchet MS"/>
                <a:cs typeface="Trebuchet MS"/>
              </a:rPr>
              <a:t>r</a:t>
            </a:r>
            <a:r>
              <a:rPr dirty="0" sz="800" spc="-90">
                <a:latin typeface="Trebuchet MS"/>
                <a:cs typeface="Trebuchet MS"/>
              </a:rPr>
              <a:t>a</a:t>
            </a:r>
            <a:r>
              <a:rPr dirty="0" sz="800" spc="-130">
                <a:latin typeface="Trebuchet MS"/>
                <a:cs typeface="Trebuchet MS"/>
              </a:rPr>
              <a:t>t</a:t>
            </a:r>
            <a:r>
              <a:rPr dirty="0" sz="800" spc="-140">
                <a:latin typeface="Trebuchet MS"/>
                <a:cs typeface="Trebuchet MS"/>
              </a:rPr>
              <a:t>ed</a:t>
            </a:r>
            <a:endParaRPr sz="800">
              <a:latin typeface="Trebuchet MS"/>
              <a:cs typeface="Trebuchet MS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749040" y="5616651"/>
            <a:ext cx="27686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10">
                <a:latin typeface="Trebuchet MS"/>
                <a:cs typeface="Trebuchet MS"/>
              </a:rPr>
              <a:t>learning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1984268" y="1946224"/>
            <a:ext cx="327660" cy="3983354"/>
            <a:chOff x="1984268" y="1946224"/>
            <a:chExt cx="327660" cy="3983354"/>
          </a:xfrm>
        </p:grpSpPr>
        <p:sp>
          <p:nvSpPr>
            <p:cNvPr id="95" name="object 95"/>
            <p:cNvSpPr/>
            <p:nvPr/>
          </p:nvSpPr>
          <p:spPr>
            <a:xfrm>
              <a:off x="2194559" y="5701284"/>
              <a:ext cx="117475" cy="117475"/>
            </a:xfrm>
            <a:custGeom>
              <a:avLst/>
              <a:gdLst/>
              <a:ahLst/>
              <a:cxnLst/>
              <a:rect l="l" t="t" r="r" b="b"/>
              <a:pathLst>
                <a:path w="117475" h="117475">
                  <a:moveTo>
                    <a:pt x="58673" y="0"/>
                  </a:moveTo>
                  <a:lnTo>
                    <a:pt x="35843" y="4610"/>
                  </a:lnTo>
                  <a:lnTo>
                    <a:pt x="17192" y="17183"/>
                  </a:lnTo>
                  <a:lnTo>
                    <a:pt x="4613" y="35833"/>
                  </a:lnTo>
                  <a:lnTo>
                    <a:pt x="0" y="58673"/>
                  </a:lnTo>
                  <a:lnTo>
                    <a:pt x="4613" y="81514"/>
                  </a:lnTo>
                  <a:lnTo>
                    <a:pt x="17192" y="100164"/>
                  </a:lnTo>
                  <a:lnTo>
                    <a:pt x="35843" y="112737"/>
                  </a:lnTo>
                  <a:lnTo>
                    <a:pt x="58673" y="117347"/>
                  </a:lnTo>
                  <a:lnTo>
                    <a:pt x="81504" y="112737"/>
                  </a:lnTo>
                  <a:lnTo>
                    <a:pt x="100155" y="100164"/>
                  </a:lnTo>
                  <a:lnTo>
                    <a:pt x="112734" y="81514"/>
                  </a:lnTo>
                  <a:lnTo>
                    <a:pt x="117347" y="58673"/>
                  </a:lnTo>
                  <a:lnTo>
                    <a:pt x="112734" y="35833"/>
                  </a:lnTo>
                  <a:lnTo>
                    <a:pt x="100155" y="17183"/>
                  </a:lnTo>
                  <a:lnTo>
                    <a:pt x="81504" y="4610"/>
                  </a:lnTo>
                  <a:lnTo>
                    <a:pt x="58673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6" name="object 9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984268" y="1946224"/>
              <a:ext cx="169905" cy="227761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84272" y="5724228"/>
              <a:ext cx="137897" cy="204893"/>
            </a:xfrm>
            <a:prstGeom prst="rect">
              <a:avLst/>
            </a:prstGeom>
          </p:spPr>
        </p:pic>
      </p:grpSp>
      <p:sp>
        <p:nvSpPr>
          <p:cNvPr id="98" name="object 98"/>
          <p:cNvSpPr txBox="1"/>
          <p:nvPr/>
        </p:nvSpPr>
        <p:spPr>
          <a:xfrm>
            <a:off x="2351785" y="5702605"/>
            <a:ext cx="58420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135">
                <a:latin typeface="Trebuchet MS"/>
                <a:cs typeface="Trebuchet MS"/>
              </a:rPr>
              <a:t>C</a:t>
            </a:r>
            <a:r>
              <a:rPr dirty="0" sz="800" spc="-114">
                <a:latin typeface="Trebuchet MS"/>
                <a:cs typeface="Trebuchet MS"/>
              </a:rPr>
              <a:t>a</a:t>
            </a:r>
            <a:r>
              <a:rPr dirty="0" sz="800" spc="-150">
                <a:latin typeface="Trebuchet MS"/>
                <a:cs typeface="Trebuchet MS"/>
              </a:rPr>
              <a:t>p</a:t>
            </a:r>
            <a:r>
              <a:rPr dirty="0" sz="800" spc="-30">
                <a:latin typeface="Trebuchet MS"/>
                <a:cs typeface="Trebuchet MS"/>
              </a:rPr>
              <a:t>s</a:t>
            </a:r>
            <a:r>
              <a:rPr dirty="0" sz="800" spc="-140">
                <a:latin typeface="Trebuchet MS"/>
                <a:cs typeface="Trebuchet MS"/>
              </a:rPr>
              <a:t>u</a:t>
            </a:r>
            <a:r>
              <a:rPr dirty="0" sz="800" spc="-90">
                <a:latin typeface="Trebuchet MS"/>
                <a:cs typeface="Trebuchet MS"/>
              </a:rPr>
              <a:t>l</a:t>
            </a:r>
            <a:r>
              <a:rPr dirty="0" sz="800" spc="-150">
                <a:latin typeface="Trebuchet MS"/>
                <a:cs typeface="Trebuchet MS"/>
              </a:rPr>
              <a:t>e</a:t>
            </a:r>
            <a:r>
              <a:rPr dirty="0" sz="800" spc="-125">
                <a:latin typeface="Trebuchet MS"/>
                <a:cs typeface="Trebuchet MS"/>
              </a:rPr>
              <a:t> </a:t>
            </a:r>
            <a:r>
              <a:rPr dirty="0" sz="800" spc="-165">
                <a:latin typeface="Trebuchet MS"/>
                <a:cs typeface="Trebuchet MS"/>
              </a:rPr>
              <a:t>N</a:t>
            </a:r>
            <a:r>
              <a:rPr dirty="0" sz="800" spc="-130">
                <a:latin typeface="Trebuchet MS"/>
                <a:cs typeface="Trebuchet MS"/>
              </a:rPr>
              <a:t>e</a:t>
            </a:r>
            <a:r>
              <a:rPr dirty="0" sz="800" spc="-110">
                <a:latin typeface="Trebuchet MS"/>
                <a:cs typeface="Trebuchet MS"/>
              </a:rPr>
              <a:t>t</a:t>
            </a:r>
            <a:r>
              <a:rPr dirty="0" sz="800" spc="-225">
                <a:latin typeface="Trebuchet MS"/>
                <a:cs typeface="Trebuchet MS"/>
              </a:rPr>
              <a:t>w</a:t>
            </a:r>
            <a:r>
              <a:rPr dirty="0" sz="800" spc="-120">
                <a:latin typeface="Trebuchet MS"/>
                <a:cs typeface="Trebuchet MS"/>
              </a:rPr>
              <a:t>o</a:t>
            </a:r>
            <a:r>
              <a:rPr dirty="0" sz="800" spc="-80">
                <a:latin typeface="Trebuchet MS"/>
                <a:cs typeface="Trebuchet MS"/>
              </a:rPr>
              <a:t>r</a:t>
            </a:r>
            <a:r>
              <a:rPr dirty="0" sz="800" spc="-114">
                <a:latin typeface="Trebuchet MS"/>
                <a:cs typeface="Trebuchet MS"/>
              </a:rPr>
              <a:t>k</a:t>
            </a:r>
            <a:r>
              <a:rPr dirty="0" sz="800" spc="-40">
                <a:latin typeface="Trebuchet MS"/>
                <a:cs typeface="Trebuchet MS"/>
              </a:rPr>
              <a:t>s</a:t>
            </a:r>
            <a:endParaRPr sz="800">
              <a:latin typeface="Trebuchet MS"/>
              <a:cs typeface="Trebuchet MS"/>
            </a:endParaRPr>
          </a:p>
        </p:txBody>
      </p:sp>
      <p:pic>
        <p:nvPicPr>
          <p:cNvPr id="99" name="object 99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793235" y="6111240"/>
            <a:ext cx="1021841" cy="142494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079312" y="6111300"/>
            <a:ext cx="227761" cy="171389"/>
          </a:xfrm>
          <a:prstGeom prst="rect">
            <a:avLst/>
          </a:prstGeom>
        </p:spPr>
      </p:pic>
      <p:pic>
        <p:nvPicPr>
          <p:cNvPr id="101" name="object 101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2298276" y="6111313"/>
            <a:ext cx="204893" cy="139372"/>
          </a:xfrm>
          <a:prstGeom prst="rect">
            <a:avLst/>
          </a:prstGeom>
        </p:spPr>
      </p:pic>
      <p:grpSp>
        <p:nvGrpSpPr>
          <p:cNvPr id="102" name="object 102"/>
          <p:cNvGrpSpPr/>
          <p:nvPr/>
        </p:nvGrpSpPr>
        <p:grpSpPr>
          <a:xfrm>
            <a:off x="6687311" y="6196584"/>
            <a:ext cx="2781300" cy="181610"/>
            <a:chOff x="6687311" y="6196584"/>
            <a:chExt cx="2781300" cy="181610"/>
          </a:xfrm>
        </p:grpSpPr>
        <p:sp>
          <p:nvSpPr>
            <p:cNvPr id="103" name="object 103"/>
            <p:cNvSpPr/>
            <p:nvPr/>
          </p:nvSpPr>
          <p:spPr>
            <a:xfrm>
              <a:off x="6687311" y="6196584"/>
              <a:ext cx="2781300" cy="181610"/>
            </a:xfrm>
            <a:custGeom>
              <a:avLst/>
              <a:gdLst/>
              <a:ahLst/>
              <a:cxnLst/>
              <a:rect l="l" t="t" r="r" b="b"/>
              <a:pathLst>
                <a:path w="2781300" h="181610">
                  <a:moveTo>
                    <a:pt x="2690622" y="0"/>
                  </a:moveTo>
                  <a:lnTo>
                    <a:pt x="90678" y="0"/>
                  </a:lnTo>
                  <a:lnTo>
                    <a:pt x="55399" y="7126"/>
                  </a:lnTo>
                  <a:lnTo>
                    <a:pt x="26574" y="26560"/>
                  </a:lnTo>
                  <a:lnTo>
                    <a:pt x="7131" y="55383"/>
                  </a:lnTo>
                  <a:lnTo>
                    <a:pt x="0" y="90677"/>
                  </a:lnTo>
                  <a:lnTo>
                    <a:pt x="7131" y="125972"/>
                  </a:lnTo>
                  <a:lnTo>
                    <a:pt x="26574" y="154795"/>
                  </a:lnTo>
                  <a:lnTo>
                    <a:pt x="55399" y="174229"/>
                  </a:lnTo>
                  <a:lnTo>
                    <a:pt x="90678" y="181355"/>
                  </a:lnTo>
                  <a:lnTo>
                    <a:pt x="2690622" y="181355"/>
                  </a:lnTo>
                  <a:lnTo>
                    <a:pt x="2725900" y="174229"/>
                  </a:lnTo>
                  <a:lnTo>
                    <a:pt x="2754725" y="154795"/>
                  </a:lnTo>
                  <a:lnTo>
                    <a:pt x="2774168" y="125972"/>
                  </a:lnTo>
                  <a:lnTo>
                    <a:pt x="2781300" y="90677"/>
                  </a:lnTo>
                  <a:lnTo>
                    <a:pt x="2774168" y="55383"/>
                  </a:lnTo>
                  <a:lnTo>
                    <a:pt x="2754725" y="26560"/>
                  </a:lnTo>
                  <a:lnTo>
                    <a:pt x="2725900" y="7126"/>
                  </a:lnTo>
                  <a:lnTo>
                    <a:pt x="269062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4" name="object 104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170419" y="6234684"/>
              <a:ext cx="1811274" cy="127253"/>
            </a:xfrm>
            <a:prstGeom prst="rect">
              <a:avLst/>
            </a:prstGeom>
          </p:spPr>
        </p:pic>
      </p:grpSp>
      <p:pic>
        <p:nvPicPr>
          <p:cNvPr id="105" name="object 105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452627" y="1443164"/>
            <a:ext cx="1710689" cy="233997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6624" y="6524434"/>
            <a:ext cx="84461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7366254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6422898" cy="1404366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7510271" y="6138671"/>
            <a:ext cx="1661160" cy="180340"/>
            <a:chOff x="7510271" y="6138671"/>
            <a:chExt cx="1661160" cy="180340"/>
          </a:xfrm>
        </p:grpSpPr>
        <p:sp>
          <p:nvSpPr>
            <p:cNvPr id="6" name="object 6"/>
            <p:cNvSpPr/>
            <p:nvPr/>
          </p:nvSpPr>
          <p:spPr>
            <a:xfrm>
              <a:off x="7510271" y="6138671"/>
              <a:ext cx="1661160" cy="180340"/>
            </a:xfrm>
            <a:custGeom>
              <a:avLst/>
              <a:gdLst/>
              <a:ahLst/>
              <a:cxnLst/>
              <a:rect l="l" t="t" r="r" b="b"/>
              <a:pathLst>
                <a:path w="1661159" h="180339">
                  <a:moveTo>
                    <a:pt x="1571244" y="0"/>
                  </a:moveTo>
                  <a:lnTo>
                    <a:pt x="89916" y="0"/>
                  </a:lnTo>
                  <a:lnTo>
                    <a:pt x="54917" y="7066"/>
                  </a:lnTo>
                  <a:lnTo>
                    <a:pt x="26336" y="26336"/>
                  </a:lnTo>
                  <a:lnTo>
                    <a:pt x="7066" y="54917"/>
                  </a:lnTo>
                  <a:lnTo>
                    <a:pt x="0" y="89915"/>
                  </a:lnTo>
                  <a:lnTo>
                    <a:pt x="7066" y="124914"/>
                  </a:lnTo>
                  <a:lnTo>
                    <a:pt x="26336" y="153495"/>
                  </a:lnTo>
                  <a:lnTo>
                    <a:pt x="54917" y="172765"/>
                  </a:lnTo>
                  <a:lnTo>
                    <a:pt x="89916" y="179831"/>
                  </a:lnTo>
                  <a:lnTo>
                    <a:pt x="1571244" y="179831"/>
                  </a:lnTo>
                  <a:lnTo>
                    <a:pt x="1606242" y="172765"/>
                  </a:lnTo>
                  <a:lnTo>
                    <a:pt x="1634823" y="153495"/>
                  </a:lnTo>
                  <a:lnTo>
                    <a:pt x="1654093" y="124914"/>
                  </a:lnTo>
                  <a:lnTo>
                    <a:pt x="1661159" y="89915"/>
                  </a:lnTo>
                  <a:lnTo>
                    <a:pt x="1654093" y="54917"/>
                  </a:lnTo>
                  <a:lnTo>
                    <a:pt x="1634823" y="26336"/>
                  </a:lnTo>
                  <a:lnTo>
                    <a:pt x="1606242" y="7066"/>
                  </a:lnTo>
                  <a:lnTo>
                    <a:pt x="157124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51647" y="6176771"/>
              <a:ext cx="977646" cy="12572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49630" y="2521077"/>
            <a:ext cx="22586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000000"/>
                </a:solidFill>
              </a:rPr>
              <a:t>$13</a:t>
            </a:r>
            <a:r>
              <a:rPr dirty="0" sz="3600" spc="-95">
                <a:solidFill>
                  <a:srgbClr val="000000"/>
                </a:solidFill>
              </a:rPr>
              <a:t> </a:t>
            </a:r>
            <a:r>
              <a:rPr dirty="0" sz="3600">
                <a:solidFill>
                  <a:srgbClr val="000000"/>
                </a:solidFill>
              </a:rPr>
              <a:t>Trillion</a:t>
            </a:r>
            <a:endParaRPr sz="3600"/>
          </a:p>
        </p:txBody>
      </p:sp>
      <p:grpSp>
        <p:nvGrpSpPr>
          <p:cNvPr id="9" name="object 9"/>
          <p:cNvGrpSpPr/>
          <p:nvPr/>
        </p:nvGrpSpPr>
        <p:grpSpPr>
          <a:xfrm>
            <a:off x="3253740" y="2525267"/>
            <a:ext cx="5884545" cy="280670"/>
            <a:chOff x="3253740" y="2525267"/>
            <a:chExt cx="5884545" cy="280670"/>
          </a:xfrm>
        </p:grpSpPr>
        <p:sp>
          <p:nvSpPr>
            <p:cNvPr id="10" name="object 10"/>
            <p:cNvSpPr/>
            <p:nvPr/>
          </p:nvSpPr>
          <p:spPr>
            <a:xfrm>
              <a:off x="3253740" y="2525267"/>
              <a:ext cx="5884545" cy="280670"/>
            </a:xfrm>
            <a:custGeom>
              <a:avLst/>
              <a:gdLst/>
              <a:ahLst/>
              <a:cxnLst/>
              <a:rect l="l" t="t" r="r" b="b"/>
              <a:pathLst>
                <a:path w="5884545" h="280669">
                  <a:moveTo>
                    <a:pt x="5837428" y="0"/>
                  </a:moveTo>
                  <a:lnTo>
                    <a:pt x="46736" y="0"/>
                  </a:lnTo>
                  <a:lnTo>
                    <a:pt x="28557" y="3677"/>
                  </a:lnTo>
                  <a:lnTo>
                    <a:pt x="13700" y="13700"/>
                  </a:lnTo>
                  <a:lnTo>
                    <a:pt x="3677" y="28557"/>
                  </a:lnTo>
                  <a:lnTo>
                    <a:pt x="0" y="46736"/>
                  </a:lnTo>
                  <a:lnTo>
                    <a:pt x="0" y="233680"/>
                  </a:lnTo>
                  <a:lnTo>
                    <a:pt x="3677" y="251858"/>
                  </a:lnTo>
                  <a:lnTo>
                    <a:pt x="13700" y="266715"/>
                  </a:lnTo>
                  <a:lnTo>
                    <a:pt x="28557" y="276738"/>
                  </a:lnTo>
                  <a:lnTo>
                    <a:pt x="46736" y="280416"/>
                  </a:lnTo>
                  <a:lnTo>
                    <a:pt x="5837428" y="280416"/>
                  </a:lnTo>
                  <a:lnTo>
                    <a:pt x="5855606" y="276738"/>
                  </a:lnTo>
                  <a:lnTo>
                    <a:pt x="5870463" y="266715"/>
                  </a:lnTo>
                  <a:lnTo>
                    <a:pt x="5880486" y="251858"/>
                  </a:lnTo>
                  <a:lnTo>
                    <a:pt x="5884164" y="233680"/>
                  </a:lnTo>
                  <a:lnTo>
                    <a:pt x="5884164" y="46736"/>
                  </a:lnTo>
                  <a:lnTo>
                    <a:pt x="5880486" y="28557"/>
                  </a:lnTo>
                  <a:lnTo>
                    <a:pt x="5870463" y="13700"/>
                  </a:lnTo>
                  <a:lnTo>
                    <a:pt x="5855606" y="3677"/>
                  </a:lnTo>
                  <a:lnTo>
                    <a:pt x="583742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12236" y="2599943"/>
              <a:ext cx="281177" cy="13335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453628" y="2590799"/>
              <a:ext cx="287274" cy="15163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335780" y="2606039"/>
              <a:ext cx="3997960" cy="120650"/>
            </a:xfrm>
            <a:custGeom>
              <a:avLst/>
              <a:gdLst/>
              <a:ahLst/>
              <a:cxnLst/>
              <a:rect l="l" t="t" r="r" b="b"/>
              <a:pathLst>
                <a:path w="3997959" h="120650">
                  <a:moveTo>
                    <a:pt x="3977386" y="0"/>
                  </a:moveTo>
                  <a:lnTo>
                    <a:pt x="20066" y="0"/>
                  </a:lnTo>
                  <a:lnTo>
                    <a:pt x="12269" y="1581"/>
                  </a:lnTo>
                  <a:lnTo>
                    <a:pt x="5889" y="5889"/>
                  </a:lnTo>
                  <a:lnTo>
                    <a:pt x="1581" y="12269"/>
                  </a:lnTo>
                  <a:lnTo>
                    <a:pt x="0" y="20065"/>
                  </a:lnTo>
                  <a:lnTo>
                    <a:pt x="0" y="100330"/>
                  </a:lnTo>
                  <a:lnTo>
                    <a:pt x="1581" y="108126"/>
                  </a:lnTo>
                  <a:lnTo>
                    <a:pt x="5889" y="114506"/>
                  </a:lnTo>
                  <a:lnTo>
                    <a:pt x="12269" y="118814"/>
                  </a:lnTo>
                  <a:lnTo>
                    <a:pt x="20066" y="120396"/>
                  </a:lnTo>
                  <a:lnTo>
                    <a:pt x="3977386" y="120396"/>
                  </a:lnTo>
                  <a:lnTo>
                    <a:pt x="3985182" y="118814"/>
                  </a:lnTo>
                  <a:lnTo>
                    <a:pt x="3991562" y="114506"/>
                  </a:lnTo>
                  <a:lnTo>
                    <a:pt x="3995870" y="108126"/>
                  </a:lnTo>
                  <a:lnTo>
                    <a:pt x="3997452" y="100330"/>
                  </a:lnTo>
                  <a:lnTo>
                    <a:pt x="3997452" y="20065"/>
                  </a:lnTo>
                  <a:lnTo>
                    <a:pt x="3995870" y="12269"/>
                  </a:lnTo>
                  <a:lnTo>
                    <a:pt x="3991562" y="5889"/>
                  </a:lnTo>
                  <a:lnTo>
                    <a:pt x="3985182" y="1581"/>
                  </a:lnTo>
                  <a:lnTo>
                    <a:pt x="397738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3253740" y="2851404"/>
            <a:ext cx="5884545" cy="605155"/>
            <a:chOff x="3253740" y="2851404"/>
            <a:chExt cx="5884545" cy="605155"/>
          </a:xfrm>
        </p:grpSpPr>
        <p:sp>
          <p:nvSpPr>
            <p:cNvPr id="15" name="object 15"/>
            <p:cNvSpPr/>
            <p:nvPr/>
          </p:nvSpPr>
          <p:spPr>
            <a:xfrm>
              <a:off x="3253740" y="2851403"/>
              <a:ext cx="5884545" cy="605155"/>
            </a:xfrm>
            <a:custGeom>
              <a:avLst/>
              <a:gdLst/>
              <a:ahLst/>
              <a:cxnLst/>
              <a:rect l="l" t="t" r="r" b="b"/>
              <a:pathLst>
                <a:path w="5884545" h="605154">
                  <a:moveTo>
                    <a:pt x="5884164" y="371348"/>
                  </a:moveTo>
                  <a:lnTo>
                    <a:pt x="5880481" y="353174"/>
                  </a:lnTo>
                  <a:lnTo>
                    <a:pt x="5870460" y="338315"/>
                  </a:lnTo>
                  <a:lnTo>
                    <a:pt x="5855601" y="328295"/>
                  </a:lnTo>
                  <a:lnTo>
                    <a:pt x="5837428" y="324612"/>
                  </a:lnTo>
                  <a:lnTo>
                    <a:pt x="46736" y="324612"/>
                  </a:lnTo>
                  <a:lnTo>
                    <a:pt x="28549" y="328295"/>
                  </a:lnTo>
                  <a:lnTo>
                    <a:pt x="13690" y="338315"/>
                  </a:lnTo>
                  <a:lnTo>
                    <a:pt x="3670" y="353174"/>
                  </a:lnTo>
                  <a:lnTo>
                    <a:pt x="0" y="371348"/>
                  </a:lnTo>
                  <a:lnTo>
                    <a:pt x="0" y="558292"/>
                  </a:lnTo>
                  <a:lnTo>
                    <a:pt x="3670" y="576478"/>
                  </a:lnTo>
                  <a:lnTo>
                    <a:pt x="13690" y="591337"/>
                  </a:lnTo>
                  <a:lnTo>
                    <a:pt x="28549" y="601357"/>
                  </a:lnTo>
                  <a:lnTo>
                    <a:pt x="46736" y="605028"/>
                  </a:lnTo>
                  <a:lnTo>
                    <a:pt x="5837428" y="605028"/>
                  </a:lnTo>
                  <a:lnTo>
                    <a:pt x="5855601" y="601357"/>
                  </a:lnTo>
                  <a:lnTo>
                    <a:pt x="5870460" y="591337"/>
                  </a:lnTo>
                  <a:lnTo>
                    <a:pt x="5880481" y="576478"/>
                  </a:lnTo>
                  <a:lnTo>
                    <a:pt x="5884164" y="558292"/>
                  </a:lnTo>
                  <a:lnTo>
                    <a:pt x="5884164" y="371348"/>
                  </a:lnTo>
                  <a:close/>
                </a:path>
                <a:path w="5884545" h="605154">
                  <a:moveTo>
                    <a:pt x="5884164" y="46736"/>
                  </a:moveTo>
                  <a:lnTo>
                    <a:pt x="5880481" y="28562"/>
                  </a:lnTo>
                  <a:lnTo>
                    <a:pt x="5870460" y="13703"/>
                  </a:lnTo>
                  <a:lnTo>
                    <a:pt x="5855601" y="3683"/>
                  </a:lnTo>
                  <a:lnTo>
                    <a:pt x="5837428" y="0"/>
                  </a:lnTo>
                  <a:lnTo>
                    <a:pt x="46736" y="0"/>
                  </a:lnTo>
                  <a:lnTo>
                    <a:pt x="28549" y="3683"/>
                  </a:lnTo>
                  <a:lnTo>
                    <a:pt x="13690" y="13703"/>
                  </a:lnTo>
                  <a:lnTo>
                    <a:pt x="3670" y="28562"/>
                  </a:lnTo>
                  <a:lnTo>
                    <a:pt x="0" y="46736"/>
                  </a:lnTo>
                  <a:lnTo>
                    <a:pt x="0" y="233680"/>
                  </a:lnTo>
                  <a:lnTo>
                    <a:pt x="3670" y="251866"/>
                  </a:lnTo>
                  <a:lnTo>
                    <a:pt x="13690" y="266725"/>
                  </a:lnTo>
                  <a:lnTo>
                    <a:pt x="28549" y="276745"/>
                  </a:lnTo>
                  <a:lnTo>
                    <a:pt x="46736" y="280416"/>
                  </a:lnTo>
                  <a:lnTo>
                    <a:pt x="5837428" y="280416"/>
                  </a:lnTo>
                  <a:lnTo>
                    <a:pt x="5855601" y="276745"/>
                  </a:lnTo>
                  <a:lnTo>
                    <a:pt x="5870460" y="266725"/>
                  </a:lnTo>
                  <a:lnTo>
                    <a:pt x="5880481" y="251866"/>
                  </a:lnTo>
                  <a:lnTo>
                    <a:pt x="5884164" y="233680"/>
                  </a:lnTo>
                  <a:lnTo>
                    <a:pt x="5884164" y="46736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04616" y="2926080"/>
              <a:ext cx="314706" cy="1333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453628" y="2915412"/>
              <a:ext cx="329946" cy="15316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32932" y="2930652"/>
              <a:ext cx="2400300" cy="120650"/>
            </a:xfrm>
            <a:custGeom>
              <a:avLst/>
              <a:gdLst/>
              <a:ahLst/>
              <a:cxnLst/>
              <a:rect l="l" t="t" r="r" b="b"/>
              <a:pathLst>
                <a:path w="2400300" h="120650">
                  <a:moveTo>
                    <a:pt x="2380234" y="0"/>
                  </a:moveTo>
                  <a:lnTo>
                    <a:pt x="20065" y="0"/>
                  </a:lnTo>
                  <a:lnTo>
                    <a:pt x="12269" y="1581"/>
                  </a:lnTo>
                  <a:lnTo>
                    <a:pt x="5889" y="5889"/>
                  </a:lnTo>
                  <a:lnTo>
                    <a:pt x="1581" y="12269"/>
                  </a:lnTo>
                  <a:lnTo>
                    <a:pt x="0" y="20065"/>
                  </a:lnTo>
                  <a:lnTo>
                    <a:pt x="0" y="100330"/>
                  </a:lnTo>
                  <a:lnTo>
                    <a:pt x="1581" y="108126"/>
                  </a:lnTo>
                  <a:lnTo>
                    <a:pt x="5889" y="114506"/>
                  </a:lnTo>
                  <a:lnTo>
                    <a:pt x="12269" y="118814"/>
                  </a:lnTo>
                  <a:lnTo>
                    <a:pt x="20065" y="120396"/>
                  </a:lnTo>
                  <a:lnTo>
                    <a:pt x="2380234" y="120396"/>
                  </a:lnTo>
                  <a:lnTo>
                    <a:pt x="2388030" y="118814"/>
                  </a:lnTo>
                  <a:lnTo>
                    <a:pt x="2394410" y="114506"/>
                  </a:lnTo>
                  <a:lnTo>
                    <a:pt x="2398718" y="108126"/>
                  </a:lnTo>
                  <a:lnTo>
                    <a:pt x="2400299" y="100330"/>
                  </a:lnTo>
                  <a:lnTo>
                    <a:pt x="2400299" y="20065"/>
                  </a:lnTo>
                  <a:lnTo>
                    <a:pt x="2398718" y="12269"/>
                  </a:lnTo>
                  <a:lnTo>
                    <a:pt x="2394410" y="5889"/>
                  </a:lnTo>
                  <a:lnTo>
                    <a:pt x="2388030" y="1581"/>
                  </a:lnTo>
                  <a:lnTo>
                    <a:pt x="238023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404616" y="3250692"/>
              <a:ext cx="1104138" cy="16230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53628" y="3241548"/>
              <a:ext cx="317753" cy="15163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007608" y="3256788"/>
              <a:ext cx="2326005" cy="119380"/>
            </a:xfrm>
            <a:custGeom>
              <a:avLst/>
              <a:gdLst/>
              <a:ahLst/>
              <a:cxnLst/>
              <a:rect l="l" t="t" r="r" b="b"/>
              <a:pathLst>
                <a:path w="2326004" h="119379">
                  <a:moveTo>
                    <a:pt x="2305812" y="0"/>
                  </a:moveTo>
                  <a:lnTo>
                    <a:pt x="19812" y="0"/>
                  </a:lnTo>
                  <a:lnTo>
                    <a:pt x="12108" y="1559"/>
                  </a:lnTo>
                  <a:lnTo>
                    <a:pt x="5810" y="5810"/>
                  </a:lnTo>
                  <a:lnTo>
                    <a:pt x="1559" y="12108"/>
                  </a:lnTo>
                  <a:lnTo>
                    <a:pt x="0" y="19812"/>
                  </a:lnTo>
                  <a:lnTo>
                    <a:pt x="0" y="99060"/>
                  </a:lnTo>
                  <a:lnTo>
                    <a:pt x="1559" y="106763"/>
                  </a:lnTo>
                  <a:lnTo>
                    <a:pt x="5810" y="113061"/>
                  </a:lnTo>
                  <a:lnTo>
                    <a:pt x="12108" y="117312"/>
                  </a:lnTo>
                  <a:lnTo>
                    <a:pt x="19812" y="118872"/>
                  </a:lnTo>
                  <a:lnTo>
                    <a:pt x="2305812" y="118872"/>
                  </a:lnTo>
                  <a:lnTo>
                    <a:pt x="2313515" y="117312"/>
                  </a:lnTo>
                  <a:lnTo>
                    <a:pt x="2319813" y="113061"/>
                  </a:lnTo>
                  <a:lnTo>
                    <a:pt x="2324064" y="106763"/>
                  </a:lnTo>
                  <a:lnTo>
                    <a:pt x="2325623" y="99060"/>
                  </a:lnTo>
                  <a:lnTo>
                    <a:pt x="2325623" y="19812"/>
                  </a:lnTo>
                  <a:lnTo>
                    <a:pt x="2324064" y="12108"/>
                  </a:lnTo>
                  <a:lnTo>
                    <a:pt x="2319813" y="5810"/>
                  </a:lnTo>
                  <a:lnTo>
                    <a:pt x="2313515" y="1559"/>
                  </a:lnTo>
                  <a:lnTo>
                    <a:pt x="230581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3253740" y="3502152"/>
            <a:ext cx="5884545" cy="279400"/>
            <a:chOff x="3253740" y="3502152"/>
            <a:chExt cx="5884545" cy="279400"/>
          </a:xfrm>
        </p:grpSpPr>
        <p:sp>
          <p:nvSpPr>
            <p:cNvPr id="23" name="object 23"/>
            <p:cNvSpPr/>
            <p:nvPr/>
          </p:nvSpPr>
          <p:spPr>
            <a:xfrm>
              <a:off x="3253740" y="3502152"/>
              <a:ext cx="5884545" cy="279400"/>
            </a:xfrm>
            <a:custGeom>
              <a:avLst/>
              <a:gdLst/>
              <a:ahLst/>
              <a:cxnLst/>
              <a:rect l="l" t="t" r="r" b="b"/>
              <a:pathLst>
                <a:path w="5884545" h="279400">
                  <a:moveTo>
                    <a:pt x="5837682" y="0"/>
                  </a:moveTo>
                  <a:lnTo>
                    <a:pt x="46482" y="0"/>
                  </a:lnTo>
                  <a:lnTo>
                    <a:pt x="28396" y="3655"/>
                  </a:lnTo>
                  <a:lnTo>
                    <a:pt x="13620" y="13620"/>
                  </a:lnTo>
                  <a:lnTo>
                    <a:pt x="3655" y="28396"/>
                  </a:lnTo>
                  <a:lnTo>
                    <a:pt x="0" y="46482"/>
                  </a:lnTo>
                  <a:lnTo>
                    <a:pt x="0" y="232410"/>
                  </a:lnTo>
                  <a:lnTo>
                    <a:pt x="3655" y="250495"/>
                  </a:lnTo>
                  <a:lnTo>
                    <a:pt x="13620" y="265271"/>
                  </a:lnTo>
                  <a:lnTo>
                    <a:pt x="28396" y="275236"/>
                  </a:lnTo>
                  <a:lnTo>
                    <a:pt x="46482" y="278892"/>
                  </a:lnTo>
                  <a:lnTo>
                    <a:pt x="5837682" y="278892"/>
                  </a:lnTo>
                  <a:lnTo>
                    <a:pt x="5855767" y="275236"/>
                  </a:lnTo>
                  <a:lnTo>
                    <a:pt x="5870543" y="265271"/>
                  </a:lnTo>
                  <a:lnTo>
                    <a:pt x="5880508" y="250495"/>
                  </a:lnTo>
                  <a:lnTo>
                    <a:pt x="5884164" y="232410"/>
                  </a:lnTo>
                  <a:lnTo>
                    <a:pt x="5884164" y="46482"/>
                  </a:lnTo>
                  <a:lnTo>
                    <a:pt x="5880508" y="28396"/>
                  </a:lnTo>
                  <a:lnTo>
                    <a:pt x="5870543" y="13620"/>
                  </a:lnTo>
                  <a:lnTo>
                    <a:pt x="5855767" y="3655"/>
                  </a:lnTo>
                  <a:lnTo>
                    <a:pt x="583768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06140" y="3575304"/>
              <a:ext cx="1209293" cy="16230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53628" y="3566160"/>
              <a:ext cx="329946" cy="15163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6298692" y="3581400"/>
              <a:ext cx="2034539" cy="120650"/>
            </a:xfrm>
            <a:custGeom>
              <a:avLst/>
              <a:gdLst/>
              <a:ahLst/>
              <a:cxnLst/>
              <a:rect l="l" t="t" r="r" b="b"/>
              <a:pathLst>
                <a:path w="2034540" h="120650">
                  <a:moveTo>
                    <a:pt x="2014474" y="0"/>
                  </a:moveTo>
                  <a:lnTo>
                    <a:pt x="20066" y="0"/>
                  </a:lnTo>
                  <a:lnTo>
                    <a:pt x="12269" y="1581"/>
                  </a:lnTo>
                  <a:lnTo>
                    <a:pt x="5889" y="5889"/>
                  </a:lnTo>
                  <a:lnTo>
                    <a:pt x="1581" y="12269"/>
                  </a:lnTo>
                  <a:lnTo>
                    <a:pt x="0" y="20065"/>
                  </a:lnTo>
                  <a:lnTo>
                    <a:pt x="0" y="100330"/>
                  </a:lnTo>
                  <a:lnTo>
                    <a:pt x="1581" y="108126"/>
                  </a:lnTo>
                  <a:lnTo>
                    <a:pt x="5889" y="114506"/>
                  </a:lnTo>
                  <a:lnTo>
                    <a:pt x="12269" y="118814"/>
                  </a:lnTo>
                  <a:lnTo>
                    <a:pt x="20066" y="120395"/>
                  </a:lnTo>
                  <a:lnTo>
                    <a:pt x="2014474" y="120395"/>
                  </a:lnTo>
                  <a:lnTo>
                    <a:pt x="2022270" y="118814"/>
                  </a:lnTo>
                  <a:lnTo>
                    <a:pt x="2028650" y="114506"/>
                  </a:lnTo>
                  <a:lnTo>
                    <a:pt x="2032958" y="108126"/>
                  </a:lnTo>
                  <a:lnTo>
                    <a:pt x="2034539" y="100330"/>
                  </a:lnTo>
                  <a:lnTo>
                    <a:pt x="2034539" y="20065"/>
                  </a:lnTo>
                  <a:lnTo>
                    <a:pt x="2032958" y="12269"/>
                  </a:lnTo>
                  <a:lnTo>
                    <a:pt x="2028650" y="5889"/>
                  </a:lnTo>
                  <a:lnTo>
                    <a:pt x="2022270" y="1581"/>
                  </a:lnTo>
                  <a:lnTo>
                    <a:pt x="201447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3253740" y="3826764"/>
            <a:ext cx="5884545" cy="605155"/>
            <a:chOff x="3253740" y="3826764"/>
            <a:chExt cx="5884545" cy="605155"/>
          </a:xfrm>
        </p:grpSpPr>
        <p:sp>
          <p:nvSpPr>
            <p:cNvPr id="28" name="object 28"/>
            <p:cNvSpPr/>
            <p:nvPr/>
          </p:nvSpPr>
          <p:spPr>
            <a:xfrm>
              <a:off x="3253740" y="3826763"/>
              <a:ext cx="5884545" cy="605155"/>
            </a:xfrm>
            <a:custGeom>
              <a:avLst/>
              <a:gdLst/>
              <a:ahLst/>
              <a:cxnLst/>
              <a:rect l="l" t="t" r="r" b="b"/>
              <a:pathLst>
                <a:path w="5884545" h="605154">
                  <a:moveTo>
                    <a:pt x="5884164" y="371348"/>
                  </a:moveTo>
                  <a:lnTo>
                    <a:pt x="5880481" y="353174"/>
                  </a:lnTo>
                  <a:lnTo>
                    <a:pt x="5870460" y="338315"/>
                  </a:lnTo>
                  <a:lnTo>
                    <a:pt x="5855601" y="328295"/>
                  </a:lnTo>
                  <a:lnTo>
                    <a:pt x="5837428" y="324612"/>
                  </a:lnTo>
                  <a:lnTo>
                    <a:pt x="46736" y="324612"/>
                  </a:lnTo>
                  <a:lnTo>
                    <a:pt x="28549" y="328295"/>
                  </a:lnTo>
                  <a:lnTo>
                    <a:pt x="13690" y="338315"/>
                  </a:lnTo>
                  <a:lnTo>
                    <a:pt x="3670" y="353174"/>
                  </a:lnTo>
                  <a:lnTo>
                    <a:pt x="0" y="371348"/>
                  </a:lnTo>
                  <a:lnTo>
                    <a:pt x="0" y="558292"/>
                  </a:lnTo>
                  <a:lnTo>
                    <a:pt x="3670" y="576478"/>
                  </a:lnTo>
                  <a:lnTo>
                    <a:pt x="13690" y="591337"/>
                  </a:lnTo>
                  <a:lnTo>
                    <a:pt x="28549" y="601357"/>
                  </a:lnTo>
                  <a:lnTo>
                    <a:pt x="46736" y="605028"/>
                  </a:lnTo>
                  <a:lnTo>
                    <a:pt x="5837428" y="605028"/>
                  </a:lnTo>
                  <a:lnTo>
                    <a:pt x="5855601" y="601357"/>
                  </a:lnTo>
                  <a:lnTo>
                    <a:pt x="5870460" y="591337"/>
                  </a:lnTo>
                  <a:lnTo>
                    <a:pt x="5880481" y="576478"/>
                  </a:lnTo>
                  <a:lnTo>
                    <a:pt x="5884164" y="558292"/>
                  </a:lnTo>
                  <a:lnTo>
                    <a:pt x="5884164" y="371348"/>
                  </a:lnTo>
                  <a:close/>
                </a:path>
                <a:path w="5884545" h="605154">
                  <a:moveTo>
                    <a:pt x="5884164" y="46736"/>
                  </a:moveTo>
                  <a:lnTo>
                    <a:pt x="5880481" y="28562"/>
                  </a:lnTo>
                  <a:lnTo>
                    <a:pt x="5870460" y="13703"/>
                  </a:lnTo>
                  <a:lnTo>
                    <a:pt x="5855601" y="3683"/>
                  </a:lnTo>
                  <a:lnTo>
                    <a:pt x="5837428" y="0"/>
                  </a:lnTo>
                  <a:lnTo>
                    <a:pt x="46736" y="0"/>
                  </a:lnTo>
                  <a:lnTo>
                    <a:pt x="28549" y="3683"/>
                  </a:lnTo>
                  <a:lnTo>
                    <a:pt x="13690" y="13703"/>
                  </a:lnTo>
                  <a:lnTo>
                    <a:pt x="3670" y="28562"/>
                  </a:lnTo>
                  <a:lnTo>
                    <a:pt x="0" y="46736"/>
                  </a:lnTo>
                  <a:lnTo>
                    <a:pt x="0" y="233680"/>
                  </a:lnTo>
                  <a:lnTo>
                    <a:pt x="3670" y="251866"/>
                  </a:lnTo>
                  <a:lnTo>
                    <a:pt x="13690" y="266725"/>
                  </a:lnTo>
                  <a:lnTo>
                    <a:pt x="28549" y="276745"/>
                  </a:lnTo>
                  <a:lnTo>
                    <a:pt x="46736" y="280416"/>
                  </a:lnTo>
                  <a:lnTo>
                    <a:pt x="5837428" y="280416"/>
                  </a:lnTo>
                  <a:lnTo>
                    <a:pt x="5855601" y="276745"/>
                  </a:lnTo>
                  <a:lnTo>
                    <a:pt x="5870460" y="266725"/>
                  </a:lnTo>
                  <a:lnTo>
                    <a:pt x="5880481" y="251866"/>
                  </a:lnTo>
                  <a:lnTo>
                    <a:pt x="5884164" y="233680"/>
                  </a:lnTo>
                  <a:lnTo>
                    <a:pt x="5884164" y="46736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412236" y="3901440"/>
              <a:ext cx="784098" cy="13335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453628" y="3890772"/>
              <a:ext cx="339090" cy="15316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672072" y="3906012"/>
              <a:ext cx="1661160" cy="120650"/>
            </a:xfrm>
            <a:custGeom>
              <a:avLst/>
              <a:gdLst/>
              <a:ahLst/>
              <a:cxnLst/>
              <a:rect l="l" t="t" r="r" b="b"/>
              <a:pathLst>
                <a:path w="1661159" h="120650">
                  <a:moveTo>
                    <a:pt x="1641094" y="0"/>
                  </a:moveTo>
                  <a:lnTo>
                    <a:pt x="20066" y="0"/>
                  </a:lnTo>
                  <a:lnTo>
                    <a:pt x="12269" y="1581"/>
                  </a:lnTo>
                  <a:lnTo>
                    <a:pt x="5889" y="5889"/>
                  </a:lnTo>
                  <a:lnTo>
                    <a:pt x="1581" y="12269"/>
                  </a:lnTo>
                  <a:lnTo>
                    <a:pt x="0" y="20065"/>
                  </a:lnTo>
                  <a:lnTo>
                    <a:pt x="0" y="100330"/>
                  </a:lnTo>
                  <a:lnTo>
                    <a:pt x="1581" y="108126"/>
                  </a:lnTo>
                  <a:lnTo>
                    <a:pt x="5889" y="114506"/>
                  </a:lnTo>
                  <a:lnTo>
                    <a:pt x="12269" y="118814"/>
                  </a:lnTo>
                  <a:lnTo>
                    <a:pt x="20066" y="120395"/>
                  </a:lnTo>
                  <a:lnTo>
                    <a:pt x="1641094" y="120395"/>
                  </a:lnTo>
                  <a:lnTo>
                    <a:pt x="1648890" y="118814"/>
                  </a:lnTo>
                  <a:lnTo>
                    <a:pt x="1655270" y="114506"/>
                  </a:lnTo>
                  <a:lnTo>
                    <a:pt x="1659578" y="108126"/>
                  </a:lnTo>
                  <a:lnTo>
                    <a:pt x="1661159" y="100330"/>
                  </a:lnTo>
                  <a:lnTo>
                    <a:pt x="1661159" y="20065"/>
                  </a:lnTo>
                  <a:lnTo>
                    <a:pt x="1659578" y="12269"/>
                  </a:lnTo>
                  <a:lnTo>
                    <a:pt x="1655270" y="5889"/>
                  </a:lnTo>
                  <a:lnTo>
                    <a:pt x="1648890" y="1581"/>
                  </a:lnTo>
                  <a:lnTo>
                    <a:pt x="164109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06140" y="4226052"/>
              <a:ext cx="2015489" cy="13335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453628" y="4216908"/>
              <a:ext cx="291846" cy="151637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6879336" y="4232148"/>
              <a:ext cx="1454150" cy="120650"/>
            </a:xfrm>
            <a:custGeom>
              <a:avLst/>
              <a:gdLst/>
              <a:ahLst/>
              <a:cxnLst/>
              <a:rect l="l" t="t" r="r" b="b"/>
              <a:pathLst>
                <a:path w="1454150" h="120650">
                  <a:moveTo>
                    <a:pt x="1433830" y="0"/>
                  </a:moveTo>
                  <a:lnTo>
                    <a:pt x="20066" y="0"/>
                  </a:lnTo>
                  <a:lnTo>
                    <a:pt x="12269" y="1581"/>
                  </a:lnTo>
                  <a:lnTo>
                    <a:pt x="5889" y="5889"/>
                  </a:lnTo>
                  <a:lnTo>
                    <a:pt x="1581" y="12269"/>
                  </a:lnTo>
                  <a:lnTo>
                    <a:pt x="0" y="20065"/>
                  </a:lnTo>
                  <a:lnTo>
                    <a:pt x="0" y="100329"/>
                  </a:lnTo>
                  <a:lnTo>
                    <a:pt x="1581" y="108126"/>
                  </a:lnTo>
                  <a:lnTo>
                    <a:pt x="5889" y="114506"/>
                  </a:lnTo>
                  <a:lnTo>
                    <a:pt x="12269" y="118814"/>
                  </a:lnTo>
                  <a:lnTo>
                    <a:pt x="20066" y="120395"/>
                  </a:lnTo>
                  <a:lnTo>
                    <a:pt x="1433830" y="120395"/>
                  </a:lnTo>
                  <a:lnTo>
                    <a:pt x="1441626" y="118814"/>
                  </a:lnTo>
                  <a:lnTo>
                    <a:pt x="1448006" y="114506"/>
                  </a:lnTo>
                  <a:lnTo>
                    <a:pt x="1452314" y="108126"/>
                  </a:lnTo>
                  <a:lnTo>
                    <a:pt x="1453896" y="100329"/>
                  </a:lnTo>
                  <a:lnTo>
                    <a:pt x="1453896" y="20065"/>
                  </a:lnTo>
                  <a:lnTo>
                    <a:pt x="1452314" y="12269"/>
                  </a:lnTo>
                  <a:lnTo>
                    <a:pt x="1448006" y="5889"/>
                  </a:lnTo>
                  <a:lnTo>
                    <a:pt x="1441626" y="1581"/>
                  </a:lnTo>
                  <a:lnTo>
                    <a:pt x="1433830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/>
          <p:cNvGrpSpPr/>
          <p:nvPr/>
        </p:nvGrpSpPr>
        <p:grpSpPr>
          <a:xfrm>
            <a:off x="3253740" y="4477511"/>
            <a:ext cx="5884545" cy="605155"/>
            <a:chOff x="3253740" y="4477511"/>
            <a:chExt cx="5884545" cy="605155"/>
          </a:xfrm>
        </p:grpSpPr>
        <p:sp>
          <p:nvSpPr>
            <p:cNvPr id="36" name="object 36"/>
            <p:cNvSpPr/>
            <p:nvPr/>
          </p:nvSpPr>
          <p:spPr>
            <a:xfrm>
              <a:off x="3253740" y="4477511"/>
              <a:ext cx="5884545" cy="605155"/>
            </a:xfrm>
            <a:custGeom>
              <a:avLst/>
              <a:gdLst/>
              <a:ahLst/>
              <a:cxnLst/>
              <a:rect l="l" t="t" r="r" b="b"/>
              <a:pathLst>
                <a:path w="5884545" h="605154">
                  <a:moveTo>
                    <a:pt x="5884164" y="371348"/>
                  </a:moveTo>
                  <a:lnTo>
                    <a:pt x="5880481" y="353174"/>
                  </a:lnTo>
                  <a:lnTo>
                    <a:pt x="5870460" y="338315"/>
                  </a:lnTo>
                  <a:lnTo>
                    <a:pt x="5855601" y="328295"/>
                  </a:lnTo>
                  <a:lnTo>
                    <a:pt x="5837428" y="324612"/>
                  </a:lnTo>
                  <a:lnTo>
                    <a:pt x="46736" y="324612"/>
                  </a:lnTo>
                  <a:lnTo>
                    <a:pt x="28549" y="328295"/>
                  </a:lnTo>
                  <a:lnTo>
                    <a:pt x="13690" y="338315"/>
                  </a:lnTo>
                  <a:lnTo>
                    <a:pt x="3670" y="353174"/>
                  </a:lnTo>
                  <a:lnTo>
                    <a:pt x="0" y="371348"/>
                  </a:lnTo>
                  <a:lnTo>
                    <a:pt x="0" y="558292"/>
                  </a:lnTo>
                  <a:lnTo>
                    <a:pt x="3670" y="576478"/>
                  </a:lnTo>
                  <a:lnTo>
                    <a:pt x="13690" y="591337"/>
                  </a:lnTo>
                  <a:lnTo>
                    <a:pt x="28549" y="601357"/>
                  </a:lnTo>
                  <a:lnTo>
                    <a:pt x="46736" y="605028"/>
                  </a:lnTo>
                  <a:lnTo>
                    <a:pt x="5837428" y="605028"/>
                  </a:lnTo>
                  <a:lnTo>
                    <a:pt x="5855601" y="601357"/>
                  </a:lnTo>
                  <a:lnTo>
                    <a:pt x="5870460" y="591337"/>
                  </a:lnTo>
                  <a:lnTo>
                    <a:pt x="5880481" y="576478"/>
                  </a:lnTo>
                  <a:lnTo>
                    <a:pt x="5884164" y="558292"/>
                  </a:lnTo>
                  <a:lnTo>
                    <a:pt x="5884164" y="371348"/>
                  </a:lnTo>
                  <a:close/>
                </a:path>
                <a:path w="5884545" h="605154">
                  <a:moveTo>
                    <a:pt x="5884164" y="46736"/>
                  </a:moveTo>
                  <a:lnTo>
                    <a:pt x="5880481" y="28562"/>
                  </a:lnTo>
                  <a:lnTo>
                    <a:pt x="5870460" y="13703"/>
                  </a:lnTo>
                  <a:lnTo>
                    <a:pt x="5855601" y="3683"/>
                  </a:lnTo>
                  <a:lnTo>
                    <a:pt x="5837428" y="0"/>
                  </a:lnTo>
                  <a:lnTo>
                    <a:pt x="46736" y="0"/>
                  </a:lnTo>
                  <a:lnTo>
                    <a:pt x="28549" y="3683"/>
                  </a:lnTo>
                  <a:lnTo>
                    <a:pt x="13690" y="13703"/>
                  </a:lnTo>
                  <a:lnTo>
                    <a:pt x="3670" y="28562"/>
                  </a:lnTo>
                  <a:lnTo>
                    <a:pt x="0" y="46736"/>
                  </a:lnTo>
                  <a:lnTo>
                    <a:pt x="0" y="233680"/>
                  </a:lnTo>
                  <a:lnTo>
                    <a:pt x="3670" y="251866"/>
                  </a:lnTo>
                  <a:lnTo>
                    <a:pt x="13690" y="266725"/>
                  </a:lnTo>
                  <a:lnTo>
                    <a:pt x="28549" y="276745"/>
                  </a:lnTo>
                  <a:lnTo>
                    <a:pt x="46736" y="280416"/>
                  </a:lnTo>
                  <a:lnTo>
                    <a:pt x="5837428" y="280416"/>
                  </a:lnTo>
                  <a:lnTo>
                    <a:pt x="5855601" y="276745"/>
                  </a:lnTo>
                  <a:lnTo>
                    <a:pt x="5870460" y="266725"/>
                  </a:lnTo>
                  <a:lnTo>
                    <a:pt x="5880481" y="251866"/>
                  </a:lnTo>
                  <a:lnTo>
                    <a:pt x="5884164" y="233680"/>
                  </a:lnTo>
                  <a:lnTo>
                    <a:pt x="5884164" y="46736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12236" y="4552187"/>
              <a:ext cx="1675638" cy="162306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453628" y="4541519"/>
              <a:ext cx="319277" cy="15316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7004304" y="4556759"/>
              <a:ext cx="1329055" cy="120650"/>
            </a:xfrm>
            <a:custGeom>
              <a:avLst/>
              <a:gdLst/>
              <a:ahLst/>
              <a:cxnLst/>
              <a:rect l="l" t="t" r="r" b="b"/>
              <a:pathLst>
                <a:path w="1329054" h="120650">
                  <a:moveTo>
                    <a:pt x="1308862" y="0"/>
                  </a:moveTo>
                  <a:lnTo>
                    <a:pt x="20066" y="0"/>
                  </a:lnTo>
                  <a:lnTo>
                    <a:pt x="12269" y="1581"/>
                  </a:lnTo>
                  <a:lnTo>
                    <a:pt x="5889" y="5889"/>
                  </a:lnTo>
                  <a:lnTo>
                    <a:pt x="1581" y="12269"/>
                  </a:lnTo>
                  <a:lnTo>
                    <a:pt x="0" y="20065"/>
                  </a:lnTo>
                  <a:lnTo>
                    <a:pt x="0" y="100329"/>
                  </a:lnTo>
                  <a:lnTo>
                    <a:pt x="1581" y="108126"/>
                  </a:lnTo>
                  <a:lnTo>
                    <a:pt x="5889" y="114506"/>
                  </a:lnTo>
                  <a:lnTo>
                    <a:pt x="12269" y="118814"/>
                  </a:lnTo>
                  <a:lnTo>
                    <a:pt x="20066" y="120395"/>
                  </a:lnTo>
                  <a:lnTo>
                    <a:pt x="1308862" y="120395"/>
                  </a:lnTo>
                  <a:lnTo>
                    <a:pt x="1316658" y="118814"/>
                  </a:lnTo>
                  <a:lnTo>
                    <a:pt x="1323038" y="114506"/>
                  </a:lnTo>
                  <a:lnTo>
                    <a:pt x="1327346" y="108126"/>
                  </a:lnTo>
                  <a:lnTo>
                    <a:pt x="1328927" y="100329"/>
                  </a:lnTo>
                  <a:lnTo>
                    <a:pt x="1328927" y="20065"/>
                  </a:lnTo>
                  <a:lnTo>
                    <a:pt x="1327346" y="12269"/>
                  </a:lnTo>
                  <a:lnTo>
                    <a:pt x="1323038" y="5889"/>
                  </a:lnTo>
                  <a:lnTo>
                    <a:pt x="1316658" y="1581"/>
                  </a:lnTo>
                  <a:lnTo>
                    <a:pt x="130886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12236" y="4876799"/>
              <a:ext cx="488441" cy="16230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453628" y="4867655"/>
              <a:ext cx="319277" cy="151637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7004304" y="4882895"/>
              <a:ext cx="1329055" cy="119380"/>
            </a:xfrm>
            <a:custGeom>
              <a:avLst/>
              <a:gdLst/>
              <a:ahLst/>
              <a:cxnLst/>
              <a:rect l="l" t="t" r="r" b="b"/>
              <a:pathLst>
                <a:path w="1329054" h="119379">
                  <a:moveTo>
                    <a:pt x="1309116" y="0"/>
                  </a:moveTo>
                  <a:lnTo>
                    <a:pt x="19812" y="0"/>
                  </a:lnTo>
                  <a:lnTo>
                    <a:pt x="12108" y="1559"/>
                  </a:lnTo>
                  <a:lnTo>
                    <a:pt x="5810" y="5810"/>
                  </a:lnTo>
                  <a:lnTo>
                    <a:pt x="1559" y="12108"/>
                  </a:lnTo>
                  <a:lnTo>
                    <a:pt x="0" y="19811"/>
                  </a:lnTo>
                  <a:lnTo>
                    <a:pt x="0" y="99059"/>
                  </a:lnTo>
                  <a:lnTo>
                    <a:pt x="1559" y="106763"/>
                  </a:lnTo>
                  <a:lnTo>
                    <a:pt x="5810" y="113061"/>
                  </a:lnTo>
                  <a:lnTo>
                    <a:pt x="12108" y="117312"/>
                  </a:lnTo>
                  <a:lnTo>
                    <a:pt x="19812" y="118871"/>
                  </a:lnTo>
                  <a:lnTo>
                    <a:pt x="1309116" y="118871"/>
                  </a:lnTo>
                  <a:lnTo>
                    <a:pt x="1316819" y="117312"/>
                  </a:lnTo>
                  <a:lnTo>
                    <a:pt x="1323117" y="113061"/>
                  </a:lnTo>
                  <a:lnTo>
                    <a:pt x="1327368" y="106763"/>
                  </a:lnTo>
                  <a:lnTo>
                    <a:pt x="1328927" y="99059"/>
                  </a:lnTo>
                  <a:lnTo>
                    <a:pt x="1328927" y="19811"/>
                  </a:lnTo>
                  <a:lnTo>
                    <a:pt x="1327368" y="12108"/>
                  </a:lnTo>
                  <a:lnTo>
                    <a:pt x="1323117" y="5810"/>
                  </a:lnTo>
                  <a:lnTo>
                    <a:pt x="1316819" y="1559"/>
                  </a:lnTo>
                  <a:lnTo>
                    <a:pt x="1309116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3253740" y="5128259"/>
            <a:ext cx="5884545" cy="279400"/>
            <a:chOff x="3253740" y="5128259"/>
            <a:chExt cx="5884545" cy="279400"/>
          </a:xfrm>
        </p:grpSpPr>
        <p:sp>
          <p:nvSpPr>
            <p:cNvPr id="44" name="object 44"/>
            <p:cNvSpPr/>
            <p:nvPr/>
          </p:nvSpPr>
          <p:spPr>
            <a:xfrm>
              <a:off x="3253740" y="5128259"/>
              <a:ext cx="5884545" cy="279400"/>
            </a:xfrm>
            <a:custGeom>
              <a:avLst/>
              <a:gdLst/>
              <a:ahLst/>
              <a:cxnLst/>
              <a:rect l="l" t="t" r="r" b="b"/>
              <a:pathLst>
                <a:path w="5884545" h="279400">
                  <a:moveTo>
                    <a:pt x="5837682" y="0"/>
                  </a:moveTo>
                  <a:lnTo>
                    <a:pt x="46482" y="0"/>
                  </a:lnTo>
                  <a:lnTo>
                    <a:pt x="28396" y="3655"/>
                  </a:lnTo>
                  <a:lnTo>
                    <a:pt x="13620" y="13620"/>
                  </a:lnTo>
                  <a:lnTo>
                    <a:pt x="3655" y="28396"/>
                  </a:lnTo>
                  <a:lnTo>
                    <a:pt x="0" y="46481"/>
                  </a:lnTo>
                  <a:lnTo>
                    <a:pt x="0" y="232409"/>
                  </a:lnTo>
                  <a:lnTo>
                    <a:pt x="3655" y="250495"/>
                  </a:lnTo>
                  <a:lnTo>
                    <a:pt x="13620" y="265271"/>
                  </a:lnTo>
                  <a:lnTo>
                    <a:pt x="28396" y="275236"/>
                  </a:lnTo>
                  <a:lnTo>
                    <a:pt x="46482" y="278891"/>
                  </a:lnTo>
                  <a:lnTo>
                    <a:pt x="5837682" y="278891"/>
                  </a:lnTo>
                  <a:lnTo>
                    <a:pt x="5855767" y="275236"/>
                  </a:lnTo>
                  <a:lnTo>
                    <a:pt x="5870543" y="265271"/>
                  </a:lnTo>
                  <a:lnTo>
                    <a:pt x="5880508" y="250495"/>
                  </a:lnTo>
                  <a:lnTo>
                    <a:pt x="5884164" y="232409"/>
                  </a:lnTo>
                  <a:lnTo>
                    <a:pt x="5884164" y="46481"/>
                  </a:lnTo>
                  <a:lnTo>
                    <a:pt x="5880508" y="28396"/>
                  </a:lnTo>
                  <a:lnTo>
                    <a:pt x="5870543" y="13620"/>
                  </a:lnTo>
                  <a:lnTo>
                    <a:pt x="5855767" y="3655"/>
                  </a:lnTo>
                  <a:lnTo>
                    <a:pt x="583768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04616" y="5201411"/>
              <a:ext cx="424434" cy="13335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453628" y="5192267"/>
              <a:ext cx="279653" cy="15163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7461504" y="5207507"/>
              <a:ext cx="871855" cy="120650"/>
            </a:xfrm>
            <a:custGeom>
              <a:avLst/>
              <a:gdLst/>
              <a:ahLst/>
              <a:cxnLst/>
              <a:rect l="l" t="t" r="r" b="b"/>
              <a:pathLst>
                <a:path w="871854" h="120650">
                  <a:moveTo>
                    <a:pt x="851662" y="0"/>
                  </a:moveTo>
                  <a:lnTo>
                    <a:pt x="20066" y="0"/>
                  </a:lnTo>
                  <a:lnTo>
                    <a:pt x="12269" y="1581"/>
                  </a:lnTo>
                  <a:lnTo>
                    <a:pt x="5889" y="5889"/>
                  </a:lnTo>
                  <a:lnTo>
                    <a:pt x="1581" y="12269"/>
                  </a:lnTo>
                  <a:lnTo>
                    <a:pt x="0" y="20066"/>
                  </a:lnTo>
                  <a:lnTo>
                    <a:pt x="0" y="100330"/>
                  </a:lnTo>
                  <a:lnTo>
                    <a:pt x="1581" y="108126"/>
                  </a:lnTo>
                  <a:lnTo>
                    <a:pt x="5889" y="114506"/>
                  </a:lnTo>
                  <a:lnTo>
                    <a:pt x="12269" y="118814"/>
                  </a:lnTo>
                  <a:lnTo>
                    <a:pt x="20066" y="120396"/>
                  </a:lnTo>
                  <a:lnTo>
                    <a:pt x="851662" y="120396"/>
                  </a:lnTo>
                  <a:lnTo>
                    <a:pt x="859458" y="118814"/>
                  </a:lnTo>
                  <a:lnTo>
                    <a:pt x="865838" y="114506"/>
                  </a:lnTo>
                  <a:lnTo>
                    <a:pt x="870146" y="108126"/>
                  </a:lnTo>
                  <a:lnTo>
                    <a:pt x="871727" y="100330"/>
                  </a:lnTo>
                  <a:lnTo>
                    <a:pt x="871727" y="20066"/>
                  </a:lnTo>
                  <a:lnTo>
                    <a:pt x="870146" y="12269"/>
                  </a:lnTo>
                  <a:lnTo>
                    <a:pt x="865838" y="5889"/>
                  </a:lnTo>
                  <a:lnTo>
                    <a:pt x="859458" y="1581"/>
                  </a:lnTo>
                  <a:lnTo>
                    <a:pt x="85166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8" name="object 48"/>
          <p:cNvGrpSpPr/>
          <p:nvPr/>
        </p:nvGrpSpPr>
        <p:grpSpPr>
          <a:xfrm>
            <a:off x="3253740" y="5452871"/>
            <a:ext cx="5884545" cy="605155"/>
            <a:chOff x="3253740" y="5452871"/>
            <a:chExt cx="5884545" cy="605155"/>
          </a:xfrm>
        </p:grpSpPr>
        <p:sp>
          <p:nvSpPr>
            <p:cNvPr id="49" name="object 49"/>
            <p:cNvSpPr/>
            <p:nvPr/>
          </p:nvSpPr>
          <p:spPr>
            <a:xfrm>
              <a:off x="3253740" y="5452871"/>
              <a:ext cx="5884545" cy="605155"/>
            </a:xfrm>
            <a:custGeom>
              <a:avLst/>
              <a:gdLst/>
              <a:ahLst/>
              <a:cxnLst/>
              <a:rect l="l" t="t" r="r" b="b"/>
              <a:pathLst>
                <a:path w="5884545" h="605154">
                  <a:moveTo>
                    <a:pt x="5884164" y="371348"/>
                  </a:moveTo>
                  <a:lnTo>
                    <a:pt x="5880481" y="353161"/>
                  </a:lnTo>
                  <a:lnTo>
                    <a:pt x="5870460" y="338302"/>
                  </a:lnTo>
                  <a:lnTo>
                    <a:pt x="5855601" y="328295"/>
                  </a:lnTo>
                  <a:lnTo>
                    <a:pt x="5837428" y="324612"/>
                  </a:lnTo>
                  <a:lnTo>
                    <a:pt x="46736" y="324612"/>
                  </a:lnTo>
                  <a:lnTo>
                    <a:pt x="28549" y="328295"/>
                  </a:lnTo>
                  <a:lnTo>
                    <a:pt x="13690" y="338302"/>
                  </a:lnTo>
                  <a:lnTo>
                    <a:pt x="3670" y="353161"/>
                  </a:lnTo>
                  <a:lnTo>
                    <a:pt x="0" y="371348"/>
                  </a:lnTo>
                  <a:lnTo>
                    <a:pt x="0" y="558292"/>
                  </a:lnTo>
                  <a:lnTo>
                    <a:pt x="3670" y="576491"/>
                  </a:lnTo>
                  <a:lnTo>
                    <a:pt x="13690" y="591337"/>
                  </a:lnTo>
                  <a:lnTo>
                    <a:pt x="28549" y="601357"/>
                  </a:lnTo>
                  <a:lnTo>
                    <a:pt x="46736" y="605028"/>
                  </a:lnTo>
                  <a:lnTo>
                    <a:pt x="5837428" y="605028"/>
                  </a:lnTo>
                  <a:lnTo>
                    <a:pt x="5855601" y="601357"/>
                  </a:lnTo>
                  <a:lnTo>
                    <a:pt x="5870460" y="591350"/>
                  </a:lnTo>
                  <a:lnTo>
                    <a:pt x="5880481" y="576491"/>
                  </a:lnTo>
                  <a:lnTo>
                    <a:pt x="5884164" y="558292"/>
                  </a:lnTo>
                  <a:lnTo>
                    <a:pt x="5884164" y="371348"/>
                  </a:lnTo>
                  <a:close/>
                </a:path>
                <a:path w="5884545" h="605154">
                  <a:moveTo>
                    <a:pt x="5884164" y="46736"/>
                  </a:moveTo>
                  <a:lnTo>
                    <a:pt x="5880481" y="28562"/>
                  </a:lnTo>
                  <a:lnTo>
                    <a:pt x="5870460" y="13703"/>
                  </a:lnTo>
                  <a:lnTo>
                    <a:pt x="5855601" y="3683"/>
                  </a:lnTo>
                  <a:lnTo>
                    <a:pt x="5837428" y="0"/>
                  </a:lnTo>
                  <a:lnTo>
                    <a:pt x="46736" y="0"/>
                  </a:lnTo>
                  <a:lnTo>
                    <a:pt x="28549" y="3683"/>
                  </a:lnTo>
                  <a:lnTo>
                    <a:pt x="13690" y="13703"/>
                  </a:lnTo>
                  <a:lnTo>
                    <a:pt x="3670" y="28562"/>
                  </a:lnTo>
                  <a:lnTo>
                    <a:pt x="0" y="46736"/>
                  </a:lnTo>
                  <a:lnTo>
                    <a:pt x="0" y="233680"/>
                  </a:lnTo>
                  <a:lnTo>
                    <a:pt x="3670" y="251879"/>
                  </a:lnTo>
                  <a:lnTo>
                    <a:pt x="13690" y="266738"/>
                  </a:lnTo>
                  <a:lnTo>
                    <a:pt x="28549" y="276745"/>
                  </a:lnTo>
                  <a:lnTo>
                    <a:pt x="46736" y="280416"/>
                  </a:lnTo>
                  <a:lnTo>
                    <a:pt x="5837428" y="280416"/>
                  </a:lnTo>
                  <a:lnTo>
                    <a:pt x="5855601" y="276745"/>
                  </a:lnTo>
                  <a:lnTo>
                    <a:pt x="5870460" y="266725"/>
                  </a:lnTo>
                  <a:lnTo>
                    <a:pt x="5880481" y="251879"/>
                  </a:lnTo>
                  <a:lnTo>
                    <a:pt x="5884164" y="233680"/>
                  </a:lnTo>
                  <a:lnTo>
                    <a:pt x="5884164" y="46736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12236" y="5527547"/>
              <a:ext cx="447293" cy="13335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453628" y="5516879"/>
              <a:ext cx="287274" cy="153162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7502652" y="5532119"/>
              <a:ext cx="830580" cy="120650"/>
            </a:xfrm>
            <a:custGeom>
              <a:avLst/>
              <a:gdLst/>
              <a:ahLst/>
              <a:cxnLst/>
              <a:rect l="l" t="t" r="r" b="b"/>
              <a:pathLst>
                <a:path w="830579" h="120650">
                  <a:moveTo>
                    <a:pt x="810514" y="0"/>
                  </a:moveTo>
                  <a:lnTo>
                    <a:pt x="20066" y="0"/>
                  </a:lnTo>
                  <a:lnTo>
                    <a:pt x="12269" y="1581"/>
                  </a:lnTo>
                  <a:lnTo>
                    <a:pt x="5889" y="5889"/>
                  </a:lnTo>
                  <a:lnTo>
                    <a:pt x="1581" y="12269"/>
                  </a:lnTo>
                  <a:lnTo>
                    <a:pt x="0" y="20065"/>
                  </a:lnTo>
                  <a:lnTo>
                    <a:pt x="0" y="100329"/>
                  </a:lnTo>
                  <a:lnTo>
                    <a:pt x="1581" y="108142"/>
                  </a:lnTo>
                  <a:lnTo>
                    <a:pt x="5889" y="114520"/>
                  </a:lnTo>
                  <a:lnTo>
                    <a:pt x="12269" y="118819"/>
                  </a:lnTo>
                  <a:lnTo>
                    <a:pt x="20066" y="120395"/>
                  </a:lnTo>
                  <a:lnTo>
                    <a:pt x="810514" y="120395"/>
                  </a:lnTo>
                  <a:lnTo>
                    <a:pt x="818310" y="118819"/>
                  </a:lnTo>
                  <a:lnTo>
                    <a:pt x="824690" y="114520"/>
                  </a:lnTo>
                  <a:lnTo>
                    <a:pt x="828998" y="108142"/>
                  </a:lnTo>
                  <a:lnTo>
                    <a:pt x="830579" y="100329"/>
                  </a:lnTo>
                  <a:lnTo>
                    <a:pt x="830579" y="20065"/>
                  </a:lnTo>
                  <a:lnTo>
                    <a:pt x="828998" y="12269"/>
                  </a:lnTo>
                  <a:lnTo>
                    <a:pt x="824690" y="5889"/>
                  </a:lnTo>
                  <a:lnTo>
                    <a:pt x="818310" y="1581"/>
                  </a:lnTo>
                  <a:lnTo>
                    <a:pt x="81051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406140" y="5852159"/>
              <a:ext cx="581406" cy="16230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453628" y="5843015"/>
              <a:ext cx="290322" cy="151637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7592568" y="5858255"/>
              <a:ext cx="748665" cy="120650"/>
            </a:xfrm>
            <a:custGeom>
              <a:avLst/>
              <a:gdLst/>
              <a:ahLst/>
              <a:cxnLst/>
              <a:rect l="l" t="t" r="r" b="b"/>
              <a:pathLst>
                <a:path w="748665" h="120650">
                  <a:moveTo>
                    <a:pt x="728217" y="0"/>
                  </a:moveTo>
                  <a:lnTo>
                    <a:pt x="20065" y="0"/>
                  </a:lnTo>
                  <a:lnTo>
                    <a:pt x="12269" y="1576"/>
                  </a:lnTo>
                  <a:lnTo>
                    <a:pt x="5889" y="5875"/>
                  </a:lnTo>
                  <a:lnTo>
                    <a:pt x="1581" y="12253"/>
                  </a:lnTo>
                  <a:lnTo>
                    <a:pt x="0" y="20066"/>
                  </a:lnTo>
                  <a:lnTo>
                    <a:pt x="0" y="100330"/>
                  </a:lnTo>
                  <a:lnTo>
                    <a:pt x="1581" y="108142"/>
                  </a:lnTo>
                  <a:lnTo>
                    <a:pt x="5889" y="114520"/>
                  </a:lnTo>
                  <a:lnTo>
                    <a:pt x="12269" y="118819"/>
                  </a:lnTo>
                  <a:lnTo>
                    <a:pt x="20065" y="120396"/>
                  </a:lnTo>
                  <a:lnTo>
                    <a:pt x="728217" y="120396"/>
                  </a:lnTo>
                  <a:lnTo>
                    <a:pt x="736014" y="118819"/>
                  </a:lnTo>
                  <a:lnTo>
                    <a:pt x="742394" y="114520"/>
                  </a:lnTo>
                  <a:lnTo>
                    <a:pt x="746702" y="108142"/>
                  </a:lnTo>
                  <a:lnTo>
                    <a:pt x="748283" y="100330"/>
                  </a:lnTo>
                  <a:lnTo>
                    <a:pt x="748283" y="20066"/>
                  </a:lnTo>
                  <a:lnTo>
                    <a:pt x="746702" y="12253"/>
                  </a:lnTo>
                  <a:lnTo>
                    <a:pt x="742394" y="5875"/>
                  </a:lnTo>
                  <a:lnTo>
                    <a:pt x="736014" y="1576"/>
                  </a:lnTo>
                  <a:lnTo>
                    <a:pt x="728217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437489" y="431419"/>
            <a:ext cx="1511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4.2.</a:t>
            </a:r>
            <a:r>
              <a:rPr dirty="0" sz="1800" spc="-5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dirty="0" sz="1800" spc="-4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Markets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58" name="object 5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554736" y="1898891"/>
            <a:ext cx="8887206" cy="403110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49580" y="1443177"/>
            <a:ext cx="3478529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5873" y="6524434"/>
            <a:ext cx="87590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7366254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6422898" cy="1404366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604" y="6524434"/>
            <a:ext cx="11338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177"/>
            <a:ext cx="3237737" cy="30256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526779"/>
            <a:ext cx="8375142" cy="65761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84988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4.3.</a:t>
            </a:r>
            <a:r>
              <a:rPr dirty="0" spc="-20"/>
              <a:t> </a:t>
            </a:r>
            <a:r>
              <a:rPr dirty="0" spc="-5"/>
              <a:t>AI</a:t>
            </a:r>
            <a:r>
              <a:rPr dirty="0" spc="-20"/>
              <a:t> </a:t>
            </a:r>
            <a:r>
              <a:rPr dirty="0" spc="-5"/>
              <a:t>in</a:t>
            </a:r>
            <a:r>
              <a:rPr dirty="0" spc="-25"/>
              <a:t> </a:t>
            </a:r>
            <a:r>
              <a:rPr dirty="0" spc="-5"/>
              <a:t>Sustainable</a:t>
            </a:r>
            <a:r>
              <a:rPr dirty="0" spc="-20"/>
              <a:t> </a:t>
            </a:r>
            <a:r>
              <a:rPr dirty="0" spc="-5"/>
              <a:t>Energy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923275"/>
            <a:ext cx="8237982" cy="369582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98801" y="3533394"/>
            <a:ext cx="6761480" cy="14166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3675" indent="-181610">
              <a:lnSpc>
                <a:spcPct val="100000"/>
              </a:lnSpc>
              <a:spcBef>
                <a:spcPts val="95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Space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Intelligence,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British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startup,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applies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machine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learning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AI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satellite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data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solve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environmental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problems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such</a:t>
            </a:r>
            <a:r>
              <a:rPr dirty="0" sz="1300" spc="-114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as</a:t>
            </a:r>
            <a:endParaRPr sz="1300">
              <a:latin typeface="Trebuchet MS"/>
              <a:cs typeface="Trebuchet MS"/>
            </a:endParaRPr>
          </a:p>
          <a:p>
            <a:pPr marL="193675">
              <a:lnSpc>
                <a:spcPct val="100000"/>
              </a:lnSpc>
            </a:pP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-</a:t>
            </a:r>
            <a:r>
              <a:rPr dirty="0" sz="1300" spc="-4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5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ning,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300" spc="-280">
                <a:solidFill>
                  <a:srgbClr val="252525"/>
                </a:solidFill>
                <a:latin typeface="Trebuchet MS"/>
                <a:cs typeface="Trebuchet MS"/>
              </a:rPr>
              <a:t>w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g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he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ndu</a:t>
            </a:r>
            <a:r>
              <a:rPr dirty="0" sz="1300" spc="-45">
                <a:solidFill>
                  <a:srgbClr val="252525"/>
                </a:solidFill>
                <a:latin typeface="Trebuchet MS"/>
                <a:cs typeface="Trebuchet MS"/>
              </a:rPr>
              <a:t>s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9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y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o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ke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orr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i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v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ion.</a:t>
            </a:r>
            <a:endParaRPr sz="1300">
              <a:latin typeface="Trebuchet MS"/>
              <a:cs typeface="Trebuchet MS"/>
            </a:endParaRPr>
          </a:p>
          <a:p>
            <a:pPr marL="193675" marR="107314" indent="-181610">
              <a:lnSpc>
                <a:spcPct val="100000"/>
              </a:lnSpc>
              <a:spcBef>
                <a:spcPts val="795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Google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has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promised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not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use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carbon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by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2030.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At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recent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Google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I/O</a:t>
            </a:r>
            <a:r>
              <a:rPr dirty="0" sz="1300" spc="-1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2021</a:t>
            </a:r>
            <a:r>
              <a:rPr dirty="0" sz="1300" spc="-1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event,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company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explained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these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efforts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in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detail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by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announcing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 plans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use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geothermal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energy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power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data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centers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Nevada.</a:t>
            </a:r>
            <a:endParaRPr sz="1300">
              <a:latin typeface="Trebuchet MS"/>
              <a:cs typeface="Trebuchet MS"/>
            </a:endParaRPr>
          </a:p>
          <a:p>
            <a:pPr marL="193675" marR="12065" indent="-181610">
              <a:lnSpc>
                <a:spcPct val="100000"/>
              </a:lnSpc>
              <a:spcBef>
                <a:spcPts val="805"/>
              </a:spcBef>
              <a:buClr>
                <a:srgbClr val="183DAF"/>
              </a:buClr>
              <a:buFont typeface="Arial MT"/>
              <a:buChar char="•"/>
              <a:tabLst>
                <a:tab pos="194310" algn="l"/>
              </a:tabLst>
            </a:pP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Kate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Brandt,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Google’s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head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sustainability,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said,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300">
                <a:solidFill>
                  <a:srgbClr val="252525"/>
                </a:solidFill>
                <a:latin typeface="Trebuchet MS"/>
                <a:cs typeface="Trebuchet MS"/>
              </a:rPr>
              <a:t>“We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are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first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company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sign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contract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for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next-generation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geothermal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power.”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74191" y="3764279"/>
            <a:ext cx="1563624" cy="76809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74191" y="4746443"/>
            <a:ext cx="1313821" cy="428869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8498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4.3.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Sustainable</a:t>
            </a:r>
            <a:r>
              <a:rPr dirty="0" sz="1800" spc="-2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Energy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647688" y="5885688"/>
            <a:ext cx="2792095" cy="220979"/>
            <a:chOff x="6647688" y="5885688"/>
            <a:chExt cx="2792095" cy="220979"/>
          </a:xfrm>
        </p:grpSpPr>
        <p:sp>
          <p:nvSpPr>
            <p:cNvPr id="8" name="object 8"/>
            <p:cNvSpPr/>
            <p:nvPr/>
          </p:nvSpPr>
          <p:spPr>
            <a:xfrm>
              <a:off x="6647688" y="5885688"/>
              <a:ext cx="2792095" cy="220979"/>
            </a:xfrm>
            <a:custGeom>
              <a:avLst/>
              <a:gdLst/>
              <a:ahLst/>
              <a:cxnLst/>
              <a:rect l="l" t="t" r="r" b="b"/>
              <a:pathLst>
                <a:path w="2792095" h="220979">
                  <a:moveTo>
                    <a:pt x="2681478" y="0"/>
                  </a:moveTo>
                  <a:lnTo>
                    <a:pt x="110489" y="0"/>
                  </a:lnTo>
                  <a:lnTo>
                    <a:pt x="67508" y="8682"/>
                  </a:lnTo>
                  <a:lnTo>
                    <a:pt x="32385" y="32361"/>
                  </a:lnTo>
                  <a:lnTo>
                    <a:pt x="8691" y="67481"/>
                  </a:lnTo>
                  <a:lnTo>
                    <a:pt x="0" y="110490"/>
                  </a:lnTo>
                  <a:lnTo>
                    <a:pt x="8691" y="153498"/>
                  </a:lnTo>
                  <a:lnTo>
                    <a:pt x="32384" y="188618"/>
                  </a:lnTo>
                  <a:lnTo>
                    <a:pt x="67508" y="212297"/>
                  </a:lnTo>
                  <a:lnTo>
                    <a:pt x="110489" y="220980"/>
                  </a:lnTo>
                  <a:lnTo>
                    <a:pt x="2681478" y="220980"/>
                  </a:lnTo>
                  <a:lnTo>
                    <a:pt x="2724459" y="212297"/>
                  </a:lnTo>
                  <a:lnTo>
                    <a:pt x="2759582" y="188618"/>
                  </a:lnTo>
                  <a:lnTo>
                    <a:pt x="2783276" y="153498"/>
                  </a:lnTo>
                  <a:lnTo>
                    <a:pt x="2791967" y="110490"/>
                  </a:lnTo>
                  <a:lnTo>
                    <a:pt x="2783294" y="67481"/>
                  </a:lnTo>
                  <a:lnTo>
                    <a:pt x="2759630" y="32361"/>
                  </a:lnTo>
                  <a:lnTo>
                    <a:pt x="2724513" y="8682"/>
                  </a:lnTo>
                  <a:lnTo>
                    <a:pt x="2681478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17080" y="5943600"/>
              <a:ext cx="1856994" cy="12725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40436" y="1857755"/>
            <a:ext cx="8973820" cy="3954779"/>
            <a:chOff x="440436" y="1857755"/>
            <a:chExt cx="8973820" cy="3954779"/>
          </a:xfrm>
        </p:grpSpPr>
        <p:sp>
          <p:nvSpPr>
            <p:cNvPr id="11" name="object 11"/>
            <p:cNvSpPr/>
            <p:nvPr/>
          </p:nvSpPr>
          <p:spPr>
            <a:xfrm>
              <a:off x="443484" y="1860803"/>
              <a:ext cx="8967470" cy="3949065"/>
            </a:xfrm>
            <a:custGeom>
              <a:avLst/>
              <a:gdLst/>
              <a:ahLst/>
              <a:cxnLst/>
              <a:rect l="l" t="t" r="r" b="b"/>
              <a:pathLst>
                <a:path w="8967470" h="3949065">
                  <a:moveTo>
                    <a:pt x="0" y="3948684"/>
                  </a:moveTo>
                  <a:lnTo>
                    <a:pt x="8967216" y="3948684"/>
                  </a:lnTo>
                  <a:lnTo>
                    <a:pt x="8967216" y="0"/>
                  </a:lnTo>
                  <a:lnTo>
                    <a:pt x="0" y="0"/>
                  </a:lnTo>
                  <a:lnTo>
                    <a:pt x="0" y="3948684"/>
                  </a:lnTo>
                  <a:close/>
                </a:path>
              </a:pathLst>
            </a:custGeom>
            <a:ln w="6095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9740" y="1882139"/>
              <a:ext cx="8748170" cy="3874008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580" y="1443177"/>
            <a:ext cx="3237737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3134" y="6524434"/>
            <a:ext cx="108806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7366254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6422898" cy="140589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164"/>
            <a:ext cx="3015234" cy="2339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526792"/>
            <a:ext cx="8605266" cy="145618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6091" y="4876774"/>
            <a:ext cx="8248650" cy="3589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7489" y="431419"/>
            <a:ext cx="268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Financial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Services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4736" y="1923275"/>
            <a:ext cx="8308085" cy="40158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71500" y="4480559"/>
            <a:ext cx="2865881" cy="189737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7639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616963" y="2822448"/>
            <a:ext cx="6741159" cy="3116580"/>
            <a:chOff x="1616963" y="2822448"/>
            <a:chExt cx="6741159" cy="3116580"/>
          </a:xfrm>
        </p:grpSpPr>
        <p:sp>
          <p:nvSpPr>
            <p:cNvPr id="6" name="object 6"/>
            <p:cNvSpPr/>
            <p:nvPr/>
          </p:nvSpPr>
          <p:spPr>
            <a:xfrm>
              <a:off x="1620011" y="2825496"/>
              <a:ext cx="6734809" cy="3110865"/>
            </a:xfrm>
            <a:custGeom>
              <a:avLst/>
              <a:gdLst/>
              <a:ahLst/>
              <a:cxnLst/>
              <a:rect l="l" t="t" r="r" b="b"/>
              <a:pathLst>
                <a:path w="6734809" h="3110865">
                  <a:moveTo>
                    <a:pt x="0" y="3110484"/>
                  </a:moveTo>
                  <a:lnTo>
                    <a:pt x="6734556" y="3110484"/>
                  </a:lnTo>
                  <a:lnTo>
                    <a:pt x="6734556" y="0"/>
                  </a:lnTo>
                  <a:lnTo>
                    <a:pt x="0" y="0"/>
                  </a:lnTo>
                  <a:lnTo>
                    <a:pt x="0" y="311048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8215" y="2924556"/>
              <a:ext cx="6518148" cy="288470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268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4.4.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dirty="0" sz="1800" spc="-2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Financial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Services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013959" y="6045708"/>
            <a:ext cx="3340735" cy="220979"/>
            <a:chOff x="5013959" y="6045708"/>
            <a:chExt cx="3340735" cy="220979"/>
          </a:xfrm>
        </p:grpSpPr>
        <p:sp>
          <p:nvSpPr>
            <p:cNvPr id="11" name="object 11"/>
            <p:cNvSpPr/>
            <p:nvPr/>
          </p:nvSpPr>
          <p:spPr>
            <a:xfrm>
              <a:off x="5013959" y="6045708"/>
              <a:ext cx="3340735" cy="220979"/>
            </a:xfrm>
            <a:custGeom>
              <a:avLst/>
              <a:gdLst/>
              <a:ahLst/>
              <a:cxnLst/>
              <a:rect l="l" t="t" r="r" b="b"/>
              <a:pathLst>
                <a:path w="3340734" h="220979">
                  <a:moveTo>
                    <a:pt x="3230117" y="0"/>
                  </a:moveTo>
                  <a:lnTo>
                    <a:pt x="110489" y="0"/>
                  </a:lnTo>
                  <a:lnTo>
                    <a:pt x="67508" y="8682"/>
                  </a:lnTo>
                  <a:lnTo>
                    <a:pt x="32384" y="32361"/>
                  </a:lnTo>
                  <a:lnTo>
                    <a:pt x="8691" y="67481"/>
                  </a:lnTo>
                  <a:lnTo>
                    <a:pt x="0" y="110489"/>
                  </a:lnTo>
                  <a:lnTo>
                    <a:pt x="8691" y="153498"/>
                  </a:lnTo>
                  <a:lnTo>
                    <a:pt x="32385" y="188618"/>
                  </a:lnTo>
                  <a:lnTo>
                    <a:pt x="67508" y="212297"/>
                  </a:lnTo>
                  <a:lnTo>
                    <a:pt x="110489" y="220979"/>
                  </a:lnTo>
                  <a:lnTo>
                    <a:pt x="3230117" y="220979"/>
                  </a:lnTo>
                  <a:lnTo>
                    <a:pt x="3273099" y="212297"/>
                  </a:lnTo>
                  <a:lnTo>
                    <a:pt x="3308222" y="188618"/>
                  </a:lnTo>
                  <a:lnTo>
                    <a:pt x="3331916" y="153498"/>
                  </a:lnTo>
                  <a:lnTo>
                    <a:pt x="3340608" y="110489"/>
                  </a:lnTo>
                  <a:lnTo>
                    <a:pt x="3331934" y="67481"/>
                  </a:lnTo>
                  <a:lnTo>
                    <a:pt x="3308270" y="32361"/>
                  </a:lnTo>
                  <a:lnTo>
                    <a:pt x="3273153" y="8682"/>
                  </a:lnTo>
                  <a:lnTo>
                    <a:pt x="3230117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40679" y="6105144"/>
              <a:ext cx="2489454" cy="127254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449324"/>
            <a:ext cx="4103370" cy="189737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10183" y="1805927"/>
            <a:ext cx="8391906" cy="657618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1482" y="6524434"/>
            <a:ext cx="110459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7366254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6422898" cy="1404366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6237"/>
            <a:ext cx="2356866" cy="230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516123"/>
            <a:ext cx="8489442" cy="136474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19900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4.5.</a:t>
            </a:r>
            <a:r>
              <a:rPr dirty="0" spc="-35"/>
              <a:t> </a:t>
            </a:r>
            <a:r>
              <a:rPr dirty="0" spc="-5"/>
              <a:t>AI</a:t>
            </a:r>
            <a:r>
              <a:rPr dirty="0" spc="-30"/>
              <a:t> </a:t>
            </a:r>
            <a:r>
              <a:rPr dirty="0" spc="-5"/>
              <a:t>in</a:t>
            </a:r>
            <a:r>
              <a:rPr dirty="0" spc="-40"/>
              <a:t> </a:t>
            </a:r>
            <a:r>
              <a:rPr dirty="0" spc="-5"/>
              <a:t>Government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923275"/>
            <a:ext cx="8727186" cy="40158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11808" y="4811521"/>
            <a:ext cx="1806190" cy="49657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647057" y="4885043"/>
            <a:ext cx="3743960" cy="629920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ts val="1560"/>
              </a:lnSpc>
              <a:spcBef>
                <a:spcPts val="215"/>
              </a:spcBef>
            </a:pPr>
            <a:r>
              <a:rPr dirty="0" sz="1350" spc="-290" i="1">
                <a:solidFill>
                  <a:srgbClr val="252525"/>
                </a:solidFill>
                <a:latin typeface="Trebuchet MS"/>
                <a:cs typeface="Trebuchet MS"/>
              </a:rPr>
              <a:t>“With</a:t>
            </a:r>
            <a:r>
              <a:rPr dirty="0" sz="1350" spc="-285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00" i="1">
                <a:solidFill>
                  <a:srgbClr val="252525"/>
                </a:solidFill>
                <a:latin typeface="Trebuchet MS"/>
                <a:cs typeface="Trebuchet MS"/>
              </a:rPr>
              <a:t>design </a:t>
            </a:r>
            <a:r>
              <a:rPr dirty="0" sz="1350" spc="-235" i="1">
                <a:solidFill>
                  <a:srgbClr val="252525"/>
                </a:solidFill>
                <a:latin typeface="Trebuchet MS"/>
                <a:cs typeface="Trebuchet MS"/>
              </a:rPr>
              <a:t>thinking,</a:t>
            </a:r>
            <a:r>
              <a:rPr dirty="0" sz="1350" spc="-229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180" i="1">
                <a:solidFill>
                  <a:srgbClr val="252525"/>
                </a:solidFill>
                <a:latin typeface="Trebuchet MS"/>
                <a:cs typeface="Trebuchet MS"/>
              </a:rPr>
              <a:t>close </a:t>
            </a:r>
            <a:r>
              <a:rPr dirty="0" sz="1350" spc="-200" i="1">
                <a:solidFill>
                  <a:srgbClr val="252525"/>
                </a:solidFill>
                <a:latin typeface="Trebuchet MS"/>
                <a:cs typeface="Trebuchet MS"/>
              </a:rPr>
              <a:t>partnerships </a:t>
            </a:r>
            <a:r>
              <a:rPr dirty="0" sz="1350" spc="-254" i="1">
                <a:solidFill>
                  <a:srgbClr val="252525"/>
                </a:solidFill>
                <a:latin typeface="Trebuchet MS"/>
                <a:cs typeface="Trebuchet MS"/>
              </a:rPr>
              <a:t>with</a:t>
            </a:r>
            <a:r>
              <a:rPr dirty="0" sz="1350" spc="-250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04" i="1">
                <a:solidFill>
                  <a:srgbClr val="252525"/>
                </a:solidFill>
                <a:latin typeface="Trebuchet MS"/>
                <a:cs typeface="Trebuchet MS"/>
              </a:rPr>
              <a:t>state officials, </a:t>
            </a:r>
            <a:r>
              <a:rPr dirty="0" sz="1350" spc="-245" i="1">
                <a:solidFill>
                  <a:srgbClr val="252525"/>
                </a:solidFill>
                <a:latin typeface="Trebuchet MS"/>
                <a:cs typeface="Trebuchet MS"/>
              </a:rPr>
              <a:t>and </a:t>
            </a:r>
            <a:r>
              <a:rPr dirty="0" sz="1350" spc="-240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35" i="1">
                <a:solidFill>
                  <a:srgbClr val="252525"/>
                </a:solidFill>
                <a:latin typeface="Trebuchet MS"/>
                <a:cs typeface="Trebuchet MS"/>
              </a:rPr>
              <a:t>combination of</a:t>
            </a:r>
            <a:r>
              <a:rPr dirty="0" sz="1350" spc="-229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50" i="1">
                <a:solidFill>
                  <a:srgbClr val="252525"/>
                </a:solidFill>
                <a:latin typeface="Trebuchet MS"/>
                <a:cs typeface="Trebuchet MS"/>
              </a:rPr>
              <a:t>modern</a:t>
            </a:r>
            <a:r>
              <a:rPr dirty="0" sz="1350" spc="-245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15" i="1">
                <a:solidFill>
                  <a:srgbClr val="252525"/>
                </a:solidFill>
                <a:latin typeface="Trebuchet MS"/>
                <a:cs typeface="Trebuchet MS"/>
              </a:rPr>
              <a:t>technologies, </a:t>
            </a:r>
            <a:r>
              <a:rPr dirty="0" sz="1350" spc="-270" i="1">
                <a:solidFill>
                  <a:srgbClr val="252525"/>
                </a:solidFill>
                <a:latin typeface="Trebuchet MS"/>
                <a:cs typeface="Trebuchet MS"/>
              </a:rPr>
              <a:t>DWD’s</a:t>
            </a:r>
            <a:r>
              <a:rPr dirty="0" sz="1350" spc="-265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00" i="1">
                <a:solidFill>
                  <a:srgbClr val="252525"/>
                </a:solidFill>
                <a:latin typeface="Trebuchet MS"/>
                <a:cs typeface="Trebuchet MS"/>
              </a:rPr>
              <a:t>solutions are </a:t>
            </a:r>
            <a:r>
              <a:rPr dirty="0" sz="1350" spc="-225" i="1">
                <a:solidFill>
                  <a:srgbClr val="252525"/>
                </a:solidFill>
                <a:latin typeface="Trebuchet MS"/>
                <a:cs typeface="Trebuchet MS"/>
              </a:rPr>
              <a:t>customized </a:t>
            </a:r>
            <a:r>
              <a:rPr dirty="0" sz="1350" spc="-245" i="1">
                <a:solidFill>
                  <a:srgbClr val="252525"/>
                </a:solidFill>
                <a:latin typeface="Trebuchet MS"/>
                <a:cs typeface="Trebuchet MS"/>
              </a:rPr>
              <a:t>to </a:t>
            </a:r>
            <a:r>
              <a:rPr dirty="0" sz="1350" spc="-395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60" i="1">
                <a:solidFill>
                  <a:srgbClr val="252525"/>
                </a:solidFill>
                <a:latin typeface="Trebuchet MS"/>
                <a:cs typeface="Trebuchet MS"/>
              </a:rPr>
              <a:t>maximize</a:t>
            </a:r>
            <a:r>
              <a:rPr dirty="0" sz="1350" spc="-140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20" i="1">
                <a:solidFill>
                  <a:srgbClr val="252525"/>
                </a:solidFill>
                <a:latin typeface="Trebuchet MS"/>
                <a:cs typeface="Trebuchet MS"/>
              </a:rPr>
              <a:t>benefits</a:t>
            </a:r>
            <a:r>
              <a:rPr dirty="0" sz="1350" spc="-170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40" i="1">
                <a:solidFill>
                  <a:srgbClr val="252525"/>
                </a:solidFill>
                <a:latin typeface="Trebuchet MS"/>
                <a:cs typeface="Trebuchet MS"/>
              </a:rPr>
              <a:t>to</a:t>
            </a:r>
            <a:r>
              <a:rPr dirty="0" sz="1350" spc="-155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50" spc="-245" i="1">
                <a:solidFill>
                  <a:srgbClr val="252525"/>
                </a:solidFill>
                <a:latin typeface="Trebuchet MS"/>
                <a:cs typeface="Trebuchet MS"/>
              </a:rPr>
              <a:t>components,”</a:t>
            </a:r>
            <a:r>
              <a:rPr dirty="0" sz="1350" spc="-185" i="1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said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Mitchell.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73299" y="5414264"/>
            <a:ext cx="1698040" cy="551179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42278" y="6524434"/>
            <a:ext cx="108806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541019" y="1851660"/>
            <a:ext cx="8789035" cy="3874135"/>
            <a:chOff x="541019" y="1851660"/>
            <a:chExt cx="8789035" cy="3874135"/>
          </a:xfrm>
        </p:grpSpPr>
        <p:sp>
          <p:nvSpPr>
            <p:cNvPr id="6" name="object 6"/>
            <p:cNvSpPr/>
            <p:nvPr/>
          </p:nvSpPr>
          <p:spPr>
            <a:xfrm>
              <a:off x="544067" y="1854708"/>
              <a:ext cx="8783320" cy="3868420"/>
            </a:xfrm>
            <a:custGeom>
              <a:avLst/>
              <a:gdLst/>
              <a:ahLst/>
              <a:cxnLst/>
              <a:rect l="l" t="t" r="r" b="b"/>
              <a:pathLst>
                <a:path w="8783320" h="3868420">
                  <a:moveTo>
                    <a:pt x="0" y="3867912"/>
                  </a:moveTo>
                  <a:lnTo>
                    <a:pt x="8782812" y="3867912"/>
                  </a:lnTo>
                  <a:lnTo>
                    <a:pt x="8782812" y="0"/>
                  </a:lnTo>
                  <a:lnTo>
                    <a:pt x="0" y="0"/>
                  </a:lnTo>
                  <a:lnTo>
                    <a:pt x="0" y="386791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9787" y="1952244"/>
              <a:ext cx="8639981" cy="367284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37489" y="431419"/>
            <a:ext cx="2199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4.5.</a:t>
            </a:r>
            <a:r>
              <a:rPr dirty="0" sz="1800" spc="-3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Government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58840" y="5800344"/>
            <a:ext cx="3368040" cy="220979"/>
            <a:chOff x="5958840" y="5800344"/>
            <a:chExt cx="3368040" cy="220979"/>
          </a:xfrm>
        </p:grpSpPr>
        <p:sp>
          <p:nvSpPr>
            <p:cNvPr id="11" name="object 11"/>
            <p:cNvSpPr/>
            <p:nvPr/>
          </p:nvSpPr>
          <p:spPr>
            <a:xfrm>
              <a:off x="5958840" y="5800344"/>
              <a:ext cx="3368040" cy="220979"/>
            </a:xfrm>
            <a:custGeom>
              <a:avLst/>
              <a:gdLst/>
              <a:ahLst/>
              <a:cxnLst/>
              <a:rect l="l" t="t" r="r" b="b"/>
              <a:pathLst>
                <a:path w="3368040" h="220979">
                  <a:moveTo>
                    <a:pt x="3257550" y="0"/>
                  </a:moveTo>
                  <a:lnTo>
                    <a:pt x="110489" y="0"/>
                  </a:lnTo>
                  <a:lnTo>
                    <a:pt x="67508" y="8682"/>
                  </a:lnTo>
                  <a:lnTo>
                    <a:pt x="32385" y="32361"/>
                  </a:lnTo>
                  <a:lnTo>
                    <a:pt x="8691" y="67481"/>
                  </a:lnTo>
                  <a:lnTo>
                    <a:pt x="0" y="110489"/>
                  </a:lnTo>
                  <a:lnTo>
                    <a:pt x="8691" y="153498"/>
                  </a:lnTo>
                  <a:lnTo>
                    <a:pt x="32385" y="188618"/>
                  </a:lnTo>
                  <a:lnTo>
                    <a:pt x="67508" y="212297"/>
                  </a:lnTo>
                  <a:lnTo>
                    <a:pt x="110489" y="220979"/>
                  </a:lnTo>
                  <a:lnTo>
                    <a:pt x="3257550" y="220979"/>
                  </a:lnTo>
                  <a:lnTo>
                    <a:pt x="3300531" y="212297"/>
                  </a:lnTo>
                  <a:lnTo>
                    <a:pt x="3335654" y="188618"/>
                  </a:lnTo>
                  <a:lnTo>
                    <a:pt x="3359348" y="153498"/>
                  </a:lnTo>
                  <a:lnTo>
                    <a:pt x="3368040" y="110489"/>
                  </a:lnTo>
                  <a:lnTo>
                    <a:pt x="3359348" y="67481"/>
                  </a:lnTo>
                  <a:lnTo>
                    <a:pt x="3335655" y="32361"/>
                  </a:lnTo>
                  <a:lnTo>
                    <a:pt x="3300531" y="8682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12992" y="5861304"/>
              <a:ext cx="2463545" cy="125730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580" y="1446237"/>
            <a:ext cx="2356866" cy="230924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7366254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6422898" cy="1404366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1543" y="6524434"/>
            <a:ext cx="111922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3164"/>
            <a:ext cx="2125218" cy="23399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9327" y="2741676"/>
            <a:ext cx="8494014" cy="18524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7489" y="431419"/>
            <a:ext cx="2026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4.6.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Healthcare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4736" y="1923275"/>
            <a:ext cx="8196833" cy="40158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84" y="6524434"/>
            <a:ext cx="85905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026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4.6.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Healthcare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4736" y="1937004"/>
            <a:ext cx="6185153" cy="18973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10183" y="2293620"/>
            <a:ext cx="8452866" cy="21511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49580" y="1443164"/>
            <a:ext cx="2125218" cy="233997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86609" y="6524434"/>
            <a:ext cx="58380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0269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4.6.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</a:t>
            </a:r>
            <a:r>
              <a:rPr dirty="0" sz="1800" spc="-4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Healthcare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92240" y="5568696"/>
            <a:ext cx="3007360" cy="220979"/>
            <a:chOff x="6492240" y="5568696"/>
            <a:chExt cx="3007360" cy="220979"/>
          </a:xfrm>
        </p:grpSpPr>
        <p:sp>
          <p:nvSpPr>
            <p:cNvPr id="8" name="object 8"/>
            <p:cNvSpPr/>
            <p:nvPr/>
          </p:nvSpPr>
          <p:spPr>
            <a:xfrm>
              <a:off x="6492240" y="5568696"/>
              <a:ext cx="3007360" cy="220979"/>
            </a:xfrm>
            <a:custGeom>
              <a:avLst/>
              <a:gdLst/>
              <a:ahLst/>
              <a:cxnLst/>
              <a:rect l="l" t="t" r="r" b="b"/>
              <a:pathLst>
                <a:path w="3007359" h="220979">
                  <a:moveTo>
                    <a:pt x="2896362" y="0"/>
                  </a:moveTo>
                  <a:lnTo>
                    <a:pt x="110489" y="0"/>
                  </a:lnTo>
                  <a:lnTo>
                    <a:pt x="67508" y="8682"/>
                  </a:lnTo>
                  <a:lnTo>
                    <a:pt x="32385" y="32361"/>
                  </a:lnTo>
                  <a:lnTo>
                    <a:pt x="8691" y="67481"/>
                  </a:lnTo>
                  <a:lnTo>
                    <a:pt x="0" y="110489"/>
                  </a:lnTo>
                  <a:lnTo>
                    <a:pt x="8691" y="153498"/>
                  </a:lnTo>
                  <a:lnTo>
                    <a:pt x="32385" y="188618"/>
                  </a:lnTo>
                  <a:lnTo>
                    <a:pt x="67508" y="212297"/>
                  </a:lnTo>
                  <a:lnTo>
                    <a:pt x="110489" y="220979"/>
                  </a:lnTo>
                  <a:lnTo>
                    <a:pt x="2896362" y="220979"/>
                  </a:lnTo>
                  <a:lnTo>
                    <a:pt x="2939343" y="212297"/>
                  </a:lnTo>
                  <a:lnTo>
                    <a:pt x="2974466" y="188618"/>
                  </a:lnTo>
                  <a:lnTo>
                    <a:pt x="2998160" y="153498"/>
                  </a:lnTo>
                  <a:lnTo>
                    <a:pt x="3006852" y="110489"/>
                  </a:lnTo>
                  <a:lnTo>
                    <a:pt x="2998178" y="67481"/>
                  </a:lnTo>
                  <a:lnTo>
                    <a:pt x="2974514" y="32361"/>
                  </a:lnTo>
                  <a:lnTo>
                    <a:pt x="2939397" y="8682"/>
                  </a:lnTo>
                  <a:lnTo>
                    <a:pt x="289636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08292" y="5629656"/>
              <a:ext cx="2175509" cy="12573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49580" y="1443164"/>
            <a:ext cx="2125218" cy="23399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49580" y="1842516"/>
            <a:ext cx="9022080" cy="3660775"/>
            <a:chOff x="449580" y="1842516"/>
            <a:chExt cx="9022080" cy="3660775"/>
          </a:xfrm>
        </p:grpSpPr>
        <p:sp>
          <p:nvSpPr>
            <p:cNvPr id="12" name="object 12"/>
            <p:cNvSpPr/>
            <p:nvPr/>
          </p:nvSpPr>
          <p:spPr>
            <a:xfrm>
              <a:off x="452628" y="1845564"/>
              <a:ext cx="9016365" cy="3655060"/>
            </a:xfrm>
            <a:custGeom>
              <a:avLst/>
              <a:gdLst/>
              <a:ahLst/>
              <a:cxnLst/>
              <a:rect l="l" t="t" r="r" b="b"/>
              <a:pathLst>
                <a:path w="9016365" h="3655060">
                  <a:moveTo>
                    <a:pt x="0" y="3654552"/>
                  </a:moveTo>
                  <a:lnTo>
                    <a:pt x="9015984" y="3654552"/>
                  </a:lnTo>
                  <a:lnTo>
                    <a:pt x="9015984" y="0"/>
                  </a:lnTo>
                  <a:lnTo>
                    <a:pt x="0" y="0"/>
                  </a:lnTo>
                  <a:lnTo>
                    <a:pt x="0" y="3654552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73980" y="1872996"/>
              <a:ext cx="4233831" cy="358482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9016" y="1918716"/>
              <a:ext cx="4678680" cy="350824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278623" y="3672839"/>
              <a:ext cx="2130552" cy="1752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0600" y="3220199"/>
            <a:ext cx="7366254" cy="40768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303"/>
            <a:ext cx="6936485" cy="1404366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2877820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4.7.</a:t>
            </a:r>
            <a:r>
              <a:rPr dirty="0" spc="-15"/>
              <a:t> </a:t>
            </a:r>
            <a:r>
              <a:rPr dirty="0"/>
              <a:t>IoT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 spc="-5"/>
              <a:t>AI</a:t>
            </a:r>
            <a:r>
              <a:rPr dirty="0" spc="-15"/>
              <a:t> </a:t>
            </a:r>
            <a:r>
              <a:rPr dirty="0" spc="-5"/>
              <a:t>in</a:t>
            </a:r>
            <a:r>
              <a:rPr dirty="0" spc="-15"/>
              <a:t> </a:t>
            </a:r>
            <a:r>
              <a:rPr dirty="0" spc="-5"/>
              <a:t>Agriculture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88508" y="4229100"/>
            <a:ext cx="3642360" cy="19065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54736" y="1888235"/>
            <a:ext cx="7907274" cy="18973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0183" y="2450592"/>
            <a:ext cx="8341614" cy="115442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08151" y="4172458"/>
            <a:ext cx="4900930" cy="13150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4945" marR="26034" indent="-182880">
              <a:lnSpc>
                <a:spcPct val="100000"/>
              </a:lnSpc>
              <a:spcBef>
                <a:spcPts val="95"/>
              </a:spcBef>
              <a:buClr>
                <a:srgbClr val="183DAF"/>
              </a:buClr>
              <a:buFont typeface="Tahoma"/>
              <a:buChar char="‣"/>
              <a:tabLst>
                <a:tab pos="195580" algn="l"/>
              </a:tabLst>
            </a:pP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In 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addition,</a:t>
            </a:r>
            <a:r>
              <a:rPr dirty="0" sz="1300" spc="-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vertical farms are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located</a:t>
            </a:r>
            <a:r>
              <a:rPr dirty="0" sz="1300" spc="-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2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urban 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areas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can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produce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local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food,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removing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21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need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for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transport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miles.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Benefits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locally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produced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crops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include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reduced </a:t>
            </a:r>
            <a:r>
              <a:rPr dirty="0" sz="1300" spc="-3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35">
                <a:solidFill>
                  <a:srgbClr val="252525"/>
                </a:solidFill>
                <a:latin typeface="Trebuchet MS"/>
                <a:cs typeface="Trebuchet MS"/>
              </a:rPr>
              <a:t>CO2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emissions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from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transport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vehicles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potentially</a:t>
            </a:r>
            <a:r>
              <a:rPr dirty="0" sz="1300" spc="-13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reduced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consumer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prices.</a:t>
            </a:r>
            <a:endParaRPr sz="1300">
              <a:latin typeface="Trebuchet MS"/>
              <a:cs typeface="Trebuchet MS"/>
            </a:endParaRPr>
          </a:p>
          <a:p>
            <a:pPr algn="just" marL="194945" marR="5080" indent="-182880">
              <a:lnSpc>
                <a:spcPct val="100000"/>
              </a:lnSpc>
              <a:spcBef>
                <a:spcPts val="795"/>
              </a:spcBef>
              <a:buClr>
                <a:srgbClr val="183DAF"/>
              </a:buClr>
              <a:buFont typeface="Tahoma"/>
              <a:buChar char="‣"/>
              <a:tabLst>
                <a:tab pos="195580" algn="l"/>
              </a:tabLst>
            </a:pPr>
            <a:r>
              <a:rPr dirty="0" sz="1300" spc="-270">
                <a:solidFill>
                  <a:srgbClr val="252525"/>
                </a:solidFill>
                <a:latin typeface="Trebuchet MS"/>
                <a:cs typeface="Trebuchet MS"/>
              </a:rPr>
              <a:t>“The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collapse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of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</a:t>
            </a:r>
            <a:r>
              <a:rPr dirty="0" sz="1300" spc="-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supply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chain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caused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by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COVID-19</a:t>
            </a:r>
            <a:r>
              <a:rPr dirty="0" sz="1300" spc="-6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natural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turmoil, </a:t>
            </a:r>
            <a:r>
              <a:rPr dirty="0" sz="1300" spc="-165">
                <a:solidFill>
                  <a:srgbClr val="252525"/>
                </a:solidFill>
                <a:latin typeface="Trebuchet MS"/>
                <a:cs typeface="Trebuchet MS"/>
              </a:rPr>
              <a:t>such 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as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 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fires 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in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California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this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year,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shows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that 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the 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need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for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predictable </a:t>
            </a:r>
            <a:r>
              <a:rPr dirty="0" sz="1300" spc="-220">
                <a:solidFill>
                  <a:srgbClr val="252525"/>
                </a:solidFill>
                <a:latin typeface="Trebuchet MS"/>
                <a:cs typeface="Trebuchet MS"/>
              </a:rPr>
              <a:t>and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durable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product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supply 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can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only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29">
                <a:solidFill>
                  <a:srgbClr val="252525"/>
                </a:solidFill>
                <a:latin typeface="Trebuchet MS"/>
                <a:cs typeface="Trebuchet MS"/>
              </a:rPr>
              <a:t>come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00">
                <a:solidFill>
                  <a:srgbClr val="252525"/>
                </a:solidFill>
                <a:latin typeface="Trebuchet MS"/>
                <a:cs typeface="Trebuchet MS"/>
              </a:rPr>
              <a:t>from</a:t>
            </a:r>
            <a:r>
              <a:rPr dirty="0" sz="1300" spc="-14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vertical</a:t>
            </a:r>
            <a:r>
              <a:rPr dirty="0" sz="1300" spc="-16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5">
                <a:solidFill>
                  <a:srgbClr val="252525"/>
                </a:solidFill>
                <a:latin typeface="Trebuchet MS"/>
                <a:cs typeface="Trebuchet MS"/>
              </a:rPr>
              <a:t>agriculture,”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55">
                <a:solidFill>
                  <a:srgbClr val="252525"/>
                </a:solidFill>
                <a:latin typeface="Trebuchet MS"/>
                <a:cs typeface="Trebuchet MS"/>
              </a:rPr>
              <a:t>said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Storey.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2627" y="1443177"/>
            <a:ext cx="3260598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65100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7489" y="431419"/>
            <a:ext cx="28778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4.7.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IoT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>
                <a:solidFill>
                  <a:srgbClr val="FFFFFF"/>
                </a:solidFill>
                <a:latin typeface="Ebrima"/>
                <a:cs typeface="Ebrima"/>
              </a:rPr>
              <a:t>and</a:t>
            </a:r>
            <a:r>
              <a:rPr dirty="0" sz="1800" spc="-30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AI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in</a:t>
            </a:r>
            <a:r>
              <a:rPr dirty="0" sz="1800" spc="-15">
                <a:solidFill>
                  <a:srgbClr val="FFFFFF"/>
                </a:solidFill>
                <a:latin typeface="Ebrima"/>
                <a:cs typeface="Ebrima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Ebrima"/>
                <a:cs typeface="Ebrima"/>
              </a:rPr>
              <a:t>Agriculture</a:t>
            </a:r>
            <a:endParaRPr sz="1800">
              <a:latin typeface="Ebrima"/>
              <a:cs typeface="Ebri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04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95516" y="5908547"/>
            <a:ext cx="2647315" cy="219710"/>
            <a:chOff x="6795516" y="5908547"/>
            <a:chExt cx="2647315" cy="219710"/>
          </a:xfrm>
        </p:grpSpPr>
        <p:sp>
          <p:nvSpPr>
            <p:cNvPr id="8" name="object 8"/>
            <p:cNvSpPr/>
            <p:nvPr/>
          </p:nvSpPr>
          <p:spPr>
            <a:xfrm>
              <a:off x="6795516" y="5908547"/>
              <a:ext cx="2647315" cy="219710"/>
            </a:xfrm>
            <a:custGeom>
              <a:avLst/>
              <a:gdLst/>
              <a:ahLst/>
              <a:cxnLst/>
              <a:rect l="l" t="t" r="r" b="b"/>
              <a:pathLst>
                <a:path w="2647315" h="219710">
                  <a:moveTo>
                    <a:pt x="2537459" y="0"/>
                  </a:moveTo>
                  <a:lnTo>
                    <a:pt x="109727" y="0"/>
                  </a:lnTo>
                  <a:lnTo>
                    <a:pt x="67026" y="8622"/>
                  </a:lnTo>
                  <a:lnTo>
                    <a:pt x="32146" y="32137"/>
                  </a:lnTo>
                  <a:lnTo>
                    <a:pt x="8626" y="67015"/>
                  </a:lnTo>
                  <a:lnTo>
                    <a:pt x="0" y="109727"/>
                  </a:lnTo>
                  <a:lnTo>
                    <a:pt x="8626" y="152440"/>
                  </a:lnTo>
                  <a:lnTo>
                    <a:pt x="32146" y="187318"/>
                  </a:lnTo>
                  <a:lnTo>
                    <a:pt x="67026" y="210833"/>
                  </a:lnTo>
                  <a:lnTo>
                    <a:pt x="109727" y="219455"/>
                  </a:lnTo>
                  <a:lnTo>
                    <a:pt x="2537459" y="219455"/>
                  </a:lnTo>
                  <a:lnTo>
                    <a:pt x="2580161" y="210833"/>
                  </a:lnTo>
                  <a:lnTo>
                    <a:pt x="2615041" y="187318"/>
                  </a:lnTo>
                  <a:lnTo>
                    <a:pt x="2638561" y="152440"/>
                  </a:lnTo>
                  <a:lnTo>
                    <a:pt x="2647187" y="109727"/>
                  </a:lnTo>
                  <a:lnTo>
                    <a:pt x="2638561" y="67015"/>
                  </a:lnTo>
                  <a:lnTo>
                    <a:pt x="2615041" y="32137"/>
                  </a:lnTo>
                  <a:lnTo>
                    <a:pt x="2580161" y="8622"/>
                  </a:lnTo>
                  <a:lnTo>
                    <a:pt x="2537459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10044" y="5967983"/>
              <a:ext cx="1820418" cy="12572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49580" y="1862327"/>
            <a:ext cx="9008745" cy="3970020"/>
            <a:chOff x="449580" y="1862327"/>
            <a:chExt cx="9008745" cy="3970020"/>
          </a:xfrm>
        </p:grpSpPr>
        <p:sp>
          <p:nvSpPr>
            <p:cNvPr id="11" name="object 11"/>
            <p:cNvSpPr/>
            <p:nvPr/>
          </p:nvSpPr>
          <p:spPr>
            <a:xfrm>
              <a:off x="452628" y="1865375"/>
              <a:ext cx="9002395" cy="3964304"/>
            </a:xfrm>
            <a:custGeom>
              <a:avLst/>
              <a:gdLst/>
              <a:ahLst/>
              <a:cxnLst/>
              <a:rect l="l" t="t" r="r" b="b"/>
              <a:pathLst>
                <a:path w="9002395" h="3964304">
                  <a:moveTo>
                    <a:pt x="0" y="3963924"/>
                  </a:moveTo>
                  <a:lnTo>
                    <a:pt x="9002268" y="3963924"/>
                  </a:lnTo>
                  <a:lnTo>
                    <a:pt x="9002268" y="0"/>
                  </a:lnTo>
                  <a:lnTo>
                    <a:pt x="0" y="0"/>
                  </a:lnTo>
                  <a:lnTo>
                    <a:pt x="0" y="3963924"/>
                  </a:lnTo>
                  <a:close/>
                </a:path>
              </a:pathLst>
            </a:custGeom>
            <a:ln w="6096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9684" y="1903476"/>
              <a:ext cx="8868156" cy="3869671"/>
            </a:xfrm>
            <a:prstGeom prst="rect">
              <a:avLst/>
            </a:prstGeom>
          </p:spPr>
        </p:pic>
      </p:grp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2627" y="1443177"/>
            <a:ext cx="3260598" cy="302564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58924" y="6524434"/>
            <a:ext cx="83017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4316" y="3224758"/>
            <a:ext cx="3051810" cy="4000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60863"/>
            <a:ext cx="3883914" cy="637806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49580" y="1440154"/>
            <a:ext cx="5116830" cy="3055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426656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5.1.</a:t>
            </a:r>
            <a:r>
              <a:rPr dirty="0" spc="-20"/>
              <a:t> </a:t>
            </a:r>
            <a:r>
              <a:rPr dirty="0" spc="-5"/>
              <a:t>Artificial</a:t>
            </a:r>
            <a:r>
              <a:rPr dirty="0" spc="5"/>
              <a:t> </a:t>
            </a:r>
            <a:r>
              <a:rPr dirty="0" spc="-5"/>
              <a:t>Intelligence</a:t>
            </a:r>
            <a:r>
              <a:rPr dirty="0" spc="-10"/>
              <a:t> </a:t>
            </a:r>
            <a:r>
              <a:rPr dirty="0" spc="-5"/>
              <a:t>Course</a:t>
            </a:r>
            <a:r>
              <a:rPr dirty="0" spc="-45"/>
              <a:t> </a:t>
            </a:r>
            <a:r>
              <a:rPr dirty="0" spc="-5"/>
              <a:t>Roadmap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9119" y="2287523"/>
            <a:ext cx="4392295" cy="3512820"/>
            <a:chOff x="579119" y="2287523"/>
            <a:chExt cx="4392295" cy="3512820"/>
          </a:xfrm>
        </p:grpSpPr>
        <p:sp>
          <p:nvSpPr>
            <p:cNvPr id="9" name="object 9"/>
            <p:cNvSpPr/>
            <p:nvPr/>
          </p:nvSpPr>
          <p:spPr>
            <a:xfrm>
              <a:off x="579119" y="2287523"/>
              <a:ext cx="4392295" cy="3512820"/>
            </a:xfrm>
            <a:custGeom>
              <a:avLst/>
              <a:gdLst/>
              <a:ahLst/>
              <a:cxnLst/>
              <a:rect l="l" t="t" r="r" b="b"/>
              <a:pathLst>
                <a:path w="4392295" h="3512820">
                  <a:moveTo>
                    <a:pt x="4227957" y="0"/>
                  </a:moveTo>
                  <a:lnTo>
                    <a:pt x="164223" y="0"/>
                  </a:lnTo>
                  <a:lnTo>
                    <a:pt x="120564" y="5866"/>
                  </a:lnTo>
                  <a:lnTo>
                    <a:pt x="81334" y="22422"/>
                  </a:lnTo>
                  <a:lnTo>
                    <a:pt x="48098" y="48101"/>
                  </a:lnTo>
                  <a:lnTo>
                    <a:pt x="22420" y="81336"/>
                  </a:lnTo>
                  <a:lnTo>
                    <a:pt x="5865" y="120561"/>
                  </a:lnTo>
                  <a:lnTo>
                    <a:pt x="0" y="164211"/>
                  </a:lnTo>
                  <a:lnTo>
                    <a:pt x="0" y="3348596"/>
                  </a:lnTo>
                  <a:lnTo>
                    <a:pt x="5865" y="3392250"/>
                  </a:lnTo>
                  <a:lnTo>
                    <a:pt x="22420" y="3431479"/>
                  </a:lnTo>
                  <a:lnTo>
                    <a:pt x="48098" y="3464717"/>
                  </a:lnTo>
                  <a:lnTo>
                    <a:pt x="81334" y="3490396"/>
                  </a:lnTo>
                  <a:lnTo>
                    <a:pt x="120564" y="3506953"/>
                  </a:lnTo>
                  <a:lnTo>
                    <a:pt x="164223" y="3512820"/>
                  </a:lnTo>
                  <a:lnTo>
                    <a:pt x="4227957" y="3512820"/>
                  </a:lnTo>
                  <a:lnTo>
                    <a:pt x="4271606" y="3506953"/>
                  </a:lnTo>
                  <a:lnTo>
                    <a:pt x="4310831" y="3490396"/>
                  </a:lnTo>
                  <a:lnTo>
                    <a:pt x="4344066" y="3464717"/>
                  </a:lnTo>
                  <a:lnTo>
                    <a:pt x="4369745" y="3431479"/>
                  </a:lnTo>
                  <a:lnTo>
                    <a:pt x="4386301" y="3392250"/>
                  </a:lnTo>
                  <a:lnTo>
                    <a:pt x="4392168" y="3348596"/>
                  </a:lnTo>
                  <a:lnTo>
                    <a:pt x="4392168" y="164211"/>
                  </a:lnTo>
                  <a:lnTo>
                    <a:pt x="4386301" y="120561"/>
                  </a:lnTo>
                  <a:lnTo>
                    <a:pt x="4369745" y="81336"/>
                  </a:lnTo>
                  <a:lnTo>
                    <a:pt x="4344066" y="48101"/>
                  </a:lnTo>
                  <a:lnTo>
                    <a:pt x="4310831" y="22422"/>
                  </a:lnTo>
                  <a:lnTo>
                    <a:pt x="4271606" y="5866"/>
                  </a:lnTo>
                  <a:lnTo>
                    <a:pt x="4227957" y="0"/>
                  </a:lnTo>
                  <a:close/>
                </a:path>
              </a:pathLst>
            </a:custGeom>
            <a:solidFill>
              <a:srgbClr val="AEABA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71571" y="2511551"/>
              <a:ext cx="139445" cy="1226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712469" y="2835401"/>
              <a:ext cx="4137660" cy="2822575"/>
            </a:xfrm>
            <a:custGeom>
              <a:avLst/>
              <a:gdLst/>
              <a:ahLst/>
              <a:cxnLst/>
              <a:rect l="l" t="t" r="r" b="b"/>
              <a:pathLst>
                <a:path w="4137660" h="2822575">
                  <a:moveTo>
                    <a:pt x="3908805" y="0"/>
                  </a:moveTo>
                  <a:lnTo>
                    <a:pt x="228866" y="0"/>
                  </a:lnTo>
                  <a:lnTo>
                    <a:pt x="182741" y="4650"/>
                  </a:lnTo>
                  <a:lnTo>
                    <a:pt x="139779" y="17988"/>
                  </a:lnTo>
                  <a:lnTo>
                    <a:pt x="100903" y="39091"/>
                  </a:lnTo>
                  <a:lnTo>
                    <a:pt x="67032" y="67040"/>
                  </a:lnTo>
                  <a:lnTo>
                    <a:pt x="39085" y="100911"/>
                  </a:lnTo>
                  <a:lnTo>
                    <a:pt x="17984" y="139785"/>
                  </a:lnTo>
                  <a:lnTo>
                    <a:pt x="4649" y="182739"/>
                  </a:lnTo>
                  <a:lnTo>
                    <a:pt x="0" y="228853"/>
                  </a:lnTo>
                  <a:lnTo>
                    <a:pt x="0" y="2593594"/>
                  </a:lnTo>
                  <a:lnTo>
                    <a:pt x="4649" y="2639708"/>
                  </a:lnTo>
                  <a:lnTo>
                    <a:pt x="17984" y="2682662"/>
                  </a:lnTo>
                  <a:lnTo>
                    <a:pt x="39085" y="2721536"/>
                  </a:lnTo>
                  <a:lnTo>
                    <a:pt x="67032" y="2755407"/>
                  </a:lnTo>
                  <a:lnTo>
                    <a:pt x="100903" y="2783356"/>
                  </a:lnTo>
                  <a:lnTo>
                    <a:pt x="139779" y="2804459"/>
                  </a:lnTo>
                  <a:lnTo>
                    <a:pt x="182741" y="2817797"/>
                  </a:lnTo>
                  <a:lnTo>
                    <a:pt x="228866" y="2822448"/>
                  </a:lnTo>
                  <a:lnTo>
                    <a:pt x="3908805" y="2822448"/>
                  </a:lnTo>
                  <a:lnTo>
                    <a:pt x="3954920" y="2817797"/>
                  </a:lnTo>
                  <a:lnTo>
                    <a:pt x="3997874" y="2804459"/>
                  </a:lnTo>
                  <a:lnTo>
                    <a:pt x="4036748" y="2783356"/>
                  </a:lnTo>
                  <a:lnTo>
                    <a:pt x="4070619" y="2755407"/>
                  </a:lnTo>
                  <a:lnTo>
                    <a:pt x="4098568" y="2721536"/>
                  </a:lnTo>
                  <a:lnTo>
                    <a:pt x="4119671" y="2682662"/>
                  </a:lnTo>
                  <a:lnTo>
                    <a:pt x="4133009" y="2639708"/>
                  </a:lnTo>
                  <a:lnTo>
                    <a:pt x="4137659" y="2593594"/>
                  </a:lnTo>
                  <a:lnTo>
                    <a:pt x="4137659" y="228853"/>
                  </a:lnTo>
                  <a:lnTo>
                    <a:pt x="4133009" y="182739"/>
                  </a:lnTo>
                  <a:lnTo>
                    <a:pt x="4119671" y="139785"/>
                  </a:lnTo>
                  <a:lnTo>
                    <a:pt x="4098568" y="100911"/>
                  </a:lnTo>
                  <a:lnTo>
                    <a:pt x="4070619" y="67040"/>
                  </a:lnTo>
                  <a:lnTo>
                    <a:pt x="4036748" y="39091"/>
                  </a:lnTo>
                  <a:lnTo>
                    <a:pt x="3997874" y="17988"/>
                  </a:lnTo>
                  <a:lnTo>
                    <a:pt x="3954920" y="4650"/>
                  </a:lnTo>
                  <a:lnTo>
                    <a:pt x="3908805" y="0"/>
                  </a:lnTo>
                  <a:close/>
                </a:path>
              </a:pathLst>
            </a:custGeom>
            <a:solidFill>
              <a:srgbClr val="3366C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12469" y="2835401"/>
              <a:ext cx="4137660" cy="2822575"/>
            </a:xfrm>
            <a:custGeom>
              <a:avLst/>
              <a:gdLst/>
              <a:ahLst/>
              <a:cxnLst/>
              <a:rect l="l" t="t" r="r" b="b"/>
              <a:pathLst>
                <a:path w="4137660" h="2822575">
                  <a:moveTo>
                    <a:pt x="0" y="228853"/>
                  </a:moveTo>
                  <a:lnTo>
                    <a:pt x="4649" y="182739"/>
                  </a:lnTo>
                  <a:lnTo>
                    <a:pt x="17984" y="139785"/>
                  </a:lnTo>
                  <a:lnTo>
                    <a:pt x="39085" y="100911"/>
                  </a:lnTo>
                  <a:lnTo>
                    <a:pt x="67032" y="67040"/>
                  </a:lnTo>
                  <a:lnTo>
                    <a:pt x="100903" y="39091"/>
                  </a:lnTo>
                  <a:lnTo>
                    <a:pt x="139779" y="17988"/>
                  </a:lnTo>
                  <a:lnTo>
                    <a:pt x="182741" y="4650"/>
                  </a:lnTo>
                  <a:lnTo>
                    <a:pt x="228866" y="0"/>
                  </a:lnTo>
                  <a:lnTo>
                    <a:pt x="3908805" y="0"/>
                  </a:lnTo>
                  <a:lnTo>
                    <a:pt x="3954920" y="4650"/>
                  </a:lnTo>
                  <a:lnTo>
                    <a:pt x="3997874" y="17988"/>
                  </a:lnTo>
                  <a:lnTo>
                    <a:pt x="4036748" y="39091"/>
                  </a:lnTo>
                  <a:lnTo>
                    <a:pt x="4070619" y="67040"/>
                  </a:lnTo>
                  <a:lnTo>
                    <a:pt x="4098568" y="100911"/>
                  </a:lnTo>
                  <a:lnTo>
                    <a:pt x="4119671" y="139785"/>
                  </a:lnTo>
                  <a:lnTo>
                    <a:pt x="4133009" y="182739"/>
                  </a:lnTo>
                  <a:lnTo>
                    <a:pt x="4137659" y="228853"/>
                  </a:lnTo>
                  <a:lnTo>
                    <a:pt x="4137659" y="2593594"/>
                  </a:lnTo>
                  <a:lnTo>
                    <a:pt x="4133009" y="2639708"/>
                  </a:lnTo>
                  <a:lnTo>
                    <a:pt x="4119671" y="2682662"/>
                  </a:lnTo>
                  <a:lnTo>
                    <a:pt x="4098568" y="2721536"/>
                  </a:lnTo>
                  <a:lnTo>
                    <a:pt x="4070619" y="2755407"/>
                  </a:lnTo>
                  <a:lnTo>
                    <a:pt x="4036748" y="2783356"/>
                  </a:lnTo>
                  <a:lnTo>
                    <a:pt x="3997874" y="2804459"/>
                  </a:lnTo>
                  <a:lnTo>
                    <a:pt x="3954920" y="2817797"/>
                  </a:lnTo>
                  <a:lnTo>
                    <a:pt x="3908805" y="2822448"/>
                  </a:lnTo>
                  <a:lnTo>
                    <a:pt x="228866" y="2822448"/>
                  </a:lnTo>
                  <a:lnTo>
                    <a:pt x="182741" y="2817797"/>
                  </a:lnTo>
                  <a:lnTo>
                    <a:pt x="139779" y="2804459"/>
                  </a:lnTo>
                  <a:lnTo>
                    <a:pt x="100903" y="2783356"/>
                  </a:lnTo>
                  <a:lnTo>
                    <a:pt x="67032" y="2755407"/>
                  </a:lnTo>
                  <a:lnTo>
                    <a:pt x="39085" y="2721536"/>
                  </a:lnTo>
                  <a:lnTo>
                    <a:pt x="17984" y="2682662"/>
                  </a:lnTo>
                  <a:lnTo>
                    <a:pt x="4649" y="2639708"/>
                  </a:lnTo>
                  <a:lnTo>
                    <a:pt x="0" y="2593594"/>
                  </a:lnTo>
                  <a:lnTo>
                    <a:pt x="0" y="228853"/>
                  </a:lnTo>
                  <a:close/>
                </a:path>
              </a:pathLst>
            </a:custGeom>
            <a:ln w="25908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88463" y="3093719"/>
              <a:ext cx="1181862" cy="16230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037081" y="4459985"/>
              <a:ext cx="3488690" cy="1018540"/>
            </a:xfrm>
            <a:custGeom>
              <a:avLst/>
              <a:gdLst/>
              <a:ahLst/>
              <a:cxnLst/>
              <a:rect l="l" t="t" r="r" b="b"/>
              <a:pathLst>
                <a:path w="3488690" h="1018539">
                  <a:moveTo>
                    <a:pt x="3318764" y="0"/>
                  </a:moveTo>
                  <a:lnTo>
                    <a:pt x="169672" y="0"/>
                  </a:lnTo>
                  <a:lnTo>
                    <a:pt x="124568" y="6059"/>
                  </a:lnTo>
                  <a:lnTo>
                    <a:pt x="84038" y="23161"/>
                  </a:lnTo>
                  <a:lnTo>
                    <a:pt x="49698" y="49688"/>
                  </a:lnTo>
                  <a:lnTo>
                    <a:pt x="23166" y="84026"/>
                  </a:lnTo>
                  <a:lnTo>
                    <a:pt x="6061" y="124559"/>
                  </a:lnTo>
                  <a:lnTo>
                    <a:pt x="0" y="169671"/>
                  </a:lnTo>
                  <a:lnTo>
                    <a:pt x="0" y="848360"/>
                  </a:lnTo>
                  <a:lnTo>
                    <a:pt x="6061" y="893472"/>
                  </a:lnTo>
                  <a:lnTo>
                    <a:pt x="23166" y="934005"/>
                  </a:lnTo>
                  <a:lnTo>
                    <a:pt x="49698" y="968343"/>
                  </a:lnTo>
                  <a:lnTo>
                    <a:pt x="84038" y="994870"/>
                  </a:lnTo>
                  <a:lnTo>
                    <a:pt x="124568" y="1011972"/>
                  </a:lnTo>
                  <a:lnTo>
                    <a:pt x="169672" y="1018032"/>
                  </a:lnTo>
                  <a:lnTo>
                    <a:pt x="3318764" y="1018032"/>
                  </a:lnTo>
                  <a:lnTo>
                    <a:pt x="3363876" y="1011972"/>
                  </a:lnTo>
                  <a:lnTo>
                    <a:pt x="3404409" y="994870"/>
                  </a:lnTo>
                  <a:lnTo>
                    <a:pt x="3438747" y="968343"/>
                  </a:lnTo>
                  <a:lnTo>
                    <a:pt x="3465274" y="934005"/>
                  </a:lnTo>
                  <a:lnTo>
                    <a:pt x="3482376" y="893472"/>
                  </a:lnTo>
                  <a:lnTo>
                    <a:pt x="3488435" y="848360"/>
                  </a:lnTo>
                  <a:lnTo>
                    <a:pt x="3488435" y="169671"/>
                  </a:lnTo>
                  <a:lnTo>
                    <a:pt x="3482376" y="124559"/>
                  </a:lnTo>
                  <a:lnTo>
                    <a:pt x="3465274" y="84026"/>
                  </a:lnTo>
                  <a:lnTo>
                    <a:pt x="3438747" y="49688"/>
                  </a:lnTo>
                  <a:lnTo>
                    <a:pt x="3404409" y="23161"/>
                  </a:lnTo>
                  <a:lnTo>
                    <a:pt x="3363876" y="6059"/>
                  </a:lnTo>
                  <a:lnTo>
                    <a:pt x="3318764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037081" y="4459985"/>
              <a:ext cx="3488690" cy="1018540"/>
            </a:xfrm>
            <a:custGeom>
              <a:avLst/>
              <a:gdLst/>
              <a:ahLst/>
              <a:cxnLst/>
              <a:rect l="l" t="t" r="r" b="b"/>
              <a:pathLst>
                <a:path w="3488690" h="1018539">
                  <a:moveTo>
                    <a:pt x="0" y="169671"/>
                  </a:moveTo>
                  <a:lnTo>
                    <a:pt x="6061" y="124559"/>
                  </a:lnTo>
                  <a:lnTo>
                    <a:pt x="23166" y="84026"/>
                  </a:lnTo>
                  <a:lnTo>
                    <a:pt x="49698" y="49688"/>
                  </a:lnTo>
                  <a:lnTo>
                    <a:pt x="84038" y="23161"/>
                  </a:lnTo>
                  <a:lnTo>
                    <a:pt x="124568" y="6059"/>
                  </a:lnTo>
                  <a:lnTo>
                    <a:pt x="169672" y="0"/>
                  </a:lnTo>
                  <a:lnTo>
                    <a:pt x="3318764" y="0"/>
                  </a:lnTo>
                  <a:lnTo>
                    <a:pt x="3363876" y="6059"/>
                  </a:lnTo>
                  <a:lnTo>
                    <a:pt x="3404409" y="23161"/>
                  </a:lnTo>
                  <a:lnTo>
                    <a:pt x="3438747" y="49688"/>
                  </a:lnTo>
                  <a:lnTo>
                    <a:pt x="3465274" y="84026"/>
                  </a:lnTo>
                  <a:lnTo>
                    <a:pt x="3482376" y="124559"/>
                  </a:lnTo>
                  <a:lnTo>
                    <a:pt x="3488435" y="169671"/>
                  </a:lnTo>
                  <a:lnTo>
                    <a:pt x="3488435" y="848360"/>
                  </a:lnTo>
                  <a:lnTo>
                    <a:pt x="3482376" y="893472"/>
                  </a:lnTo>
                  <a:lnTo>
                    <a:pt x="3465274" y="934005"/>
                  </a:lnTo>
                  <a:lnTo>
                    <a:pt x="3438747" y="968343"/>
                  </a:lnTo>
                  <a:lnTo>
                    <a:pt x="3404409" y="994870"/>
                  </a:lnTo>
                  <a:lnTo>
                    <a:pt x="3363876" y="1011972"/>
                  </a:lnTo>
                  <a:lnTo>
                    <a:pt x="3318764" y="1018032"/>
                  </a:lnTo>
                  <a:lnTo>
                    <a:pt x="169672" y="1018032"/>
                  </a:lnTo>
                  <a:lnTo>
                    <a:pt x="124568" y="1011972"/>
                  </a:lnTo>
                  <a:lnTo>
                    <a:pt x="84038" y="994870"/>
                  </a:lnTo>
                  <a:lnTo>
                    <a:pt x="49698" y="968343"/>
                  </a:lnTo>
                  <a:lnTo>
                    <a:pt x="23166" y="934005"/>
                  </a:lnTo>
                  <a:lnTo>
                    <a:pt x="6061" y="893472"/>
                  </a:lnTo>
                  <a:lnTo>
                    <a:pt x="0" y="848360"/>
                  </a:lnTo>
                  <a:lnTo>
                    <a:pt x="0" y="169671"/>
                  </a:lnTo>
                  <a:close/>
                </a:path>
              </a:pathLst>
            </a:custGeom>
            <a:ln w="25908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310384" y="4890516"/>
              <a:ext cx="942594" cy="15621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036319" y="3453383"/>
              <a:ext cx="1711960" cy="419100"/>
            </a:xfrm>
            <a:custGeom>
              <a:avLst/>
              <a:gdLst/>
              <a:ahLst/>
              <a:cxnLst/>
              <a:rect l="l" t="t" r="r" b="b"/>
              <a:pathLst>
                <a:path w="1711960" h="419100">
                  <a:moveTo>
                    <a:pt x="1641602" y="0"/>
                  </a:moveTo>
                  <a:lnTo>
                    <a:pt x="69850" y="0"/>
                  </a:lnTo>
                  <a:lnTo>
                    <a:pt x="42658" y="5484"/>
                  </a:lnTo>
                  <a:lnTo>
                    <a:pt x="20456" y="20446"/>
                  </a:lnTo>
                  <a:lnTo>
                    <a:pt x="5488" y="42648"/>
                  </a:lnTo>
                  <a:lnTo>
                    <a:pt x="0" y="69850"/>
                  </a:lnTo>
                  <a:lnTo>
                    <a:pt x="0" y="349249"/>
                  </a:lnTo>
                  <a:lnTo>
                    <a:pt x="5488" y="376451"/>
                  </a:lnTo>
                  <a:lnTo>
                    <a:pt x="20456" y="398652"/>
                  </a:lnTo>
                  <a:lnTo>
                    <a:pt x="42658" y="413615"/>
                  </a:lnTo>
                  <a:lnTo>
                    <a:pt x="69850" y="419099"/>
                  </a:lnTo>
                  <a:lnTo>
                    <a:pt x="1641602" y="419099"/>
                  </a:lnTo>
                  <a:lnTo>
                    <a:pt x="1668803" y="413615"/>
                  </a:lnTo>
                  <a:lnTo>
                    <a:pt x="1691005" y="398652"/>
                  </a:lnTo>
                  <a:lnTo>
                    <a:pt x="1705967" y="376451"/>
                  </a:lnTo>
                  <a:lnTo>
                    <a:pt x="1711452" y="349249"/>
                  </a:lnTo>
                  <a:lnTo>
                    <a:pt x="1711452" y="69850"/>
                  </a:lnTo>
                  <a:lnTo>
                    <a:pt x="1705967" y="42648"/>
                  </a:lnTo>
                  <a:lnTo>
                    <a:pt x="1691005" y="20447"/>
                  </a:lnTo>
                  <a:lnTo>
                    <a:pt x="1668803" y="5484"/>
                  </a:lnTo>
                  <a:lnTo>
                    <a:pt x="1641602" y="0"/>
                  </a:lnTo>
                  <a:close/>
                </a:path>
              </a:pathLst>
            </a:custGeom>
            <a:solidFill>
              <a:srgbClr val="00B3E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349121" y="3550411"/>
            <a:ext cx="108331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8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up</a:t>
            </a:r>
            <a:r>
              <a:rPr dirty="0" sz="1300" spc="-22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160">
                <a:solidFill>
                  <a:srgbClr val="FFFFFF"/>
                </a:solidFill>
                <a:latin typeface="Trebuchet MS"/>
                <a:cs typeface="Trebuchet MS"/>
              </a:rPr>
              <a:t>rv</a:t>
            </a:r>
            <a:r>
              <a:rPr dirty="0" sz="1300" spc="-11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300" spc="-5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300" spc="-1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13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300" spc="-17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300" spc="-180">
                <a:solidFill>
                  <a:srgbClr val="FFFFFF"/>
                </a:solidFill>
                <a:latin typeface="Trebuchet MS"/>
                <a:cs typeface="Trebuchet MS"/>
              </a:rPr>
              <a:t>ing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36319" y="3942588"/>
            <a:ext cx="1711960" cy="417830"/>
          </a:xfrm>
          <a:custGeom>
            <a:avLst/>
            <a:gdLst/>
            <a:ahLst/>
            <a:cxnLst/>
            <a:rect l="l" t="t" r="r" b="b"/>
            <a:pathLst>
              <a:path w="1711960" h="417829">
                <a:moveTo>
                  <a:pt x="1641856" y="0"/>
                </a:moveTo>
                <a:lnTo>
                  <a:pt x="69596" y="0"/>
                </a:lnTo>
                <a:lnTo>
                  <a:pt x="42508" y="5462"/>
                </a:lnTo>
                <a:lnTo>
                  <a:pt x="20386" y="20367"/>
                </a:lnTo>
                <a:lnTo>
                  <a:pt x="5470" y="42487"/>
                </a:lnTo>
                <a:lnTo>
                  <a:pt x="0" y="69595"/>
                </a:lnTo>
                <a:lnTo>
                  <a:pt x="0" y="347980"/>
                </a:lnTo>
                <a:lnTo>
                  <a:pt x="5470" y="375088"/>
                </a:lnTo>
                <a:lnTo>
                  <a:pt x="20386" y="397208"/>
                </a:lnTo>
                <a:lnTo>
                  <a:pt x="42508" y="412113"/>
                </a:lnTo>
                <a:lnTo>
                  <a:pt x="69596" y="417575"/>
                </a:lnTo>
                <a:lnTo>
                  <a:pt x="1641856" y="417575"/>
                </a:lnTo>
                <a:lnTo>
                  <a:pt x="1668964" y="412113"/>
                </a:lnTo>
                <a:lnTo>
                  <a:pt x="1691084" y="397208"/>
                </a:lnTo>
                <a:lnTo>
                  <a:pt x="1705989" y="375088"/>
                </a:lnTo>
                <a:lnTo>
                  <a:pt x="1711452" y="347980"/>
                </a:lnTo>
                <a:lnTo>
                  <a:pt x="1711452" y="69595"/>
                </a:lnTo>
                <a:lnTo>
                  <a:pt x="1705989" y="42487"/>
                </a:lnTo>
                <a:lnTo>
                  <a:pt x="1691084" y="20367"/>
                </a:lnTo>
                <a:lnTo>
                  <a:pt x="1668964" y="5462"/>
                </a:lnTo>
                <a:lnTo>
                  <a:pt x="1641856" y="0"/>
                </a:lnTo>
                <a:close/>
              </a:path>
            </a:pathLst>
          </a:custGeom>
          <a:solidFill>
            <a:srgbClr val="00B3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399413" y="4038980"/>
            <a:ext cx="981710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3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16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300" spc="-9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280">
                <a:solidFill>
                  <a:srgbClr val="FFFFFF"/>
                </a:solidFill>
                <a:latin typeface="Trebuchet MS"/>
                <a:cs typeface="Trebuchet MS"/>
              </a:rPr>
              <a:t>emb</a:t>
            </a:r>
            <a:r>
              <a:rPr dirty="0" sz="1300" spc="-13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16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65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1300" spc="-22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20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dirty="0" sz="1300" spc="-220">
                <a:solidFill>
                  <a:srgbClr val="FFFFFF"/>
                </a:solidFill>
                <a:latin typeface="Trebuchet MS"/>
                <a:cs typeface="Trebuchet MS"/>
              </a:rPr>
              <a:t>ho</a:t>
            </a:r>
            <a:r>
              <a:rPr dirty="0" sz="1300" spc="-24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300" spc="-6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endParaRPr sz="1300">
              <a:latin typeface="Trebuchet MS"/>
              <a:cs typeface="Trebuchet MS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813304" y="3453384"/>
            <a:ext cx="1711960" cy="419100"/>
          </a:xfrm>
          <a:custGeom>
            <a:avLst/>
            <a:gdLst/>
            <a:ahLst/>
            <a:cxnLst/>
            <a:rect l="l" t="t" r="r" b="b"/>
            <a:pathLst>
              <a:path w="1711960" h="419100">
                <a:moveTo>
                  <a:pt x="1641601" y="0"/>
                </a:moveTo>
                <a:lnTo>
                  <a:pt x="69850" y="0"/>
                </a:lnTo>
                <a:lnTo>
                  <a:pt x="42648" y="5484"/>
                </a:lnTo>
                <a:lnTo>
                  <a:pt x="20446" y="20446"/>
                </a:lnTo>
                <a:lnTo>
                  <a:pt x="5484" y="42648"/>
                </a:lnTo>
                <a:lnTo>
                  <a:pt x="0" y="69850"/>
                </a:lnTo>
                <a:lnTo>
                  <a:pt x="0" y="349249"/>
                </a:lnTo>
                <a:lnTo>
                  <a:pt x="5484" y="376451"/>
                </a:lnTo>
                <a:lnTo>
                  <a:pt x="20447" y="398652"/>
                </a:lnTo>
                <a:lnTo>
                  <a:pt x="42648" y="413615"/>
                </a:lnTo>
                <a:lnTo>
                  <a:pt x="69850" y="419099"/>
                </a:lnTo>
                <a:lnTo>
                  <a:pt x="1641601" y="419099"/>
                </a:lnTo>
                <a:lnTo>
                  <a:pt x="1668803" y="413615"/>
                </a:lnTo>
                <a:lnTo>
                  <a:pt x="1691004" y="398652"/>
                </a:lnTo>
                <a:lnTo>
                  <a:pt x="1705967" y="376451"/>
                </a:lnTo>
                <a:lnTo>
                  <a:pt x="1711451" y="349249"/>
                </a:lnTo>
                <a:lnTo>
                  <a:pt x="1711451" y="69850"/>
                </a:lnTo>
                <a:lnTo>
                  <a:pt x="1705967" y="42648"/>
                </a:lnTo>
                <a:lnTo>
                  <a:pt x="1691005" y="20447"/>
                </a:lnTo>
                <a:lnTo>
                  <a:pt x="1668803" y="5484"/>
                </a:lnTo>
                <a:lnTo>
                  <a:pt x="1641601" y="0"/>
                </a:lnTo>
                <a:close/>
              </a:path>
            </a:pathLst>
          </a:custGeom>
          <a:solidFill>
            <a:srgbClr val="00B3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064255" y="3550411"/>
            <a:ext cx="120840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95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dirty="0" sz="1300" spc="-16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300" spc="-9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229">
                <a:solidFill>
                  <a:srgbClr val="FFFFFF"/>
                </a:solidFill>
                <a:latin typeface="Trebuchet MS"/>
                <a:cs typeface="Trebuchet MS"/>
              </a:rPr>
              <a:t>up</a:t>
            </a:r>
            <a:r>
              <a:rPr dirty="0" sz="1300" spc="-22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160">
                <a:solidFill>
                  <a:srgbClr val="FFFFFF"/>
                </a:solidFill>
                <a:latin typeface="Trebuchet MS"/>
                <a:cs typeface="Trebuchet MS"/>
              </a:rPr>
              <a:t>rv</a:t>
            </a:r>
            <a:r>
              <a:rPr dirty="0" sz="1300" spc="-11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300" spc="-55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dirty="0" sz="1300" spc="-22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240">
                <a:solidFill>
                  <a:srgbClr val="FFFFFF"/>
                </a:solidFill>
                <a:latin typeface="Trebuchet MS"/>
                <a:cs typeface="Trebuchet MS"/>
              </a:rPr>
              <a:t>d</a:t>
            </a:r>
            <a:r>
              <a:rPr dirty="0" sz="1300" spc="-18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300" spc="-13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300" spc="-17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300" spc="-180">
                <a:solidFill>
                  <a:srgbClr val="FFFFFF"/>
                </a:solidFill>
                <a:latin typeface="Trebuchet MS"/>
                <a:cs typeface="Trebuchet MS"/>
              </a:rPr>
              <a:t>ing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807207" y="3936491"/>
            <a:ext cx="1724025" cy="429895"/>
            <a:chOff x="2807207" y="3936491"/>
            <a:chExt cx="1724025" cy="429895"/>
          </a:xfrm>
        </p:grpSpPr>
        <p:sp>
          <p:nvSpPr>
            <p:cNvPr id="24" name="object 24"/>
            <p:cNvSpPr/>
            <p:nvPr/>
          </p:nvSpPr>
          <p:spPr>
            <a:xfrm>
              <a:off x="2813303" y="3942587"/>
              <a:ext cx="1711960" cy="417830"/>
            </a:xfrm>
            <a:custGeom>
              <a:avLst/>
              <a:gdLst/>
              <a:ahLst/>
              <a:cxnLst/>
              <a:rect l="l" t="t" r="r" b="b"/>
              <a:pathLst>
                <a:path w="1711960" h="417829">
                  <a:moveTo>
                    <a:pt x="1641856" y="0"/>
                  </a:moveTo>
                  <a:lnTo>
                    <a:pt x="69595" y="0"/>
                  </a:lnTo>
                  <a:lnTo>
                    <a:pt x="42487" y="5462"/>
                  </a:lnTo>
                  <a:lnTo>
                    <a:pt x="20367" y="20367"/>
                  </a:lnTo>
                  <a:lnTo>
                    <a:pt x="5462" y="42487"/>
                  </a:lnTo>
                  <a:lnTo>
                    <a:pt x="0" y="69595"/>
                  </a:lnTo>
                  <a:lnTo>
                    <a:pt x="0" y="347980"/>
                  </a:lnTo>
                  <a:lnTo>
                    <a:pt x="5462" y="375088"/>
                  </a:lnTo>
                  <a:lnTo>
                    <a:pt x="20367" y="397208"/>
                  </a:lnTo>
                  <a:lnTo>
                    <a:pt x="42487" y="412113"/>
                  </a:lnTo>
                  <a:lnTo>
                    <a:pt x="69595" y="417575"/>
                  </a:lnTo>
                  <a:lnTo>
                    <a:pt x="1641856" y="417575"/>
                  </a:lnTo>
                  <a:lnTo>
                    <a:pt x="1668964" y="412113"/>
                  </a:lnTo>
                  <a:lnTo>
                    <a:pt x="1691084" y="397208"/>
                  </a:lnTo>
                  <a:lnTo>
                    <a:pt x="1705989" y="375088"/>
                  </a:lnTo>
                  <a:lnTo>
                    <a:pt x="1711451" y="347980"/>
                  </a:lnTo>
                  <a:lnTo>
                    <a:pt x="1711451" y="69595"/>
                  </a:lnTo>
                  <a:lnTo>
                    <a:pt x="1705989" y="42487"/>
                  </a:lnTo>
                  <a:lnTo>
                    <a:pt x="1691084" y="20367"/>
                  </a:lnTo>
                  <a:lnTo>
                    <a:pt x="1668964" y="5462"/>
                  </a:lnTo>
                  <a:lnTo>
                    <a:pt x="164185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2813303" y="3942587"/>
              <a:ext cx="1711960" cy="417830"/>
            </a:xfrm>
            <a:custGeom>
              <a:avLst/>
              <a:gdLst/>
              <a:ahLst/>
              <a:cxnLst/>
              <a:rect l="l" t="t" r="r" b="b"/>
              <a:pathLst>
                <a:path w="1711960" h="417829">
                  <a:moveTo>
                    <a:pt x="0" y="69595"/>
                  </a:moveTo>
                  <a:lnTo>
                    <a:pt x="5462" y="42487"/>
                  </a:lnTo>
                  <a:lnTo>
                    <a:pt x="20367" y="20367"/>
                  </a:lnTo>
                  <a:lnTo>
                    <a:pt x="42487" y="5462"/>
                  </a:lnTo>
                  <a:lnTo>
                    <a:pt x="69595" y="0"/>
                  </a:lnTo>
                  <a:lnTo>
                    <a:pt x="1641856" y="0"/>
                  </a:lnTo>
                  <a:lnTo>
                    <a:pt x="1668964" y="5462"/>
                  </a:lnTo>
                  <a:lnTo>
                    <a:pt x="1691084" y="20367"/>
                  </a:lnTo>
                  <a:lnTo>
                    <a:pt x="1705989" y="42487"/>
                  </a:lnTo>
                  <a:lnTo>
                    <a:pt x="1711451" y="69595"/>
                  </a:lnTo>
                  <a:lnTo>
                    <a:pt x="1711451" y="347980"/>
                  </a:lnTo>
                  <a:lnTo>
                    <a:pt x="1705989" y="375088"/>
                  </a:lnTo>
                  <a:lnTo>
                    <a:pt x="1691084" y="397208"/>
                  </a:lnTo>
                  <a:lnTo>
                    <a:pt x="1668964" y="412113"/>
                  </a:lnTo>
                  <a:lnTo>
                    <a:pt x="1641856" y="417575"/>
                  </a:lnTo>
                  <a:lnTo>
                    <a:pt x="69595" y="417575"/>
                  </a:lnTo>
                  <a:lnTo>
                    <a:pt x="42487" y="412113"/>
                  </a:lnTo>
                  <a:lnTo>
                    <a:pt x="20367" y="397208"/>
                  </a:lnTo>
                  <a:lnTo>
                    <a:pt x="5462" y="375088"/>
                  </a:lnTo>
                  <a:lnTo>
                    <a:pt x="0" y="347980"/>
                  </a:lnTo>
                  <a:lnTo>
                    <a:pt x="0" y="69595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033776" y="4038980"/>
            <a:ext cx="1269365" cy="2235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0">
                <a:solidFill>
                  <a:srgbClr val="252525"/>
                </a:solidFill>
                <a:latin typeface="Trebuchet MS"/>
                <a:cs typeface="Trebuchet MS"/>
              </a:rPr>
              <a:t>in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f</a:t>
            </a:r>
            <a:r>
              <a:rPr dirty="0" sz="1300" spc="-150">
                <a:solidFill>
                  <a:srgbClr val="252525"/>
                </a:solidFill>
                <a:latin typeface="Trebuchet MS"/>
                <a:cs typeface="Trebuchet MS"/>
              </a:rPr>
              <a:t>or</a:t>
            </a:r>
            <a:r>
              <a:rPr dirty="0" sz="1300" spc="-145">
                <a:solidFill>
                  <a:srgbClr val="252525"/>
                </a:solidFill>
                <a:latin typeface="Trebuchet MS"/>
                <a:cs typeface="Trebuchet MS"/>
              </a:rPr>
              <a:t>c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335">
                <a:solidFill>
                  <a:srgbClr val="252525"/>
                </a:solidFill>
                <a:latin typeface="Trebuchet MS"/>
                <a:cs typeface="Trebuchet MS"/>
              </a:rPr>
              <a:t>m</a:t>
            </a:r>
            <a:r>
              <a:rPr dirty="0" sz="1300" spc="-21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204">
                <a:solidFill>
                  <a:srgbClr val="252525"/>
                </a:solidFill>
                <a:latin typeface="Trebuchet MS"/>
                <a:cs typeface="Trebuchet MS"/>
              </a:rPr>
              <a:t>nt</a:t>
            </a:r>
            <a:r>
              <a:rPr dirty="0" sz="1300" spc="-170">
                <a:solidFill>
                  <a:srgbClr val="252525"/>
                </a:solidFill>
                <a:latin typeface="Trebuchet MS"/>
                <a:cs typeface="Trebuchet MS"/>
              </a:rPr>
              <a:t> </a:t>
            </a:r>
            <a:r>
              <a:rPr dirty="0" sz="1300" spc="-245">
                <a:solidFill>
                  <a:srgbClr val="252525"/>
                </a:solidFill>
                <a:latin typeface="Trebuchet MS"/>
                <a:cs typeface="Trebuchet MS"/>
              </a:rPr>
              <a:t>L</a:t>
            </a:r>
            <a:r>
              <a:rPr dirty="0" sz="1300" spc="-225">
                <a:solidFill>
                  <a:srgbClr val="252525"/>
                </a:solidFill>
                <a:latin typeface="Trebuchet MS"/>
                <a:cs typeface="Trebuchet MS"/>
              </a:rPr>
              <a:t>e</a:t>
            </a:r>
            <a:r>
              <a:rPr dirty="0" sz="1300" spc="-195">
                <a:solidFill>
                  <a:srgbClr val="252525"/>
                </a:solidFill>
                <a:latin typeface="Trebuchet MS"/>
                <a:cs typeface="Trebuchet MS"/>
              </a:rPr>
              <a:t>a</a:t>
            </a:r>
            <a:r>
              <a:rPr dirty="0" sz="1300" spc="-130">
                <a:solidFill>
                  <a:srgbClr val="252525"/>
                </a:solidFill>
                <a:latin typeface="Trebuchet MS"/>
                <a:cs typeface="Trebuchet MS"/>
              </a:rPr>
              <a:t>r</a:t>
            </a:r>
            <a:r>
              <a:rPr dirty="0" sz="1300" spc="-175">
                <a:solidFill>
                  <a:srgbClr val="252525"/>
                </a:solidFill>
                <a:latin typeface="Trebuchet MS"/>
                <a:cs typeface="Trebuchet MS"/>
              </a:rPr>
              <a:t>n</a:t>
            </a:r>
            <a:r>
              <a:rPr dirty="0" sz="1300" spc="-180">
                <a:solidFill>
                  <a:srgbClr val="252525"/>
                </a:solidFill>
                <a:latin typeface="Trebuchet MS"/>
                <a:cs typeface="Trebuchet MS"/>
              </a:rPr>
              <a:t>ing</a:t>
            </a:r>
            <a:endParaRPr sz="1300">
              <a:latin typeface="Trebuchet MS"/>
              <a:cs typeface="Trebuchet MS"/>
            </a:endParaRPr>
          </a:p>
        </p:txBody>
      </p:sp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54736" y="1923288"/>
            <a:ext cx="1081277" cy="189737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140452" y="2392679"/>
            <a:ext cx="4014978" cy="1750314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902951" cy="299731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9580" y="6425184"/>
            <a:ext cx="9001125" cy="0"/>
          </a:xfrm>
          <a:custGeom>
            <a:avLst/>
            <a:gdLst/>
            <a:ahLst/>
            <a:cxnLst/>
            <a:rect l="l" t="t" r="r" b="b"/>
            <a:pathLst>
              <a:path w="9001125" h="0">
                <a:moveTo>
                  <a:pt x="0" y="0"/>
                </a:moveTo>
                <a:lnTo>
                  <a:pt x="9000744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69763" y="6524434"/>
            <a:ext cx="81322" cy="904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04316" y="3224758"/>
            <a:ext cx="3051810" cy="40007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07363" y="2807207"/>
            <a:ext cx="700277" cy="19583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50036" y="3956291"/>
            <a:ext cx="4638294" cy="63780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59003" y="6524434"/>
            <a:ext cx="84461" cy="9048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4151" y="6527292"/>
            <a:ext cx="1794510" cy="14249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41235" y="6519671"/>
            <a:ext cx="2353818" cy="1196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37489" y="431419"/>
            <a:ext cx="521398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5"/>
              <a:t>5.2.</a:t>
            </a:r>
            <a:r>
              <a:rPr dirty="0" spc="-10"/>
              <a:t> </a:t>
            </a:r>
            <a:r>
              <a:rPr dirty="0" spc="-5"/>
              <a:t>Category </a:t>
            </a:r>
            <a:r>
              <a:rPr dirty="0"/>
              <a:t>of</a:t>
            </a:r>
            <a:r>
              <a:rPr dirty="0" spc="-10"/>
              <a:t> </a:t>
            </a:r>
            <a:r>
              <a:rPr dirty="0" spc="-5"/>
              <a:t>Machine</a:t>
            </a:r>
            <a:r>
              <a:rPr dirty="0" spc="-15"/>
              <a:t> </a:t>
            </a:r>
            <a:r>
              <a:rPr dirty="0" spc="-5"/>
              <a:t>Learning</a:t>
            </a:r>
            <a:r>
              <a:rPr dirty="0" spc="-10"/>
              <a:t> </a:t>
            </a:r>
            <a:r>
              <a:rPr dirty="0" spc="-5"/>
              <a:t>Techniques</a:t>
            </a:r>
            <a:r>
              <a:rPr dirty="0" spc="-20"/>
              <a:t> </a:t>
            </a:r>
            <a:r>
              <a:rPr dirty="0" spc="-5"/>
              <a:t>(Full)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28329" y="463677"/>
            <a:ext cx="7531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UNIT</a:t>
            </a:r>
            <a:r>
              <a:rPr dirty="0" sz="1600" spc="-65">
                <a:solidFill>
                  <a:srgbClr val="D9D9D9"/>
                </a:solidFill>
                <a:latin typeface="Ebrima"/>
                <a:cs typeface="Ebrima"/>
              </a:rPr>
              <a:t> </a:t>
            </a:r>
            <a:r>
              <a:rPr dirty="0" sz="1600" spc="-5">
                <a:solidFill>
                  <a:srgbClr val="D9D9D9"/>
                </a:solidFill>
                <a:latin typeface="Ebrima"/>
                <a:cs typeface="Ebrima"/>
              </a:rPr>
              <a:t>05</a:t>
            </a:r>
            <a:endParaRPr sz="1600">
              <a:latin typeface="Ebrima"/>
              <a:cs typeface="Ebri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043671" y="5145011"/>
            <a:ext cx="948702" cy="387870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1752345" y="3111754"/>
            <a:ext cx="5231765" cy="2214880"/>
            <a:chOff x="1752345" y="3111754"/>
            <a:chExt cx="5231765" cy="2214880"/>
          </a:xfrm>
        </p:grpSpPr>
        <p:sp>
          <p:nvSpPr>
            <p:cNvPr id="9" name="object 9"/>
            <p:cNvSpPr/>
            <p:nvPr/>
          </p:nvSpPr>
          <p:spPr>
            <a:xfrm>
              <a:off x="1758695" y="3118104"/>
              <a:ext cx="3983990" cy="2202180"/>
            </a:xfrm>
            <a:custGeom>
              <a:avLst/>
              <a:gdLst/>
              <a:ahLst/>
              <a:cxnLst/>
              <a:rect l="l" t="t" r="r" b="b"/>
              <a:pathLst>
                <a:path w="3983990" h="2202179">
                  <a:moveTo>
                    <a:pt x="0" y="806196"/>
                  </a:moveTo>
                  <a:lnTo>
                    <a:pt x="3983608" y="806196"/>
                  </a:lnTo>
                </a:path>
                <a:path w="3983990" h="2202179">
                  <a:moveTo>
                    <a:pt x="2255520" y="2202053"/>
                  </a:moveTo>
                  <a:lnTo>
                    <a:pt x="2246376" y="0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560063" y="3575304"/>
              <a:ext cx="899160" cy="719455"/>
            </a:xfrm>
            <a:custGeom>
              <a:avLst/>
              <a:gdLst/>
              <a:ahLst/>
              <a:cxnLst/>
              <a:rect l="l" t="t" r="r" b="b"/>
              <a:pathLst>
                <a:path w="899160" h="719454">
                  <a:moveTo>
                    <a:pt x="779272" y="0"/>
                  </a:moveTo>
                  <a:lnTo>
                    <a:pt x="119887" y="0"/>
                  </a:lnTo>
                  <a:lnTo>
                    <a:pt x="73241" y="9427"/>
                  </a:lnTo>
                  <a:lnTo>
                    <a:pt x="35131" y="35131"/>
                  </a:lnTo>
                  <a:lnTo>
                    <a:pt x="9427" y="73241"/>
                  </a:lnTo>
                  <a:lnTo>
                    <a:pt x="0" y="119888"/>
                  </a:lnTo>
                  <a:lnTo>
                    <a:pt x="0" y="599440"/>
                  </a:lnTo>
                  <a:lnTo>
                    <a:pt x="9427" y="646086"/>
                  </a:lnTo>
                  <a:lnTo>
                    <a:pt x="35131" y="684196"/>
                  </a:lnTo>
                  <a:lnTo>
                    <a:pt x="73241" y="709900"/>
                  </a:lnTo>
                  <a:lnTo>
                    <a:pt x="119887" y="719328"/>
                  </a:lnTo>
                  <a:lnTo>
                    <a:pt x="779272" y="719328"/>
                  </a:lnTo>
                  <a:lnTo>
                    <a:pt x="825918" y="709900"/>
                  </a:lnTo>
                  <a:lnTo>
                    <a:pt x="864028" y="684196"/>
                  </a:lnTo>
                  <a:lnTo>
                    <a:pt x="889732" y="646086"/>
                  </a:lnTo>
                  <a:lnTo>
                    <a:pt x="899160" y="599440"/>
                  </a:lnTo>
                  <a:lnTo>
                    <a:pt x="899160" y="119888"/>
                  </a:lnTo>
                  <a:lnTo>
                    <a:pt x="889732" y="73241"/>
                  </a:lnTo>
                  <a:lnTo>
                    <a:pt x="864028" y="35131"/>
                  </a:lnTo>
                  <a:lnTo>
                    <a:pt x="825918" y="9427"/>
                  </a:lnTo>
                  <a:lnTo>
                    <a:pt x="779272" y="0"/>
                  </a:lnTo>
                  <a:close/>
                </a:path>
              </a:pathLst>
            </a:custGeom>
            <a:solidFill>
              <a:srgbClr val="183DA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51575" y="3147060"/>
              <a:ext cx="1226185" cy="0"/>
            </a:xfrm>
            <a:custGeom>
              <a:avLst/>
              <a:gdLst/>
              <a:ahLst/>
              <a:cxnLst/>
              <a:rect l="l" t="t" r="r" b="b"/>
              <a:pathLst>
                <a:path w="1226184" h="0">
                  <a:moveTo>
                    <a:pt x="1225677" y="0"/>
                  </a:moveTo>
                  <a:lnTo>
                    <a:pt x="0" y="0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802507" y="3781171"/>
            <a:ext cx="41465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4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dirty="0" sz="1100" spc="-175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100" spc="-204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dirty="0" sz="1100" spc="-229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dirty="0" sz="1100" spc="-9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100" spc="-210">
                <a:solidFill>
                  <a:srgbClr val="FFFFFF"/>
                </a:solidFill>
                <a:latin typeface="Trebuchet MS"/>
                <a:cs typeface="Trebuchet MS"/>
              </a:rPr>
              <a:t>NE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84219" y="3948810"/>
            <a:ext cx="45212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90">
                <a:solidFill>
                  <a:srgbClr val="FFFFFF"/>
                </a:solidFill>
                <a:latin typeface="Trebuchet MS"/>
                <a:cs typeface="Trebuchet MS"/>
              </a:rPr>
              <a:t>LE</a:t>
            </a:r>
            <a:r>
              <a:rPr dirty="0" sz="1100" spc="-19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dirty="0" sz="1100" spc="-165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dirty="0" sz="1100" spc="-235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dirty="0" sz="1100" spc="-95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dirty="0" sz="1100" spc="-245">
                <a:solidFill>
                  <a:srgbClr val="FFFFFF"/>
                </a:solidFill>
                <a:latin typeface="Trebuchet MS"/>
                <a:cs typeface="Trebuchet MS"/>
              </a:rPr>
              <a:t>NG</a:t>
            </a:r>
            <a:endParaRPr sz="1100">
              <a:latin typeface="Trebuchet MS"/>
              <a:cs typeface="Trebuchet M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051048" y="2473451"/>
            <a:ext cx="706386" cy="368046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025142" y="2473439"/>
            <a:ext cx="4830445" cy="2536825"/>
            <a:chOff x="2025142" y="2473439"/>
            <a:chExt cx="4830445" cy="2536825"/>
          </a:xfrm>
        </p:grpSpPr>
        <p:sp>
          <p:nvSpPr>
            <p:cNvPr id="16" name="object 16"/>
            <p:cNvSpPr/>
            <p:nvPr/>
          </p:nvSpPr>
          <p:spPr>
            <a:xfrm>
              <a:off x="2031492" y="2894076"/>
              <a:ext cx="4817745" cy="2109470"/>
            </a:xfrm>
            <a:custGeom>
              <a:avLst/>
              <a:gdLst/>
              <a:ahLst/>
              <a:cxnLst/>
              <a:rect l="l" t="t" r="r" b="b"/>
              <a:pathLst>
                <a:path w="4817745" h="2109470">
                  <a:moveTo>
                    <a:pt x="4817617" y="2109216"/>
                  </a:moveTo>
                  <a:lnTo>
                    <a:pt x="3720083" y="2109216"/>
                  </a:lnTo>
                </a:path>
                <a:path w="4817745" h="2109470">
                  <a:moveTo>
                    <a:pt x="3720083" y="252984"/>
                  </a:moveTo>
                  <a:lnTo>
                    <a:pt x="3720083" y="2109089"/>
                  </a:lnTo>
                </a:path>
                <a:path w="4817745" h="2109470">
                  <a:moveTo>
                    <a:pt x="7619" y="2060448"/>
                  </a:moveTo>
                  <a:lnTo>
                    <a:pt x="223646" y="2060448"/>
                  </a:lnTo>
                </a:path>
                <a:path w="4817745" h="2109470">
                  <a:moveTo>
                    <a:pt x="0" y="0"/>
                  </a:moveTo>
                  <a:lnTo>
                    <a:pt x="216026" y="0"/>
                  </a:lnTo>
                </a:path>
                <a:path w="4817745" h="2109470">
                  <a:moveTo>
                    <a:pt x="217931" y="0"/>
                  </a:moveTo>
                  <a:lnTo>
                    <a:pt x="217931" y="2060067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36136" y="2473439"/>
              <a:ext cx="648511" cy="37872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814060" y="3057144"/>
              <a:ext cx="922019" cy="167640"/>
            </a:xfrm>
            <a:custGeom>
              <a:avLst/>
              <a:gdLst/>
              <a:ahLst/>
              <a:cxnLst/>
              <a:rect l="l" t="t" r="r" b="b"/>
              <a:pathLst>
                <a:path w="922020" h="167639">
                  <a:moveTo>
                    <a:pt x="894080" y="0"/>
                  </a:moveTo>
                  <a:lnTo>
                    <a:pt x="27939" y="0"/>
                  </a:lnTo>
                  <a:lnTo>
                    <a:pt x="17091" y="2204"/>
                  </a:lnTo>
                  <a:lnTo>
                    <a:pt x="8207" y="8207"/>
                  </a:lnTo>
                  <a:lnTo>
                    <a:pt x="2204" y="17091"/>
                  </a:lnTo>
                  <a:lnTo>
                    <a:pt x="0" y="27939"/>
                  </a:lnTo>
                  <a:lnTo>
                    <a:pt x="0" y="139700"/>
                  </a:lnTo>
                  <a:lnTo>
                    <a:pt x="2204" y="150548"/>
                  </a:lnTo>
                  <a:lnTo>
                    <a:pt x="8207" y="159432"/>
                  </a:lnTo>
                  <a:lnTo>
                    <a:pt x="17091" y="165435"/>
                  </a:lnTo>
                  <a:lnTo>
                    <a:pt x="27939" y="167639"/>
                  </a:lnTo>
                  <a:lnTo>
                    <a:pt x="894080" y="167639"/>
                  </a:lnTo>
                  <a:lnTo>
                    <a:pt x="904928" y="165435"/>
                  </a:lnTo>
                  <a:lnTo>
                    <a:pt x="913812" y="159432"/>
                  </a:lnTo>
                  <a:lnTo>
                    <a:pt x="919815" y="150548"/>
                  </a:lnTo>
                  <a:lnTo>
                    <a:pt x="922019" y="139700"/>
                  </a:lnTo>
                  <a:lnTo>
                    <a:pt x="922019" y="27939"/>
                  </a:lnTo>
                  <a:lnTo>
                    <a:pt x="919815" y="17091"/>
                  </a:lnTo>
                  <a:lnTo>
                    <a:pt x="913812" y="8207"/>
                  </a:lnTo>
                  <a:lnTo>
                    <a:pt x="904928" y="2204"/>
                  </a:lnTo>
                  <a:lnTo>
                    <a:pt x="894080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814060" y="3057144"/>
              <a:ext cx="922019" cy="167640"/>
            </a:xfrm>
            <a:custGeom>
              <a:avLst/>
              <a:gdLst/>
              <a:ahLst/>
              <a:cxnLst/>
              <a:rect l="l" t="t" r="r" b="b"/>
              <a:pathLst>
                <a:path w="922020" h="167639">
                  <a:moveTo>
                    <a:pt x="0" y="27939"/>
                  </a:moveTo>
                  <a:lnTo>
                    <a:pt x="2204" y="17091"/>
                  </a:lnTo>
                  <a:lnTo>
                    <a:pt x="8207" y="8207"/>
                  </a:lnTo>
                  <a:lnTo>
                    <a:pt x="17091" y="2204"/>
                  </a:lnTo>
                  <a:lnTo>
                    <a:pt x="27939" y="0"/>
                  </a:lnTo>
                  <a:lnTo>
                    <a:pt x="894080" y="0"/>
                  </a:lnTo>
                  <a:lnTo>
                    <a:pt x="904928" y="2204"/>
                  </a:lnTo>
                  <a:lnTo>
                    <a:pt x="913812" y="8207"/>
                  </a:lnTo>
                  <a:lnTo>
                    <a:pt x="919815" y="17091"/>
                  </a:lnTo>
                  <a:lnTo>
                    <a:pt x="922019" y="27939"/>
                  </a:lnTo>
                  <a:lnTo>
                    <a:pt x="922019" y="139700"/>
                  </a:lnTo>
                  <a:lnTo>
                    <a:pt x="919815" y="150548"/>
                  </a:lnTo>
                  <a:lnTo>
                    <a:pt x="913812" y="159432"/>
                  </a:lnTo>
                  <a:lnTo>
                    <a:pt x="904928" y="165435"/>
                  </a:lnTo>
                  <a:lnTo>
                    <a:pt x="894080" y="167639"/>
                  </a:lnTo>
                  <a:lnTo>
                    <a:pt x="27939" y="167639"/>
                  </a:lnTo>
                  <a:lnTo>
                    <a:pt x="17091" y="165435"/>
                  </a:lnTo>
                  <a:lnTo>
                    <a:pt x="8207" y="159432"/>
                  </a:lnTo>
                  <a:lnTo>
                    <a:pt x="2204" y="150548"/>
                  </a:lnTo>
                  <a:lnTo>
                    <a:pt x="0" y="139700"/>
                  </a:lnTo>
                  <a:lnTo>
                    <a:pt x="0" y="27939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990971" y="3058414"/>
            <a:ext cx="5715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40">
                <a:solidFill>
                  <a:srgbClr val="404040"/>
                </a:solidFill>
                <a:latin typeface="Trebuchet MS"/>
                <a:cs typeface="Trebuchet MS"/>
              </a:rPr>
              <a:t>UNSUPERVISED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807709" y="4907026"/>
            <a:ext cx="934719" cy="193040"/>
            <a:chOff x="5807709" y="4907026"/>
            <a:chExt cx="934719" cy="193040"/>
          </a:xfrm>
        </p:grpSpPr>
        <p:sp>
          <p:nvSpPr>
            <p:cNvPr id="22" name="object 22"/>
            <p:cNvSpPr/>
            <p:nvPr/>
          </p:nvSpPr>
          <p:spPr>
            <a:xfrm>
              <a:off x="5814059" y="4913376"/>
              <a:ext cx="922019" cy="180340"/>
            </a:xfrm>
            <a:custGeom>
              <a:avLst/>
              <a:gdLst/>
              <a:ahLst/>
              <a:cxnLst/>
              <a:rect l="l" t="t" r="r" b="b"/>
              <a:pathLst>
                <a:path w="922020" h="180339">
                  <a:moveTo>
                    <a:pt x="892047" y="0"/>
                  </a:moveTo>
                  <a:lnTo>
                    <a:pt x="29972" y="0"/>
                  </a:lnTo>
                  <a:lnTo>
                    <a:pt x="18323" y="2361"/>
                  </a:lnTo>
                  <a:lnTo>
                    <a:pt x="8794" y="8794"/>
                  </a:lnTo>
                  <a:lnTo>
                    <a:pt x="2361" y="18323"/>
                  </a:lnTo>
                  <a:lnTo>
                    <a:pt x="0" y="29972"/>
                  </a:lnTo>
                  <a:lnTo>
                    <a:pt x="0" y="149860"/>
                  </a:lnTo>
                  <a:lnTo>
                    <a:pt x="2361" y="161508"/>
                  </a:lnTo>
                  <a:lnTo>
                    <a:pt x="8794" y="171037"/>
                  </a:lnTo>
                  <a:lnTo>
                    <a:pt x="18323" y="177470"/>
                  </a:lnTo>
                  <a:lnTo>
                    <a:pt x="29972" y="179831"/>
                  </a:lnTo>
                  <a:lnTo>
                    <a:pt x="892047" y="179831"/>
                  </a:lnTo>
                  <a:lnTo>
                    <a:pt x="903696" y="177470"/>
                  </a:lnTo>
                  <a:lnTo>
                    <a:pt x="913225" y="171037"/>
                  </a:lnTo>
                  <a:lnTo>
                    <a:pt x="919658" y="161508"/>
                  </a:lnTo>
                  <a:lnTo>
                    <a:pt x="922019" y="149860"/>
                  </a:lnTo>
                  <a:lnTo>
                    <a:pt x="922019" y="29972"/>
                  </a:lnTo>
                  <a:lnTo>
                    <a:pt x="919658" y="18323"/>
                  </a:lnTo>
                  <a:lnTo>
                    <a:pt x="913225" y="8794"/>
                  </a:lnTo>
                  <a:lnTo>
                    <a:pt x="903696" y="2361"/>
                  </a:lnTo>
                  <a:lnTo>
                    <a:pt x="89204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814059" y="4913376"/>
              <a:ext cx="922019" cy="180340"/>
            </a:xfrm>
            <a:custGeom>
              <a:avLst/>
              <a:gdLst/>
              <a:ahLst/>
              <a:cxnLst/>
              <a:rect l="l" t="t" r="r" b="b"/>
              <a:pathLst>
                <a:path w="922020" h="180339">
                  <a:moveTo>
                    <a:pt x="0" y="29972"/>
                  </a:moveTo>
                  <a:lnTo>
                    <a:pt x="2361" y="18323"/>
                  </a:lnTo>
                  <a:lnTo>
                    <a:pt x="8794" y="8794"/>
                  </a:lnTo>
                  <a:lnTo>
                    <a:pt x="18323" y="2361"/>
                  </a:lnTo>
                  <a:lnTo>
                    <a:pt x="29972" y="0"/>
                  </a:lnTo>
                  <a:lnTo>
                    <a:pt x="892047" y="0"/>
                  </a:lnTo>
                  <a:lnTo>
                    <a:pt x="903696" y="2361"/>
                  </a:lnTo>
                  <a:lnTo>
                    <a:pt x="913225" y="8794"/>
                  </a:lnTo>
                  <a:lnTo>
                    <a:pt x="919658" y="18323"/>
                  </a:lnTo>
                  <a:lnTo>
                    <a:pt x="922019" y="29972"/>
                  </a:lnTo>
                  <a:lnTo>
                    <a:pt x="922019" y="149860"/>
                  </a:lnTo>
                  <a:lnTo>
                    <a:pt x="919658" y="161508"/>
                  </a:lnTo>
                  <a:lnTo>
                    <a:pt x="913225" y="171037"/>
                  </a:lnTo>
                  <a:lnTo>
                    <a:pt x="903696" y="177470"/>
                  </a:lnTo>
                  <a:lnTo>
                    <a:pt x="892047" y="179831"/>
                  </a:lnTo>
                  <a:lnTo>
                    <a:pt x="29972" y="179831"/>
                  </a:lnTo>
                  <a:lnTo>
                    <a:pt x="18323" y="177470"/>
                  </a:lnTo>
                  <a:lnTo>
                    <a:pt x="8794" y="171037"/>
                  </a:lnTo>
                  <a:lnTo>
                    <a:pt x="2361" y="161508"/>
                  </a:lnTo>
                  <a:lnTo>
                    <a:pt x="0" y="149860"/>
                  </a:lnTo>
                  <a:lnTo>
                    <a:pt x="0" y="29972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6040628" y="4921122"/>
            <a:ext cx="4711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900" spc="-175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900" spc="-125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900" spc="-16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6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900" spc="-165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900" spc="-9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900" spc="-5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900" spc="-16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65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88822" y="3402838"/>
            <a:ext cx="1268095" cy="1772920"/>
            <a:chOff x="988822" y="3402838"/>
            <a:chExt cx="1268095" cy="1772920"/>
          </a:xfrm>
        </p:grpSpPr>
        <p:sp>
          <p:nvSpPr>
            <p:cNvPr id="26" name="object 26"/>
            <p:cNvSpPr/>
            <p:nvPr/>
          </p:nvSpPr>
          <p:spPr>
            <a:xfrm>
              <a:off x="2028444" y="3409188"/>
              <a:ext cx="222250" cy="1030605"/>
            </a:xfrm>
            <a:custGeom>
              <a:avLst/>
              <a:gdLst/>
              <a:ahLst/>
              <a:cxnLst/>
              <a:rect l="l" t="t" r="r" b="b"/>
              <a:pathLst>
                <a:path w="222250" h="1030604">
                  <a:moveTo>
                    <a:pt x="0" y="0"/>
                  </a:moveTo>
                  <a:lnTo>
                    <a:pt x="216026" y="0"/>
                  </a:lnTo>
                </a:path>
                <a:path w="222250" h="1030604">
                  <a:moveTo>
                    <a:pt x="6095" y="1030224"/>
                  </a:moveTo>
                  <a:lnTo>
                    <a:pt x="222123" y="1030224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995172" y="3707892"/>
              <a:ext cx="1152525" cy="433070"/>
            </a:xfrm>
            <a:custGeom>
              <a:avLst/>
              <a:gdLst/>
              <a:ahLst/>
              <a:cxnLst/>
              <a:rect l="l" t="t" r="r" b="b"/>
              <a:pathLst>
                <a:path w="1152525" h="433070">
                  <a:moveTo>
                    <a:pt x="1080008" y="0"/>
                  </a:moveTo>
                  <a:lnTo>
                    <a:pt x="72136" y="0"/>
                  </a:lnTo>
                  <a:lnTo>
                    <a:pt x="44057" y="5663"/>
                  </a:lnTo>
                  <a:lnTo>
                    <a:pt x="21128" y="21113"/>
                  </a:lnTo>
                  <a:lnTo>
                    <a:pt x="5668" y="44041"/>
                  </a:lnTo>
                  <a:lnTo>
                    <a:pt x="0" y="72135"/>
                  </a:lnTo>
                  <a:lnTo>
                    <a:pt x="0" y="360679"/>
                  </a:lnTo>
                  <a:lnTo>
                    <a:pt x="5668" y="388774"/>
                  </a:lnTo>
                  <a:lnTo>
                    <a:pt x="21128" y="411702"/>
                  </a:lnTo>
                  <a:lnTo>
                    <a:pt x="44057" y="427152"/>
                  </a:lnTo>
                  <a:lnTo>
                    <a:pt x="72136" y="432815"/>
                  </a:lnTo>
                  <a:lnTo>
                    <a:pt x="1080008" y="432815"/>
                  </a:lnTo>
                  <a:lnTo>
                    <a:pt x="1108102" y="427152"/>
                  </a:lnTo>
                  <a:lnTo>
                    <a:pt x="1131030" y="411702"/>
                  </a:lnTo>
                  <a:lnTo>
                    <a:pt x="1146480" y="388774"/>
                  </a:lnTo>
                  <a:lnTo>
                    <a:pt x="1152144" y="360679"/>
                  </a:lnTo>
                  <a:lnTo>
                    <a:pt x="1152144" y="72135"/>
                  </a:lnTo>
                  <a:lnTo>
                    <a:pt x="1146480" y="44041"/>
                  </a:lnTo>
                  <a:lnTo>
                    <a:pt x="1131030" y="21113"/>
                  </a:lnTo>
                  <a:lnTo>
                    <a:pt x="1108102" y="5663"/>
                  </a:lnTo>
                  <a:lnTo>
                    <a:pt x="108000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995172" y="3707892"/>
              <a:ext cx="1152525" cy="433070"/>
            </a:xfrm>
            <a:custGeom>
              <a:avLst/>
              <a:gdLst/>
              <a:ahLst/>
              <a:cxnLst/>
              <a:rect l="l" t="t" r="r" b="b"/>
              <a:pathLst>
                <a:path w="1152525" h="433070">
                  <a:moveTo>
                    <a:pt x="0" y="72135"/>
                  </a:moveTo>
                  <a:lnTo>
                    <a:pt x="5668" y="44041"/>
                  </a:lnTo>
                  <a:lnTo>
                    <a:pt x="21128" y="21113"/>
                  </a:lnTo>
                  <a:lnTo>
                    <a:pt x="44057" y="5663"/>
                  </a:lnTo>
                  <a:lnTo>
                    <a:pt x="72136" y="0"/>
                  </a:lnTo>
                  <a:lnTo>
                    <a:pt x="1080008" y="0"/>
                  </a:lnTo>
                  <a:lnTo>
                    <a:pt x="1108102" y="5663"/>
                  </a:lnTo>
                  <a:lnTo>
                    <a:pt x="1131030" y="21113"/>
                  </a:lnTo>
                  <a:lnTo>
                    <a:pt x="1146480" y="44041"/>
                  </a:lnTo>
                  <a:lnTo>
                    <a:pt x="1152144" y="72135"/>
                  </a:lnTo>
                  <a:lnTo>
                    <a:pt x="1152144" y="360679"/>
                  </a:lnTo>
                  <a:lnTo>
                    <a:pt x="1146480" y="388774"/>
                  </a:lnTo>
                  <a:lnTo>
                    <a:pt x="1131030" y="411702"/>
                  </a:lnTo>
                  <a:lnTo>
                    <a:pt x="1108102" y="427152"/>
                  </a:lnTo>
                  <a:lnTo>
                    <a:pt x="1080008" y="432815"/>
                  </a:lnTo>
                  <a:lnTo>
                    <a:pt x="72136" y="432815"/>
                  </a:lnTo>
                  <a:lnTo>
                    <a:pt x="44057" y="427152"/>
                  </a:lnTo>
                  <a:lnTo>
                    <a:pt x="21128" y="411702"/>
                  </a:lnTo>
                  <a:lnTo>
                    <a:pt x="5668" y="388774"/>
                  </a:lnTo>
                  <a:lnTo>
                    <a:pt x="0" y="360679"/>
                  </a:lnTo>
                  <a:lnTo>
                    <a:pt x="0" y="72135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995172" y="4738116"/>
              <a:ext cx="1152525" cy="431800"/>
            </a:xfrm>
            <a:custGeom>
              <a:avLst/>
              <a:gdLst/>
              <a:ahLst/>
              <a:cxnLst/>
              <a:rect l="l" t="t" r="r" b="b"/>
              <a:pathLst>
                <a:path w="1152525" h="431800">
                  <a:moveTo>
                    <a:pt x="1080261" y="0"/>
                  </a:moveTo>
                  <a:lnTo>
                    <a:pt x="71881" y="0"/>
                  </a:lnTo>
                  <a:lnTo>
                    <a:pt x="43901" y="5641"/>
                  </a:lnTo>
                  <a:lnTo>
                    <a:pt x="21053" y="21034"/>
                  </a:lnTo>
                  <a:lnTo>
                    <a:pt x="5648" y="43880"/>
                  </a:lnTo>
                  <a:lnTo>
                    <a:pt x="0" y="71881"/>
                  </a:lnTo>
                  <a:lnTo>
                    <a:pt x="0" y="359409"/>
                  </a:lnTo>
                  <a:lnTo>
                    <a:pt x="5648" y="387411"/>
                  </a:lnTo>
                  <a:lnTo>
                    <a:pt x="21053" y="410257"/>
                  </a:lnTo>
                  <a:lnTo>
                    <a:pt x="43901" y="425650"/>
                  </a:lnTo>
                  <a:lnTo>
                    <a:pt x="71881" y="431291"/>
                  </a:lnTo>
                  <a:lnTo>
                    <a:pt x="1080261" y="431291"/>
                  </a:lnTo>
                  <a:lnTo>
                    <a:pt x="1108263" y="425650"/>
                  </a:lnTo>
                  <a:lnTo>
                    <a:pt x="1131109" y="410257"/>
                  </a:lnTo>
                  <a:lnTo>
                    <a:pt x="1146502" y="387411"/>
                  </a:lnTo>
                  <a:lnTo>
                    <a:pt x="1152144" y="359409"/>
                  </a:lnTo>
                  <a:lnTo>
                    <a:pt x="1152144" y="71881"/>
                  </a:lnTo>
                  <a:lnTo>
                    <a:pt x="1146502" y="43880"/>
                  </a:lnTo>
                  <a:lnTo>
                    <a:pt x="1131109" y="21034"/>
                  </a:lnTo>
                  <a:lnTo>
                    <a:pt x="1108263" y="5641"/>
                  </a:lnTo>
                  <a:lnTo>
                    <a:pt x="1080261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995172" y="4738116"/>
              <a:ext cx="1152525" cy="431800"/>
            </a:xfrm>
            <a:custGeom>
              <a:avLst/>
              <a:gdLst/>
              <a:ahLst/>
              <a:cxnLst/>
              <a:rect l="l" t="t" r="r" b="b"/>
              <a:pathLst>
                <a:path w="1152525" h="431800">
                  <a:moveTo>
                    <a:pt x="0" y="71881"/>
                  </a:moveTo>
                  <a:lnTo>
                    <a:pt x="5648" y="43880"/>
                  </a:lnTo>
                  <a:lnTo>
                    <a:pt x="21053" y="21034"/>
                  </a:lnTo>
                  <a:lnTo>
                    <a:pt x="43901" y="5641"/>
                  </a:lnTo>
                  <a:lnTo>
                    <a:pt x="71881" y="0"/>
                  </a:lnTo>
                  <a:lnTo>
                    <a:pt x="1080261" y="0"/>
                  </a:lnTo>
                  <a:lnTo>
                    <a:pt x="1108263" y="5641"/>
                  </a:lnTo>
                  <a:lnTo>
                    <a:pt x="1131109" y="21034"/>
                  </a:lnTo>
                  <a:lnTo>
                    <a:pt x="1146502" y="43880"/>
                  </a:lnTo>
                  <a:lnTo>
                    <a:pt x="1152144" y="71881"/>
                  </a:lnTo>
                  <a:lnTo>
                    <a:pt x="1152144" y="359409"/>
                  </a:lnTo>
                  <a:lnTo>
                    <a:pt x="1146502" y="387411"/>
                  </a:lnTo>
                  <a:lnTo>
                    <a:pt x="1131109" y="410257"/>
                  </a:lnTo>
                  <a:lnTo>
                    <a:pt x="1108263" y="425650"/>
                  </a:lnTo>
                  <a:lnTo>
                    <a:pt x="1080261" y="431291"/>
                  </a:lnTo>
                  <a:lnTo>
                    <a:pt x="71881" y="431291"/>
                  </a:lnTo>
                  <a:lnTo>
                    <a:pt x="43901" y="425650"/>
                  </a:lnTo>
                  <a:lnTo>
                    <a:pt x="21053" y="410257"/>
                  </a:lnTo>
                  <a:lnTo>
                    <a:pt x="5648" y="387411"/>
                  </a:lnTo>
                  <a:lnTo>
                    <a:pt x="0" y="359409"/>
                  </a:lnTo>
                  <a:lnTo>
                    <a:pt x="0" y="71881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1350391" y="4804029"/>
            <a:ext cx="44005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5">
                <a:solidFill>
                  <a:srgbClr val="404040"/>
                </a:solidFill>
                <a:latin typeface="Trebuchet MS"/>
                <a:cs typeface="Trebuchet MS"/>
              </a:rPr>
              <a:t>Perceptron</a:t>
            </a:r>
            <a:endParaRPr sz="900">
              <a:latin typeface="Trebuchet MS"/>
              <a:cs typeface="Trebuchet M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454022" y="4941189"/>
            <a:ext cx="233679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95">
                <a:solidFill>
                  <a:srgbClr val="404040"/>
                </a:solidFill>
                <a:latin typeface="Trebuchet MS"/>
                <a:cs typeface="Trebuchet MS"/>
              </a:rPr>
              <a:t>(</a:t>
            </a:r>
            <a:r>
              <a:rPr dirty="0" sz="900" spc="-17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900" spc="-16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900" spc="-11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900" spc="-95">
                <a:solidFill>
                  <a:srgbClr val="404040"/>
                </a:solidFill>
                <a:latin typeface="Trebuchet MS"/>
                <a:cs typeface="Trebuchet MS"/>
              </a:rPr>
              <a:t>)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988822" y="2671317"/>
            <a:ext cx="1165225" cy="445770"/>
            <a:chOff x="988822" y="2671317"/>
            <a:chExt cx="1165225" cy="445770"/>
          </a:xfrm>
        </p:grpSpPr>
        <p:sp>
          <p:nvSpPr>
            <p:cNvPr id="34" name="object 34"/>
            <p:cNvSpPr/>
            <p:nvPr/>
          </p:nvSpPr>
          <p:spPr>
            <a:xfrm>
              <a:off x="995172" y="2677667"/>
              <a:ext cx="1152525" cy="433070"/>
            </a:xfrm>
            <a:custGeom>
              <a:avLst/>
              <a:gdLst/>
              <a:ahLst/>
              <a:cxnLst/>
              <a:rect l="l" t="t" r="r" b="b"/>
              <a:pathLst>
                <a:path w="1152525" h="433069">
                  <a:moveTo>
                    <a:pt x="1080008" y="0"/>
                  </a:moveTo>
                  <a:lnTo>
                    <a:pt x="72136" y="0"/>
                  </a:lnTo>
                  <a:lnTo>
                    <a:pt x="44057" y="5663"/>
                  </a:lnTo>
                  <a:lnTo>
                    <a:pt x="21128" y="21113"/>
                  </a:lnTo>
                  <a:lnTo>
                    <a:pt x="5668" y="44041"/>
                  </a:lnTo>
                  <a:lnTo>
                    <a:pt x="0" y="72136"/>
                  </a:lnTo>
                  <a:lnTo>
                    <a:pt x="0" y="360680"/>
                  </a:lnTo>
                  <a:lnTo>
                    <a:pt x="5668" y="388774"/>
                  </a:lnTo>
                  <a:lnTo>
                    <a:pt x="21128" y="411702"/>
                  </a:lnTo>
                  <a:lnTo>
                    <a:pt x="44057" y="427152"/>
                  </a:lnTo>
                  <a:lnTo>
                    <a:pt x="72136" y="432816"/>
                  </a:lnTo>
                  <a:lnTo>
                    <a:pt x="1080008" y="432816"/>
                  </a:lnTo>
                  <a:lnTo>
                    <a:pt x="1108102" y="427152"/>
                  </a:lnTo>
                  <a:lnTo>
                    <a:pt x="1131030" y="411702"/>
                  </a:lnTo>
                  <a:lnTo>
                    <a:pt x="1146480" y="388774"/>
                  </a:lnTo>
                  <a:lnTo>
                    <a:pt x="1152144" y="360680"/>
                  </a:lnTo>
                  <a:lnTo>
                    <a:pt x="1152144" y="72136"/>
                  </a:lnTo>
                  <a:lnTo>
                    <a:pt x="1146480" y="44041"/>
                  </a:lnTo>
                  <a:lnTo>
                    <a:pt x="1131030" y="21113"/>
                  </a:lnTo>
                  <a:lnTo>
                    <a:pt x="1108102" y="5663"/>
                  </a:lnTo>
                  <a:lnTo>
                    <a:pt x="108000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995172" y="2677667"/>
              <a:ext cx="1152525" cy="433070"/>
            </a:xfrm>
            <a:custGeom>
              <a:avLst/>
              <a:gdLst/>
              <a:ahLst/>
              <a:cxnLst/>
              <a:rect l="l" t="t" r="r" b="b"/>
              <a:pathLst>
                <a:path w="1152525" h="433069">
                  <a:moveTo>
                    <a:pt x="0" y="72136"/>
                  </a:moveTo>
                  <a:lnTo>
                    <a:pt x="5668" y="44041"/>
                  </a:lnTo>
                  <a:lnTo>
                    <a:pt x="21128" y="21113"/>
                  </a:lnTo>
                  <a:lnTo>
                    <a:pt x="44057" y="5663"/>
                  </a:lnTo>
                  <a:lnTo>
                    <a:pt x="72136" y="0"/>
                  </a:lnTo>
                  <a:lnTo>
                    <a:pt x="1080008" y="0"/>
                  </a:lnTo>
                  <a:lnTo>
                    <a:pt x="1108102" y="5663"/>
                  </a:lnTo>
                  <a:lnTo>
                    <a:pt x="1131030" y="21113"/>
                  </a:lnTo>
                  <a:lnTo>
                    <a:pt x="1146480" y="44041"/>
                  </a:lnTo>
                  <a:lnTo>
                    <a:pt x="1152144" y="72136"/>
                  </a:lnTo>
                  <a:lnTo>
                    <a:pt x="1152144" y="360680"/>
                  </a:lnTo>
                  <a:lnTo>
                    <a:pt x="1146480" y="388774"/>
                  </a:lnTo>
                  <a:lnTo>
                    <a:pt x="1131030" y="411702"/>
                  </a:lnTo>
                  <a:lnTo>
                    <a:pt x="1108102" y="427152"/>
                  </a:lnTo>
                  <a:lnTo>
                    <a:pt x="1080008" y="432816"/>
                  </a:lnTo>
                  <a:lnTo>
                    <a:pt x="72136" y="432816"/>
                  </a:lnTo>
                  <a:lnTo>
                    <a:pt x="44057" y="427152"/>
                  </a:lnTo>
                  <a:lnTo>
                    <a:pt x="21128" y="411702"/>
                  </a:lnTo>
                  <a:lnTo>
                    <a:pt x="5668" y="388774"/>
                  </a:lnTo>
                  <a:lnTo>
                    <a:pt x="0" y="360680"/>
                  </a:lnTo>
                  <a:lnTo>
                    <a:pt x="0" y="72136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257427" y="2674746"/>
            <a:ext cx="625475" cy="437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1905">
              <a:lnSpc>
                <a:spcPct val="100000"/>
              </a:lnSpc>
              <a:spcBef>
                <a:spcPts val="100"/>
              </a:spcBef>
            </a:pP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Convolutional </a:t>
            </a:r>
            <a:r>
              <a:rPr dirty="0" sz="900" spc="-1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18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5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9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900" spc="-1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900" spc="-105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18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900" spc="-210">
                <a:solidFill>
                  <a:srgbClr val="404040"/>
                </a:solidFill>
                <a:latin typeface="Trebuchet MS"/>
                <a:cs typeface="Trebuchet MS"/>
              </a:rPr>
              <a:t>w</a:t>
            </a:r>
            <a:r>
              <a:rPr dirty="0" sz="900" spc="-14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900" spc="-9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k</a:t>
            </a:r>
            <a:r>
              <a:rPr dirty="0" sz="900" spc="-35">
                <a:solidFill>
                  <a:srgbClr val="404040"/>
                </a:solidFill>
                <a:latin typeface="Trebuchet MS"/>
                <a:cs typeface="Trebuchet MS"/>
              </a:rPr>
              <a:t>s  </a:t>
            </a:r>
            <a:r>
              <a:rPr dirty="0" sz="900" spc="-140">
                <a:solidFill>
                  <a:srgbClr val="404040"/>
                </a:solidFill>
                <a:latin typeface="Trebuchet MS"/>
                <a:cs typeface="Trebuchet MS"/>
              </a:rPr>
              <a:t>(CNN)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37" name="object 3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764" y="2859138"/>
            <a:ext cx="258277" cy="89039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988822" y="3186429"/>
            <a:ext cx="1165225" cy="445770"/>
            <a:chOff x="988822" y="3186429"/>
            <a:chExt cx="1165225" cy="445770"/>
          </a:xfrm>
        </p:grpSpPr>
        <p:sp>
          <p:nvSpPr>
            <p:cNvPr id="39" name="object 39"/>
            <p:cNvSpPr/>
            <p:nvPr/>
          </p:nvSpPr>
          <p:spPr>
            <a:xfrm>
              <a:off x="995172" y="3192779"/>
              <a:ext cx="1152525" cy="433070"/>
            </a:xfrm>
            <a:custGeom>
              <a:avLst/>
              <a:gdLst/>
              <a:ahLst/>
              <a:cxnLst/>
              <a:rect l="l" t="t" r="r" b="b"/>
              <a:pathLst>
                <a:path w="1152525" h="433070">
                  <a:moveTo>
                    <a:pt x="1080008" y="0"/>
                  </a:moveTo>
                  <a:lnTo>
                    <a:pt x="72136" y="0"/>
                  </a:lnTo>
                  <a:lnTo>
                    <a:pt x="44057" y="5663"/>
                  </a:lnTo>
                  <a:lnTo>
                    <a:pt x="21128" y="21113"/>
                  </a:lnTo>
                  <a:lnTo>
                    <a:pt x="5668" y="44041"/>
                  </a:lnTo>
                  <a:lnTo>
                    <a:pt x="0" y="72136"/>
                  </a:lnTo>
                  <a:lnTo>
                    <a:pt x="0" y="360680"/>
                  </a:lnTo>
                  <a:lnTo>
                    <a:pt x="5668" y="388774"/>
                  </a:lnTo>
                  <a:lnTo>
                    <a:pt x="21128" y="411702"/>
                  </a:lnTo>
                  <a:lnTo>
                    <a:pt x="44057" y="427152"/>
                  </a:lnTo>
                  <a:lnTo>
                    <a:pt x="72136" y="432816"/>
                  </a:lnTo>
                  <a:lnTo>
                    <a:pt x="1080008" y="432816"/>
                  </a:lnTo>
                  <a:lnTo>
                    <a:pt x="1108102" y="427152"/>
                  </a:lnTo>
                  <a:lnTo>
                    <a:pt x="1131030" y="411702"/>
                  </a:lnTo>
                  <a:lnTo>
                    <a:pt x="1146480" y="388774"/>
                  </a:lnTo>
                  <a:lnTo>
                    <a:pt x="1152144" y="360680"/>
                  </a:lnTo>
                  <a:lnTo>
                    <a:pt x="1152144" y="72136"/>
                  </a:lnTo>
                  <a:lnTo>
                    <a:pt x="1146480" y="44041"/>
                  </a:lnTo>
                  <a:lnTo>
                    <a:pt x="1131030" y="21113"/>
                  </a:lnTo>
                  <a:lnTo>
                    <a:pt x="1108102" y="5663"/>
                  </a:lnTo>
                  <a:lnTo>
                    <a:pt x="108000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95172" y="3192779"/>
              <a:ext cx="1152525" cy="433070"/>
            </a:xfrm>
            <a:custGeom>
              <a:avLst/>
              <a:gdLst/>
              <a:ahLst/>
              <a:cxnLst/>
              <a:rect l="l" t="t" r="r" b="b"/>
              <a:pathLst>
                <a:path w="1152525" h="433070">
                  <a:moveTo>
                    <a:pt x="0" y="72136"/>
                  </a:moveTo>
                  <a:lnTo>
                    <a:pt x="5668" y="44041"/>
                  </a:lnTo>
                  <a:lnTo>
                    <a:pt x="21128" y="21113"/>
                  </a:lnTo>
                  <a:lnTo>
                    <a:pt x="44057" y="5663"/>
                  </a:lnTo>
                  <a:lnTo>
                    <a:pt x="72136" y="0"/>
                  </a:lnTo>
                  <a:lnTo>
                    <a:pt x="1080008" y="0"/>
                  </a:lnTo>
                  <a:lnTo>
                    <a:pt x="1108102" y="5663"/>
                  </a:lnTo>
                  <a:lnTo>
                    <a:pt x="1131030" y="21113"/>
                  </a:lnTo>
                  <a:lnTo>
                    <a:pt x="1146480" y="44041"/>
                  </a:lnTo>
                  <a:lnTo>
                    <a:pt x="1152144" y="72136"/>
                  </a:lnTo>
                  <a:lnTo>
                    <a:pt x="1152144" y="360680"/>
                  </a:lnTo>
                  <a:lnTo>
                    <a:pt x="1146480" y="388774"/>
                  </a:lnTo>
                  <a:lnTo>
                    <a:pt x="1131030" y="411702"/>
                  </a:lnTo>
                  <a:lnTo>
                    <a:pt x="1108102" y="427152"/>
                  </a:lnTo>
                  <a:lnTo>
                    <a:pt x="1080008" y="432816"/>
                  </a:lnTo>
                  <a:lnTo>
                    <a:pt x="72136" y="432816"/>
                  </a:lnTo>
                  <a:lnTo>
                    <a:pt x="44057" y="427152"/>
                  </a:lnTo>
                  <a:lnTo>
                    <a:pt x="21128" y="411702"/>
                  </a:lnTo>
                  <a:lnTo>
                    <a:pt x="5668" y="388774"/>
                  </a:lnTo>
                  <a:lnTo>
                    <a:pt x="0" y="360680"/>
                  </a:lnTo>
                  <a:lnTo>
                    <a:pt x="0" y="72136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1167485" y="3189859"/>
            <a:ext cx="803910" cy="952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2235" marR="93345" indent="1905">
              <a:lnSpc>
                <a:spcPct val="100000"/>
              </a:lnSpc>
              <a:spcBef>
                <a:spcPts val="100"/>
              </a:spcBef>
            </a:pPr>
            <a:r>
              <a:rPr dirty="0" sz="900" spc="-120">
                <a:solidFill>
                  <a:srgbClr val="404040"/>
                </a:solidFill>
                <a:latin typeface="Trebuchet MS"/>
                <a:cs typeface="Trebuchet MS"/>
              </a:rPr>
              <a:t>Recurrent </a:t>
            </a:r>
            <a:r>
              <a:rPr dirty="0" sz="900" spc="-114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18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5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900" spc="-8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900" spc="-10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900" spc="-105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18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900" spc="-210">
                <a:solidFill>
                  <a:srgbClr val="404040"/>
                </a:solidFill>
                <a:latin typeface="Trebuchet MS"/>
                <a:cs typeface="Trebuchet MS"/>
              </a:rPr>
              <a:t>w</a:t>
            </a:r>
            <a:r>
              <a:rPr dirty="0" sz="900" spc="-14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900" spc="-9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k</a:t>
            </a:r>
            <a:r>
              <a:rPr dirty="0" sz="900" spc="-35">
                <a:solidFill>
                  <a:srgbClr val="404040"/>
                </a:solidFill>
                <a:latin typeface="Trebuchet MS"/>
                <a:cs typeface="Trebuchet MS"/>
              </a:rPr>
              <a:t>s  </a:t>
            </a:r>
            <a:r>
              <a:rPr dirty="0" sz="900" spc="-140">
                <a:solidFill>
                  <a:srgbClr val="404040"/>
                </a:solidFill>
                <a:latin typeface="Trebuchet MS"/>
                <a:cs typeface="Trebuchet MS"/>
              </a:rPr>
              <a:t>(RNN)</a:t>
            </a:r>
            <a:endParaRPr sz="900">
              <a:latin typeface="Trebuchet MS"/>
              <a:cs typeface="Trebuchet MS"/>
            </a:endParaRPr>
          </a:p>
          <a:p>
            <a:pPr algn="ctr" marL="12700" marR="5080" indent="1905">
              <a:lnSpc>
                <a:spcPct val="100000"/>
              </a:lnSpc>
              <a:spcBef>
                <a:spcPts val="815"/>
              </a:spcBef>
            </a:pPr>
            <a:r>
              <a:rPr dirty="0" sz="900" spc="-140">
                <a:solidFill>
                  <a:srgbClr val="404040"/>
                </a:solidFill>
                <a:latin typeface="Trebuchet MS"/>
                <a:cs typeface="Trebuchet MS"/>
              </a:rPr>
              <a:t>Generative 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16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900" spc="-16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v</a:t>
            </a:r>
            <a:r>
              <a:rPr dirty="0" sz="900" spc="-15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5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900" spc="-110">
                <a:solidFill>
                  <a:srgbClr val="404040"/>
                </a:solidFill>
                <a:latin typeface="Trebuchet MS"/>
                <a:cs typeface="Trebuchet MS"/>
              </a:rPr>
              <a:t>ar</a:t>
            </a:r>
            <a:r>
              <a:rPr dirty="0" sz="900" spc="-7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900" spc="-125">
                <a:solidFill>
                  <a:srgbClr val="404040"/>
                </a:solidFill>
                <a:latin typeface="Trebuchet MS"/>
                <a:cs typeface="Trebuchet MS"/>
              </a:rPr>
              <a:t>al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18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900" spc="-200">
                <a:solidFill>
                  <a:srgbClr val="404040"/>
                </a:solidFill>
                <a:latin typeface="Trebuchet MS"/>
                <a:cs typeface="Trebuchet MS"/>
              </a:rPr>
              <a:t>w</a:t>
            </a:r>
            <a:r>
              <a:rPr dirty="0" sz="900" spc="-155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900" spc="-9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k</a:t>
            </a:r>
            <a:r>
              <a:rPr dirty="0" sz="900" spc="-35">
                <a:solidFill>
                  <a:srgbClr val="404040"/>
                </a:solidFill>
                <a:latin typeface="Trebuchet MS"/>
                <a:cs typeface="Trebuchet MS"/>
              </a:rPr>
              <a:t>s  </a:t>
            </a:r>
            <a:r>
              <a:rPr dirty="0" sz="900" spc="-150">
                <a:solidFill>
                  <a:srgbClr val="404040"/>
                </a:solidFill>
                <a:latin typeface="Trebuchet MS"/>
                <a:cs typeface="Trebuchet MS"/>
              </a:rPr>
              <a:t>(GAN)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42" name="object 4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54151" y="3246107"/>
            <a:ext cx="241579" cy="366534"/>
          </a:xfrm>
          <a:prstGeom prst="rect">
            <a:avLst/>
          </a:prstGeom>
        </p:spPr>
      </p:pic>
      <p:grpSp>
        <p:nvGrpSpPr>
          <p:cNvPr id="43" name="object 43"/>
          <p:cNvGrpSpPr/>
          <p:nvPr/>
        </p:nvGrpSpPr>
        <p:grpSpPr>
          <a:xfrm>
            <a:off x="988822" y="4216653"/>
            <a:ext cx="1165225" cy="445770"/>
            <a:chOff x="988822" y="4216653"/>
            <a:chExt cx="1165225" cy="445770"/>
          </a:xfrm>
        </p:grpSpPr>
        <p:sp>
          <p:nvSpPr>
            <p:cNvPr id="44" name="object 44"/>
            <p:cNvSpPr/>
            <p:nvPr/>
          </p:nvSpPr>
          <p:spPr>
            <a:xfrm>
              <a:off x="995172" y="4223003"/>
              <a:ext cx="1152525" cy="433070"/>
            </a:xfrm>
            <a:custGeom>
              <a:avLst/>
              <a:gdLst/>
              <a:ahLst/>
              <a:cxnLst/>
              <a:rect l="l" t="t" r="r" b="b"/>
              <a:pathLst>
                <a:path w="1152525" h="433070">
                  <a:moveTo>
                    <a:pt x="1080008" y="0"/>
                  </a:moveTo>
                  <a:lnTo>
                    <a:pt x="72136" y="0"/>
                  </a:lnTo>
                  <a:lnTo>
                    <a:pt x="44057" y="5663"/>
                  </a:lnTo>
                  <a:lnTo>
                    <a:pt x="21128" y="21113"/>
                  </a:lnTo>
                  <a:lnTo>
                    <a:pt x="5668" y="44041"/>
                  </a:lnTo>
                  <a:lnTo>
                    <a:pt x="0" y="72136"/>
                  </a:lnTo>
                  <a:lnTo>
                    <a:pt x="0" y="360680"/>
                  </a:lnTo>
                  <a:lnTo>
                    <a:pt x="5668" y="388774"/>
                  </a:lnTo>
                  <a:lnTo>
                    <a:pt x="21128" y="411702"/>
                  </a:lnTo>
                  <a:lnTo>
                    <a:pt x="44057" y="427152"/>
                  </a:lnTo>
                  <a:lnTo>
                    <a:pt x="72136" y="432816"/>
                  </a:lnTo>
                  <a:lnTo>
                    <a:pt x="1080008" y="432816"/>
                  </a:lnTo>
                  <a:lnTo>
                    <a:pt x="1108102" y="427152"/>
                  </a:lnTo>
                  <a:lnTo>
                    <a:pt x="1131030" y="411702"/>
                  </a:lnTo>
                  <a:lnTo>
                    <a:pt x="1146480" y="388774"/>
                  </a:lnTo>
                  <a:lnTo>
                    <a:pt x="1152144" y="360680"/>
                  </a:lnTo>
                  <a:lnTo>
                    <a:pt x="1152144" y="72136"/>
                  </a:lnTo>
                  <a:lnTo>
                    <a:pt x="1146480" y="44041"/>
                  </a:lnTo>
                  <a:lnTo>
                    <a:pt x="1131030" y="21113"/>
                  </a:lnTo>
                  <a:lnTo>
                    <a:pt x="1108102" y="5663"/>
                  </a:lnTo>
                  <a:lnTo>
                    <a:pt x="108000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995172" y="4223003"/>
              <a:ext cx="1152525" cy="433070"/>
            </a:xfrm>
            <a:custGeom>
              <a:avLst/>
              <a:gdLst/>
              <a:ahLst/>
              <a:cxnLst/>
              <a:rect l="l" t="t" r="r" b="b"/>
              <a:pathLst>
                <a:path w="1152525" h="433070">
                  <a:moveTo>
                    <a:pt x="0" y="72136"/>
                  </a:moveTo>
                  <a:lnTo>
                    <a:pt x="5668" y="44041"/>
                  </a:lnTo>
                  <a:lnTo>
                    <a:pt x="21128" y="21113"/>
                  </a:lnTo>
                  <a:lnTo>
                    <a:pt x="44057" y="5663"/>
                  </a:lnTo>
                  <a:lnTo>
                    <a:pt x="72136" y="0"/>
                  </a:lnTo>
                  <a:lnTo>
                    <a:pt x="1080008" y="0"/>
                  </a:lnTo>
                  <a:lnTo>
                    <a:pt x="1108102" y="5663"/>
                  </a:lnTo>
                  <a:lnTo>
                    <a:pt x="1131030" y="21113"/>
                  </a:lnTo>
                  <a:lnTo>
                    <a:pt x="1146480" y="44041"/>
                  </a:lnTo>
                  <a:lnTo>
                    <a:pt x="1152144" y="72136"/>
                  </a:lnTo>
                  <a:lnTo>
                    <a:pt x="1152144" y="360680"/>
                  </a:lnTo>
                  <a:lnTo>
                    <a:pt x="1146480" y="388774"/>
                  </a:lnTo>
                  <a:lnTo>
                    <a:pt x="1131030" y="411702"/>
                  </a:lnTo>
                  <a:lnTo>
                    <a:pt x="1108102" y="427152"/>
                  </a:lnTo>
                  <a:lnTo>
                    <a:pt x="1080008" y="432816"/>
                  </a:lnTo>
                  <a:lnTo>
                    <a:pt x="72136" y="432816"/>
                  </a:lnTo>
                  <a:lnTo>
                    <a:pt x="44057" y="427152"/>
                  </a:lnTo>
                  <a:lnTo>
                    <a:pt x="21128" y="411702"/>
                  </a:lnTo>
                  <a:lnTo>
                    <a:pt x="5668" y="388774"/>
                  </a:lnTo>
                  <a:lnTo>
                    <a:pt x="0" y="360680"/>
                  </a:lnTo>
                  <a:lnTo>
                    <a:pt x="0" y="72136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307719" y="4357496"/>
            <a:ext cx="52514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6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900" spc="-15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900" spc="-114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900" spc="-155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900" spc="-15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6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10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900" spc="-155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900" spc="-17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900" spc="-12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0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900" spc="-4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58752" y="4404518"/>
            <a:ext cx="368017" cy="108807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2375661" y="3677158"/>
            <a:ext cx="1058545" cy="515620"/>
            <a:chOff x="2375661" y="3677158"/>
            <a:chExt cx="1058545" cy="515620"/>
          </a:xfrm>
        </p:grpSpPr>
        <p:sp>
          <p:nvSpPr>
            <p:cNvPr id="49" name="object 49"/>
            <p:cNvSpPr/>
            <p:nvPr/>
          </p:nvSpPr>
          <p:spPr>
            <a:xfrm>
              <a:off x="2382011" y="3683508"/>
              <a:ext cx="1045844" cy="502920"/>
            </a:xfrm>
            <a:custGeom>
              <a:avLst/>
              <a:gdLst/>
              <a:ahLst/>
              <a:cxnLst/>
              <a:rect l="l" t="t" r="r" b="b"/>
              <a:pathLst>
                <a:path w="1045845" h="502920">
                  <a:moveTo>
                    <a:pt x="961643" y="0"/>
                  </a:moveTo>
                  <a:lnTo>
                    <a:pt x="83819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78" y="451699"/>
                  </a:lnTo>
                  <a:lnTo>
                    <a:pt x="24526" y="478345"/>
                  </a:lnTo>
                  <a:lnTo>
                    <a:pt x="51167" y="496323"/>
                  </a:lnTo>
                  <a:lnTo>
                    <a:pt x="83819" y="502920"/>
                  </a:lnTo>
                  <a:lnTo>
                    <a:pt x="961643" y="502920"/>
                  </a:lnTo>
                  <a:lnTo>
                    <a:pt x="994296" y="496323"/>
                  </a:lnTo>
                  <a:lnTo>
                    <a:pt x="1020937" y="478345"/>
                  </a:lnTo>
                  <a:lnTo>
                    <a:pt x="1038885" y="451699"/>
                  </a:lnTo>
                  <a:lnTo>
                    <a:pt x="1045463" y="419100"/>
                  </a:lnTo>
                  <a:lnTo>
                    <a:pt x="1045463" y="83820"/>
                  </a:lnTo>
                  <a:lnTo>
                    <a:pt x="1038885" y="51167"/>
                  </a:lnTo>
                  <a:lnTo>
                    <a:pt x="1020937" y="24526"/>
                  </a:lnTo>
                  <a:lnTo>
                    <a:pt x="994296" y="6578"/>
                  </a:lnTo>
                  <a:lnTo>
                    <a:pt x="9616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2382011" y="3683508"/>
              <a:ext cx="1045844" cy="502920"/>
            </a:xfrm>
            <a:custGeom>
              <a:avLst/>
              <a:gdLst/>
              <a:ahLst/>
              <a:cxnLst/>
              <a:rect l="l" t="t" r="r" b="b"/>
              <a:pathLst>
                <a:path w="1045845" h="502920">
                  <a:moveTo>
                    <a:pt x="0" y="83820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19" y="0"/>
                  </a:lnTo>
                  <a:lnTo>
                    <a:pt x="961643" y="0"/>
                  </a:lnTo>
                  <a:lnTo>
                    <a:pt x="994296" y="6578"/>
                  </a:lnTo>
                  <a:lnTo>
                    <a:pt x="1020937" y="24526"/>
                  </a:lnTo>
                  <a:lnTo>
                    <a:pt x="1038885" y="51167"/>
                  </a:lnTo>
                  <a:lnTo>
                    <a:pt x="1045463" y="83820"/>
                  </a:lnTo>
                  <a:lnTo>
                    <a:pt x="1045463" y="419100"/>
                  </a:lnTo>
                  <a:lnTo>
                    <a:pt x="1038885" y="451699"/>
                  </a:lnTo>
                  <a:lnTo>
                    <a:pt x="1020937" y="478345"/>
                  </a:lnTo>
                  <a:lnTo>
                    <a:pt x="994296" y="496323"/>
                  </a:lnTo>
                  <a:lnTo>
                    <a:pt x="961643" y="502920"/>
                  </a:lnTo>
                  <a:lnTo>
                    <a:pt x="83819" y="502920"/>
                  </a:lnTo>
                  <a:lnTo>
                    <a:pt x="51167" y="496323"/>
                  </a:lnTo>
                  <a:lnTo>
                    <a:pt x="24526" y="478345"/>
                  </a:lnTo>
                  <a:lnTo>
                    <a:pt x="6578" y="451699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2698242" y="3693033"/>
            <a:ext cx="41211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9370">
              <a:lnSpc>
                <a:spcPct val="100000"/>
              </a:lnSpc>
              <a:spcBef>
                <a:spcPts val="95"/>
              </a:spcBef>
            </a:pPr>
            <a:r>
              <a:rPr dirty="0" sz="1000" spc="-185">
                <a:solidFill>
                  <a:srgbClr val="767070"/>
                </a:solidFill>
                <a:latin typeface="Trebuchet MS"/>
                <a:cs typeface="Trebuchet MS"/>
              </a:rPr>
              <a:t>NEURAL </a:t>
            </a:r>
            <a:r>
              <a:rPr dirty="0" sz="1000" spc="-180">
                <a:solidFill>
                  <a:srgbClr val="767070"/>
                </a:solidFill>
                <a:latin typeface="Trebuchet MS"/>
                <a:cs typeface="Trebuchet MS"/>
              </a:rPr>
              <a:t> </a:t>
            </a:r>
            <a:r>
              <a:rPr dirty="0" sz="1000" spc="-210">
                <a:solidFill>
                  <a:srgbClr val="767070"/>
                </a:solidFill>
                <a:latin typeface="Trebuchet MS"/>
                <a:cs typeface="Trebuchet MS"/>
              </a:rPr>
              <a:t>N</a:t>
            </a:r>
            <a:r>
              <a:rPr dirty="0" sz="1000" spc="-185">
                <a:solidFill>
                  <a:srgbClr val="767070"/>
                </a:solidFill>
                <a:latin typeface="Trebuchet MS"/>
                <a:cs typeface="Trebuchet MS"/>
              </a:rPr>
              <a:t>E</a:t>
            </a:r>
            <a:r>
              <a:rPr dirty="0" sz="1000" spc="-270">
                <a:solidFill>
                  <a:srgbClr val="767070"/>
                </a:solidFill>
                <a:latin typeface="Trebuchet MS"/>
                <a:cs typeface="Trebuchet MS"/>
              </a:rPr>
              <a:t>T</a:t>
            </a:r>
            <a:r>
              <a:rPr dirty="0" sz="1000" spc="-65">
                <a:solidFill>
                  <a:srgbClr val="767070"/>
                </a:solidFill>
                <a:latin typeface="Trebuchet MS"/>
                <a:cs typeface="Trebuchet MS"/>
              </a:rPr>
              <a:t>S</a:t>
            </a:r>
            <a:r>
              <a:rPr dirty="0" sz="1000" spc="-75">
                <a:solidFill>
                  <a:srgbClr val="767070"/>
                </a:solidFill>
                <a:latin typeface="Trebuchet MS"/>
                <a:cs typeface="Trebuchet MS"/>
              </a:rPr>
              <a:t> </a:t>
            </a:r>
            <a:r>
              <a:rPr dirty="0" sz="1000" spc="-165">
                <a:solidFill>
                  <a:srgbClr val="767070"/>
                </a:solidFill>
                <a:latin typeface="Trebuchet MS"/>
                <a:cs typeface="Trebuchet MS"/>
              </a:rPr>
              <a:t>A</a:t>
            </a:r>
            <a:r>
              <a:rPr dirty="0" sz="1000" spc="-210">
                <a:solidFill>
                  <a:srgbClr val="767070"/>
                </a:solidFill>
                <a:latin typeface="Trebuchet MS"/>
                <a:cs typeface="Trebuchet MS"/>
              </a:rPr>
              <a:t>N</a:t>
            </a:r>
            <a:r>
              <a:rPr dirty="0" sz="1000" spc="-185">
                <a:solidFill>
                  <a:srgbClr val="767070"/>
                </a:solidFill>
                <a:latin typeface="Trebuchet MS"/>
                <a:cs typeface="Trebuchet MS"/>
              </a:rPr>
              <a:t>D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585466" y="3997833"/>
            <a:ext cx="6375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00">
                <a:solidFill>
                  <a:srgbClr val="767070"/>
                </a:solidFill>
                <a:latin typeface="Trebuchet MS"/>
                <a:cs typeface="Trebuchet MS"/>
              </a:rPr>
              <a:t>D</a:t>
            </a:r>
            <a:r>
              <a:rPr dirty="0" sz="1000" spc="-170">
                <a:solidFill>
                  <a:srgbClr val="767070"/>
                </a:solidFill>
                <a:latin typeface="Trebuchet MS"/>
                <a:cs typeface="Trebuchet MS"/>
              </a:rPr>
              <a:t>E</a:t>
            </a:r>
            <a:r>
              <a:rPr dirty="0" sz="1000" spc="-185">
                <a:solidFill>
                  <a:srgbClr val="767070"/>
                </a:solidFill>
                <a:latin typeface="Trebuchet MS"/>
                <a:cs typeface="Trebuchet MS"/>
              </a:rPr>
              <a:t>E</a:t>
            </a:r>
            <a:r>
              <a:rPr dirty="0" sz="1000" spc="-150">
                <a:solidFill>
                  <a:srgbClr val="767070"/>
                </a:solidFill>
                <a:latin typeface="Trebuchet MS"/>
                <a:cs typeface="Trebuchet MS"/>
              </a:rPr>
              <a:t>P</a:t>
            </a:r>
            <a:r>
              <a:rPr dirty="0" sz="1000" spc="-90">
                <a:solidFill>
                  <a:srgbClr val="767070"/>
                </a:solidFill>
                <a:latin typeface="Trebuchet MS"/>
                <a:cs typeface="Trebuchet MS"/>
              </a:rPr>
              <a:t> </a:t>
            </a:r>
            <a:r>
              <a:rPr dirty="0" sz="1000" spc="-180">
                <a:solidFill>
                  <a:srgbClr val="767070"/>
                </a:solidFill>
                <a:latin typeface="Trebuchet MS"/>
                <a:cs typeface="Trebuchet MS"/>
              </a:rPr>
              <a:t>LE</a:t>
            </a:r>
            <a:r>
              <a:rPr dirty="0" sz="1000" spc="-165">
                <a:solidFill>
                  <a:srgbClr val="767070"/>
                </a:solidFill>
                <a:latin typeface="Trebuchet MS"/>
                <a:cs typeface="Trebuchet MS"/>
              </a:rPr>
              <a:t>A</a:t>
            </a:r>
            <a:r>
              <a:rPr dirty="0" sz="1000" spc="-155">
                <a:solidFill>
                  <a:srgbClr val="767070"/>
                </a:solidFill>
                <a:latin typeface="Trebuchet MS"/>
                <a:cs typeface="Trebuchet MS"/>
              </a:rPr>
              <a:t>R</a:t>
            </a:r>
            <a:r>
              <a:rPr dirty="0" sz="1000" spc="-210">
                <a:solidFill>
                  <a:srgbClr val="767070"/>
                </a:solidFill>
                <a:latin typeface="Trebuchet MS"/>
                <a:cs typeface="Trebuchet MS"/>
              </a:rPr>
              <a:t>N</a:t>
            </a:r>
            <a:r>
              <a:rPr dirty="0" sz="1000" spc="-90">
                <a:solidFill>
                  <a:srgbClr val="767070"/>
                </a:solidFill>
                <a:latin typeface="Trebuchet MS"/>
                <a:cs typeface="Trebuchet MS"/>
              </a:rPr>
              <a:t>I</a:t>
            </a:r>
            <a:r>
              <a:rPr dirty="0" sz="1000" spc="-210">
                <a:solidFill>
                  <a:srgbClr val="767070"/>
                </a:solidFill>
                <a:latin typeface="Trebuchet MS"/>
                <a:cs typeface="Trebuchet MS"/>
              </a:rPr>
              <a:t>N</a:t>
            </a:r>
            <a:r>
              <a:rPr dirty="0" sz="1000" spc="-250">
                <a:solidFill>
                  <a:srgbClr val="767070"/>
                </a:solidFill>
                <a:latin typeface="Trebuchet MS"/>
                <a:cs typeface="Trebuchet MS"/>
              </a:rPr>
              <a:t>G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3474465" y="2927350"/>
            <a:ext cx="1096645" cy="469900"/>
            <a:chOff x="3474465" y="2927350"/>
            <a:chExt cx="1096645" cy="469900"/>
          </a:xfrm>
        </p:grpSpPr>
        <p:sp>
          <p:nvSpPr>
            <p:cNvPr id="54" name="object 54"/>
            <p:cNvSpPr/>
            <p:nvPr/>
          </p:nvSpPr>
          <p:spPr>
            <a:xfrm>
              <a:off x="3480815" y="2933700"/>
              <a:ext cx="1083945" cy="457200"/>
            </a:xfrm>
            <a:custGeom>
              <a:avLst/>
              <a:gdLst/>
              <a:ahLst/>
              <a:cxnLst/>
              <a:rect l="l" t="t" r="r" b="b"/>
              <a:pathLst>
                <a:path w="1083945" h="457200">
                  <a:moveTo>
                    <a:pt x="1007363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1007363" y="457200"/>
                  </a:lnTo>
                  <a:lnTo>
                    <a:pt x="1037004" y="451205"/>
                  </a:lnTo>
                  <a:lnTo>
                    <a:pt x="1061227" y="434863"/>
                  </a:lnTo>
                  <a:lnTo>
                    <a:pt x="1077569" y="410640"/>
                  </a:lnTo>
                  <a:lnTo>
                    <a:pt x="1083564" y="381000"/>
                  </a:lnTo>
                  <a:lnTo>
                    <a:pt x="1083564" y="76200"/>
                  </a:lnTo>
                  <a:lnTo>
                    <a:pt x="1077569" y="46559"/>
                  </a:lnTo>
                  <a:lnTo>
                    <a:pt x="1061227" y="22336"/>
                  </a:lnTo>
                  <a:lnTo>
                    <a:pt x="1037004" y="5994"/>
                  </a:lnTo>
                  <a:lnTo>
                    <a:pt x="1007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3480815" y="2933700"/>
              <a:ext cx="1083945" cy="457200"/>
            </a:xfrm>
            <a:custGeom>
              <a:avLst/>
              <a:gdLst/>
              <a:ahLst/>
              <a:cxnLst/>
              <a:rect l="l" t="t" r="r" b="b"/>
              <a:pathLst>
                <a:path w="108394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007363" y="0"/>
                  </a:lnTo>
                  <a:lnTo>
                    <a:pt x="1037004" y="5994"/>
                  </a:lnTo>
                  <a:lnTo>
                    <a:pt x="1061227" y="22336"/>
                  </a:lnTo>
                  <a:lnTo>
                    <a:pt x="1077569" y="46559"/>
                  </a:lnTo>
                  <a:lnTo>
                    <a:pt x="1083564" y="76200"/>
                  </a:lnTo>
                  <a:lnTo>
                    <a:pt x="1083564" y="381000"/>
                  </a:lnTo>
                  <a:lnTo>
                    <a:pt x="1077569" y="410640"/>
                  </a:lnTo>
                  <a:lnTo>
                    <a:pt x="1061227" y="434863"/>
                  </a:lnTo>
                  <a:lnTo>
                    <a:pt x="1037004" y="451205"/>
                  </a:lnTo>
                  <a:lnTo>
                    <a:pt x="1007363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3690620" y="2997199"/>
            <a:ext cx="6673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85">
                <a:solidFill>
                  <a:srgbClr val="767070"/>
                </a:solidFill>
                <a:latin typeface="Trebuchet MS"/>
                <a:cs typeface="Trebuchet MS"/>
              </a:rPr>
              <a:t>REINFORCEMENT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815588" y="3149599"/>
            <a:ext cx="4121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80">
                <a:solidFill>
                  <a:srgbClr val="767070"/>
                </a:solidFill>
                <a:latin typeface="Trebuchet MS"/>
                <a:cs typeface="Trebuchet MS"/>
              </a:rPr>
              <a:t>LEARNING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3474465" y="4471161"/>
            <a:ext cx="1096645" cy="469900"/>
            <a:chOff x="3474465" y="4471161"/>
            <a:chExt cx="1096645" cy="469900"/>
          </a:xfrm>
        </p:grpSpPr>
        <p:sp>
          <p:nvSpPr>
            <p:cNvPr id="59" name="object 59"/>
            <p:cNvSpPr/>
            <p:nvPr/>
          </p:nvSpPr>
          <p:spPr>
            <a:xfrm>
              <a:off x="3480815" y="4477511"/>
              <a:ext cx="1083945" cy="457200"/>
            </a:xfrm>
            <a:custGeom>
              <a:avLst/>
              <a:gdLst/>
              <a:ahLst/>
              <a:cxnLst/>
              <a:rect l="l" t="t" r="r" b="b"/>
              <a:pathLst>
                <a:path w="1083945" h="457200">
                  <a:moveTo>
                    <a:pt x="1007363" y="0"/>
                  </a:moveTo>
                  <a:lnTo>
                    <a:pt x="76200" y="0"/>
                  </a:lnTo>
                  <a:lnTo>
                    <a:pt x="46559" y="5994"/>
                  </a:lnTo>
                  <a:lnTo>
                    <a:pt x="22336" y="22336"/>
                  </a:lnTo>
                  <a:lnTo>
                    <a:pt x="5994" y="46559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94" y="410640"/>
                  </a:lnTo>
                  <a:lnTo>
                    <a:pt x="22336" y="434863"/>
                  </a:lnTo>
                  <a:lnTo>
                    <a:pt x="46559" y="451205"/>
                  </a:lnTo>
                  <a:lnTo>
                    <a:pt x="76200" y="457200"/>
                  </a:lnTo>
                  <a:lnTo>
                    <a:pt x="1007363" y="457200"/>
                  </a:lnTo>
                  <a:lnTo>
                    <a:pt x="1037004" y="451205"/>
                  </a:lnTo>
                  <a:lnTo>
                    <a:pt x="1061227" y="434863"/>
                  </a:lnTo>
                  <a:lnTo>
                    <a:pt x="1077569" y="410640"/>
                  </a:lnTo>
                  <a:lnTo>
                    <a:pt x="1083564" y="381000"/>
                  </a:lnTo>
                  <a:lnTo>
                    <a:pt x="1083564" y="76200"/>
                  </a:lnTo>
                  <a:lnTo>
                    <a:pt x="1077569" y="46559"/>
                  </a:lnTo>
                  <a:lnTo>
                    <a:pt x="1061227" y="22336"/>
                  </a:lnTo>
                  <a:lnTo>
                    <a:pt x="1037004" y="5994"/>
                  </a:lnTo>
                  <a:lnTo>
                    <a:pt x="100736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3480815" y="4477511"/>
              <a:ext cx="1083945" cy="457200"/>
            </a:xfrm>
            <a:custGeom>
              <a:avLst/>
              <a:gdLst/>
              <a:ahLst/>
              <a:cxnLst/>
              <a:rect l="l" t="t" r="r" b="b"/>
              <a:pathLst>
                <a:path w="1083945" h="457200">
                  <a:moveTo>
                    <a:pt x="0" y="76200"/>
                  </a:moveTo>
                  <a:lnTo>
                    <a:pt x="5994" y="46559"/>
                  </a:lnTo>
                  <a:lnTo>
                    <a:pt x="22336" y="22336"/>
                  </a:lnTo>
                  <a:lnTo>
                    <a:pt x="46559" y="5994"/>
                  </a:lnTo>
                  <a:lnTo>
                    <a:pt x="76200" y="0"/>
                  </a:lnTo>
                  <a:lnTo>
                    <a:pt x="1007363" y="0"/>
                  </a:lnTo>
                  <a:lnTo>
                    <a:pt x="1037004" y="5994"/>
                  </a:lnTo>
                  <a:lnTo>
                    <a:pt x="1061227" y="22336"/>
                  </a:lnTo>
                  <a:lnTo>
                    <a:pt x="1077569" y="46559"/>
                  </a:lnTo>
                  <a:lnTo>
                    <a:pt x="1083564" y="76200"/>
                  </a:lnTo>
                  <a:lnTo>
                    <a:pt x="1083564" y="381000"/>
                  </a:lnTo>
                  <a:lnTo>
                    <a:pt x="1077569" y="410640"/>
                  </a:lnTo>
                  <a:lnTo>
                    <a:pt x="1061227" y="434863"/>
                  </a:lnTo>
                  <a:lnTo>
                    <a:pt x="1037004" y="451205"/>
                  </a:lnTo>
                  <a:lnTo>
                    <a:pt x="1007363" y="457200"/>
                  </a:lnTo>
                  <a:lnTo>
                    <a:pt x="76200" y="457200"/>
                  </a:lnTo>
                  <a:lnTo>
                    <a:pt x="46559" y="451205"/>
                  </a:lnTo>
                  <a:lnTo>
                    <a:pt x="22336" y="434863"/>
                  </a:lnTo>
                  <a:lnTo>
                    <a:pt x="5994" y="410640"/>
                  </a:lnTo>
                  <a:lnTo>
                    <a:pt x="0" y="381000"/>
                  </a:lnTo>
                  <a:lnTo>
                    <a:pt x="0" y="76200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1" name="object 61"/>
          <p:cNvSpPr txBox="1"/>
          <p:nvPr/>
        </p:nvSpPr>
        <p:spPr>
          <a:xfrm>
            <a:off x="3804920" y="4541265"/>
            <a:ext cx="43434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2384" marR="5080" indent="-20320">
              <a:lnSpc>
                <a:spcPct val="100000"/>
              </a:lnSpc>
              <a:spcBef>
                <a:spcPts val="95"/>
              </a:spcBef>
            </a:pPr>
            <a:r>
              <a:rPr dirty="0" sz="1000" spc="-185">
                <a:solidFill>
                  <a:srgbClr val="767070"/>
                </a:solidFill>
                <a:latin typeface="Trebuchet MS"/>
                <a:cs typeface="Trebuchet MS"/>
              </a:rPr>
              <a:t>E</a:t>
            </a:r>
            <a:r>
              <a:rPr dirty="0" sz="1000" spc="-210">
                <a:solidFill>
                  <a:srgbClr val="767070"/>
                </a:solidFill>
                <a:latin typeface="Trebuchet MS"/>
                <a:cs typeface="Trebuchet MS"/>
              </a:rPr>
              <a:t>N</a:t>
            </a:r>
            <a:r>
              <a:rPr dirty="0" sz="1000" spc="-50">
                <a:solidFill>
                  <a:srgbClr val="767070"/>
                </a:solidFill>
                <a:latin typeface="Trebuchet MS"/>
                <a:cs typeface="Trebuchet MS"/>
              </a:rPr>
              <a:t>S</a:t>
            </a:r>
            <a:r>
              <a:rPr dirty="0" sz="1000" spc="-185">
                <a:solidFill>
                  <a:srgbClr val="767070"/>
                </a:solidFill>
                <a:latin typeface="Trebuchet MS"/>
                <a:cs typeface="Trebuchet MS"/>
              </a:rPr>
              <a:t>E</a:t>
            </a:r>
            <a:r>
              <a:rPr dirty="0" sz="1000" spc="-200">
                <a:solidFill>
                  <a:srgbClr val="767070"/>
                </a:solidFill>
                <a:latin typeface="Trebuchet MS"/>
                <a:cs typeface="Trebuchet MS"/>
              </a:rPr>
              <a:t>M</a:t>
            </a:r>
            <a:r>
              <a:rPr dirty="0" sz="1000" spc="-140">
                <a:solidFill>
                  <a:srgbClr val="767070"/>
                </a:solidFill>
                <a:latin typeface="Trebuchet MS"/>
                <a:cs typeface="Trebuchet MS"/>
              </a:rPr>
              <a:t>B</a:t>
            </a:r>
            <a:r>
              <a:rPr dirty="0" sz="1000" spc="-140">
                <a:solidFill>
                  <a:srgbClr val="767070"/>
                </a:solidFill>
                <a:latin typeface="Trebuchet MS"/>
                <a:cs typeface="Trebuchet MS"/>
              </a:rPr>
              <a:t>LE  </a:t>
            </a:r>
            <a:r>
              <a:rPr dirty="0" sz="1000" spc="-200">
                <a:solidFill>
                  <a:srgbClr val="767070"/>
                </a:solidFill>
                <a:latin typeface="Trebuchet MS"/>
                <a:cs typeface="Trebuchet MS"/>
              </a:rPr>
              <a:t>METHODS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4585461" y="3677158"/>
            <a:ext cx="1058545" cy="515620"/>
            <a:chOff x="4585461" y="3677158"/>
            <a:chExt cx="1058545" cy="515620"/>
          </a:xfrm>
        </p:grpSpPr>
        <p:sp>
          <p:nvSpPr>
            <p:cNvPr id="63" name="object 63"/>
            <p:cNvSpPr/>
            <p:nvPr/>
          </p:nvSpPr>
          <p:spPr>
            <a:xfrm>
              <a:off x="4591811" y="3683508"/>
              <a:ext cx="1045844" cy="502920"/>
            </a:xfrm>
            <a:custGeom>
              <a:avLst/>
              <a:gdLst/>
              <a:ahLst/>
              <a:cxnLst/>
              <a:rect l="l" t="t" r="r" b="b"/>
              <a:pathLst>
                <a:path w="1045845" h="502920">
                  <a:moveTo>
                    <a:pt x="961643" y="0"/>
                  </a:moveTo>
                  <a:lnTo>
                    <a:pt x="83820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20"/>
                  </a:lnTo>
                  <a:lnTo>
                    <a:pt x="0" y="419100"/>
                  </a:lnTo>
                  <a:lnTo>
                    <a:pt x="6578" y="451699"/>
                  </a:lnTo>
                  <a:lnTo>
                    <a:pt x="24526" y="478345"/>
                  </a:lnTo>
                  <a:lnTo>
                    <a:pt x="51167" y="496323"/>
                  </a:lnTo>
                  <a:lnTo>
                    <a:pt x="83820" y="502920"/>
                  </a:lnTo>
                  <a:lnTo>
                    <a:pt x="961643" y="502920"/>
                  </a:lnTo>
                  <a:lnTo>
                    <a:pt x="994243" y="496323"/>
                  </a:lnTo>
                  <a:lnTo>
                    <a:pt x="1020889" y="478345"/>
                  </a:lnTo>
                  <a:lnTo>
                    <a:pt x="1038867" y="451699"/>
                  </a:lnTo>
                  <a:lnTo>
                    <a:pt x="1045463" y="419100"/>
                  </a:lnTo>
                  <a:lnTo>
                    <a:pt x="1045463" y="83820"/>
                  </a:lnTo>
                  <a:lnTo>
                    <a:pt x="1038867" y="51167"/>
                  </a:lnTo>
                  <a:lnTo>
                    <a:pt x="1020889" y="24526"/>
                  </a:lnTo>
                  <a:lnTo>
                    <a:pt x="994243" y="6578"/>
                  </a:lnTo>
                  <a:lnTo>
                    <a:pt x="9616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591811" y="3683508"/>
              <a:ext cx="1045844" cy="502920"/>
            </a:xfrm>
            <a:custGeom>
              <a:avLst/>
              <a:gdLst/>
              <a:ahLst/>
              <a:cxnLst/>
              <a:rect l="l" t="t" r="r" b="b"/>
              <a:pathLst>
                <a:path w="1045845" h="502920">
                  <a:moveTo>
                    <a:pt x="0" y="83820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20" y="0"/>
                  </a:lnTo>
                  <a:lnTo>
                    <a:pt x="961643" y="0"/>
                  </a:lnTo>
                  <a:lnTo>
                    <a:pt x="994243" y="6578"/>
                  </a:lnTo>
                  <a:lnTo>
                    <a:pt x="1020889" y="24526"/>
                  </a:lnTo>
                  <a:lnTo>
                    <a:pt x="1038867" y="51167"/>
                  </a:lnTo>
                  <a:lnTo>
                    <a:pt x="1045463" y="83820"/>
                  </a:lnTo>
                  <a:lnTo>
                    <a:pt x="1045463" y="419100"/>
                  </a:lnTo>
                  <a:lnTo>
                    <a:pt x="1038867" y="451699"/>
                  </a:lnTo>
                  <a:lnTo>
                    <a:pt x="1020889" y="478345"/>
                  </a:lnTo>
                  <a:lnTo>
                    <a:pt x="994243" y="496323"/>
                  </a:lnTo>
                  <a:lnTo>
                    <a:pt x="961643" y="502920"/>
                  </a:lnTo>
                  <a:lnTo>
                    <a:pt x="83820" y="502920"/>
                  </a:lnTo>
                  <a:lnTo>
                    <a:pt x="51167" y="496323"/>
                  </a:lnTo>
                  <a:lnTo>
                    <a:pt x="24526" y="478345"/>
                  </a:lnTo>
                  <a:lnTo>
                    <a:pt x="6578" y="451699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12192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4886705" y="3769233"/>
            <a:ext cx="4552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45">
                <a:solidFill>
                  <a:srgbClr val="767070"/>
                </a:solidFill>
                <a:latin typeface="Trebuchet MS"/>
                <a:cs typeface="Trebuchet MS"/>
              </a:rPr>
              <a:t>CLASSICAL</a:t>
            </a:r>
            <a:endParaRPr sz="1000">
              <a:latin typeface="Trebuchet MS"/>
              <a:cs typeface="Trebuchet MS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908041" y="3921633"/>
            <a:ext cx="4121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80">
                <a:solidFill>
                  <a:srgbClr val="767070"/>
                </a:solidFill>
                <a:latin typeface="Trebuchet MS"/>
                <a:cs typeface="Trebuchet MS"/>
              </a:rPr>
              <a:t>LEARNING</a:t>
            </a:r>
            <a:endParaRPr sz="1000">
              <a:latin typeface="Trebuchet MS"/>
              <a:cs typeface="Trebuchet MS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818121" y="2348483"/>
            <a:ext cx="1156970" cy="2934335"/>
            <a:chOff x="6818121" y="2348483"/>
            <a:chExt cx="1156970" cy="2934335"/>
          </a:xfrm>
        </p:grpSpPr>
        <p:sp>
          <p:nvSpPr>
            <p:cNvPr id="68" name="object 68"/>
            <p:cNvSpPr/>
            <p:nvPr/>
          </p:nvSpPr>
          <p:spPr>
            <a:xfrm>
              <a:off x="6824471" y="2564891"/>
              <a:ext cx="240665" cy="2711450"/>
            </a:xfrm>
            <a:custGeom>
              <a:avLst/>
              <a:gdLst/>
              <a:ahLst/>
              <a:cxnLst/>
              <a:rect l="l" t="t" r="r" b="b"/>
              <a:pathLst>
                <a:path w="240665" h="2711450">
                  <a:moveTo>
                    <a:pt x="216026" y="0"/>
                  </a:moveTo>
                  <a:lnTo>
                    <a:pt x="0" y="0"/>
                  </a:lnTo>
                </a:path>
                <a:path w="240665" h="2711450">
                  <a:moveTo>
                    <a:pt x="216026" y="1162812"/>
                  </a:moveTo>
                  <a:lnTo>
                    <a:pt x="0" y="1162812"/>
                  </a:lnTo>
                </a:path>
                <a:path w="240665" h="2711450">
                  <a:moveTo>
                    <a:pt x="240410" y="2133600"/>
                  </a:moveTo>
                  <a:lnTo>
                    <a:pt x="24383" y="2133600"/>
                  </a:lnTo>
                </a:path>
                <a:path w="240665" h="2711450">
                  <a:moveTo>
                    <a:pt x="240410" y="2711196"/>
                  </a:moveTo>
                  <a:lnTo>
                    <a:pt x="24383" y="2711196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6950963" y="2348483"/>
              <a:ext cx="1024255" cy="433070"/>
            </a:xfrm>
            <a:custGeom>
              <a:avLst/>
              <a:gdLst/>
              <a:ahLst/>
              <a:cxnLst/>
              <a:rect l="l" t="t" r="r" b="b"/>
              <a:pathLst>
                <a:path w="1024254" h="433069">
                  <a:moveTo>
                    <a:pt x="951991" y="0"/>
                  </a:moveTo>
                  <a:lnTo>
                    <a:pt x="72135" y="0"/>
                  </a:lnTo>
                  <a:lnTo>
                    <a:pt x="44041" y="5663"/>
                  </a:lnTo>
                  <a:lnTo>
                    <a:pt x="21113" y="21113"/>
                  </a:lnTo>
                  <a:lnTo>
                    <a:pt x="5663" y="44041"/>
                  </a:lnTo>
                  <a:lnTo>
                    <a:pt x="0" y="72136"/>
                  </a:lnTo>
                  <a:lnTo>
                    <a:pt x="0" y="360679"/>
                  </a:lnTo>
                  <a:lnTo>
                    <a:pt x="5663" y="388774"/>
                  </a:lnTo>
                  <a:lnTo>
                    <a:pt x="21113" y="411702"/>
                  </a:lnTo>
                  <a:lnTo>
                    <a:pt x="44041" y="427152"/>
                  </a:lnTo>
                  <a:lnTo>
                    <a:pt x="72135" y="432815"/>
                  </a:lnTo>
                  <a:lnTo>
                    <a:pt x="951991" y="432815"/>
                  </a:lnTo>
                  <a:lnTo>
                    <a:pt x="980086" y="427152"/>
                  </a:lnTo>
                  <a:lnTo>
                    <a:pt x="1003014" y="411702"/>
                  </a:lnTo>
                  <a:lnTo>
                    <a:pt x="1018464" y="388774"/>
                  </a:lnTo>
                  <a:lnTo>
                    <a:pt x="1024127" y="360679"/>
                  </a:lnTo>
                  <a:lnTo>
                    <a:pt x="1024127" y="72136"/>
                  </a:lnTo>
                  <a:lnTo>
                    <a:pt x="1018464" y="44041"/>
                  </a:lnTo>
                  <a:lnTo>
                    <a:pt x="1003014" y="21113"/>
                  </a:lnTo>
                  <a:lnTo>
                    <a:pt x="980086" y="5663"/>
                  </a:lnTo>
                  <a:lnTo>
                    <a:pt x="951991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7044943" y="2414142"/>
            <a:ext cx="838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900" spc="-165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900" spc="-80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900" spc="-175">
                <a:solidFill>
                  <a:srgbClr val="404040"/>
                </a:solidFill>
                <a:latin typeface="Trebuchet MS"/>
                <a:cs typeface="Trebuchet MS"/>
              </a:rPr>
              <a:t>M</a:t>
            </a:r>
            <a:r>
              <a:rPr dirty="0" sz="900" spc="-16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9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5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IO</a:t>
            </a:r>
            <a:r>
              <a:rPr dirty="0" sz="900" spc="-18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14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130">
                <a:solidFill>
                  <a:srgbClr val="404040"/>
                </a:solidFill>
                <a:latin typeface="Trebuchet MS"/>
                <a:cs typeface="Trebuchet MS"/>
              </a:rPr>
              <a:t>R</a:t>
            </a:r>
            <a:r>
              <a:rPr dirty="0" sz="900" spc="-155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65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dirty="0" sz="900" spc="-180">
                <a:solidFill>
                  <a:srgbClr val="404040"/>
                </a:solidFill>
                <a:latin typeface="Trebuchet MS"/>
                <a:cs typeface="Trebuchet MS"/>
              </a:rPr>
              <a:t>U</a:t>
            </a:r>
            <a:r>
              <a:rPr dirty="0" sz="900" spc="-16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900" spc="-250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900" spc="-145">
                <a:solidFill>
                  <a:srgbClr val="404040"/>
                </a:solidFill>
                <a:latin typeface="Trebuchet MS"/>
                <a:cs typeface="Trebuchet MS"/>
              </a:rPr>
              <a:t>IO</a:t>
            </a:r>
            <a:r>
              <a:rPr dirty="0" sz="900" spc="-18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endParaRPr sz="9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</a:pPr>
            <a:r>
              <a:rPr dirty="0" sz="900" spc="-125">
                <a:solidFill>
                  <a:srgbClr val="404040"/>
                </a:solidFill>
                <a:latin typeface="Trebuchet MS"/>
                <a:cs typeface="Trebuchet MS"/>
              </a:rPr>
              <a:t>(generalization)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71" name="object 7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043671" y="2401811"/>
            <a:ext cx="570750" cy="366534"/>
          </a:xfrm>
          <a:prstGeom prst="rect">
            <a:avLst/>
          </a:prstGeom>
        </p:spPr>
      </p:pic>
      <p:sp>
        <p:nvSpPr>
          <p:cNvPr id="72" name="object 72"/>
          <p:cNvSpPr/>
          <p:nvPr/>
        </p:nvSpPr>
        <p:spPr>
          <a:xfrm>
            <a:off x="6950964" y="2930651"/>
            <a:ext cx="1024255" cy="431800"/>
          </a:xfrm>
          <a:custGeom>
            <a:avLst/>
            <a:gdLst/>
            <a:ahLst/>
            <a:cxnLst/>
            <a:rect l="l" t="t" r="r" b="b"/>
            <a:pathLst>
              <a:path w="1024254" h="431800">
                <a:moveTo>
                  <a:pt x="952245" y="0"/>
                </a:moveTo>
                <a:lnTo>
                  <a:pt x="71881" y="0"/>
                </a:lnTo>
                <a:lnTo>
                  <a:pt x="43880" y="5641"/>
                </a:lnTo>
                <a:lnTo>
                  <a:pt x="21034" y="21034"/>
                </a:lnTo>
                <a:lnTo>
                  <a:pt x="5641" y="43880"/>
                </a:lnTo>
                <a:lnTo>
                  <a:pt x="0" y="71882"/>
                </a:lnTo>
                <a:lnTo>
                  <a:pt x="0" y="359410"/>
                </a:lnTo>
                <a:lnTo>
                  <a:pt x="5641" y="387411"/>
                </a:lnTo>
                <a:lnTo>
                  <a:pt x="21034" y="410257"/>
                </a:lnTo>
                <a:lnTo>
                  <a:pt x="43880" y="425650"/>
                </a:lnTo>
                <a:lnTo>
                  <a:pt x="71881" y="431292"/>
                </a:lnTo>
                <a:lnTo>
                  <a:pt x="952245" y="431292"/>
                </a:lnTo>
                <a:lnTo>
                  <a:pt x="980247" y="425650"/>
                </a:lnTo>
                <a:lnTo>
                  <a:pt x="1003093" y="410257"/>
                </a:lnTo>
                <a:lnTo>
                  <a:pt x="1018486" y="387411"/>
                </a:lnTo>
                <a:lnTo>
                  <a:pt x="1024127" y="359410"/>
                </a:lnTo>
                <a:lnTo>
                  <a:pt x="1024127" y="71882"/>
                </a:lnTo>
                <a:lnTo>
                  <a:pt x="1018486" y="43880"/>
                </a:lnTo>
                <a:lnTo>
                  <a:pt x="1003093" y="21034"/>
                </a:lnTo>
                <a:lnTo>
                  <a:pt x="980247" y="5641"/>
                </a:lnTo>
                <a:lnTo>
                  <a:pt x="952245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7177531" y="3064509"/>
            <a:ext cx="574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10">
                <a:solidFill>
                  <a:srgbClr val="404040"/>
                </a:solidFill>
                <a:latin typeface="Trebuchet MS"/>
                <a:cs typeface="Trebuchet MS"/>
              </a:rPr>
              <a:t>P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900" spc="-125">
                <a:solidFill>
                  <a:srgbClr val="404040"/>
                </a:solidFill>
                <a:latin typeface="Trebuchet MS"/>
                <a:cs typeface="Trebuchet MS"/>
              </a:rPr>
              <a:t>ttern</a:t>
            </a:r>
            <a:r>
              <a:rPr dirty="0" sz="900" spc="-13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dirty="0" sz="900" spc="-2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900" spc="-150">
                <a:solidFill>
                  <a:srgbClr val="404040"/>
                </a:solidFill>
                <a:latin typeface="Trebuchet MS"/>
                <a:cs typeface="Trebuchet MS"/>
              </a:rPr>
              <a:t>e</a:t>
            </a:r>
            <a:r>
              <a:rPr dirty="0" sz="900" spc="-105">
                <a:solidFill>
                  <a:srgbClr val="404040"/>
                </a:solidFill>
                <a:latin typeface="Trebuchet MS"/>
                <a:cs typeface="Trebuchet MS"/>
              </a:rPr>
              <a:t>arc</a:t>
            </a:r>
            <a:r>
              <a:rPr dirty="0" sz="900" spc="-155">
                <a:solidFill>
                  <a:srgbClr val="404040"/>
                </a:solidFill>
                <a:latin typeface="Trebuchet MS"/>
                <a:cs typeface="Trebuchet MS"/>
              </a:rPr>
              <a:t>h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74" name="object 7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043671" y="2961093"/>
            <a:ext cx="445795" cy="366560"/>
          </a:xfrm>
          <a:prstGeom prst="rect">
            <a:avLst/>
          </a:prstGeom>
        </p:spPr>
      </p:pic>
      <p:sp>
        <p:nvSpPr>
          <p:cNvPr id="75" name="object 75"/>
          <p:cNvSpPr/>
          <p:nvPr/>
        </p:nvSpPr>
        <p:spPr>
          <a:xfrm>
            <a:off x="6950964" y="3512820"/>
            <a:ext cx="1024255" cy="431800"/>
          </a:xfrm>
          <a:custGeom>
            <a:avLst/>
            <a:gdLst/>
            <a:ahLst/>
            <a:cxnLst/>
            <a:rect l="l" t="t" r="r" b="b"/>
            <a:pathLst>
              <a:path w="1024254" h="431800">
                <a:moveTo>
                  <a:pt x="952245" y="0"/>
                </a:moveTo>
                <a:lnTo>
                  <a:pt x="71881" y="0"/>
                </a:lnTo>
                <a:lnTo>
                  <a:pt x="43880" y="5641"/>
                </a:lnTo>
                <a:lnTo>
                  <a:pt x="21034" y="21034"/>
                </a:lnTo>
                <a:lnTo>
                  <a:pt x="5641" y="43880"/>
                </a:lnTo>
                <a:lnTo>
                  <a:pt x="0" y="71881"/>
                </a:lnTo>
                <a:lnTo>
                  <a:pt x="0" y="359409"/>
                </a:lnTo>
                <a:lnTo>
                  <a:pt x="5641" y="387411"/>
                </a:lnTo>
                <a:lnTo>
                  <a:pt x="21034" y="410257"/>
                </a:lnTo>
                <a:lnTo>
                  <a:pt x="43880" y="425650"/>
                </a:lnTo>
                <a:lnTo>
                  <a:pt x="71881" y="431291"/>
                </a:lnTo>
                <a:lnTo>
                  <a:pt x="952245" y="431291"/>
                </a:lnTo>
                <a:lnTo>
                  <a:pt x="980247" y="425650"/>
                </a:lnTo>
                <a:lnTo>
                  <a:pt x="1003093" y="410257"/>
                </a:lnTo>
                <a:lnTo>
                  <a:pt x="1018486" y="387411"/>
                </a:lnTo>
                <a:lnTo>
                  <a:pt x="1024127" y="359409"/>
                </a:lnTo>
                <a:lnTo>
                  <a:pt x="1024127" y="71881"/>
                </a:lnTo>
                <a:lnTo>
                  <a:pt x="1018486" y="43880"/>
                </a:lnTo>
                <a:lnTo>
                  <a:pt x="1003093" y="21034"/>
                </a:lnTo>
                <a:lnTo>
                  <a:pt x="980247" y="5641"/>
                </a:lnTo>
                <a:lnTo>
                  <a:pt x="952245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7264400" y="3646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14">
                <a:solidFill>
                  <a:srgbClr val="404040"/>
                </a:solidFill>
                <a:latin typeface="Trebuchet MS"/>
                <a:cs typeface="Trebuchet MS"/>
              </a:rPr>
              <a:t>Clustering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77" name="object 7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043671" y="3441179"/>
            <a:ext cx="592086" cy="662190"/>
          </a:xfrm>
          <a:prstGeom prst="rect">
            <a:avLst/>
          </a:prstGeom>
        </p:spPr>
      </p:pic>
      <p:sp>
        <p:nvSpPr>
          <p:cNvPr id="78" name="object 78"/>
          <p:cNvSpPr/>
          <p:nvPr/>
        </p:nvSpPr>
        <p:spPr>
          <a:xfrm>
            <a:off x="6961631" y="4482084"/>
            <a:ext cx="1022985" cy="433070"/>
          </a:xfrm>
          <a:custGeom>
            <a:avLst/>
            <a:gdLst/>
            <a:ahLst/>
            <a:cxnLst/>
            <a:rect l="l" t="t" r="r" b="b"/>
            <a:pathLst>
              <a:path w="1022984" h="433070">
                <a:moveTo>
                  <a:pt x="950468" y="0"/>
                </a:moveTo>
                <a:lnTo>
                  <a:pt x="72136" y="0"/>
                </a:lnTo>
                <a:lnTo>
                  <a:pt x="44041" y="5663"/>
                </a:lnTo>
                <a:lnTo>
                  <a:pt x="21113" y="21113"/>
                </a:lnTo>
                <a:lnTo>
                  <a:pt x="5663" y="44041"/>
                </a:lnTo>
                <a:lnTo>
                  <a:pt x="0" y="72136"/>
                </a:lnTo>
                <a:lnTo>
                  <a:pt x="0" y="360680"/>
                </a:lnTo>
                <a:lnTo>
                  <a:pt x="5663" y="388774"/>
                </a:lnTo>
                <a:lnTo>
                  <a:pt x="21113" y="411702"/>
                </a:lnTo>
                <a:lnTo>
                  <a:pt x="44041" y="427152"/>
                </a:lnTo>
                <a:lnTo>
                  <a:pt x="72136" y="432816"/>
                </a:lnTo>
                <a:lnTo>
                  <a:pt x="950468" y="432816"/>
                </a:lnTo>
                <a:lnTo>
                  <a:pt x="978562" y="427152"/>
                </a:lnTo>
                <a:lnTo>
                  <a:pt x="1001490" y="411702"/>
                </a:lnTo>
                <a:lnTo>
                  <a:pt x="1016940" y="388774"/>
                </a:lnTo>
                <a:lnTo>
                  <a:pt x="1022603" y="360680"/>
                </a:lnTo>
                <a:lnTo>
                  <a:pt x="1022603" y="72136"/>
                </a:lnTo>
                <a:lnTo>
                  <a:pt x="1016940" y="44041"/>
                </a:lnTo>
                <a:lnTo>
                  <a:pt x="1001490" y="21113"/>
                </a:lnTo>
                <a:lnTo>
                  <a:pt x="978562" y="5663"/>
                </a:lnTo>
                <a:lnTo>
                  <a:pt x="950468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7216267" y="4617211"/>
            <a:ext cx="514984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50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900" spc="-110">
                <a:solidFill>
                  <a:srgbClr val="404040"/>
                </a:solidFill>
                <a:latin typeface="Trebuchet MS"/>
                <a:cs typeface="Trebuchet MS"/>
              </a:rPr>
              <a:t>l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900" spc="-35">
                <a:solidFill>
                  <a:srgbClr val="404040"/>
                </a:solidFill>
                <a:latin typeface="Trebuchet MS"/>
                <a:cs typeface="Trebuchet MS"/>
              </a:rPr>
              <a:t>ss</a:t>
            </a:r>
            <a:r>
              <a:rPr dirty="0" sz="900" spc="-10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900" spc="-95">
                <a:solidFill>
                  <a:srgbClr val="404040"/>
                </a:solidFill>
                <a:latin typeface="Trebuchet MS"/>
                <a:cs typeface="Trebuchet MS"/>
              </a:rPr>
              <a:t>fi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900" spc="-140">
                <a:solidFill>
                  <a:srgbClr val="404040"/>
                </a:solidFill>
                <a:latin typeface="Trebuchet MS"/>
                <a:cs typeface="Trebuchet MS"/>
              </a:rPr>
              <a:t>at</a:t>
            </a:r>
            <a:r>
              <a:rPr dirty="0" sz="900" spc="-9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900" spc="-14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dirty="0" sz="900" spc="-155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80" name="object 8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043671" y="4474451"/>
            <a:ext cx="771918" cy="525030"/>
          </a:xfrm>
          <a:prstGeom prst="rect">
            <a:avLst/>
          </a:prstGeom>
        </p:spPr>
      </p:pic>
      <p:sp>
        <p:nvSpPr>
          <p:cNvPr id="81" name="object 81"/>
          <p:cNvSpPr/>
          <p:nvPr/>
        </p:nvSpPr>
        <p:spPr>
          <a:xfrm>
            <a:off x="6961631" y="5059679"/>
            <a:ext cx="1022985" cy="433070"/>
          </a:xfrm>
          <a:custGeom>
            <a:avLst/>
            <a:gdLst/>
            <a:ahLst/>
            <a:cxnLst/>
            <a:rect l="l" t="t" r="r" b="b"/>
            <a:pathLst>
              <a:path w="1022984" h="433070">
                <a:moveTo>
                  <a:pt x="950468" y="0"/>
                </a:moveTo>
                <a:lnTo>
                  <a:pt x="72136" y="0"/>
                </a:lnTo>
                <a:lnTo>
                  <a:pt x="44041" y="5663"/>
                </a:lnTo>
                <a:lnTo>
                  <a:pt x="21113" y="21113"/>
                </a:lnTo>
                <a:lnTo>
                  <a:pt x="5663" y="44041"/>
                </a:lnTo>
                <a:lnTo>
                  <a:pt x="0" y="72136"/>
                </a:lnTo>
                <a:lnTo>
                  <a:pt x="0" y="360680"/>
                </a:lnTo>
                <a:lnTo>
                  <a:pt x="5663" y="388774"/>
                </a:lnTo>
                <a:lnTo>
                  <a:pt x="21113" y="411702"/>
                </a:lnTo>
                <a:lnTo>
                  <a:pt x="44041" y="427152"/>
                </a:lnTo>
                <a:lnTo>
                  <a:pt x="72136" y="432816"/>
                </a:lnTo>
                <a:lnTo>
                  <a:pt x="950468" y="432816"/>
                </a:lnTo>
                <a:lnTo>
                  <a:pt x="978562" y="427152"/>
                </a:lnTo>
                <a:lnTo>
                  <a:pt x="1001490" y="411702"/>
                </a:lnTo>
                <a:lnTo>
                  <a:pt x="1016940" y="388774"/>
                </a:lnTo>
                <a:lnTo>
                  <a:pt x="1022603" y="360680"/>
                </a:lnTo>
                <a:lnTo>
                  <a:pt x="1022603" y="72136"/>
                </a:lnTo>
                <a:lnTo>
                  <a:pt x="1016940" y="44041"/>
                </a:lnTo>
                <a:lnTo>
                  <a:pt x="1001490" y="21113"/>
                </a:lnTo>
                <a:lnTo>
                  <a:pt x="978562" y="5663"/>
                </a:lnTo>
                <a:lnTo>
                  <a:pt x="950468" y="0"/>
                </a:lnTo>
                <a:close/>
              </a:path>
            </a:pathLst>
          </a:custGeom>
          <a:solidFill>
            <a:srgbClr val="E7E6E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 txBox="1"/>
          <p:nvPr/>
        </p:nvSpPr>
        <p:spPr>
          <a:xfrm>
            <a:off x="7255891" y="5194808"/>
            <a:ext cx="43434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10">
                <a:solidFill>
                  <a:srgbClr val="404040"/>
                </a:solidFill>
                <a:latin typeface="Trebuchet MS"/>
                <a:cs typeface="Trebuchet MS"/>
              </a:rPr>
              <a:t>Regression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2723133" y="2569210"/>
            <a:ext cx="4132579" cy="2757805"/>
            <a:chOff x="2723133" y="2569210"/>
            <a:chExt cx="4132579" cy="2757805"/>
          </a:xfrm>
        </p:grpSpPr>
        <p:sp>
          <p:nvSpPr>
            <p:cNvPr id="84" name="object 84"/>
            <p:cNvSpPr/>
            <p:nvPr/>
          </p:nvSpPr>
          <p:spPr>
            <a:xfrm>
              <a:off x="3119627" y="2575560"/>
              <a:ext cx="3729354" cy="2701290"/>
            </a:xfrm>
            <a:custGeom>
              <a:avLst/>
              <a:gdLst/>
              <a:ahLst/>
              <a:cxnLst/>
              <a:rect l="l" t="t" r="r" b="b"/>
              <a:pathLst>
                <a:path w="3729354" h="2701290">
                  <a:moveTo>
                    <a:pt x="3710940" y="0"/>
                  </a:moveTo>
                  <a:lnTo>
                    <a:pt x="3710940" y="1152778"/>
                  </a:lnTo>
                </a:path>
                <a:path w="3729354" h="2701290">
                  <a:moveTo>
                    <a:pt x="3729228" y="2124456"/>
                  </a:moveTo>
                  <a:lnTo>
                    <a:pt x="3729228" y="2700781"/>
                  </a:lnTo>
                </a:path>
                <a:path w="3729354" h="2701290">
                  <a:moveTo>
                    <a:pt x="6096" y="2612390"/>
                  </a:moveTo>
                  <a:lnTo>
                    <a:pt x="6096" y="2468879"/>
                  </a:lnTo>
                </a:path>
                <a:path w="3729354" h="2701290">
                  <a:moveTo>
                    <a:pt x="1773936" y="2606294"/>
                  </a:moveTo>
                  <a:lnTo>
                    <a:pt x="1773936" y="2462784"/>
                  </a:lnTo>
                </a:path>
                <a:path w="3729354" h="2701290">
                  <a:moveTo>
                    <a:pt x="0" y="2468879"/>
                  </a:moveTo>
                  <a:lnTo>
                    <a:pt x="1768729" y="2468879"/>
                  </a:lnTo>
                </a:path>
              </a:pathLst>
            </a:custGeom>
            <a:ln w="12192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729483" y="5140452"/>
              <a:ext cx="792480" cy="180340"/>
            </a:xfrm>
            <a:custGeom>
              <a:avLst/>
              <a:gdLst/>
              <a:ahLst/>
              <a:cxnLst/>
              <a:rect l="l" t="t" r="r" b="b"/>
              <a:pathLst>
                <a:path w="792479" h="180339">
                  <a:moveTo>
                    <a:pt x="762507" y="0"/>
                  </a:moveTo>
                  <a:lnTo>
                    <a:pt x="29972" y="0"/>
                  </a:lnTo>
                  <a:lnTo>
                    <a:pt x="18323" y="2361"/>
                  </a:lnTo>
                  <a:lnTo>
                    <a:pt x="8794" y="8794"/>
                  </a:lnTo>
                  <a:lnTo>
                    <a:pt x="2361" y="18323"/>
                  </a:lnTo>
                  <a:lnTo>
                    <a:pt x="0" y="29972"/>
                  </a:lnTo>
                  <a:lnTo>
                    <a:pt x="0" y="149860"/>
                  </a:lnTo>
                  <a:lnTo>
                    <a:pt x="2361" y="161508"/>
                  </a:lnTo>
                  <a:lnTo>
                    <a:pt x="8794" y="171037"/>
                  </a:lnTo>
                  <a:lnTo>
                    <a:pt x="18323" y="177470"/>
                  </a:lnTo>
                  <a:lnTo>
                    <a:pt x="29972" y="179832"/>
                  </a:lnTo>
                  <a:lnTo>
                    <a:pt x="762507" y="179832"/>
                  </a:lnTo>
                  <a:lnTo>
                    <a:pt x="774156" y="177470"/>
                  </a:lnTo>
                  <a:lnTo>
                    <a:pt x="783685" y="171037"/>
                  </a:lnTo>
                  <a:lnTo>
                    <a:pt x="790118" y="161508"/>
                  </a:lnTo>
                  <a:lnTo>
                    <a:pt x="792480" y="149860"/>
                  </a:lnTo>
                  <a:lnTo>
                    <a:pt x="792480" y="29972"/>
                  </a:lnTo>
                  <a:lnTo>
                    <a:pt x="790118" y="18323"/>
                  </a:lnTo>
                  <a:lnTo>
                    <a:pt x="783685" y="8794"/>
                  </a:lnTo>
                  <a:lnTo>
                    <a:pt x="774156" y="2361"/>
                  </a:lnTo>
                  <a:lnTo>
                    <a:pt x="762507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2729483" y="5140452"/>
              <a:ext cx="792480" cy="180340"/>
            </a:xfrm>
            <a:custGeom>
              <a:avLst/>
              <a:gdLst/>
              <a:ahLst/>
              <a:cxnLst/>
              <a:rect l="l" t="t" r="r" b="b"/>
              <a:pathLst>
                <a:path w="792479" h="180339">
                  <a:moveTo>
                    <a:pt x="0" y="29972"/>
                  </a:moveTo>
                  <a:lnTo>
                    <a:pt x="2361" y="18323"/>
                  </a:lnTo>
                  <a:lnTo>
                    <a:pt x="8794" y="8794"/>
                  </a:lnTo>
                  <a:lnTo>
                    <a:pt x="18323" y="2361"/>
                  </a:lnTo>
                  <a:lnTo>
                    <a:pt x="29972" y="0"/>
                  </a:lnTo>
                  <a:lnTo>
                    <a:pt x="762507" y="0"/>
                  </a:lnTo>
                  <a:lnTo>
                    <a:pt x="774156" y="2361"/>
                  </a:lnTo>
                  <a:lnTo>
                    <a:pt x="783685" y="8794"/>
                  </a:lnTo>
                  <a:lnTo>
                    <a:pt x="790118" y="18323"/>
                  </a:lnTo>
                  <a:lnTo>
                    <a:pt x="792480" y="29972"/>
                  </a:lnTo>
                  <a:lnTo>
                    <a:pt x="792480" y="149860"/>
                  </a:lnTo>
                  <a:lnTo>
                    <a:pt x="790118" y="161508"/>
                  </a:lnTo>
                  <a:lnTo>
                    <a:pt x="783685" y="171037"/>
                  </a:lnTo>
                  <a:lnTo>
                    <a:pt x="774156" y="177470"/>
                  </a:lnTo>
                  <a:lnTo>
                    <a:pt x="762507" y="179832"/>
                  </a:lnTo>
                  <a:lnTo>
                    <a:pt x="29972" y="179832"/>
                  </a:lnTo>
                  <a:lnTo>
                    <a:pt x="18323" y="177470"/>
                  </a:lnTo>
                  <a:lnTo>
                    <a:pt x="8794" y="171037"/>
                  </a:lnTo>
                  <a:lnTo>
                    <a:pt x="2361" y="161508"/>
                  </a:lnTo>
                  <a:lnTo>
                    <a:pt x="0" y="149860"/>
                  </a:lnTo>
                  <a:lnTo>
                    <a:pt x="0" y="29972"/>
                  </a:lnTo>
                  <a:close/>
                </a:path>
              </a:pathLst>
            </a:custGeom>
            <a:ln w="12191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2958210" y="5149088"/>
            <a:ext cx="3352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45">
                <a:solidFill>
                  <a:srgbClr val="404040"/>
                </a:solidFill>
                <a:latin typeface="Trebuchet MS"/>
                <a:cs typeface="Trebuchet MS"/>
              </a:rPr>
              <a:t>S</a:t>
            </a:r>
            <a:r>
              <a:rPr dirty="0" sz="900" spc="-114">
                <a:solidFill>
                  <a:srgbClr val="404040"/>
                </a:solidFill>
                <a:latin typeface="Trebuchet MS"/>
                <a:cs typeface="Trebuchet MS"/>
              </a:rPr>
              <a:t>t</a:t>
            </a:r>
            <a:r>
              <a:rPr dirty="0" sz="900" spc="-150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900" spc="-114">
                <a:solidFill>
                  <a:srgbClr val="404040"/>
                </a:solidFill>
                <a:latin typeface="Trebuchet MS"/>
                <a:cs typeface="Trebuchet MS"/>
              </a:rPr>
              <a:t>c</a:t>
            </a:r>
            <a:r>
              <a:rPr dirty="0" sz="900" spc="-170">
                <a:solidFill>
                  <a:srgbClr val="404040"/>
                </a:solidFill>
                <a:latin typeface="Trebuchet MS"/>
                <a:cs typeface="Trebuchet MS"/>
              </a:rPr>
              <a:t>k</a:t>
            </a:r>
            <a:r>
              <a:rPr dirty="0" sz="900" spc="-10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900" spc="-15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114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3607053" y="5134102"/>
            <a:ext cx="805180" cy="193040"/>
            <a:chOff x="3607053" y="5134102"/>
            <a:chExt cx="805180" cy="193040"/>
          </a:xfrm>
        </p:grpSpPr>
        <p:sp>
          <p:nvSpPr>
            <p:cNvPr id="89" name="object 89"/>
            <p:cNvSpPr/>
            <p:nvPr/>
          </p:nvSpPr>
          <p:spPr>
            <a:xfrm>
              <a:off x="3613403" y="5140452"/>
              <a:ext cx="792480" cy="180340"/>
            </a:xfrm>
            <a:custGeom>
              <a:avLst/>
              <a:gdLst/>
              <a:ahLst/>
              <a:cxnLst/>
              <a:rect l="l" t="t" r="r" b="b"/>
              <a:pathLst>
                <a:path w="792479" h="180339">
                  <a:moveTo>
                    <a:pt x="762508" y="0"/>
                  </a:moveTo>
                  <a:lnTo>
                    <a:pt x="29972" y="0"/>
                  </a:lnTo>
                  <a:lnTo>
                    <a:pt x="18323" y="2361"/>
                  </a:lnTo>
                  <a:lnTo>
                    <a:pt x="8794" y="8794"/>
                  </a:lnTo>
                  <a:lnTo>
                    <a:pt x="2361" y="18323"/>
                  </a:lnTo>
                  <a:lnTo>
                    <a:pt x="0" y="29972"/>
                  </a:lnTo>
                  <a:lnTo>
                    <a:pt x="0" y="149860"/>
                  </a:lnTo>
                  <a:lnTo>
                    <a:pt x="2361" y="161508"/>
                  </a:lnTo>
                  <a:lnTo>
                    <a:pt x="8794" y="171037"/>
                  </a:lnTo>
                  <a:lnTo>
                    <a:pt x="18323" y="177470"/>
                  </a:lnTo>
                  <a:lnTo>
                    <a:pt x="29972" y="179832"/>
                  </a:lnTo>
                  <a:lnTo>
                    <a:pt x="762508" y="179832"/>
                  </a:lnTo>
                  <a:lnTo>
                    <a:pt x="774156" y="177470"/>
                  </a:lnTo>
                  <a:lnTo>
                    <a:pt x="783685" y="171037"/>
                  </a:lnTo>
                  <a:lnTo>
                    <a:pt x="790118" y="161508"/>
                  </a:lnTo>
                  <a:lnTo>
                    <a:pt x="792480" y="149860"/>
                  </a:lnTo>
                  <a:lnTo>
                    <a:pt x="792480" y="29972"/>
                  </a:lnTo>
                  <a:lnTo>
                    <a:pt x="790118" y="18323"/>
                  </a:lnTo>
                  <a:lnTo>
                    <a:pt x="783685" y="8794"/>
                  </a:lnTo>
                  <a:lnTo>
                    <a:pt x="774156" y="2361"/>
                  </a:lnTo>
                  <a:lnTo>
                    <a:pt x="762508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3613403" y="5140452"/>
              <a:ext cx="792480" cy="180340"/>
            </a:xfrm>
            <a:custGeom>
              <a:avLst/>
              <a:gdLst/>
              <a:ahLst/>
              <a:cxnLst/>
              <a:rect l="l" t="t" r="r" b="b"/>
              <a:pathLst>
                <a:path w="792479" h="180339">
                  <a:moveTo>
                    <a:pt x="0" y="29972"/>
                  </a:moveTo>
                  <a:lnTo>
                    <a:pt x="2361" y="18323"/>
                  </a:lnTo>
                  <a:lnTo>
                    <a:pt x="8794" y="8794"/>
                  </a:lnTo>
                  <a:lnTo>
                    <a:pt x="18323" y="2361"/>
                  </a:lnTo>
                  <a:lnTo>
                    <a:pt x="29972" y="0"/>
                  </a:lnTo>
                  <a:lnTo>
                    <a:pt x="762508" y="0"/>
                  </a:lnTo>
                  <a:lnTo>
                    <a:pt x="774156" y="2361"/>
                  </a:lnTo>
                  <a:lnTo>
                    <a:pt x="783685" y="8794"/>
                  </a:lnTo>
                  <a:lnTo>
                    <a:pt x="790118" y="18323"/>
                  </a:lnTo>
                  <a:lnTo>
                    <a:pt x="792480" y="29972"/>
                  </a:lnTo>
                  <a:lnTo>
                    <a:pt x="792480" y="149860"/>
                  </a:lnTo>
                  <a:lnTo>
                    <a:pt x="790118" y="161508"/>
                  </a:lnTo>
                  <a:lnTo>
                    <a:pt x="783685" y="171037"/>
                  </a:lnTo>
                  <a:lnTo>
                    <a:pt x="774156" y="177470"/>
                  </a:lnTo>
                  <a:lnTo>
                    <a:pt x="762508" y="179832"/>
                  </a:lnTo>
                  <a:lnTo>
                    <a:pt x="29972" y="179832"/>
                  </a:lnTo>
                  <a:lnTo>
                    <a:pt x="18323" y="177470"/>
                  </a:lnTo>
                  <a:lnTo>
                    <a:pt x="8794" y="171037"/>
                  </a:lnTo>
                  <a:lnTo>
                    <a:pt x="2361" y="161508"/>
                  </a:lnTo>
                  <a:lnTo>
                    <a:pt x="0" y="149860"/>
                  </a:lnTo>
                  <a:lnTo>
                    <a:pt x="0" y="29972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1" name="object 91"/>
          <p:cNvSpPr txBox="1"/>
          <p:nvPr/>
        </p:nvSpPr>
        <p:spPr>
          <a:xfrm>
            <a:off x="3853434" y="5149088"/>
            <a:ext cx="31369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0">
                <a:solidFill>
                  <a:srgbClr val="404040"/>
                </a:solidFill>
                <a:latin typeface="Trebuchet MS"/>
                <a:cs typeface="Trebuchet MS"/>
              </a:rPr>
              <a:t>B</a:t>
            </a:r>
            <a:r>
              <a:rPr dirty="0" sz="900" spc="-135">
                <a:solidFill>
                  <a:srgbClr val="404040"/>
                </a:solidFill>
                <a:latin typeface="Trebuchet MS"/>
                <a:cs typeface="Trebuchet MS"/>
              </a:rPr>
              <a:t>a</a:t>
            </a:r>
            <a:r>
              <a:rPr dirty="0" sz="900" spc="-110">
                <a:solidFill>
                  <a:srgbClr val="404040"/>
                </a:solidFill>
                <a:latin typeface="Trebuchet MS"/>
                <a:cs typeface="Trebuchet MS"/>
              </a:rPr>
              <a:t>gg</a:t>
            </a:r>
            <a:r>
              <a:rPr dirty="0" sz="900" spc="-105">
                <a:solidFill>
                  <a:srgbClr val="404040"/>
                </a:solidFill>
                <a:latin typeface="Trebuchet MS"/>
                <a:cs typeface="Trebuchet MS"/>
              </a:rPr>
              <a:t>i</a:t>
            </a:r>
            <a:r>
              <a:rPr dirty="0" sz="900" spc="-160">
                <a:solidFill>
                  <a:srgbClr val="404040"/>
                </a:solidFill>
                <a:latin typeface="Trebuchet MS"/>
                <a:cs typeface="Trebuchet MS"/>
              </a:rPr>
              <a:t>n</a:t>
            </a:r>
            <a:r>
              <a:rPr dirty="0" sz="900" spc="-114">
                <a:solidFill>
                  <a:srgbClr val="404040"/>
                </a:solidFill>
                <a:latin typeface="Trebuchet MS"/>
                <a:cs typeface="Trebuchet MS"/>
              </a:rPr>
              <a:t>g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3514372" y="5134102"/>
            <a:ext cx="1781810" cy="398780"/>
            <a:chOff x="3514372" y="5134102"/>
            <a:chExt cx="1781810" cy="398780"/>
          </a:xfrm>
        </p:grpSpPr>
        <p:pic>
          <p:nvPicPr>
            <p:cNvPr id="93" name="object 9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14372" y="5443842"/>
              <a:ext cx="607285" cy="89039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4498848" y="5140452"/>
              <a:ext cx="791210" cy="180340"/>
            </a:xfrm>
            <a:custGeom>
              <a:avLst/>
              <a:gdLst/>
              <a:ahLst/>
              <a:cxnLst/>
              <a:rect l="l" t="t" r="r" b="b"/>
              <a:pathLst>
                <a:path w="791210" h="180339">
                  <a:moveTo>
                    <a:pt x="760984" y="0"/>
                  </a:moveTo>
                  <a:lnTo>
                    <a:pt x="29972" y="0"/>
                  </a:lnTo>
                  <a:lnTo>
                    <a:pt x="18323" y="2361"/>
                  </a:lnTo>
                  <a:lnTo>
                    <a:pt x="8794" y="8794"/>
                  </a:lnTo>
                  <a:lnTo>
                    <a:pt x="2361" y="18323"/>
                  </a:lnTo>
                  <a:lnTo>
                    <a:pt x="0" y="29972"/>
                  </a:lnTo>
                  <a:lnTo>
                    <a:pt x="0" y="149860"/>
                  </a:lnTo>
                  <a:lnTo>
                    <a:pt x="2361" y="161508"/>
                  </a:lnTo>
                  <a:lnTo>
                    <a:pt x="8794" y="171037"/>
                  </a:lnTo>
                  <a:lnTo>
                    <a:pt x="18323" y="177470"/>
                  </a:lnTo>
                  <a:lnTo>
                    <a:pt x="29972" y="179832"/>
                  </a:lnTo>
                  <a:lnTo>
                    <a:pt x="760984" y="179832"/>
                  </a:lnTo>
                  <a:lnTo>
                    <a:pt x="772632" y="177470"/>
                  </a:lnTo>
                  <a:lnTo>
                    <a:pt x="782161" y="171037"/>
                  </a:lnTo>
                  <a:lnTo>
                    <a:pt x="788594" y="161508"/>
                  </a:lnTo>
                  <a:lnTo>
                    <a:pt x="790955" y="149860"/>
                  </a:lnTo>
                  <a:lnTo>
                    <a:pt x="790955" y="29972"/>
                  </a:lnTo>
                  <a:lnTo>
                    <a:pt x="788594" y="18323"/>
                  </a:lnTo>
                  <a:lnTo>
                    <a:pt x="782161" y="8794"/>
                  </a:lnTo>
                  <a:lnTo>
                    <a:pt x="772632" y="2361"/>
                  </a:lnTo>
                  <a:lnTo>
                    <a:pt x="760984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4498848" y="5140452"/>
              <a:ext cx="791210" cy="180340"/>
            </a:xfrm>
            <a:custGeom>
              <a:avLst/>
              <a:gdLst/>
              <a:ahLst/>
              <a:cxnLst/>
              <a:rect l="l" t="t" r="r" b="b"/>
              <a:pathLst>
                <a:path w="791210" h="180339">
                  <a:moveTo>
                    <a:pt x="0" y="29972"/>
                  </a:moveTo>
                  <a:lnTo>
                    <a:pt x="2361" y="18323"/>
                  </a:lnTo>
                  <a:lnTo>
                    <a:pt x="8794" y="8794"/>
                  </a:lnTo>
                  <a:lnTo>
                    <a:pt x="18323" y="2361"/>
                  </a:lnTo>
                  <a:lnTo>
                    <a:pt x="29972" y="0"/>
                  </a:lnTo>
                  <a:lnTo>
                    <a:pt x="760984" y="0"/>
                  </a:lnTo>
                  <a:lnTo>
                    <a:pt x="772632" y="2361"/>
                  </a:lnTo>
                  <a:lnTo>
                    <a:pt x="782161" y="8794"/>
                  </a:lnTo>
                  <a:lnTo>
                    <a:pt x="788594" y="18323"/>
                  </a:lnTo>
                  <a:lnTo>
                    <a:pt x="790955" y="29972"/>
                  </a:lnTo>
                  <a:lnTo>
                    <a:pt x="790955" y="149860"/>
                  </a:lnTo>
                  <a:lnTo>
                    <a:pt x="788594" y="161508"/>
                  </a:lnTo>
                  <a:lnTo>
                    <a:pt x="782161" y="171037"/>
                  </a:lnTo>
                  <a:lnTo>
                    <a:pt x="772632" y="177470"/>
                  </a:lnTo>
                  <a:lnTo>
                    <a:pt x="760984" y="179832"/>
                  </a:lnTo>
                  <a:lnTo>
                    <a:pt x="29972" y="179832"/>
                  </a:lnTo>
                  <a:lnTo>
                    <a:pt x="18323" y="177470"/>
                  </a:lnTo>
                  <a:lnTo>
                    <a:pt x="8794" y="171037"/>
                  </a:lnTo>
                  <a:lnTo>
                    <a:pt x="2361" y="161508"/>
                  </a:lnTo>
                  <a:lnTo>
                    <a:pt x="0" y="149860"/>
                  </a:lnTo>
                  <a:lnTo>
                    <a:pt x="0" y="29972"/>
                  </a:lnTo>
                  <a:close/>
                </a:path>
              </a:pathLst>
            </a:custGeom>
            <a:ln w="12192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6" name="object 96"/>
          <p:cNvSpPr txBox="1"/>
          <p:nvPr/>
        </p:nvSpPr>
        <p:spPr>
          <a:xfrm>
            <a:off x="4723891" y="5149088"/>
            <a:ext cx="34099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20">
                <a:solidFill>
                  <a:srgbClr val="404040"/>
                </a:solidFill>
                <a:latin typeface="Trebuchet MS"/>
                <a:cs typeface="Trebuchet MS"/>
              </a:rPr>
              <a:t>Boosting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97" name="object 97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593335" y="5426964"/>
            <a:ext cx="406158" cy="505206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0248" y="1525498"/>
            <a:ext cx="6371082" cy="305587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523"/>
            <a:ext cx="9902951" cy="6856472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0" y="0"/>
            <a:ext cx="9903460" cy="6858000"/>
          </a:xfrm>
          <a:custGeom>
            <a:avLst/>
            <a:gdLst/>
            <a:ahLst/>
            <a:cxnLst/>
            <a:rect l="l" t="t" r="r" b="b"/>
            <a:pathLst>
              <a:path w="9903460" h="6858000">
                <a:moveTo>
                  <a:pt x="9902952" y="0"/>
                </a:moveTo>
                <a:lnTo>
                  <a:pt x="0" y="0"/>
                </a:lnTo>
                <a:lnTo>
                  <a:pt x="0" y="6858000"/>
                </a:lnTo>
                <a:lnTo>
                  <a:pt x="9902952" y="6858000"/>
                </a:lnTo>
                <a:lnTo>
                  <a:pt x="9902952" y="0"/>
                </a:lnTo>
                <a:close/>
              </a:path>
            </a:pathLst>
          </a:custGeom>
          <a:solidFill>
            <a:srgbClr val="000000">
              <a:alpha val="7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57605" y="2327910"/>
            <a:ext cx="0" cy="1976120"/>
          </a:xfrm>
          <a:custGeom>
            <a:avLst/>
            <a:gdLst/>
            <a:ahLst/>
            <a:cxnLst/>
            <a:rect l="l" t="t" r="r" b="b"/>
            <a:pathLst>
              <a:path w="0" h="1976120">
                <a:moveTo>
                  <a:pt x="0" y="0"/>
                </a:moveTo>
                <a:lnTo>
                  <a:pt x="0" y="1975992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5839" y="2628900"/>
            <a:ext cx="3137154" cy="1375410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569976" y="6208776"/>
            <a:ext cx="8774430" cy="0"/>
          </a:xfrm>
          <a:custGeom>
            <a:avLst/>
            <a:gdLst/>
            <a:ahLst/>
            <a:cxnLst/>
            <a:rect l="l" t="t" r="r" b="b"/>
            <a:pathLst>
              <a:path w="8774430" h="0">
                <a:moveTo>
                  <a:pt x="0" y="0"/>
                </a:moveTo>
                <a:lnTo>
                  <a:pt x="8774303" y="0"/>
                </a:lnTo>
              </a:path>
            </a:pathLst>
          </a:custGeom>
          <a:ln w="6096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9119" y="6391655"/>
            <a:ext cx="2111502" cy="165354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0285" cy="6858000"/>
          </a:xfrm>
          <a:custGeom>
            <a:avLst/>
            <a:gdLst/>
            <a:ahLst/>
            <a:cxnLst/>
            <a:rect l="l" t="t" r="r" b="b"/>
            <a:pathLst>
              <a:path w="9900285" h="6858000">
                <a:moveTo>
                  <a:pt x="9899904" y="0"/>
                </a:moveTo>
                <a:lnTo>
                  <a:pt x="0" y="0"/>
                </a:lnTo>
                <a:lnTo>
                  <a:pt x="0" y="6858000"/>
                </a:lnTo>
                <a:lnTo>
                  <a:pt x="9899904" y="6858000"/>
                </a:lnTo>
                <a:lnTo>
                  <a:pt x="9899904" y="0"/>
                </a:lnTo>
                <a:close/>
              </a:path>
            </a:pathLst>
          </a:custGeom>
          <a:solidFill>
            <a:srgbClr val="13289F">
              <a:alpha val="89802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3483" y="5692140"/>
            <a:ext cx="7820406" cy="7048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12464" y="3023616"/>
            <a:ext cx="2474976" cy="810768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449580" y="449580"/>
            <a:ext cx="1290955" cy="198120"/>
          </a:xfrm>
          <a:custGeom>
            <a:avLst/>
            <a:gdLst/>
            <a:ahLst/>
            <a:cxnLst/>
            <a:rect l="l" t="t" r="r" b="b"/>
            <a:pathLst>
              <a:path w="1290955" h="198120">
                <a:moveTo>
                  <a:pt x="49174" y="130556"/>
                </a:moveTo>
                <a:lnTo>
                  <a:pt x="0" y="130556"/>
                </a:lnTo>
                <a:lnTo>
                  <a:pt x="44" y="144982"/>
                </a:lnTo>
                <a:lnTo>
                  <a:pt x="5626" y="170366"/>
                </a:lnTo>
                <a:lnTo>
                  <a:pt x="20583" y="186785"/>
                </a:lnTo>
                <a:lnTo>
                  <a:pt x="41983" y="195536"/>
                </a:lnTo>
                <a:lnTo>
                  <a:pt x="66941" y="198120"/>
                </a:lnTo>
                <a:lnTo>
                  <a:pt x="90534" y="195871"/>
                </a:lnTo>
                <a:lnTo>
                  <a:pt x="110405" y="188610"/>
                </a:lnTo>
                <a:lnTo>
                  <a:pt x="124836" y="175563"/>
                </a:lnTo>
                <a:lnTo>
                  <a:pt x="128809" y="164846"/>
                </a:lnTo>
                <a:lnTo>
                  <a:pt x="56273" y="164846"/>
                </a:lnTo>
                <a:lnTo>
                  <a:pt x="49758" y="158369"/>
                </a:lnTo>
                <a:lnTo>
                  <a:pt x="49641" y="144780"/>
                </a:lnTo>
                <a:lnTo>
                  <a:pt x="49174" y="130556"/>
                </a:lnTo>
                <a:close/>
              </a:path>
              <a:path w="1290955" h="198120">
                <a:moveTo>
                  <a:pt x="66344" y="0"/>
                </a:moveTo>
                <a:lnTo>
                  <a:pt x="23920" y="9429"/>
                </a:lnTo>
                <a:lnTo>
                  <a:pt x="2374" y="41529"/>
                </a:lnTo>
                <a:lnTo>
                  <a:pt x="596" y="49784"/>
                </a:lnTo>
                <a:lnTo>
                  <a:pt x="596" y="56896"/>
                </a:lnTo>
                <a:lnTo>
                  <a:pt x="2374" y="66421"/>
                </a:lnTo>
                <a:lnTo>
                  <a:pt x="17508" y="90144"/>
                </a:lnTo>
                <a:lnTo>
                  <a:pt x="43472" y="107711"/>
                </a:lnTo>
                <a:lnTo>
                  <a:pt x="69769" y="122731"/>
                </a:lnTo>
                <a:lnTo>
                  <a:pt x="85902" y="138811"/>
                </a:lnTo>
                <a:lnTo>
                  <a:pt x="87668" y="143002"/>
                </a:lnTo>
                <a:lnTo>
                  <a:pt x="87083" y="148844"/>
                </a:lnTo>
                <a:lnTo>
                  <a:pt x="85902" y="152400"/>
                </a:lnTo>
                <a:lnTo>
                  <a:pt x="84709" y="158369"/>
                </a:lnTo>
                <a:lnTo>
                  <a:pt x="80568" y="164846"/>
                </a:lnTo>
                <a:lnTo>
                  <a:pt x="128809" y="164846"/>
                </a:lnTo>
                <a:lnTo>
                  <a:pt x="132105" y="155956"/>
                </a:lnTo>
                <a:lnTo>
                  <a:pt x="133185" y="144982"/>
                </a:lnTo>
                <a:lnTo>
                  <a:pt x="133215" y="136175"/>
                </a:lnTo>
                <a:lnTo>
                  <a:pt x="132689" y="129702"/>
                </a:lnTo>
                <a:lnTo>
                  <a:pt x="132105" y="125730"/>
                </a:lnTo>
                <a:lnTo>
                  <a:pt x="116643" y="101016"/>
                </a:lnTo>
                <a:lnTo>
                  <a:pt x="89744" y="83185"/>
                </a:lnTo>
                <a:lnTo>
                  <a:pt x="63293" y="68687"/>
                </a:lnTo>
                <a:lnTo>
                  <a:pt x="49174" y="53975"/>
                </a:lnTo>
                <a:lnTo>
                  <a:pt x="47980" y="49784"/>
                </a:lnTo>
                <a:lnTo>
                  <a:pt x="48470" y="46862"/>
                </a:lnTo>
                <a:lnTo>
                  <a:pt x="48577" y="43942"/>
                </a:lnTo>
                <a:lnTo>
                  <a:pt x="49758" y="37973"/>
                </a:lnTo>
                <a:lnTo>
                  <a:pt x="53911" y="31496"/>
                </a:lnTo>
                <a:lnTo>
                  <a:pt x="125269" y="31496"/>
                </a:lnTo>
                <a:lnTo>
                  <a:pt x="123000" y="22502"/>
                </a:lnTo>
                <a:lnTo>
                  <a:pt x="107522" y="8286"/>
                </a:lnTo>
                <a:lnTo>
                  <a:pt x="87157" y="1643"/>
                </a:lnTo>
                <a:lnTo>
                  <a:pt x="66344" y="0"/>
                </a:lnTo>
                <a:close/>
              </a:path>
              <a:path w="1290955" h="198120">
                <a:moveTo>
                  <a:pt x="125269" y="31496"/>
                </a:moveTo>
                <a:lnTo>
                  <a:pt x="76415" y="31496"/>
                </a:lnTo>
                <a:lnTo>
                  <a:pt x="82931" y="38608"/>
                </a:lnTo>
                <a:lnTo>
                  <a:pt x="82931" y="59944"/>
                </a:lnTo>
                <a:lnTo>
                  <a:pt x="129146" y="59944"/>
                </a:lnTo>
                <a:lnTo>
                  <a:pt x="129146" y="46862"/>
                </a:lnTo>
                <a:lnTo>
                  <a:pt x="125269" y="31496"/>
                </a:lnTo>
                <a:close/>
              </a:path>
              <a:path w="1290955" h="198120">
                <a:moveTo>
                  <a:pt x="649858" y="129921"/>
                </a:moveTo>
                <a:lnTo>
                  <a:pt x="600684" y="129921"/>
                </a:lnTo>
                <a:lnTo>
                  <a:pt x="600771" y="144545"/>
                </a:lnTo>
                <a:lnTo>
                  <a:pt x="606220" y="169652"/>
                </a:lnTo>
                <a:lnTo>
                  <a:pt x="620976" y="185896"/>
                </a:lnTo>
                <a:lnTo>
                  <a:pt x="642175" y="194472"/>
                </a:lnTo>
                <a:lnTo>
                  <a:pt x="667042" y="196977"/>
                </a:lnTo>
                <a:lnTo>
                  <a:pt x="690541" y="194738"/>
                </a:lnTo>
                <a:lnTo>
                  <a:pt x="710207" y="187547"/>
                </a:lnTo>
                <a:lnTo>
                  <a:pt x="724433" y="174688"/>
                </a:lnTo>
                <a:lnTo>
                  <a:pt x="728293" y="164337"/>
                </a:lnTo>
                <a:lnTo>
                  <a:pt x="656374" y="164337"/>
                </a:lnTo>
                <a:lnTo>
                  <a:pt x="649858" y="157734"/>
                </a:lnTo>
                <a:lnTo>
                  <a:pt x="649858" y="129921"/>
                </a:lnTo>
                <a:close/>
              </a:path>
              <a:path w="1290955" h="198120">
                <a:moveTo>
                  <a:pt x="666445" y="1143"/>
                </a:moveTo>
                <a:lnTo>
                  <a:pt x="624233" y="10271"/>
                </a:lnTo>
                <a:lnTo>
                  <a:pt x="602462" y="42164"/>
                </a:lnTo>
                <a:lnTo>
                  <a:pt x="601281" y="49784"/>
                </a:lnTo>
                <a:lnTo>
                  <a:pt x="601281" y="57531"/>
                </a:lnTo>
                <a:lnTo>
                  <a:pt x="603059" y="66421"/>
                </a:lnTo>
                <a:lnTo>
                  <a:pt x="618090" y="90044"/>
                </a:lnTo>
                <a:lnTo>
                  <a:pt x="643785" y="107394"/>
                </a:lnTo>
                <a:lnTo>
                  <a:pt x="669703" y="122195"/>
                </a:lnTo>
                <a:lnTo>
                  <a:pt x="685406" y="138175"/>
                </a:lnTo>
                <a:lnTo>
                  <a:pt x="687171" y="143002"/>
                </a:lnTo>
                <a:lnTo>
                  <a:pt x="686587" y="148336"/>
                </a:lnTo>
                <a:lnTo>
                  <a:pt x="685990" y="151892"/>
                </a:lnTo>
                <a:lnTo>
                  <a:pt x="684212" y="158369"/>
                </a:lnTo>
                <a:lnTo>
                  <a:pt x="680072" y="164337"/>
                </a:lnTo>
                <a:lnTo>
                  <a:pt x="728293" y="164337"/>
                </a:lnTo>
                <a:lnTo>
                  <a:pt x="731608" y="155448"/>
                </a:lnTo>
                <a:lnTo>
                  <a:pt x="732433" y="144545"/>
                </a:lnTo>
                <a:lnTo>
                  <a:pt x="732424" y="135858"/>
                </a:lnTo>
                <a:lnTo>
                  <a:pt x="715741" y="101070"/>
                </a:lnTo>
                <a:lnTo>
                  <a:pt x="663203" y="68768"/>
                </a:lnTo>
                <a:lnTo>
                  <a:pt x="649262" y="53975"/>
                </a:lnTo>
                <a:lnTo>
                  <a:pt x="648081" y="50419"/>
                </a:lnTo>
                <a:lnTo>
                  <a:pt x="648677" y="46862"/>
                </a:lnTo>
                <a:lnTo>
                  <a:pt x="649262" y="44450"/>
                </a:lnTo>
                <a:lnTo>
                  <a:pt x="650443" y="38608"/>
                </a:lnTo>
                <a:lnTo>
                  <a:pt x="653999" y="32004"/>
                </a:lnTo>
                <a:lnTo>
                  <a:pt x="724206" y="32004"/>
                </a:lnTo>
                <a:lnTo>
                  <a:pt x="722091" y="23485"/>
                </a:lnTo>
                <a:lnTo>
                  <a:pt x="707021" y="9413"/>
                </a:lnTo>
                <a:lnTo>
                  <a:pt x="687065" y="2795"/>
                </a:lnTo>
                <a:lnTo>
                  <a:pt x="666445" y="1143"/>
                </a:lnTo>
                <a:close/>
              </a:path>
              <a:path w="1290955" h="198120">
                <a:moveTo>
                  <a:pt x="724206" y="32004"/>
                </a:moveTo>
                <a:lnTo>
                  <a:pt x="676516" y="32004"/>
                </a:lnTo>
                <a:lnTo>
                  <a:pt x="682434" y="39116"/>
                </a:lnTo>
                <a:lnTo>
                  <a:pt x="682434" y="60452"/>
                </a:lnTo>
                <a:lnTo>
                  <a:pt x="728052" y="60452"/>
                </a:lnTo>
                <a:lnTo>
                  <a:pt x="728052" y="47498"/>
                </a:lnTo>
                <a:lnTo>
                  <a:pt x="724206" y="32004"/>
                </a:lnTo>
                <a:close/>
              </a:path>
              <a:path w="1290955" h="198120">
                <a:moveTo>
                  <a:pt x="1024889" y="5969"/>
                </a:moveTo>
                <a:lnTo>
                  <a:pt x="956182" y="5969"/>
                </a:lnTo>
                <a:lnTo>
                  <a:pt x="956182" y="189230"/>
                </a:lnTo>
                <a:lnTo>
                  <a:pt x="1001776" y="189230"/>
                </a:lnTo>
                <a:lnTo>
                  <a:pt x="998728" y="35560"/>
                </a:lnTo>
                <a:lnTo>
                  <a:pt x="1033474" y="35560"/>
                </a:lnTo>
                <a:lnTo>
                  <a:pt x="1024889" y="5969"/>
                </a:lnTo>
                <a:close/>
              </a:path>
              <a:path w="1290955" h="198120">
                <a:moveTo>
                  <a:pt x="1033474" y="35560"/>
                </a:moveTo>
                <a:lnTo>
                  <a:pt x="998728" y="35560"/>
                </a:lnTo>
                <a:lnTo>
                  <a:pt x="1045591" y="189230"/>
                </a:lnTo>
                <a:lnTo>
                  <a:pt x="1111377" y="189230"/>
                </a:lnTo>
                <a:lnTo>
                  <a:pt x="1111377" y="154812"/>
                </a:lnTo>
                <a:lnTo>
                  <a:pt x="1068070" y="154812"/>
                </a:lnTo>
                <a:lnTo>
                  <a:pt x="1033474" y="35560"/>
                </a:lnTo>
                <a:close/>
              </a:path>
              <a:path w="1290955" h="198120">
                <a:moveTo>
                  <a:pt x="1111377" y="5969"/>
                </a:moveTo>
                <a:lnTo>
                  <a:pt x="1065657" y="5969"/>
                </a:lnTo>
                <a:lnTo>
                  <a:pt x="1068070" y="154812"/>
                </a:lnTo>
                <a:lnTo>
                  <a:pt x="1111377" y="154812"/>
                </a:lnTo>
                <a:lnTo>
                  <a:pt x="1111377" y="5969"/>
                </a:lnTo>
                <a:close/>
              </a:path>
              <a:path w="1290955" h="198120">
                <a:moveTo>
                  <a:pt x="279615" y="5969"/>
                </a:moveTo>
                <a:lnTo>
                  <a:pt x="197269" y="5969"/>
                </a:lnTo>
                <a:lnTo>
                  <a:pt x="163499" y="191008"/>
                </a:lnTo>
                <a:lnTo>
                  <a:pt x="213258" y="191008"/>
                </a:lnTo>
                <a:lnTo>
                  <a:pt x="238734" y="19558"/>
                </a:lnTo>
                <a:lnTo>
                  <a:pt x="282094" y="19558"/>
                </a:lnTo>
                <a:lnTo>
                  <a:pt x="279615" y="5969"/>
                </a:lnTo>
                <a:close/>
              </a:path>
              <a:path w="1290955" h="198120">
                <a:moveTo>
                  <a:pt x="282094" y="19558"/>
                </a:moveTo>
                <a:lnTo>
                  <a:pt x="238734" y="19558"/>
                </a:lnTo>
                <a:lnTo>
                  <a:pt x="264210" y="191008"/>
                </a:lnTo>
                <a:lnTo>
                  <a:pt x="313372" y="191008"/>
                </a:lnTo>
                <a:lnTo>
                  <a:pt x="282094" y="19558"/>
                </a:lnTo>
                <a:close/>
              </a:path>
              <a:path w="1290955" h="198120">
                <a:moveTo>
                  <a:pt x="429488" y="5969"/>
                </a:moveTo>
                <a:lnTo>
                  <a:pt x="354253" y="5969"/>
                </a:lnTo>
                <a:lnTo>
                  <a:pt x="350697" y="191008"/>
                </a:lnTo>
                <a:lnTo>
                  <a:pt x="396316" y="191008"/>
                </a:lnTo>
                <a:lnTo>
                  <a:pt x="397497" y="19558"/>
                </a:lnTo>
                <a:lnTo>
                  <a:pt x="431714" y="19558"/>
                </a:lnTo>
                <a:lnTo>
                  <a:pt x="429488" y="5969"/>
                </a:lnTo>
                <a:close/>
              </a:path>
              <a:path w="1290955" h="198120">
                <a:moveTo>
                  <a:pt x="431714" y="19558"/>
                </a:moveTo>
                <a:lnTo>
                  <a:pt x="397497" y="19558"/>
                </a:lnTo>
                <a:lnTo>
                  <a:pt x="429488" y="191008"/>
                </a:lnTo>
                <a:lnTo>
                  <a:pt x="476288" y="191008"/>
                </a:lnTo>
                <a:lnTo>
                  <a:pt x="483823" y="150622"/>
                </a:lnTo>
                <a:lnTo>
                  <a:pt x="453186" y="150622"/>
                </a:lnTo>
                <a:lnTo>
                  <a:pt x="431714" y="19558"/>
                </a:lnTo>
                <a:close/>
              </a:path>
              <a:path w="1290955" h="198120">
                <a:moveTo>
                  <a:pt x="551826" y="19558"/>
                </a:moveTo>
                <a:lnTo>
                  <a:pt x="508279" y="19558"/>
                </a:lnTo>
                <a:lnTo>
                  <a:pt x="509460" y="191008"/>
                </a:lnTo>
                <a:lnTo>
                  <a:pt x="555663" y="191008"/>
                </a:lnTo>
                <a:lnTo>
                  <a:pt x="551826" y="19558"/>
                </a:lnTo>
                <a:close/>
              </a:path>
              <a:path w="1290955" h="198120">
                <a:moveTo>
                  <a:pt x="551522" y="5969"/>
                </a:moveTo>
                <a:lnTo>
                  <a:pt x="476288" y="5969"/>
                </a:lnTo>
                <a:lnTo>
                  <a:pt x="453186" y="150622"/>
                </a:lnTo>
                <a:lnTo>
                  <a:pt x="483823" y="150622"/>
                </a:lnTo>
                <a:lnTo>
                  <a:pt x="508279" y="19558"/>
                </a:lnTo>
                <a:lnTo>
                  <a:pt x="551826" y="19558"/>
                </a:lnTo>
                <a:lnTo>
                  <a:pt x="551522" y="5969"/>
                </a:lnTo>
                <a:close/>
              </a:path>
              <a:path w="1290955" h="198120">
                <a:moveTo>
                  <a:pt x="822198" y="5969"/>
                </a:moveTo>
                <a:lnTo>
                  <a:pt x="775449" y="5969"/>
                </a:lnTo>
                <a:lnTo>
                  <a:pt x="775449" y="148844"/>
                </a:lnTo>
                <a:lnTo>
                  <a:pt x="776033" y="150622"/>
                </a:lnTo>
                <a:lnTo>
                  <a:pt x="782529" y="172285"/>
                </a:lnTo>
                <a:lnTo>
                  <a:pt x="796466" y="186388"/>
                </a:lnTo>
                <a:lnTo>
                  <a:pt x="816172" y="194038"/>
                </a:lnTo>
                <a:lnTo>
                  <a:pt x="839978" y="196342"/>
                </a:lnTo>
                <a:lnTo>
                  <a:pt x="864169" y="194038"/>
                </a:lnTo>
                <a:lnTo>
                  <a:pt x="884062" y="186388"/>
                </a:lnTo>
                <a:lnTo>
                  <a:pt x="898074" y="172285"/>
                </a:lnTo>
                <a:lnTo>
                  <a:pt x="900859" y="163068"/>
                </a:lnTo>
                <a:lnTo>
                  <a:pt x="827532" y="163068"/>
                </a:lnTo>
                <a:lnTo>
                  <a:pt x="823468" y="154178"/>
                </a:lnTo>
                <a:lnTo>
                  <a:pt x="822832" y="150114"/>
                </a:lnTo>
                <a:lnTo>
                  <a:pt x="822198" y="147700"/>
                </a:lnTo>
                <a:lnTo>
                  <a:pt x="822198" y="5969"/>
                </a:lnTo>
                <a:close/>
              </a:path>
              <a:path w="1290955" h="198120">
                <a:moveTo>
                  <a:pt x="905129" y="5969"/>
                </a:moveTo>
                <a:lnTo>
                  <a:pt x="858393" y="5969"/>
                </a:lnTo>
                <a:lnTo>
                  <a:pt x="858393" y="147700"/>
                </a:lnTo>
                <a:lnTo>
                  <a:pt x="857757" y="150114"/>
                </a:lnTo>
                <a:lnTo>
                  <a:pt x="857250" y="154178"/>
                </a:lnTo>
                <a:lnTo>
                  <a:pt x="853058" y="163068"/>
                </a:lnTo>
                <a:lnTo>
                  <a:pt x="900859" y="163068"/>
                </a:lnTo>
                <a:lnTo>
                  <a:pt x="904620" y="150622"/>
                </a:lnTo>
                <a:lnTo>
                  <a:pt x="905129" y="148844"/>
                </a:lnTo>
                <a:lnTo>
                  <a:pt x="905129" y="5969"/>
                </a:lnTo>
                <a:close/>
              </a:path>
              <a:path w="1290955" h="198120">
                <a:moveTo>
                  <a:pt x="1225042" y="1143"/>
                </a:moveTo>
                <a:lnTo>
                  <a:pt x="1182115" y="11096"/>
                </a:lnTo>
                <a:lnTo>
                  <a:pt x="1160526" y="46862"/>
                </a:lnTo>
                <a:lnTo>
                  <a:pt x="1159891" y="49784"/>
                </a:lnTo>
                <a:lnTo>
                  <a:pt x="1159891" y="143002"/>
                </a:lnTo>
                <a:lnTo>
                  <a:pt x="1181687" y="184419"/>
                </a:lnTo>
                <a:lnTo>
                  <a:pt x="1225042" y="194564"/>
                </a:lnTo>
                <a:lnTo>
                  <a:pt x="1248794" y="192188"/>
                </a:lnTo>
                <a:lnTo>
                  <a:pt x="1268952" y="184419"/>
                </a:lnTo>
                <a:lnTo>
                  <a:pt x="1283442" y="170293"/>
                </a:lnTo>
                <a:lnTo>
                  <a:pt x="1286275" y="161290"/>
                </a:lnTo>
                <a:lnTo>
                  <a:pt x="1211452" y="161290"/>
                </a:lnTo>
                <a:lnTo>
                  <a:pt x="1207262" y="153035"/>
                </a:lnTo>
                <a:lnTo>
                  <a:pt x="1206119" y="147700"/>
                </a:lnTo>
                <a:lnTo>
                  <a:pt x="1206119" y="145923"/>
                </a:lnTo>
                <a:lnTo>
                  <a:pt x="1205483" y="143002"/>
                </a:lnTo>
                <a:lnTo>
                  <a:pt x="1205594" y="52832"/>
                </a:lnTo>
                <a:lnTo>
                  <a:pt x="1206753" y="47498"/>
                </a:lnTo>
                <a:lnTo>
                  <a:pt x="1207262" y="43307"/>
                </a:lnTo>
                <a:lnTo>
                  <a:pt x="1211452" y="34417"/>
                </a:lnTo>
                <a:lnTo>
                  <a:pt x="1286209" y="34417"/>
                </a:lnTo>
                <a:lnTo>
                  <a:pt x="1283174" y="24931"/>
                </a:lnTo>
                <a:lnTo>
                  <a:pt x="1268714" y="10858"/>
                </a:lnTo>
                <a:lnTo>
                  <a:pt x="1248705" y="3357"/>
                </a:lnTo>
                <a:lnTo>
                  <a:pt x="1225042" y="1143"/>
                </a:lnTo>
                <a:close/>
              </a:path>
              <a:path w="1290955" h="198120">
                <a:moveTo>
                  <a:pt x="1290827" y="87249"/>
                </a:moveTo>
                <a:lnTo>
                  <a:pt x="1225677" y="87249"/>
                </a:lnTo>
                <a:lnTo>
                  <a:pt x="1225677" y="113919"/>
                </a:lnTo>
                <a:lnTo>
                  <a:pt x="1244600" y="113919"/>
                </a:lnTo>
                <a:lnTo>
                  <a:pt x="1244600" y="145923"/>
                </a:lnTo>
                <a:lnTo>
                  <a:pt x="1244092" y="147700"/>
                </a:lnTo>
                <a:lnTo>
                  <a:pt x="1243457" y="153035"/>
                </a:lnTo>
                <a:lnTo>
                  <a:pt x="1238758" y="161290"/>
                </a:lnTo>
                <a:lnTo>
                  <a:pt x="1286275" y="161290"/>
                </a:lnTo>
                <a:lnTo>
                  <a:pt x="1290193" y="148844"/>
                </a:lnTo>
                <a:lnTo>
                  <a:pt x="1290827" y="143002"/>
                </a:lnTo>
                <a:lnTo>
                  <a:pt x="1290827" y="87249"/>
                </a:lnTo>
                <a:close/>
              </a:path>
              <a:path w="1290955" h="198120">
                <a:moveTo>
                  <a:pt x="1286209" y="34417"/>
                </a:moveTo>
                <a:lnTo>
                  <a:pt x="1239265" y="34417"/>
                </a:lnTo>
                <a:lnTo>
                  <a:pt x="1242821" y="43942"/>
                </a:lnTo>
                <a:lnTo>
                  <a:pt x="1243457" y="47498"/>
                </a:lnTo>
                <a:lnTo>
                  <a:pt x="1244092" y="50419"/>
                </a:lnTo>
                <a:lnTo>
                  <a:pt x="1244092" y="65278"/>
                </a:lnTo>
                <a:lnTo>
                  <a:pt x="1290193" y="65278"/>
                </a:lnTo>
                <a:lnTo>
                  <a:pt x="1290193" y="58674"/>
                </a:lnTo>
                <a:lnTo>
                  <a:pt x="1290827" y="52832"/>
                </a:lnTo>
                <a:lnTo>
                  <a:pt x="1290193" y="46862"/>
                </a:lnTo>
                <a:lnTo>
                  <a:pt x="1286209" y="3441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sena.kim</dc:creator>
  <dc:title>PowerPoint 프레젠테이션</dc:title>
  <dcterms:created xsi:type="dcterms:W3CDTF">2023-08-11T06:35:13Z</dcterms:created>
  <dcterms:modified xsi:type="dcterms:W3CDTF">2023-08-11T06:35:13Z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2023-02-07T00:00:00Z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2023-08-11T00:00:00Z</vt:filetime>
  </property>
</Properties>
</file>