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sldSz cx="9906000" cy="6858000" type="A4"/>
  <p:notesSz cx="9906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5" d="100"/>
          <a:sy n="95" d="100"/>
        </p:scale>
        <p:origin x="216" y="-8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22-Aug-23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 u="sng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22-Aug-23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22-Aug-23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22-Aug-23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22-Aug-23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902951" cy="142535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7489" y="431419"/>
            <a:ext cx="903102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5705" y="3363874"/>
            <a:ext cx="8514588" cy="18567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 u="sng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22-Aug-23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8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0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8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2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20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49.png"/><Relationship Id="rId12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11" Type="http://schemas.openxmlformats.org/officeDocument/2006/relationships/image" Target="../media/image54.png"/><Relationship Id="rId5" Type="http://schemas.openxmlformats.org/officeDocument/2006/relationships/image" Target="../media/image51.png"/><Relationship Id="rId10" Type="http://schemas.openxmlformats.org/officeDocument/2006/relationships/image" Target="../media/image53.png"/><Relationship Id="rId4" Type="http://schemas.openxmlformats.org/officeDocument/2006/relationships/image" Target="../media/image20.png"/><Relationship Id="rId9" Type="http://schemas.openxmlformats.org/officeDocument/2006/relationships/image" Target="../media/image44.png"/><Relationship Id="rId1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4.png"/><Relationship Id="rId3" Type="http://schemas.openxmlformats.org/officeDocument/2006/relationships/image" Target="../media/image8.png"/><Relationship Id="rId7" Type="http://schemas.openxmlformats.org/officeDocument/2006/relationships/image" Target="../media/image59.png"/><Relationship Id="rId12" Type="http://schemas.openxmlformats.org/officeDocument/2006/relationships/image" Target="../media/image6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11" Type="http://schemas.openxmlformats.org/officeDocument/2006/relationships/image" Target="../media/image29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20.png"/><Relationship Id="rId9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png"/><Relationship Id="rId5" Type="http://schemas.openxmlformats.org/officeDocument/2006/relationships/image" Target="../media/image29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8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29.png"/><Relationship Id="rId10" Type="http://schemas.openxmlformats.org/officeDocument/2006/relationships/image" Target="../media/image72.png"/><Relationship Id="rId4" Type="http://schemas.openxmlformats.org/officeDocument/2006/relationships/image" Target="../media/image20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75.png"/><Relationship Id="rId3" Type="http://schemas.openxmlformats.org/officeDocument/2006/relationships/image" Target="../media/image8.png"/><Relationship Id="rId7" Type="http://schemas.openxmlformats.org/officeDocument/2006/relationships/image" Target="../media/image78.png"/><Relationship Id="rId12" Type="http://schemas.openxmlformats.org/officeDocument/2006/relationships/image" Target="../media/image74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29.png"/><Relationship Id="rId10" Type="http://schemas.openxmlformats.org/officeDocument/2006/relationships/image" Target="../media/image72.png"/><Relationship Id="rId4" Type="http://schemas.openxmlformats.org/officeDocument/2006/relationships/image" Target="../media/image20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8.png"/><Relationship Id="rId7" Type="http://schemas.openxmlformats.org/officeDocument/2006/relationships/image" Target="../media/image81.png"/><Relationship Id="rId12" Type="http://schemas.openxmlformats.org/officeDocument/2006/relationships/image" Target="../media/image7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29.png"/><Relationship Id="rId10" Type="http://schemas.openxmlformats.org/officeDocument/2006/relationships/image" Target="../media/image72.png"/><Relationship Id="rId4" Type="http://schemas.openxmlformats.org/officeDocument/2006/relationships/image" Target="../media/image20.png"/><Relationship Id="rId9" Type="http://schemas.openxmlformats.org/officeDocument/2006/relationships/image" Target="../media/image82.png"/><Relationship Id="rId14" Type="http://schemas.openxmlformats.org/officeDocument/2006/relationships/image" Target="../media/image7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8.png"/><Relationship Id="rId7" Type="http://schemas.openxmlformats.org/officeDocument/2006/relationships/image" Target="../media/image84.png"/><Relationship Id="rId12" Type="http://schemas.openxmlformats.org/officeDocument/2006/relationships/image" Target="../media/image7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29.png"/><Relationship Id="rId10" Type="http://schemas.openxmlformats.org/officeDocument/2006/relationships/image" Target="../media/image85.png"/><Relationship Id="rId4" Type="http://schemas.openxmlformats.org/officeDocument/2006/relationships/image" Target="../media/image20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8.png"/><Relationship Id="rId7" Type="http://schemas.openxmlformats.org/officeDocument/2006/relationships/image" Target="../media/image87.png"/><Relationship Id="rId12" Type="http://schemas.openxmlformats.org/officeDocument/2006/relationships/image" Target="../media/image74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11" Type="http://schemas.openxmlformats.org/officeDocument/2006/relationships/image" Target="../media/image88.png"/><Relationship Id="rId5" Type="http://schemas.openxmlformats.org/officeDocument/2006/relationships/image" Target="../media/image29.png"/><Relationship Id="rId10" Type="http://schemas.openxmlformats.org/officeDocument/2006/relationships/image" Target="../media/image72.png"/><Relationship Id="rId4" Type="http://schemas.openxmlformats.org/officeDocument/2006/relationships/image" Target="../media/image20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71.png"/><Relationship Id="rId12" Type="http://schemas.openxmlformats.org/officeDocument/2006/relationships/image" Target="../media/image91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90.png"/><Relationship Id="rId10" Type="http://schemas.openxmlformats.org/officeDocument/2006/relationships/image" Target="../media/image74.png"/><Relationship Id="rId4" Type="http://schemas.openxmlformats.org/officeDocument/2006/relationships/image" Target="../media/image20.png"/><Relationship Id="rId9" Type="http://schemas.openxmlformats.org/officeDocument/2006/relationships/image" Target="../media/image73.png"/><Relationship Id="rId1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png"/><Relationship Id="rId11" Type="http://schemas.openxmlformats.org/officeDocument/2006/relationships/image" Target="../media/image94.png"/><Relationship Id="rId5" Type="http://schemas.openxmlformats.org/officeDocument/2006/relationships/image" Target="../media/image93.png"/><Relationship Id="rId10" Type="http://schemas.openxmlformats.org/officeDocument/2006/relationships/image" Target="../media/image74.png"/><Relationship Id="rId4" Type="http://schemas.openxmlformats.org/officeDocument/2006/relationships/image" Target="../media/image20.png"/><Relationship Id="rId9" Type="http://schemas.openxmlformats.org/officeDocument/2006/relationships/image" Target="../media/image73.png"/><Relationship Id="rId14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5.png"/><Relationship Id="rId7" Type="http://schemas.openxmlformats.org/officeDocument/2006/relationships/image" Target="../media/image16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openxmlformats.org/officeDocument/2006/relationships/image" Target="../media/image8.png"/><Relationship Id="rId9" Type="http://schemas.openxmlformats.org/officeDocument/2006/relationships/image" Target="../media/image9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3" Type="http://schemas.openxmlformats.org/officeDocument/2006/relationships/image" Target="../media/image8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2" Type="http://schemas.openxmlformats.org/officeDocument/2006/relationships/image" Target="../media/image98.png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5" Type="http://schemas.openxmlformats.org/officeDocument/2006/relationships/image" Target="../media/image109.png"/><Relationship Id="rId10" Type="http://schemas.openxmlformats.org/officeDocument/2006/relationships/image" Target="../media/image104.png"/><Relationship Id="rId19" Type="http://schemas.openxmlformats.org/officeDocument/2006/relationships/image" Target="../media/image113.png"/><Relationship Id="rId4" Type="http://schemas.openxmlformats.org/officeDocument/2006/relationships/image" Target="../media/image20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8.png"/><Relationship Id="rId7" Type="http://schemas.openxmlformats.org/officeDocument/2006/relationships/image" Target="../media/image116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5.png"/><Relationship Id="rId5" Type="http://schemas.openxmlformats.org/officeDocument/2006/relationships/image" Target="../media/image99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8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image" Target="../media/image118.png"/><Relationship Id="rId16" Type="http://schemas.openxmlformats.org/officeDocument/2006/relationships/image" Target="../media/image1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99.png"/><Relationship Id="rId15" Type="http://schemas.openxmlformats.org/officeDocument/2006/relationships/image" Target="../media/image128.png"/><Relationship Id="rId10" Type="http://schemas.openxmlformats.org/officeDocument/2006/relationships/image" Target="../media/image123.png"/><Relationship Id="rId4" Type="http://schemas.openxmlformats.org/officeDocument/2006/relationships/image" Target="../media/image20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3" Type="http://schemas.openxmlformats.org/officeDocument/2006/relationships/image" Target="../media/image8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image" Target="../media/image130.png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99.png"/><Relationship Id="rId15" Type="http://schemas.openxmlformats.org/officeDocument/2006/relationships/image" Target="../media/image140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4" Type="http://schemas.openxmlformats.org/officeDocument/2006/relationships/image" Target="../media/image20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46.png"/><Relationship Id="rId7" Type="http://schemas.openxmlformats.org/officeDocument/2006/relationships/image" Target="../media/image148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7.png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5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8.png"/><Relationship Id="rId7" Type="http://schemas.openxmlformats.org/officeDocument/2006/relationships/image" Target="../media/image154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10" Type="http://schemas.openxmlformats.org/officeDocument/2006/relationships/hyperlink" Target="https://www.ideo.org/bio/tim-brown" TargetMode="External"/><Relationship Id="rId4" Type="http://schemas.openxmlformats.org/officeDocument/2006/relationships/image" Target="../media/image20.png"/><Relationship Id="rId9" Type="http://schemas.openxmlformats.org/officeDocument/2006/relationships/image" Target="../media/image156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png"/><Relationship Id="rId3" Type="http://schemas.openxmlformats.org/officeDocument/2006/relationships/image" Target="../media/image8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3.png"/><Relationship Id="rId11" Type="http://schemas.openxmlformats.org/officeDocument/2006/relationships/image" Target="../media/image162.png"/><Relationship Id="rId5" Type="http://schemas.openxmlformats.org/officeDocument/2006/relationships/image" Target="../media/image152.png"/><Relationship Id="rId10" Type="http://schemas.openxmlformats.org/officeDocument/2006/relationships/image" Target="../media/image161.png"/><Relationship Id="rId4" Type="http://schemas.openxmlformats.org/officeDocument/2006/relationships/image" Target="../media/image20.png"/><Relationship Id="rId9" Type="http://schemas.openxmlformats.org/officeDocument/2006/relationships/image" Target="../media/image160.png"/><Relationship Id="rId14" Type="http://schemas.openxmlformats.org/officeDocument/2006/relationships/image" Target="../media/image16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3" Type="http://schemas.openxmlformats.org/officeDocument/2006/relationships/image" Target="../media/image8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2" Type="http://schemas.openxmlformats.org/officeDocument/2006/relationships/image" Target="../media/image166.png"/><Relationship Id="rId16" Type="http://schemas.openxmlformats.org/officeDocument/2006/relationships/image" Target="../media/image17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3.png"/><Relationship Id="rId11" Type="http://schemas.openxmlformats.org/officeDocument/2006/relationships/image" Target="../media/image171.png"/><Relationship Id="rId5" Type="http://schemas.openxmlformats.org/officeDocument/2006/relationships/image" Target="../media/image152.png"/><Relationship Id="rId15" Type="http://schemas.openxmlformats.org/officeDocument/2006/relationships/image" Target="../media/image175.png"/><Relationship Id="rId10" Type="http://schemas.openxmlformats.org/officeDocument/2006/relationships/image" Target="../media/image170.png"/><Relationship Id="rId4" Type="http://schemas.openxmlformats.org/officeDocument/2006/relationships/image" Target="../media/image20.png"/><Relationship Id="rId9" Type="http://schemas.openxmlformats.org/officeDocument/2006/relationships/image" Target="../media/image169.png"/><Relationship Id="rId14" Type="http://schemas.openxmlformats.org/officeDocument/2006/relationships/image" Target="../media/image17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184.png"/><Relationship Id="rId3" Type="http://schemas.openxmlformats.org/officeDocument/2006/relationships/image" Target="../media/image8.png"/><Relationship Id="rId7" Type="http://schemas.openxmlformats.org/officeDocument/2006/relationships/image" Target="../media/image178.png"/><Relationship Id="rId12" Type="http://schemas.openxmlformats.org/officeDocument/2006/relationships/image" Target="../media/image183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3.png"/><Relationship Id="rId11" Type="http://schemas.openxmlformats.org/officeDocument/2006/relationships/image" Target="../media/image182.png"/><Relationship Id="rId5" Type="http://schemas.openxmlformats.org/officeDocument/2006/relationships/image" Target="../media/image152.png"/><Relationship Id="rId10" Type="http://schemas.openxmlformats.org/officeDocument/2006/relationships/image" Target="../media/image181.png"/><Relationship Id="rId4" Type="http://schemas.openxmlformats.org/officeDocument/2006/relationships/image" Target="../media/image20.png"/><Relationship Id="rId9" Type="http://schemas.openxmlformats.org/officeDocument/2006/relationships/image" Target="../media/image180.png"/><Relationship Id="rId14" Type="http://schemas.openxmlformats.org/officeDocument/2006/relationships/image" Target="../media/image18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93.png"/><Relationship Id="rId18" Type="http://schemas.openxmlformats.org/officeDocument/2006/relationships/image" Target="../media/image198.png"/><Relationship Id="rId3" Type="http://schemas.openxmlformats.org/officeDocument/2006/relationships/image" Target="../media/image8.png"/><Relationship Id="rId7" Type="http://schemas.openxmlformats.org/officeDocument/2006/relationships/image" Target="../media/image187.png"/><Relationship Id="rId12" Type="http://schemas.openxmlformats.org/officeDocument/2006/relationships/image" Target="../media/image192.png"/><Relationship Id="rId17" Type="http://schemas.openxmlformats.org/officeDocument/2006/relationships/image" Target="../media/image197.png"/><Relationship Id="rId2" Type="http://schemas.openxmlformats.org/officeDocument/2006/relationships/image" Target="../media/image186.png"/><Relationship Id="rId16" Type="http://schemas.openxmlformats.org/officeDocument/2006/relationships/image" Target="../media/image196.png"/><Relationship Id="rId20" Type="http://schemas.openxmlformats.org/officeDocument/2006/relationships/image" Target="../media/image20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3.png"/><Relationship Id="rId11" Type="http://schemas.openxmlformats.org/officeDocument/2006/relationships/image" Target="../media/image191.png"/><Relationship Id="rId5" Type="http://schemas.openxmlformats.org/officeDocument/2006/relationships/image" Target="../media/image152.png"/><Relationship Id="rId15" Type="http://schemas.openxmlformats.org/officeDocument/2006/relationships/image" Target="../media/image195.png"/><Relationship Id="rId10" Type="http://schemas.openxmlformats.org/officeDocument/2006/relationships/image" Target="../media/image190.png"/><Relationship Id="rId19" Type="http://schemas.openxmlformats.org/officeDocument/2006/relationships/image" Target="../media/image199.png"/><Relationship Id="rId4" Type="http://schemas.openxmlformats.org/officeDocument/2006/relationships/image" Target="../media/image20.png"/><Relationship Id="rId9" Type="http://schemas.openxmlformats.org/officeDocument/2006/relationships/image" Target="../media/image189.png"/><Relationship Id="rId14" Type="http://schemas.openxmlformats.org/officeDocument/2006/relationships/image" Target="../media/image19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9.png"/><Relationship Id="rId18" Type="http://schemas.openxmlformats.org/officeDocument/2006/relationships/image" Target="../media/image214.png"/><Relationship Id="rId26" Type="http://schemas.openxmlformats.org/officeDocument/2006/relationships/image" Target="../media/image222.png"/><Relationship Id="rId3" Type="http://schemas.openxmlformats.org/officeDocument/2006/relationships/image" Target="../media/image8.png"/><Relationship Id="rId21" Type="http://schemas.openxmlformats.org/officeDocument/2006/relationships/image" Target="../media/image217.png"/><Relationship Id="rId7" Type="http://schemas.openxmlformats.org/officeDocument/2006/relationships/image" Target="../media/image203.png"/><Relationship Id="rId12" Type="http://schemas.openxmlformats.org/officeDocument/2006/relationships/image" Target="../media/image208.png"/><Relationship Id="rId17" Type="http://schemas.openxmlformats.org/officeDocument/2006/relationships/image" Target="../media/image213.png"/><Relationship Id="rId25" Type="http://schemas.openxmlformats.org/officeDocument/2006/relationships/image" Target="../media/image221.png"/><Relationship Id="rId2" Type="http://schemas.openxmlformats.org/officeDocument/2006/relationships/image" Target="../media/image201.png"/><Relationship Id="rId16" Type="http://schemas.openxmlformats.org/officeDocument/2006/relationships/image" Target="../media/image212.png"/><Relationship Id="rId20" Type="http://schemas.openxmlformats.org/officeDocument/2006/relationships/image" Target="../media/image216.png"/><Relationship Id="rId29" Type="http://schemas.openxmlformats.org/officeDocument/2006/relationships/image" Target="../media/image2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2.png"/><Relationship Id="rId11" Type="http://schemas.openxmlformats.org/officeDocument/2006/relationships/image" Target="../media/image207.png"/><Relationship Id="rId24" Type="http://schemas.openxmlformats.org/officeDocument/2006/relationships/image" Target="../media/image220.png"/><Relationship Id="rId5" Type="http://schemas.openxmlformats.org/officeDocument/2006/relationships/image" Target="../media/image152.png"/><Relationship Id="rId15" Type="http://schemas.openxmlformats.org/officeDocument/2006/relationships/image" Target="../media/image211.png"/><Relationship Id="rId23" Type="http://schemas.openxmlformats.org/officeDocument/2006/relationships/image" Target="../media/image219.png"/><Relationship Id="rId28" Type="http://schemas.openxmlformats.org/officeDocument/2006/relationships/image" Target="../media/image224.png"/><Relationship Id="rId10" Type="http://schemas.openxmlformats.org/officeDocument/2006/relationships/image" Target="../media/image206.png"/><Relationship Id="rId19" Type="http://schemas.openxmlformats.org/officeDocument/2006/relationships/image" Target="../media/image215.png"/><Relationship Id="rId4" Type="http://schemas.openxmlformats.org/officeDocument/2006/relationships/image" Target="../media/image20.png"/><Relationship Id="rId9" Type="http://schemas.openxmlformats.org/officeDocument/2006/relationships/image" Target="../media/image205.png"/><Relationship Id="rId14" Type="http://schemas.openxmlformats.org/officeDocument/2006/relationships/image" Target="../media/image210.png"/><Relationship Id="rId22" Type="http://schemas.openxmlformats.org/officeDocument/2006/relationships/image" Target="../media/image218.png"/><Relationship Id="rId27" Type="http://schemas.openxmlformats.org/officeDocument/2006/relationships/image" Target="../media/image2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28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7.png"/><Relationship Id="rId5" Type="http://schemas.openxmlformats.org/officeDocument/2006/relationships/image" Target="../media/image152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8.png"/><Relationship Id="rId7" Type="http://schemas.openxmlformats.org/officeDocument/2006/relationships/image" Target="../media/image231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0.png"/><Relationship Id="rId5" Type="http://schemas.openxmlformats.org/officeDocument/2006/relationships/image" Target="../media/image152.png"/><Relationship Id="rId4" Type="http://schemas.openxmlformats.org/officeDocument/2006/relationships/image" Target="../media/image20.png"/><Relationship Id="rId9" Type="http://schemas.openxmlformats.org/officeDocument/2006/relationships/image" Target="../media/image23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jpg"/><Relationship Id="rId3" Type="http://schemas.openxmlformats.org/officeDocument/2006/relationships/image" Target="../media/image8.png"/><Relationship Id="rId7" Type="http://schemas.openxmlformats.org/officeDocument/2006/relationships/image" Target="../media/image236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5.png"/><Relationship Id="rId5" Type="http://schemas.openxmlformats.org/officeDocument/2006/relationships/image" Target="../media/image152.png"/><Relationship Id="rId4" Type="http://schemas.openxmlformats.org/officeDocument/2006/relationships/image" Target="../media/image20.png"/><Relationship Id="rId9" Type="http://schemas.openxmlformats.org/officeDocument/2006/relationships/image" Target="../media/image238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png"/><Relationship Id="rId13" Type="http://schemas.openxmlformats.org/officeDocument/2006/relationships/image" Target="../media/image152.png"/><Relationship Id="rId3" Type="http://schemas.openxmlformats.org/officeDocument/2006/relationships/image" Target="../media/image8.png"/><Relationship Id="rId7" Type="http://schemas.openxmlformats.org/officeDocument/2006/relationships/image" Target="../media/image242.png"/><Relationship Id="rId12" Type="http://schemas.openxmlformats.org/officeDocument/2006/relationships/image" Target="../media/image247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1.png"/><Relationship Id="rId11" Type="http://schemas.openxmlformats.org/officeDocument/2006/relationships/image" Target="../media/image246.png"/><Relationship Id="rId5" Type="http://schemas.openxmlformats.org/officeDocument/2006/relationships/image" Target="../media/image240.png"/><Relationship Id="rId10" Type="http://schemas.openxmlformats.org/officeDocument/2006/relationships/image" Target="../media/image245.png"/><Relationship Id="rId4" Type="http://schemas.openxmlformats.org/officeDocument/2006/relationships/image" Target="../media/image20.png"/><Relationship Id="rId9" Type="http://schemas.openxmlformats.org/officeDocument/2006/relationships/image" Target="../media/image2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2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9.png"/><Relationship Id="rId5" Type="http://schemas.openxmlformats.org/officeDocument/2006/relationships/image" Target="../media/image240.pn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2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2.png"/><Relationship Id="rId5" Type="http://schemas.openxmlformats.org/officeDocument/2006/relationships/image" Target="../media/image251.png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png"/><Relationship Id="rId3" Type="http://schemas.openxmlformats.org/officeDocument/2006/relationships/image" Target="../media/image253.png"/><Relationship Id="rId7" Type="http://schemas.openxmlformats.org/officeDocument/2006/relationships/image" Target="../media/image148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7.png"/><Relationship Id="rId5" Type="http://schemas.openxmlformats.org/officeDocument/2006/relationships/image" Target="../media/image20.png"/><Relationship Id="rId4" Type="http://schemas.openxmlformats.org/officeDocument/2006/relationships/image" Target="../media/image8.png"/><Relationship Id="rId9" Type="http://schemas.openxmlformats.org/officeDocument/2006/relationships/image" Target="../media/image25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13" Type="http://schemas.openxmlformats.org/officeDocument/2006/relationships/image" Target="../media/image152.png"/><Relationship Id="rId3" Type="http://schemas.openxmlformats.org/officeDocument/2006/relationships/image" Target="../media/image8.png"/><Relationship Id="rId7" Type="http://schemas.openxmlformats.org/officeDocument/2006/relationships/image" Target="../media/image259.png"/><Relationship Id="rId12" Type="http://schemas.openxmlformats.org/officeDocument/2006/relationships/image" Target="../media/image264.png"/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8.png"/><Relationship Id="rId11" Type="http://schemas.openxmlformats.org/officeDocument/2006/relationships/image" Target="../media/image263.png"/><Relationship Id="rId5" Type="http://schemas.openxmlformats.org/officeDocument/2006/relationships/image" Target="../media/image257.png"/><Relationship Id="rId10" Type="http://schemas.openxmlformats.org/officeDocument/2006/relationships/image" Target="../media/image262.png"/><Relationship Id="rId4" Type="http://schemas.openxmlformats.org/officeDocument/2006/relationships/image" Target="../media/image20.png"/><Relationship Id="rId9" Type="http://schemas.openxmlformats.org/officeDocument/2006/relationships/image" Target="../media/image26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3" Type="http://schemas.openxmlformats.org/officeDocument/2006/relationships/image" Target="../media/image8.png"/><Relationship Id="rId7" Type="http://schemas.openxmlformats.org/officeDocument/2006/relationships/image" Target="../media/image268.png"/><Relationship Id="rId12" Type="http://schemas.openxmlformats.org/officeDocument/2006/relationships/image" Target="../media/image273.png"/><Relationship Id="rId2" Type="http://schemas.openxmlformats.org/officeDocument/2006/relationships/image" Target="../media/image26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7.png"/><Relationship Id="rId11" Type="http://schemas.openxmlformats.org/officeDocument/2006/relationships/image" Target="../media/image272.png"/><Relationship Id="rId5" Type="http://schemas.openxmlformats.org/officeDocument/2006/relationships/image" Target="../media/image266.png"/><Relationship Id="rId10" Type="http://schemas.openxmlformats.org/officeDocument/2006/relationships/image" Target="../media/image271.png"/><Relationship Id="rId4" Type="http://schemas.openxmlformats.org/officeDocument/2006/relationships/image" Target="../media/image20.png"/><Relationship Id="rId9" Type="http://schemas.openxmlformats.org/officeDocument/2006/relationships/image" Target="../media/image27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76.png"/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5.png"/><Relationship Id="rId5" Type="http://schemas.openxmlformats.org/officeDocument/2006/relationships/image" Target="../media/image266.png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79.png"/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8.png"/><Relationship Id="rId5" Type="http://schemas.openxmlformats.org/officeDocument/2006/relationships/image" Target="../media/image266.png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82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1.png"/><Relationship Id="rId5" Type="http://schemas.openxmlformats.org/officeDocument/2006/relationships/image" Target="../media/image266.png"/><Relationship Id="rId4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84.png"/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1.png"/><Relationship Id="rId5" Type="http://schemas.openxmlformats.org/officeDocument/2006/relationships/image" Target="../media/image266.png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png"/><Relationship Id="rId3" Type="http://schemas.openxmlformats.org/officeDocument/2006/relationships/image" Target="../media/image8.png"/><Relationship Id="rId7" Type="http://schemas.openxmlformats.org/officeDocument/2006/relationships/image" Target="../media/image288.png"/><Relationship Id="rId12" Type="http://schemas.openxmlformats.org/officeDocument/2006/relationships/image" Target="../media/image273.png"/><Relationship Id="rId2" Type="http://schemas.openxmlformats.org/officeDocument/2006/relationships/image" Target="../media/image28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7.png"/><Relationship Id="rId11" Type="http://schemas.openxmlformats.org/officeDocument/2006/relationships/image" Target="../media/image290.png"/><Relationship Id="rId5" Type="http://schemas.openxmlformats.org/officeDocument/2006/relationships/image" Target="../media/image286.png"/><Relationship Id="rId10" Type="http://schemas.openxmlformats.org/officeDocument/2006/relationships/image" Target="../media/image271.png"/><Relationship Id="rId4" Type="http://schemas.openxmlformats.org/officeDocument/2006/relationships/image" Target="../media/image20.png"/><Relationship Id="rId9" Type="http://schemas.openxmlformats.org/officeDocument/2006/relationships/image" Target="../media/image27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93.png"/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5" Type="http://schemas.openxmlformats.org/officeDocument/2006/relationships/image" Target="../media/image286.png"/><Relationship Id="rId4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96.png"/><Relationship Id="rId2" Type="http://schemas.openxmlformats.org/officeDocument/2006/relationships/image" Target="../media/image2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5.png"/><Relationship Id="rId5" Type="http://schemas.openxmlformats.org/officeDocument/2006/relationships/image" Target="../media/image286.png"/><Relationship Id="rId4" Type="http://schemas.openxmlformats.org/officeDocument/2006/relationships/image" Target="../media/image2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98.png"/><Relationship Id="rId2" Type="http://schemas.openxmlformats.org/officeDocument/2006/relationships/image" Target="../media/image29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5.png"/><Relationship Id="rId5" Type="http://schemas.openxmlformats.org/officeDocument/2006/relationships/image" Target="../media/image286.png"/><Relationship Id="rId4" Type="http://schemas.openxmlformats.org/officeDocument/2006/relationships/image" Target="../media/image2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86.png"/><Relationship Id="rId2" Type="http://schemas.openxmlformats.org/officeDocument/2006/relationships/image" Target="../media/image2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1.png"/><Relationship Id="rId5" Type="http://schemas.openxmlformats.org/officeDocument/2006/relationships/image" Target="../media/image300.png"/><Relationship Id="rId4" Type="http://schemas.openxmlformats.org/officeDocument/2006/relationships/image" Target="../media/image2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png"/><Relationship Id="rId3" Type="http://schemas.openxmlformats.org/officeDocument/2006/relationships/image" Target="../media/image8.png"/><Relationship Id="rId7" Type="http://schemas.openxmlformats.org/officeDocument/2006/relationships/image" Target="../media/image304.png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3.png"/><Relationship Id="rId11" Type="http://schemas.openxmlformats.org/officeDocument/2006/relationships/image" Target="../media/image286.png"/><Relationship Id="rId5" Type="http://schemas.openxmlformats.org/officeDocument/2006/relationships/image" Target="../media/image300.png"/><Relationship Id="rId10" Type="http://schemas.openxmlformats.org/officeDocument/2006/relationships/image" Target="../media/image307.png"/><Relationship Id="rId4" Type="http://schemas.openxmlformats.org/officeDocument/2006/relationships/image" Target="../media/image20.png"/><Relationship Id="rId9" Type="http://schemas.openxmlformats.org/officeDocument/2006/relationships/image" Target="../media/image30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png"/><Relationship Id="rId13" Type="http://schemas.openxmlformats.org/officeDocument/2006/relationships/image" Target="../media/image314.png"/><Relationship Id="rId3" Type="http://schemas.openxmlformats.org/officeDocument/2006/relationships/image" Target="../media/image8.png"/><Relationship Id="rId7" Type="http://schemas.openxmlformats.org/officeDocument/2006/relationships/image" Target="../media/image311.png"/><Relationship Id="rId12" Type="http://schemas.openxmlformats.org/officeDocument/2006/relationships/image" Target="../media/image306.png"/><Relationship Id="rId2" Type="http://schemas.openxmlformats.org/officeDocument/2006/relationships/image" Target="../media/image30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0.png"/><Relationship Id="rId11" Type="http://schemas.openxmlformats.org/officeDocument/2006/relationships/image" Target="../media/image305.png"/><Relationship Id="rId5" Type="http://schemas.openxmlformats.org/officeDocument/2006/relationships/image" Target="../media/image309.png"/><Relationship Id="rId10" Type="http://schemas.openxmlformats.org/officeDocument/2006/relationships/image" Target="../media/image304.png"/><Relationship Id="rId4" Type="http://schemas.openxmlformats.org/officeDocument/2006/relationships/image" Target="../media/image20.png"/><Relationship Id="rId9" Type="http://schemas.openxmlformats.org/officeDocument/2006/relationships/image" Target="../media/image313.png"/><Relationship Id="rId14" Type="http://schemas.openxmlformats.org/officeDocument/2006/relationships/image" Target="../media/image28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png"/><Relationship Id="rId3" Type="http://schemas.openxmlformats.org/officeDocument/2006/relationships/image" Target="../media/image8.png"/><Relationship Id="rId7" Type="http://schemas.openxmlformats.org/officeDocument/2006/relationships/image" Target="../media/image318.png"/><Relationship Id="rId12" Type="http://schemas.openxmlformats.org/officeDocument/2006/relationships/image" Target="../media/image273.png"/><Relationship Id="rId2" Type="http://schemas.openxmlformats.org/officeDocument/2006/relationships/image" Target="../media/image3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7.png"/><Relationship Id="rId11" Type="http://schemas.openxmlformats.org/officeDocument/2006/relationships/image" Target="../media/image321.png"/><Relationship Id="rId5" Type="http://schemas.openxmlformats.org/officeDocument/2006/relationships/image" Target="../media/image316.png"/><Relationship Id="rId10" Type="http://schemas.openxmlformats.org/officeDocument/2006/relationships/image" Target="../media/image320.png"/><Relationship Id="rId4" Type="http://schemas.openxmlformats.org/officeDocument/2006/relationships/image" Target="../media/image20.png"/><Relationship Id="rId9" Type="http://schemas.openxmlformats.org/officeDocument/2006/relationships/image" Target="../media/image26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16.png"/><Relationship Id="rId2" Type="http://schemas.openxmlformats.org/officeDocument/2006/relationships/image" Target="../media/image3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4.png"/><Relationship Id="rId5" Type="http://schemas.openxmlformats.org/officeDocument/2006/relationships/image" Target="../media/image323.png"/><Relationship Id="rId4" Type="http://schemas.openxmlformats.org/officeDocument/2006/relationships/image" Target="../media/image2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16.png"/><Relationship Id="rId2" Type="http://schemas.openxmlformats.org/officeDocument/2006/relationships/image" Target="../media/image3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6.png"/><Relationship Id="rId5" Type="http://schemas.openxmlformats.org/officeDocument/2006/relationships/image" Target="../media/image323.png"/><Relationship Id="rId4" Type="http://schemas.openxmlformats.org/officeDocument/2006/relationships/image" Target="../media/image2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16.png"/><Relationship Id="rId2" Type="http://schemas.openxmlformats.org/officeDocument/2006/relationships/image" Target="../media/image3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8.png"/><Relationship Id="rId5" Type="http://schemas.openxmlformats.org/officeDocument/2006/relationships/image" Target="../media/image323.png"/><Relationship Id="rId4" Type="http://schemas.openxmlformats.org/officeDocument/2006/relationships/image" Target="../media/image2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16.pn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5" Type="http://schemas.openxmlformats.org/officeDocument/2006/relationships/image" Target="../media/image323.png"/><Relationship Id="rId4" Type="http://schemas.openxmlformats.org/officeDocument/2006/relationships/image" Target="../media/image2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16.png"/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2.png"/><Relationship Id="rId5" Type="http://schemas.openxmlformats.org/officeDocument/2006/relationships/image" Target="../media/image323.png"/><Relationship Id="rId4" Type="http://schemas.openxmlformats.org/officeDocument/2006/relationships/image" Target="../media/image2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16.png"/><Relationship Id="rId2" Type="http://schemas.openxmlformats.org/officeDocument/2006/relationships/image" Target="../media/image3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5.png"/><Relationship Id="rId5" Type="http://schemas.openxmlformats.org/officeDocument/2006/relationships/image" Target="../media/image334.png"/><Relationship Id="rId4" Type="http://schemas.openxmlformats.org/officeDocument/2006/relationships/image" Target="../media/image2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6.png"/><Relationship Id="rId5" Type="http://schemas.openxmlformats.org/officeDocument/2006/relationships/image" Target="../media/image337.png"/><Relationship Id="rId4" Type="http://schemas.openxmlformats.org/officeDocument/2006/relationships/image" Target="../media/image2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2.png"/><Relationship Id="rId3" Type="http://schemas.openxmlformats.org/officeDocument/2006/relationships/image" Target="../media/image8.png"/><Relationship Id="rId7" Type="http://schemas.openxmlformats.org/officeDocument/2006/relationships/image" Target="../media/image341.png"/><Relationship Id="rId2" Type="http://schemas.openxmlformats.org/officeDocument/2006/relationships/image" Target="../media/image3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5" Type="http://schemas.openxmlformats.org/officeDocument/2006/relationships/image" Target="../media/image339.png"/><Relationship Id="rId4" Type="http://schemas.openxmlformats.org/officeDocument/2006/relationships/image" Target="../media/image20.png"/><Relationship Id="rId9" Type="http://schemas.openxmlformats.org/officeDocument/2006/relationships/image" Target="../media/image316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png"/><Relationship Id="rId3" Type="http://schemas.openxmlformats.org/officeDocument/2006/relationships/image" Target="../media/image8.png"/><Relationship Id="rId7" Type="http://schemas.openxmlformats.org/officeDocument/2006/relationships/image" Target="../media/image346.png"/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5.png"/><Relationship Id="rId5" Type="http://schemas.openxmlformats.org/officeDocument/2006/relationships/image" Target="../media/image344.png"/><Relationship Id="rId4" Type="http://schemas.openxmlformats.org/officeDocument/2006/relationships/image" Target="../media/image2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png"/><Relationship Id="rId3" Type="http://schemas.openxmlformats.org/officeDocument/2006/relationships/image" Target="../media/image8.png"/><Relationship Id="rId7" Type="http://schemas.openxmlformats.org/officeDocument/2006/relationships/image" Target="../media/image351.png"/><Relationship Id="rId2" Type="http://schemas.openxmlformats.org/officeDocument/2006/relationships/image" Target="../media/image3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0.png"/><Relationship Id="rId5" Type="http://schemas.openxmlformats.org/officeDocument/2006/relationships/image" Target="../media/image349.png"/><Relationship Id="rId4" Type="http://schemas.openxmlformats.org/officeDocument/2006/relationships/image" Target="../media/image2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png"/><Relationship Id="rId3" Type="http://schemas.openxmlformats.org/officeDocument/2006/relationships/image" Target="../media/image8.png"/><Relationship Id="rId7" Type="http://schemas.openxmlformats.org/officeDocument/2006/relationships/image" Target="../media/image356.png"/><Relationship Id="rId12" Type="http://schemas.openxmlformats.org/officeDocument/2006/relationships/image" Target="../media/image359.png"/><Relationship Id="rId2" Type="http://schemas.openxmlformats.org/officeDocument/2006/relationships/image" Target="../media/image3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5.png"/><Relationship Id="rId11" Type="http://schemas.openxmlformats.org/officeDocument/2006/relationships/image" Target="../media/image358.png"/><Relationship Id="rId5" Type="http://schemas.openxmlformats.org/officeDocument/2006/relationships/image" Target="../media/image354.png"/><Relationship Id="rId10" Type="http://schemas.openxmlformats.org/officeDocument/2006/relationships/image" Target="../media/image270.png"/><Relationship Id="rId4" Type="http://schemas.openxmlformats.org/officeDocument/2006/relationships/image" Target="../media/image20.png"/><Relationship Id="rId9" Type="http://schemas.openxmlformats.org/officeDocument/2006/relationships/image" Target="../media/image26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62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1.png"/><Relationship Id="rId5" Type="http://schemas.openxmlformats.org/officeDocument/2006/relationships/image" Target="../media/image354.png"/><Relationship Id="rId4" Type="http://schemas.openxmlformats.org/officeDocument/2006/relationships/image" Target="../media/image2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64.png"/><Relationship Id="rId2" Type="http://schemas.openxmlformats.org/officeDocument/2006/relationships/image" Target="../media/image36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1.png"/><Relationship Id="rId5" Type="http://schemas.openxmlformats.org/officeDocument/2006/relationships/image" Target="../media/image354.png"/><Relationship Id="rId4" Type="http://schemas.openxmlformats.org/officeDocument/2006/relationships/image" Target="../media/image2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54.png"/><Relationship Id="rId2" Type="http://schemas.openxmlformats.org/officeDocument/2006/relationships/image" Target="../media/image36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7.png"/><Relationship Id="rId5" Type="http://schemas.openxmlformats.org/officeDocument/2006/relationships/image" Target="../media/image366.png"/><Relationship Id="rId4" Type="http://schemas.openxmlformats.org/officeDocument/2006/relationships/image" Target="../media/image2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6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.png"/><Relationship Id="rId5" Type="http://schemas.openxmlformats.org/officeDocument/2006/relationships/image" Target="../media/image370.png"/><Relationship Id="rId4" Type="http://schemas.openxmlformats.org/officeDocument/2006/relationships/image" Target="../media/image2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54.png"/><Relationship Id="rId2" Type="http://schemas.openxmlformats.org/officeDocument/2006/relationships/image" Target="../media/image3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4.png"/><Relationship Id="rId5" Type="http://schemas.openxmlformats.org/officeDocument/2006/relationships/image" Target="../media/image373.png"/><Relationship Id="rId4" Type="http://schemas.openxmlformats.org/officeDocument/2006/relationships/image" Target="../media/image2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54.png"/><Relationship Id="rId2" Type="http://schemas.openxmlformats.org/officeDocument/2006/relationships/image" Target="../media/image37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7.png"/><Relationship Id="rId5" Type="http://schemas.openxmlformats.org/officeDocument/2006/relationships/image" Target="../media/image376.png"/><Relationship Id="rId4" Type="http://schemas.openxmlformats.org/officeDocument/2006/relationships/image" Target="../media/image2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4.png"/><Relationship Id="rId3" Type="http://schemas.openxmlformats.org/officeDocument/2006/relationships/image" Target="../media/image8.png"/><Relationship Id="rId7" Type="http://schemas.openxmlformats.org/officeDocument/2006/relationships/image" Target="../media/image380.jpg"/><Relationship Id="rId2" Type="http://schemas.openxmlformats.org/officeDocument/2006/relationships/image" Target="../media/image3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9.png"/><Relationship Id="rId5" Type="http://schemas.openxmlformats.org/officeDocument/2006/relationships/image" Target="../media/image376.png"/><Relationship Id="rId4" Type="http://schemas.openxmlformats.org/officeDocument/2006/relationships/image" Target="../media/image2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54.png"/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3.png"/><Relationship Id="rId5" Type="http://schemas.openxmlformats.org/officeDocument/2006/relationships/image" Target="../media/image382.png"/><Relationship Id="rId4" Type="http://schemas.openxmlformats.org/officeDocument/2006/relationships/image" Target="../media/image2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4.png"/><Relationship Id="rId3" Type="http://schemas.openxmlformats.org/officeDocument/2006/relationships/image" Target="../media/image8.png"/><Relationship Id="rId7" Type="http://schemas.openxmlformats.org/officeDocument/2006/relationships/image" Target="../media/image386.jpg"/><Relationship Id="rId2" Type="http://schemas.openxmlformats.org/officeDocument/2006/relationships/image" Target="../media/image38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5.png"/><Relationship Id="rId5" Type="http://schemas.openxmlformats.org/officeDocument/2006/relationships/image" Target="../media/image382.png"/><Relationship Id="rId4" Type="http://schemas.openxmlformats.org/officeDocument/2006/relationships/image" Target="../media/image2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54.png"/><Relationship Id="rId2" Type="http://schemas.openxmlformats.org/officeDocument/2006/relationships/image" Target="../media/image3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2.png"/><Relationship Id="rId5" Type="http://schemas.openxmlformats.org/officeDocument/2006/relationships/image" Target="../media/image388.png"/><Relationship Id="rId4" Type="http://schemas.openxmlformats.org/officeDocument/2006/relationships/image" Target="../media/image2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54.png"/><Relationship Id="rId2" Type="http://schemas.openxmlformats.org/officeDocument/2006/relationships/image" Target="../media/image3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0.png"/><Relationship Id="rId5" Type="http://schemas.openxmlformats.org/officeDocument/2006/relationships/image" Target="../media/image382.png"/><Relationship Id="rId4" Type="http://schemas.openxmlformats.org/officeDocument/2006/relationships/image" Target="../media/image2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54.png"/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2.png"/><Relationship Id="rId5" Type="http://schemas.openxmlformats.org/officeDocument/2006/relationships/image" Target="../media/image382.png"/><Relationship Id="rId4" Type="http://schemas.openxmlformats.org/officeDocument/2006/relationships/image" Target="../media/image20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4.png"/><Relationship Id="rId3" Type="http://schemas.openxmlformats.org/officeDocument/2006/relationships/image" Target="../media/image8.png"/><Relationship Id="rId7" Type="http://schemas.openxmlformats.org/officeDocument/2006/relationships/image" Target="../media/image396.png"/><Relationship Id="rId2" Type="http://schemas.openxmlformats.org/officeDocument/2006/relationships/image" Target="../media/image39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5.jpg"/><Relationship Id="rId5" Type="http://schemas.openxmlformats.org/officeDocument/2006/relationships/image" Target="../media/image394.png"/><Relationship Id="rId4" Type="http://schemas.openxmlformats.org/officeDocument/2006/relationships/image" Target="../media/image2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png"/><Relationship Id="rId3" Type="http://schemas.openxmlformats.org/officeDocument/2006/relationships/image" Target="../media/image8.png"/><Relationship Id="rId7" Type="http://schemas.openxmlformats.org/officeDocument/2006/relationships/image" Target="../media/image400.png"/><Relationship Id="rId12" Type="http://schemas.openxmlformats.org/officeDocument/2006/relationships/image" Target="../media/image273.png"/><Relationship Id="rId2" Type="http://schemas.openxmlformats.org/officeDocument/2006/relationships/image" Target="../media/image39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9.png"/><Relationship Id="rId11" Type="http://schemas.openxmlformats.org/officeDocument/2006/relationships/image" Target="../media/image402.png"/><Relationship Id="rId5" Type="http://schemas.openxmlformats.org/officeDocument/2006/relationships/image" Target="../media/image398.png"/><Relationship Id="rId10" Type="http://schemas.openxmlformats.org/officeDocument/2006/relationships/image" Target="../media/image270.png"/><Relationship Id="rId4" Type="http://schemas.openxmlformats.org/officeDocument/2006/relationships/image" Target="../media/image20.png"/><Relationship Id="rId9" Type="http://schemas.openxmlformats.org/officeDocument/2006/relationships/image" Target="../media/image40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98.png"/><Relationship Id="rId2" Type="http://schemas.openxmlformats.org/officeDocument/2006/relationships/image" Target="../media/image4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5.png"/><Relationship Id="rId5" Type="http://schemas.openxmlformats.org/officeDocument/2006/relationships/image" Target="../media/image404.png"/><Relationship Id="rId4" Type="http://schemas.openxmlformats.org/officeDocument/2006/relationships/image" Target="../media/image2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98.png"/><Relationship Id="rId2" Type="http://schemas.openxmlformats.org/officeDocument/2006/relationships/image" Target="../media/image40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8.png"/><Relationship Id="rId5" Type="http://schemas.openxmlformats.org/officeDocument/2006/relationships/image" Target="../media/image407.png"/><Relationship Id="rId4" Type="http://schemas.openxmlformats.org/officeDocument/2006/relationships/image" Target="../media/image2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98.png"/><Relationship Id="rId2" Type="http://schemas.openxmlformats.org/officeDocument/2006/relationships/image" Target="../media/image40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0.png"/><Relationship Id="rId5" Type="http://schemas.openxmlformats.org/officeDocument/2006/relationships/image" Target="../media/image407.png"/><Relationship Id="rId4" Type="http://schemas.openxmlformats.org/officeDocument/2006/relationships/image" Target="../media/image2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98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2.png"/><Relationship Id="rId5" Type="http://schemas.openxmlformats.org/officeDocument/2006/relationships/image" Target="../media/image407.png"/><Relationship Id="rId4" Type="http://schemas.openxmlformats.org/officeDocument/2006/relationships/image" Target="../media/image2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98.png"/><Relationship Id="rId2" Type="http://schemas.openxmlformats.org/officeDocument/2006/relationships/image" Target="../media/image4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5.png"/><Relationship Id="rId5" Type="http://schemas.openxmlformats.org/officeDocument/2006/relationships/image" Target="../media/image414.png"/><Relationship Id="rId4" Type="http://schemas.openxmlformats.org/officeDocument/2006/relationships/image" Target="../media/image2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98.png"/><Relationship Id="rId2" Type="http://schemas.openxmlformats.org/officeDocument/2006/relationships/image" Target="../media/image4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7.png"/><Relationship Id="rId5" Type="http://schemas.openxmlformats.org/officeDocument/2006/relationships/image" Target="../media/image414.png"/><Relationship Id="rId4" Type="http://schemas.openxmlformats.org/officeDocument/2006/relationships/image" Target="../media/image2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98.png"/><Relationship Id="rId2" Type="http://schemas.openxmlformats.org/officeDocument/2006/relationships/image" Target="../media/image4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0.png"/><Relationship Id="rId5" Type="http://schemas.openxmlformats.org/officeDocument/2006/relationships/image" Target="../media/image419.png"/><Relationship Id="rId4" Type="http://schemas.openxmlformats.org/officeDocument/2006/relationships/image" Target="../media/image2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98.png"/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3.png"/><Relationship Id="rId5" Type="http://schemas.openxmlformats.org/officeDocument/2006/relationships/image" Target="../media/image422.png"/><Relationship Id="rId4" Type="http://schemas.openxmlformats.org/officeDocument/2006/relationships/image" Target="../media/image2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5.png"/><Relationship Id="rId2" Type="http://schemas.openxmlformats.org/officeDocument/2006/relationships/image" Target="../media/image42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8.png"/><Relationship Id="rId2" Type="http://schemas.openxmlformats.org/officeDocument/2006/relationships/image" Target="../media/image42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903460" cy="6858000"/>
            <a:chOff x="0" y="0"/>
            <a:chExt cx="9903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902952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9580" y="449580"/>
              <a:ext cx="1282065" cy="198120"/>
            </a:xfrm>
            <a:custGeom>
              <a:avLst/>
              <a:gdLst/>
              <a:ahLst/>
              <a:cxnLst/>
              <a:rect l="l" t="t" r="r" b="b"/>
              <a:pathLst>
                <a:path w="1282064" h="198120">
                  <a:moveTo>
                    <a:pt x="48818" y="130556"/>
                  </a:moveTo>
                  <a:lnTo>
                    <a:pt x="0" y="130556"/>
                  </a:lnTo>
                  <a:lnTo>
                    <a:pt x="44" y="144982"/>
                  </a:lnTo>
                  <a:lnTo>
                    <a:pt x="5587" y="170366"/>
                  </a:lnTo>
                  <a:lnTo>
                    <a:pt x="20439" y="186785"/>
                  </a:lnTo>
                  <a:lnTo>
                    <a:pt x="41689" y="195536"/>
                  </a:lnTo>
                  <a:lnTo>
                    <a:pt x="66471" y="198120"/>
                  </a:lnTo>
                  <a:lnTo>
                    <a:pt x="89894" y="195871"/>
                  </a:lnTo>
                  <a:lnTo>
                    <a:pt x="109624" y="188610"/>
                  </a:lnTo>
                  <a:lnTo>
                    <a:pt x="123952" y="175563"/>
                  </a:lnTo>
                  <a:lnTo>
                    <a:pt x="127895" y="164846"/>
                  </a:lnTo>
                  <a:lnTo>
                    <a:pt x="55879" y="164846"/>
                  </a:lnTo>
                  <a:lnTo>
                    <a:pt x="49403" y="158369"/>
                  </a:lnTo>
                  <a:lnTo>
                    <a:pt x="49286" y="144780"/>
                  </a:lnTo>
                  <a:lnTo>
                    <a:pt x="48818" y="130556"/>
                  </a:lnTo>
                  <a:close/>
                </a:path>
                <a:path w="1282064" h="198120">
                  <a:moveTo>
                    <a:pt x="65874" y="0"/>
                  </a:moveTo>
                  <a:lnTo>
                    <a:pt x="23748" y="9429"/>
                  </a:lnTo>
                  <a:lnTo>
                    <a:pt x="2349" y="41529"/>
                  </a:lnTo>
                  <a:lnTo>
                    <a:pt x="584" y="49784"/>
                  </a:lnTo>
                  <a:lnTo>
                    <a:pt x="584" y="56896"/>
                  </a:lnTo>
                  <a:lnTo>
                    <a:pt x="2349" y="66421"/>
                  </a:lnTo>
                  <a:lnTo>
                    <a:pt x="17379" y="90144"/>
                  </a:lnTo>
                  <a:lnTo>
                    <a:pt x="43159" y="107711"/>
                  </a:lnTo>
                  <a:lnTo>
                    <a:pt x="69270" y="122731"/>
                  </a:lnTo>
                  <a:lnTo>
                    <a:pt x="85293" y="138811"/>
                  </a:lnTo>
                  <a:lnTo>
                    <a:pt x="87058" y="143002"/>
                  </a:lnTo>
                  <a:lnTo>
                    <a:pt x="86461" y="148844"/>
                  </a:lnTo>
                  <a:lnTo>
                    <a:pt x="85293" y="152400"/>
                  </a:lnTo>
                  <a:lnTo>
                    <a:pt x="84112" y="158369"/>
                  </a:lnTo>
                  <a:lnTo>
                    <a:pt x="79997" y="164846"/>
                  </a:lnTo>
                  <a:lnTo>
                    <a:pt x="127895" y="164846"/>
                  </a:lnTo>
                  <a:lnTo>
                    <a:pt x="131165" y="155956"/>
                  </a:lnTo>
                  <a:lnTo>
                    <a:pt x="132240" y="144982"/>
                  </a:lnTo>
                  <a:lnTo>
                    <a:pt x="132270" y="136175"/>
                  </a:lnTo>
                  <a:lnTo>
                    <a:pt x="131747" y="129702"/>
                  </a:lnTo>
                  <a:lnTo>
                    <a:pt x="131165" y="125730"/>
                  </a:lnTo>
                  <a:lnTo>
                    <a:pt x="115818" y="101016"/>
                  </a:lnTo>
                  <a:lnTo>
                    <a:pt x="89111" y="83185"/>
                  </a:lnTo>
                  <a:lnTo>
                    <a:pt x="62844" y="68687"/>
                  </a:lnTo>
                  <a:lnTo>
                    <a:pt x="48818" y="53975"/>
                  </a:lnTo>
                  <a:lnTo>
                    <a:pt x="47637" y="49784"/>
                  </a:lnTo>
                  <a:lnTo>
                    <a:pt x="48128" y="46862"/>
                  </a:lnTo>
                  <a:lnTo>
                    <a:pt x="48234" y="43942"/>
                  </a:lnTo>
                  <a:lnTo>
                    <a:pt x="49403" y="37973"/>
                  </a:lnTo>
                  <a:lnTo>
                    <a:pt x="53530" y="31496"/>
                  </a:lnTo>
                  <a:lnTo>
                    <a:pt x="124381" y="31496"/>
                  </a:lnTo>
                  <a:lnTo>
                    <a:pt x="122128" y="22502"/>
                  </a:lnTo>
                  <a:lnTo>
                    <a:pt x="106759" y="8286"/>
                  </a:lnTo>
                  <a:lnTo>
                    <a:pt x="86537" y="1643"/>
                  </a:lnTo>
                  <a:lnTo>
                    <a:pt x="65874" y="0"/>
                  </a:lnTo>
                  <a:close/>
                </a:path>
                <a:path w="1282064" h="198120">
                  <a:moveTo>
                    <a:pt x="124381" y="31496"/>
                  </a:moveTo>
                  <a:lnTo>
                    <a:pt x="75882" y="31496"/>
                  </a:lnTo>
                  <a:lnTo>
                    <a:pt x="82346" y="38608"/>
                  </a:lnTo>
                  <a:lnTo>
                    <a:pt x="82346" y="59944"/>
                  </a:lnTo>
                  <a:lnTo>
                    <a:pt x="128231" y="59944"/>
                  </a:lnTo>
                  <a:lnTo>
                    <a:pt x="128231" y="46862"/>
                  </a:lnTo>
                  <a:lnTo>
                    <a:pt x="124381" y="31496"/>
                  </a:lnTo>
                  <a:close/>
                </a:path>
                <a:path w="1282064" h="198120">
                  <a:moveTo>
                    <a:pt x="645248" y="129921"/>
                  </a:moveTo>
                  <a:lnTo>
                    <a:pt x="596430" y="129921"/>
                  </a:lnTo>
                  <a:lnTo>
                    <a:pt x="596516" y="144545"/>
                  </a:lnTo>
                  <a:lnTo>
                    <a:pt x="601926" y="169652"/>
                  </a:lnTo>
                  <a:lnTo>
                    <a:pt x="616575" y="185896"/>
                  </a:lnTo>
                  <a:lnTo>
                    <a:pt x="637620" y="194472"/>
                  </a:lnTo>
                  <a:lnTo>
                    <a:pt x="662305" y="196977"/>
                  </a:lnTo>
                  <a:lnTo>
                    <a:pt x="685643" y="194738"/>
                  </a:lnTo>
                  <a:lnTo>
                    <a:pt x="705177" y="187547"/>
                  </a:lnTo>
                  <a:lnTo>
                    <a:pt x="719304" y="174688"/>
                  </a:lnTo>
                  <a:lnTo>
                    <a:pt x="723136" y="164337"/>
                  </a:lnTo>
                  <a:lnTo>
                    <a:pt x="651725" y="164337"/>
                  </a:lnTo>
                  <a:lnTo>
                    <a:pt x="645248" y="157734"/>
                  </a:lnTo>
                  <a:lnTo>
                    <a:pt x="645248" y="129921"/>
                  </a:lnTo>
                  <a:close/>
                </a:path>
                <a:path w="1282064" h="198120">
                  <a:moveTo>
                    <a:pt x="661720" y="1143"/>
                  </a:moveTo>
                  <a:lnTo>
                    <a:pt x="619813" y="10271"/>
                  </a:lnTo>
                  <a:lnTo>
                    <a:pt x="598195" y="42164"/>
                  </a:lnTo>
                  <a:lnTo>
                    <a:pt x="597027" y="49784"/>
                  </a:lnTo>
                  <a:lnTo>
                    <a:pt x="597027" y="57531"/>
                  </a:lnTo>
                  <a:lnTo>
                    <a:pt x="598779" y="66421"/>
                  </a:lnTo>
                  <a:lnTo>
                    <a:pt x="613708" y="90044"/>
                  </a:lnTo>
                  <a:lnTo>
                    <a:pt x="639222" y="107394"/>
                  </a:lnTo>
                  <a:lnTo>
                    <a:pt x="664955" y="122195"/>
                  </a:lnTo>
                  <a:lnTo>
                    <a:pt x="680542" y="138175"/>
                  </a:lnTo>
                  <a:lnTo>
                    <a:pt x="682307" y="143002"/>
                  </a:lnTo>
                  <a:lnTo>
                    <a:pt x="681723" y="148336"/>
                  </a:lnTo>
                  <a:lnTo>
                    <a:pt x="681139" y="151892"/>
                  </a:lnTo>
                  <a:lnTo>
                    <a:pt x="679373" y="158369"/>
                  </a:lnTo>
                  <a:lnTo>
                    <a:pt x="675246" y="164337"/>
                  </a:lnTo>
                  <a:lnTo>
                    <a:pt x="723136" y="164337"/>
                  </a:lnTo>
                  <a:lnTo>
                    <a:pt x="726427" y="155448"/>
                  </a:lnTo>
                  <a:lnTo>
                    <a:pt x="727244" y="144545"/>
                  </a:lnTo>
                  <a:lnTo>
                    <a:pt x="727233" y="135858"/>
                  </a:lnTo>
                  <a:lnTo>
                    <a:pt x="710667" y="101070"/>
                  </a:lnTo>
                  <a:lnTo>
                    <a:pt x="658505" y="68768"/>
                  </a:lnTo>
                  <a:lnTo>
                    <a:pt x="644664" y="53975"/>
                  </a:lnTo>
                  <a:lnTo>
                    <a:pt x="643483" y="50419"/>
                  </a:lnTo>
                  <a:lnTo>
                    <a:pt x="644080" y="46862"/>
                  </a:lnTo>
                  <a:lnTo>
                    <a:pt x="644664" y="44450"/>
                  </a:lnTo>
                  <a:lnTo>
                    <a:pt x="645845" y="38608"/>
                  </a:lnTo>
                  <a:lnTo>
                    <a:pt x="649376" y="32004"/>
                  </a:lnTo>
                  <a:lnTo>
                    <a:pt x="719077" y="32004"/>
                  </a:lnTo>
                  <a:lnTo>
                    <a:pt x="716977" y="23485"/>
                  </a:lnTo>
                  <a:lnTo>
                    <a:pt x="702014" y="9413"/>
                  </a:lnTo>
                  <a:lnTo>
                    <a:pt x="682198" y="2795"/>
                  </a:lnTo>
                  <a:lnTo>
                    <a:pt x="661720" y="1143"/>
                  </a:lnTo>
                  <a:close/>
                </a:path>
                <a:path w="1282064" h="198120">
                  <a:moveTo>
                    <a:pt x="719077" y="32004"/>
                  </a:moveTo>
                  <a:lnTo>
                    <a:pt x="671728" y="32004"/>
                  </a:lnTo>
                  <a:lnTo>
                    <a:pt x="677608" y="39116"/>
                  </a:lnTo>
                  <a:lnTo>
                    <a:pt x="677608" y="60452"/>
                  </a:lnTo>
                  <a:lnTo>
                    <a:pt x="722896" y="60452"/>
                  </a:lnTo>
                  <a:lnTo>
                    <a:pt x="722896" y="47498"/>
                  </a:lnTo>
                  <a:lnTo>
                    <a:pt x="719077" y="32004"/>
                  </a:lnTo>
                  <a:close/>
                </a:path>
                <a:path w="1282064" h="198120">
                  <a:moveTo>
                    <a:pt x="1017524" y="5969"/>
                  </a:moveTo>
                  <a:lnTo>
                    <a:pt x="949325" y="5969"/>
                  </a:lnTo>
                  <a:lnTo>
                    <a:pt x="949325" y="189230"/>
                  </a:lnTo>
                  <a:lnTo>
                    <a:pt x="994663" y="189230"/>
                  </a:lnTo>
                  <a:lnTo>
                    <a:pt x="991743" y="35560"/>
                  </a:lnTo>
                  <a:lnTo>
                    <a:pt x="1026083" y="35560"/>
                  </a:lnTo>
                  <a:lnTo>
                    <a:pt x="1017524" y="5969"/>
                  </a:lnTo>
                  <a:close/>
                </a:path>
                <a:path w="1282064" h="198120">
                  <a:moveTo>
                    <a:pt x="1026083" y="35560"/>
                  </a:moveTo>
                  <a:lnTo>
                    <a:pt x="991743" y="35560"/>
                  </a:lnTo>
                  <a:lnTo>
                    <a:pt x="1038225" y="189230"/>
                  </a:lnTo>
                  <a:lnTo>
                    <a:pt x="1103503" y="189230"/>
                  </a:lnTo>
                  <a:lnTo>
                    <a:pt x="1103503" y="154812"/>
                  </a:lnTo>
                  <a:lnTo>
                    <a:pt x="1060577" y="154812"/>
                  </a:lnTo>
                  <a:lnTo>
                    <a:pt x="1026083" y="35560"/>
                  </a:lnTo>
                  <a:close/>
                </a:path>
                <a:path w="1282064" h="198120">
                  <a:moveTo>
                    <a:pt x="1103503" y="5969"/>
                  </a:moveTo>
                  <a:lnTo>
                    <a:pt x="1058164" y="5969"/>
                  </a:lnTo>
                  <a:lnTo>
                    <a:pt x="1060577" y="154812"/>
                  </a:lnTo>
                  <a:lnTo>
                    <a:pt x="1103503" y="154812"/>
                  </a:lnTo>
                  <a:lnTo>
                    <a:pt x="1103503" y="5969"/>
                  </a:lnTo>
                  <a:close/>
                </a:path>
                <a:path w="1282064" h="198120">
                  <a:moveTo>
                    <a:pt x="277634" y="5969"/>
                  </a:moveTo>
                  <a:lnTo>
                    <a:pt x="195872" y="5969"/>
                  </a:lnTo>
                  <a:lnTo>
                    <a:pt x="162344" y="191008"/>
                  </a:lnTo>
                  <a:lnTo>
                    <a:pt x="211747" y="191008"/>
                  </a:lnTo>
                  <a:lnTo>
                    <a:pt x="237045" y="19558"/>
                  </a:lnTo>
                  <a:lnTo>
                    <a:pt x="280096" y="19558"/>
                  </a:lnTo>
                  <a:lnTo>
                    <a:pt x="277634" y="5969"/>
                  </a:lnTo>
                  <a:close/>
                </a:path>
                <a:path w="1282064" h="198120">
                  <a:moveTo>
                    <a:pt x="280096" y="19558"/>
                  </a:moveTo>
                  <a:lnTo>
                    <a:pt x="237045" y="19558"/>
                  </a:lnTo>
                  <a:lnTo>
                    <a:pt x="262331" y="191008"/>
                  </a:lnTo>
                  <a:lnTo>
                    <a:pt x="311162" y="191008"/>
                  </a:lnTo>
                  <a:lnTo>
                    <a:pt x="280096" y="19558"/>
                  </a:lnTo>
                  <a:close/>
                </a:path>
                <a:path w="1282064" h="198120">
                  <a:moveTo>
                    <a:pt x="426440" y="5969"/>
                  </a:moveTo>
                  <a:lnTo>
                    <a:pt x="351739" y="5969"/>
                  </a:lnTo>
                  <a:lnTo>
                    <a:pt x="348208" y="191008"/>
                  </a:lnTo>
                  <a:lnTo>
                    <a:pt x="393509" y="191008"/>
                  </a:lnTo>
                  <a:lnTo>
                    <a:pt x="394677" y="19558"/>
                  </a:lnTo>
                  <a:lnTo>
                    <a:pt x="428651" y="19558"/>
                  </a:lnTo>
                  <a:lnTo>
                    <a:pt x="426440" y="5969"/>
                  </a:lnTo>
                  <a:close/>
                </a:path>
                <a:path w="1282064" h="198120">
                  <a:moveTo>
                    <a:pt x="428651" y="19558"/>
                  </a:moveTo>
                  <a:lnTo>
                    <a:pt x="394677" y="19558"/>
                  </a:lnTo>
                  <a:lnTo>
                    <a:pt x="426440" y="191008"/>
                  </a:lnTo>
                  <a:lnTo>
                    <a:pt x="472909" y="191008"/>
                  </a:lnTo>
                  <a:lnTo>
                    <a:pt x="480391" y="150622"/>
                  </a:lnTo>
                  <a:lnTo>
                    <a:pt x="449973" y="150622"/>
                  </a:lnTo>
                  <a:lnTo>
                    <a:pt x="428651" y="19558"/>
                  </a:lnTo>
                  <a:close/>
                </a:path>
                <a:path w="1282064" h="198120">
                  <a:moveTo>
                    <a:pt x="547913" y="19558"/>
                  </a:moveTo>
                  <a:lnTo>
                    <a:pt x="504672" y="19558"/>
                  </a:lnTo>
                  <a:lnTo>
                    <a:pt x="505853" y="191008"/>
                  </a:lnTo>
                  <a:lnTo>
                    <a:pt x="551726" y="191008"/>
                  </a:lnTo>
                  <a:lnTo>
                    <a:pt x="547913" y="19558"/>
                  </a:lnTo>
                  <a:close/>
                </a:path>
                <a:path w="1282064" h="198120">
                  <a:moveTo>
                    <a:pt x="547611" y="5969"/>
                  </a:moveTo>
                  <a:lnTo>
                    <a:pt x="472909" y="5969"/>
                  </a:lnTo>
                  <a:lnTo>
                    <a:pt x="449973" y="150622"/>
                  </a:lnTo>
                  <a:lnTo>
                    <a:pt x="480391" y="150622"/>
                  </a:lnTo>
                  <a:lnTo>
                    <a:pt x="504672" y="19558"/>
                  </a:lnTo>
                  <a:lnTo>
                    <a:pt x="547913" y="19558"/>
                  </a:lnTo>
                  <a:lnTo>
                    <a:pt x="547611" y="5969"/>
                  </a:lnTo>
                  <a:close/>
                </a:path>
                <a:path w="1282064" h="198120">
                  <a:moveTo>
                    <a:pt x="816419" y="5969"/>
                  </a:moveTo>
                  <a:lnTo>
                    <a:pt x="769950" y="5969"/>
                  </a:lnTo>
                  <a:lnTo>
                    <a:pt x="769950" y="148844"/>
                  </a:lnTo>
                  <a:lnTo>
                    <a:pt x="770534" y="150622"/>
                  </a:lnTo>
                  <a:lnTo>
                    <a:pt x="776987" y="172285"/>
                  </a:lnTo>
                  <a:lnTo>
                    <a:pt x="790822" y="186388"/>
                  </a:lnTo>
                  <a:lnTo>
                    <a:pt x="810382" y="194038"/>
                  </a:lnTo>
                  <a:lnTo>
                    <a:pt x="834008" y="196342"/>
                  </a:lnTo>
                  <a:lnTo>
                    <a:pt x="858031" y="194038"/>
                  </a:lnTo>
                  <a:lnTo>
                    <a:pt x="877792" y="186388"/>
                  </a:lnTo>
                  <a:lnTo>
                    <a:pt x="891694" y="172285"/>
                  </a:lnTo>
                  <a:lnTo>
                    <a:pt x="894438" y="163068"/>
                  </a:lnTo>
                  <a:lnTo>
                    <a:pt x="821689" y="163068"/>
                  </a:lnTo>
                  <a:lnTo>
                    <a:pt x="817600" y="154178"/>
                  </a:lnTo>
                  <a:lnTo>
                    <a:pt x="817003" y="150114"/>
                  </a:lnTo>
                  <a:lnTo>
                    <a:pt x="816419" y="147700"/>
                  </a:lnTo>
                  <a:lnTo>
                    <a:pt x="816419" y="5969"/>
                  </a:lnTo>
                  <a:close/>
                </a:path>
                <a:path w="1282064" h="198120">
                  <a:moveTo>
                    <a:pt x="898779" y="5969"/>
                  </a:moveTo>
                  <a:lnTo>
                    <a:pt x="852297" y="5969"/>
                  </a:lnTo>
                  <a:lnTo>
                    <a:pt x="852297" y="147700"/>
                  </a:lnTo>
                  <a:lnTo>
                    <a:pt x="851662" y="150114"/>
                  </a:lnTo>
                  <a:lnTo>
                    <a:pt x="851154" y="154178"/>
                  </a:lnTo>
                  <a:lnTo>
                    <a:pt x="846963" y="163068"/>
                  </a:lnTo>
                  <a:lnTo>
                    <a:pt x="894438" y="163068"/>
                  </a:lnTo>
                  <a:lnTo>
                    <a:pt x="898144" y="150622"/>
                  </a:lnTo>
                  <a:lnTo>
                    <a:pt x="898779" y="148844"/>
                  </a:lnTo>
                  <a:lnTo>
                    <a:pt x="898779" y="5969"/>
                  </a:lnTo>
                  <a:close/>
                </a:path>
                <a:path w="1282064" h="198120">
                  <a:moveTo>
                    <a:pt x="1216406" y="1143"/>
                  </a:moveTo>
                  <a:lnTo>
                    <a:pt x="1173718" y="11096"/>
                  </a:lnTo>
                  <a:lnTo>
                    <a:pt x="1152270" y="46862"/>
                  </a:lnTo>
                  <a:lnTo>
                    <a:pt x="1151636" y="49784"/>
                  </a:lnTo>
                  <a:lnTo>
                    <a:pt x="1151636" y="143002"/>
                  </a:lnTo>
                  <a:lnTo>
                    <a:pt x="1173289" y="184419"/>
                  </a:lnTo>
                  <a:lnTo>
                    <a:pt x="1216406" y="194564"/>
                  </a:lnTo>
                  <a:lnTo>
                    <a:pt x="1239972" y="192188"/>
                  </a:lnTo>
                  <a:lnTo>
                    <a:pt x="1259967" y="184419"/>
                  </a:lnTo>
                  <a:lnTo>
                    <a:pt x="1274341" y="170293"/>
                  </a:lnTo>
                  <a:lnTo>
                    <a:pt x="1277157" y="161290"/>
                  </a:lnTo>
                  <a:lnTo>
                    <a:pt x="1202817" y="161290"/>
                  </a:lnTo>
                  <a:lnTo>
                    <a:pt x="1198752" y="153035"/>
                  </a:lnTo>
                  <a:lnTo>
                    <a:pt x="1197609" y="147700"/>
                  </a:lnTo>
                  <a:lnTo>
                    <a:pt x="1197609" y="145923"/>
                  </a:lnTo>
                  <a:lnTo>
                    <a:pt x="1196975" y="143002"/>
                  </a:lnTo>
                  <a:lnTo>
                    <a:pt x="1197085" y="52832"/>
                  </a:lnTo>
                  <a:lnTo>
                    <a:pt x="1197609" y="50419"/>
                  </a:lnTo>
                  <a:lnTo>
                    <a:pt x="1198214" y="46862"/>
                  </a:lnTo>
                  <a:lnTo>
                    <a:pt x="1198752" y="43307"/>
                  </a:lnTo>
                  <a:lnTo>
                    <a:pt x="1202817" y="34417"/>
                  </a:lnTo>
                  <a:lnTo>
                    <a:pt x="1277121" y="34417"/>
                  </a:lnTo>
                  <a:lnTo>
                    <a:pt x="1274127" y="24931"/>
                  </a:lnTo>
                  <a:lnTo>
                    <a:pt x="1259776" y="10858"/>
                  </a:lnTo>
                  <a:lnTo>
                    <a:pt x="1239901" y="3357"/>
                  </a:lnTo>
                  <a:lnTo>
                    <a:pt x="1216406" y="1143"/>
                  </a:lnTo>
                  <a:close/>
                </a:path>
                <a:path w="1282064" h="198120">
                  <a:moveTo>
                    <a:pt x="1281683" y="87249"/>
                  </a:moveTo>
                  <a:lnTo>
                    <a:pt x="1217040" y="87249"/>
                  </a:lnTo>
                  <a:lnTo>
                    <a:pt x="1217040" y="113919"/>
                  </a:lnTo>
                  <a:lnTo>
                    <a:pt x="1235837" y="113919"/>
                  </a:lnTo>
                  <a:lnTo>
                    <a:pt x="1235837" y="145923"/>
                  </a:lnTo>
                  <a:lnTo>
                    <a:pt x="1235202" y="147700"/>
                  </a:lnTo>
                  <a:lnTo>
                    <a:pt x="1234567" y="153035"/>
                  </a:lnTo>
                  <a:lnTo>
                    <a:pt x="1229868" y="161290"/>
                  </a:lnTo>
                  <a:lnTo>
                    <a:pt x="1277157" y="161290"/>
                  </a:lnTo>
                  <a:lnTo>
                    <a:pt x="1281049" y="148844"/>
                  </a:lnTo>
                  <a:lnTo>
                    <a:pt x="1281683" y="143002"/>
                  </a:lnTo>
                  <a:lnTo>
                    <a:pt x="1281683" y="87249"/>
                  </a:lnTo>
                  <a:close/>
                </a:path>
                <a:path w="1282064" h="198120">
                  <a:moveTo>
                    <a:pt x="1277121" y="34417"/>
                  </a:moveTo>
                  <a:lnTo>
                    <a:pt x="1230502" y="34417"/>
                  </a:lnTo>
                  <a:lnTo>
                    <a:pt x="1234058" y="43942"/>
                  </a:lnTo>
                  <a:lnTo>
                    <a:pt x="1234567" y="47498"/>
                  </a:lnTo>
                  <a:lnTo>
                    <a:pt x="1235202" y="50419"/>
                  </a:lnTo>
                  <a:lnTo>
                    <a:pt x="1235202" y="65278"/>
                  </a:lnTo>
                  <a:lnTo>
                    <a:pt x="1281049" y="65278"/>
                  </a:lnTo>
                  <a:lnTo>
                    <a:pt x="1281049" y="58674"/>
                  </a:lnTo>
                  <a:lnTo>
                    <a:pt x="1281683" y="52832"/>
                  </a:lnTo>
                  <a:lnTo>
                    <a:pt x="1281049" y="46862"/>
                  </a:lnTo>
                  <a:lnTo>
                    <a:pt x="1277121" y="34417"/>
                  </a:lnTo>
                  <a:close/>
                </a:path>
              </a:pathLst>
            </a:custGeom>
            <a:solidFill>
              <a:srgbClr val="0923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5676" y="6141720"/>
              <a:ext cx="1371600" cy="4495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995" y="1865376"/>
              <a:ext cx="2815590" cy="20429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9075" y="4386046"/>
              <a:ext cx="3729990" cy="3055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23900" y="4319015"/>
              <a:ext cx="55244" cy="361315"/>
            </a:xfrm>
            <a:custGeom>
              <a:avLst/>
              <a:gdLst/>
              <a:ahLst/>
              <a:cxnLst/>
              <a:rect l="l" t="t" r="r" b="b"/>
              <a:pathLst>
                <a:path w="55245" h="361314">
                  <a:moveTo>
                    <a:pt x="54864" y="0"/>
                  </a:moveTo>
                  <a:lnTo>
                    <a:pt x="0" y="0"/>
                  </a:lnTo>
                  <a:lnTo>
                    <a:pt x="0" y="361187"/>
                  </a:lnTo>
                  <a:lnTo>
                    <a:pt x="54864" y="361187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132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2124" y="2714231"/>
            <a:ext cx="2646426" cy="12169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8219" y="2125967"/>
            <a:ext cx="1265682" cy="25223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19327" y="2071116"/>
            <a:ext cx="60960" cy="1943100"/>
          </a:xfrm>
          <a:custGeom>
            <a:avLst/>
            <a:gdLst/>
            <a:ahLst/>
            <a:cxnLst/>
            <a:rect l="l" t="t" r="r" b="b"/>
            <a:pathLst>
              <a:path w="60959" h="1943100">
                <a:moveTo>
                  <a:pt x="60959" y="0"/>
                </a:moveTo>
                <a:lnTo>
                  <a:pt x="0" y="0"/>
                </a:lnTo>
                <a:lnTo>
                  <a:pt x="0" y="1943099"/>
                </a:lnTo>
                <a:lnTo>
                  <a:pt x="60959" y="1943099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9075" y="4421098"/>
            <a:ext cx="3271266" cy="26901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719327" y="4364735"/>
            <a:ext cx="60960" cy="323215"/>
          </a:xfrm>
          <a:custGeom>
            <a:avLst/>
            <a:gdLst/>
            <a:ahLst/>
            <a:cxnLst/>
            <a:rect l="l" t="t" r="r" b="b"/>
            <a:pathLst>
              <a:path w="60959" h="323214">
                <a:moveTo>
                  <a:pt x="60959" y="0"/>
                </a:moveTo>
                <a:lnTo>
                  <a:pt x="0" y="0"/>
                </a:lnTo>
                <a:lnTo>
                  <a:pt x="0" y="323088"/>
                </a:lnTo>
                <a:lnTo>
                  <a:pt x="60959" y="323088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0891" y="3229343"/>
            <a:ext cx="3377946" cy="39853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83208" y="4067555"/>
            <a:ext cx="2117598" cy="20650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78991" y="4005071"/>
            <a:ext cx="36830" cy="251460"/>
          </a:xfrm>
          <a:custGeom>
            <a:avLst/>
            <a:gdLst/>
            <a:ahLst/>
            <a:cxnLst/>
            <a:rect l="l" t="t" r="r" b="b"/>
            <a:pathLst>
              <a:path w="36830" h="251460">
                <a:moveTo>
                  <a:pt x="36575" y="0"/>
                </a:moveTo>
                <a:lnTo>
                  <a:pt x="0" y="0"/>
                </a:lnTo>
                <a:lnTo>
                  <a:pt x="0" y="251459"/>
                </a:lnTo>
                <a:lnTo>
                  <a:pt x="36575" y="251459"/>
                </a:lnTo>
                <a:lnTo>
                  <a:pt x="36575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7967" y="4483557"/>
            <a:ext cx="2228850" cy="22179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078991" y="4434840"/>
            <a:ext cx="36830" cy="251460"/>
          </a:xfrm>
          <a:custGeom>
            <a:avLst/>
            <a:gdLst/>
            <a:ahLst/>
            <a:cxnLst/>
            <a:rect l="l" t="t" r="r" b="b"/>
            <a:pathLst>
              <a:path w="36830" h="25146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7728" y="6524434"/>
            <a:ext cx="4183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7116" y="1539201"/>
            <a:ext cx="4562094" cy="3071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0163" y="2721838"/>
            <a:ext cx="6278118" cy="30558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35508" y="2049779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4004" y="2072639"/>
            <a:ext cx="3661410" cy="176022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59308" y="3276600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3231" y="3300984"/>
            <a:ext cx="1454658" cy="174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9327" y="3695687"/>
            <a:ext cx="2839974" cy="439686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559308" y="4393691"/>
            <a:ext cx="35560" cy="181610"/>
          </a:xfrm>
          <a:custGeom>
            <a:avLst/>
            <a:gdLst/>
            <a:ahLst/>
            <a:cxnLst/>
            <a:rect l="l" t="t" r="r" b="b"/>
            <a:pathLst>
              <a:path w="35559" h="181610">
                <a:moveTo>
                  <a:pt x="35051" y="0"/>
                </a:moveTo>
                <a:lnTo>
                  <a:pt x="0" y="0"/>
                </a:lnTo>
                <a:lnTo>
                  <a:pt x="0" y="181355"/>
                </a:lnTo>
                <a:lnTo>
                  <a:pt x="35051" y="181355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7804" y="4418076"/>
            <a:ext cx="1340358" cy="17602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9327" y="4814315"/>
            <a:ext cx="2317242" cy="16230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37489" y="431419"/>
            <a:ext cx="242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Planification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604" y="6524434"/>
            <a:ext cx="3533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1533118"/>
            <a:ext cx="2614422" cy="3055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2049779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7804" y="2074164"/>
            <a:ext cx="1047750" cy="17449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363470" y="3330321"/>
            <a:ext cx="5780405" cy="1011555"/>
            <a:chOff x="2363470" y="3330321"/>
            <a:chExt cx="5780405" cy="1011555"/>
          </a:xfrm>
        </p:grpSpPr>
        <p:sp>
          <p:nvSpPr>
            <p:cNvPr id="9" name="object 9"/>
            <p:cNvSpPr/>
            <p:nvPr/>
          </p:nvSpPr>
          <p:spPr>
            <a:xfrm>
              <a:off x="4290314" y="3336670"/>
              <a:ext cx="3853815" cy="334010"/>
            </a:xfrm>
            <a:custGeom>
              <a:avLst/>
              <a:gdLst/>
              <a:ahLst/>
              <a:cxnLst/>
              <a:rect l="l" t="t" r="r" b="b"/>
              <a:pathLst>
                <a:path w="3853815" h="334010">
                  <a:moveTo>
                    <a:pt x="3853561" y="0"/>
                  </a:moveTo>
                  <a:lnTo>
                    <a:pt x="1926831" y="0"/>
                  </a:lnTo>
                  <a:lnTo>
                    <a:pt x="0" y="0"/>
                  </a:lnTo>
                  <a:lnTo>
                    <a:pt x="0" y="334010"/>
                  </a:lnTo>
                  <a:lnTo>
                    <a:pt x="1926717" y="334010"/>
                  </a:lnTo>
                  <a:lnTo>
                    <a:pt x="3853561" y="334010"/>
                  </a:lnTo>
                  <a:lnTo>
                    <a:pt x="385356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63470" y="3670680"/>
              <a:ext cx="1927225" cy="668020"/>
            </a:xfrm>
            <a:custGeom>
              <a:avLst/>
              <a:gdLst/>
              <a:ahLst/>
              <a:cxnLst/>
              <a:rect l="l" t="t" r="r" b="b"/>
              <a:pathLst>
                <a:path w="1927225" h="668020">
                  <a:moveTo>
                    <a:pt x="1926844" y="0"/>
                  </a:moveTo>
                  <a:lnTo>
                    <a:pt x="0" y="0"/>
                  </a:lnTo>
                  <a:lnTo>
                    <a:pt x="0" y="334010"/>
                  </a:lnTo>
                  <a:lnTo>
                    <a:pt x="0" y="668020"/>
                  </a:lnTo>
                  <a:lnTo>
                    <a:pt x="1926844" y="668020"/>
                  </a:lnTo>
                  <a:lnTo>
                    <a:pt x="1926844" y="334010"/>
                  </a:lnTo>
                  <a:lnTo>
                    <a:pt x="192684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63470" y="3330321"/>
              <a:ext cx="5780405" cy="1011555"/>
            </a:xfrm>
            <a:custGeom>
              <a:avLst/>
              <a:gdLst/>
              <a:ahLst/>
              <a:cxnLst/>
              <a:rect l="l" t="t" r="r" b="b"/>
              <a:pathLst>
                <a:path w="5780405" h="1011554">
                  <a:moveTo>
                    <a:pt x="1926844" y="0"/>
                  </a:moveTo>
                  <a:lnTo>
                    <a:pt x="1926844" y="1011554"/>
                  </a:lnTo>
                </a:path>
                <a:path w="5780405" h="1011554">
                  <a:moveTo>
                    <a:pt x="3853560" y="0"/>
                  </a:moveTo>
                  <a:lnTo>
                    <a:pt x="3853560" y="1011554"/>
                  </a:lnTo>
                </a:path>
                <a:path w="5780405" h="1011554">
                  <a:moveTo>
                    <a:pt x="0" y="340359"/>
                  </a:moveTo>
                  <a:lnTo>
                    <a:pt x="5780405" y="340359"/>
                  </a:lnTo>
                </a:path>
                <a:path w="5780405" h="1011554">
                  <a:moveTo>
                    <a:pt x="0" y="674369"/>
                  </a:moveTo>
                  <a:lnTo>
                    <a:pt x="5780405" y="674369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87139" y="3336671"/>
              <a:ext cx="3856990" cy="0"/>
            </a:xfrm>
            <a:custGeom>
              <a:avLst/>
              <a:gdLst/>
              <a:ahLst/>
              <a:cxnLst/>
              <a:rect l="l" t="t" r="r" b="b"/>
              <a:pathLst>
                <a:path w="3856990">
                  <a:moveTo>
                    <a:pt x="0" y="0"/>
                  </a:moveTo>
                  <a:lnTo>
                    <a:pt x="3856736" y="0"/>
                  </a:lnTo>
                </a:path>
              </a:pathLst>
            </a:custGeom>
            <a:ln w="12700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63470" y="4338701"/>
              <a:ext cx="5780405" cy="0"/>
            </a:xfrm>
            <a:custGeom>
              <a:avLst/>
              <a:gdLst/>
              <a:ahLst/>
              <a:cxnLst/>
              <a:rect l="l" t="t" r="r" b="b"/>
              <a:pathLst>
                <a:path w="5780405">
                  <a:moveTo>
                    <a:pt x="0" y="0"/>
                  </a:moveTo>
                  <a:lnTo>
                    <a:pt x="5780405" y="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40757" y="3453003"/>
              <a:ext cx="430021" cy="1191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3875" y="3453003"/>
              <a:ext cx="615188" cy="1195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67888" y="3775964"/>
              <a:ext cx="319532" cy="12598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42332" y="3775964"/>
              <a:ext cx="624331" cy="15544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00959" y="4109974"/>
              <a:ext cx="451993" cy="12598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14591" y="3775964"/>
              <a:ext cx="337057" cy="15544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53202" y="4109974"/>
              <a:ext cx="400685" cy="12623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31660" y="4109974"/>
              <a:ext cx="503047" cy="15544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673090" y="2936240"/>
            <a:ext cx="1076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95" dirty="0">
                <a:solidFill>
                  <a:srgbClr val="FF0000"/>
                </a:solidFill>
                <a:latin typeface="Arial"/>
                <a:cs typeface="Arial"/>
              </a:rPr>
              <a:t>Wh</a:t>
            </a:r>
            <a:r>
              <a:rPr sz="1800" b="1" spc="-15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800" b="1" spc="-9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800" b="1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4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800" b="1" spc="-24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180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70" dirty="0">
                <a:solidFill>
                  <a:srgbClr val="FF0000"/>
                </a:solidFill>
                <a:latin typeface="Arial"/>
                <a:cs typeface="Arial"/>
              </a:rPr>
              <a:t>do?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89456" y="3839971"/>
            <a:ext cx="997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10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1800" b="1" spc="-29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1800" b="1" spc="-270" dirty="0">
                <a:solidFill>
                  <a:srgbClr val="FF0000"/>
                </a:solidFill>
                <a:latin typeface="Arial"/>
                <a:cs typeface="Arial"/>
              </a:rPr>
              <a:t>w</a:t>
            </a: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4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1800" b="1" spc="-24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180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70" dirty="0">
                <a:solidFill>
                  <a:srgbClr val="FF0000"/>
                </a:solidFill>
                <a:latin typeface="Arial"/>
                <a:cs typeface="Arial"/>
              </a:rPr>
              <a:t>do?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7489" y="431419"/>
            <a:ext cx="242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Planification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1542262"/>
            <a:ext cx="2614422" cy="3055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3231" y="2074164"/>
            <a:ext cx="816102" cy="14401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584447" y="4856988"/>
            <a:ext cx="2632075" cy="76200"/>
          </a:xfrm>
          <a:custGeom>
            <a:avLst/>
            <a:gdLst/>
            <a:ahLst/>
            <a:cxnLst/>
            <a:rect l="l" t="t" r="r" b="b"/>
            <a:pathLst>
              <a:path w="2632075" h="76200">
                <a:moveTo>
                  <a:pt x="2555493" y="38100"/>
                </a:moveTo>
                <a:lnTo>
                  <a:pt x="2504693" y="76200"/>
                </a:lnTo>
                <a:lnTo>
                  <a:pt x="2610527" y="44450"/>
                </a:lnTo>
                <a:lnTo>
                  <a:pt x="2555493" y="44450"/>
                </a:lnTo>
                <a:lnTo>
                  <a:pt x="2555493" y="38100"/>
                </a:lnTo>
                <a:close/>
              </a:path>
              <a:path w="2632075" h="76200">
                <a:moveTo>
                  <a:pt x="254702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547027" y="44450"/>
                </a:lnTo>
                <a:lnTo>
                  <a:pt x="2555493" y="38100"/>
                </a:lnTo>
                <a:lnTo>
                  <a:pt x="2547027" y="31750"/>
                </a:lnTo>
                <a:close/>
              </a:path>
              <a:path w="2632075" h="76200">
                <a:moveTo>
                  <a:pt x="2610527" y="31750"/>
                </a:moveTo>
                <a:lnTo>
                  <a:pt x="2555493" y="31750"/>
                </a:lnTo>
                <a:lnTo>
                  <a:pt x="2555493" y="44450"/>
                </a:lnTo>
                <a:lnTo>
                  <a:pt x="2610527" y="44450"/>
                </a:lnTo>
                <a:lnTo>
                  <a:pt x="2631693" y="38100"/>
                </a:lnTo>
                <a:lnTo>
                  <a:pt x="2610527" y="31750"/>
                </a:lnTo>
                <a:close/>
              </a:path>
              <a:path w="2632075" h="76200">
                <a:moveTo>
                  <a:pt x="2504693" y="0"/>
                </a:moveTo>
                <a:lnTo>
                  <a:pt x="2555493" y="38100"/>
                </a:lnTo>
                <a:lnTo>
                  <a:pt x="2555493" y="31750"/>
                </a:lnTo>
                <a:lnTo>
                  <a:pt x="2610527" y="31750"/>
                </a:lnTo>
                <a:lnTo>
                  <a:pt x="25046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30167" y="2958083"/>
            <a:ext cx="76200" cy="2047239"/>
          </a:xfrm>
          <a:custGeom>
            <a:avLst/>
            <a:gdLst/>
            <a:ahLst/>
            <a:cxnLst/>
            <a:rect l="l" t="t" r="r" b="b"/>
            <a:pathLst>
              <a:path w="76200" h="2047239">
                <a:moveTo>
                  <a:pt x="38100" y="76200"/>
                </a:moveTo>
                <a:lnTo>
                  <a:pt x="31750" y="84666"/>
                </a:lnTo>
                <a:lnTo>
                  <a:pt x="31750" y="2046858"/>
                </a:lnTo>
                <a:lnTo>
                  <a:pt x="44450" y="2046858"/>
                </a:lnTo>
                <a:lnTo>
                  <a:pt x="44450" y="84666"/>
                </a:lnTo>
                <a:lnTo>
                  <a:pt x="38100" y="76200"/>
                </a:lnTo>
                <a:close/>
              </a:path>
              <a:path w="76200" h="2047239">
                <a:moveTo>
                  <a:pt x="38100" y="0"/>
                </a:moveTo>
                <a:lnTo>
                  <a:pt x="0" y="127000"/>
                </a:lnTo>
                <a:lnTo>
                  <a:pt x="31750" y="84666"/>
                </a:lnTo>
                <a:lnTo>
                  <a:pt x="31750" y="76200"/>
                </a:lnTo>
                <a:lnTo>
                  <a:pt x="60960" y="76200"/>
                </a:lnTo>
                <a:lnTo>
                  <a:pt x="38100" y="0"/>
                </a:lnTo>
                <a:close/>
              </a:path>
              <a:path w="76200" h="2047239">
                <a:moveTo>
                  <a:pt x="60960" y="76200"/>
                </a:moveTo>
                <a:lnTo>
                  <a:pt x="44450" y="76200"/>
                </a:lnTo>
                <a:lnTo>
                  <a:pt x="44450" y="84666"/>
                </a:lnTo>
                <a:lnTo>
                  <a:pt x="76200" y="127000"/>
                </a:lnTo>
                <a:lnTo>
                  <a:pt x="60960" y="76200"/>
                </a:lnTo>
                <a:close/>
              </a:path>
              <a:path w="76200" h="2047239">
                <a:moveTo>
                  <a:pt x="38100" y="76200"/>
                </a:moveTo>
                <a:lnTo>
                  <a:pt x="31750" y="76200"/>
                </a:lnTo>
                <a:lnTo>
                  <a:pt x="31750" y="84666"/>
                </a:lnTo>
                <a:lnTo>
                  <a:pt x="38100" y="76200"/>
                </a:lnTo>
                <a:close/>
              </a:path>
              <a:path w="76200" h="2047239">
                <a:moveTo>
                  <a:pt x="44450" y="76200"/>
                </a:moveTo>
                <a:lnTo>
                  <a:pt x="38100" y="76200"/>
                </a:lnTo>
                <a:lnTo>
                  <a:pt x="44450" y="84666"/>
                </a:lnTo>
                <a:lnTo>
                  <a:pt x="4445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887723" y="3142488"/>
            <a:ext cx="2143125" cy="1663064"/>
            <a:chOff x="3887723" y="3142488"/>
            <a:chExt cx="2143125" cy="1663064"/>
          </a:xfrm>
        </p:grpSpPr>
        <p:sp>
          <p:nvSpPr>
            <p:cNvPr id="11" name="object 11"/>
            <p:cNvSpPr/>
            <p:nvPr/>
          </p:nvSpPr>
          <p:spPr>
            <a:xfrm>
              <a:off x="3893819" y="3148584"/>
              <a:ext cx="2131060" cy="1651000"/>
            </a:xfrm>
            <a:custGeom>
              <a:avLst/>
              <a:gdLst/>
              <a:ahLst/>
              <a:cxnLst/>
              <a:rect l="l" t="t" r="r" b="b"/>
              <a:pathLst>
                <a:path w="2131060" h="1651000">
                  <a:moveTo>
                    <a:pt x="0" y="0"/>
                  </a:moveTo>
                  <a:lnTo>
                    <a:pt x="23641" y="48392"/>
                  </a:lnTo>
                  <a:lnTo>
                    <a:pt x="47296" y="96717"/>
                  </a:lnTo>
                  <a:lnTo>
                    <a:pt x="70979" y="144910"/>
                  </a:lnTo>
                  <a:lnTo>
                    <a:pt x="94703" y="192903"/>
                  </a:lnTo>
                  <a:lnTo>
                    <a:pt x="118482" y="240633"/>
                  </a:lnTo>
                  <a:lnTo>
                    <a:pt x="142330" y="288032"/>
                  </a:lnTo>
                  <a:lnTo>
                    <a:pt x="166260" y="335036"/>
                  </a:lnTo>
                  <a:lnTo>
                    <a:pt x="190287" y="381578"/>
                  </a:lnTo>
                  <a:lnTo>
                    <a:pt x="214423" y="427593"/>
                  </a:lnTo>
                  <a:lnTo>
                    <a:pt x="238683" y="473015"/>
                  </a:lnTo>
                  <a:lnTo>
                    <a:pt x="263080" y="517778"/>
                  </a:lnTo>
                  <a:lnTo>
                    <a:pt x="287628" y="561818"/>
                  </a:lnTo>
                  <a:lnTo>
                    <a:pt x="312342" y="605067"/>
                  </a:lnTo>
                  <a:lnTo>
                    <a:pt x="337234" y="647461"/>
                  </a:lnTo>
                  <a:lnTo>
                    <a:pt x="362318" y="688934"/>
                  </a:lnTo>
                  <a:lnTo>
                    <a:pt x="387608" y="729420"/>
                  </a:lnTo>
                  <a:lnTo>
                    <a:pt x="413119" y="768852"/>
                  </a:lnTo>
                  <a:lnTo>
                    <a:pt x="438863" y="807167"/>
                  </a:lnTo>
                  <a:lnTo>
                    <a:pt x="464854" y="844298"/>
                  </a:lnTo>
                  <a:lnTo>
                    <a:pt x="491106" y="880178"/>
                  </a:lnTo>
                  <a:lnTo>
                    <a:pt x="517633" y="914743"/>
                  </a:lnTo>
                  <a:lnTo>
                    <a:pt x="544449" y="947927"/>
                  </a:lnTo>
                  <a:lnTo>
                    <a:pt x="581317" y="991281"/>
                  </a:lnTo>
                  <a:lnTo>
                    <a:pt x="617919" y="1032148"/>
                  </a:lnTo>
                  <a:lnTo>
                    <a:pt x="654405" y="1070679"/>
                  </a:lnTo>
                  <a:lnTo>
                    <a:pt x="690923" y="1107029"/>
                  </a:lnTo>
                  <a:lnTo>
                    <a:pt x="727625" y="1141349"/>
                  </a:lnTo>
                  <a:lnTo>
                    <a:pt x="764659" y="1173793"/>
                  </a:lnTo>
                  <a:lnTo>
                    <a:pt x="802176" y="1204513"/>
                  </a:lnTo>
                  <a:lnTo>
                    <a:pt x="840327" y="1233662"/>
                  </a:lnTo>
                  <a:lnTo>
                    <a:pt x="879260" y="1261392"/>
                  </a:lnTo>
                  <a:lnTo>
                    <a:pt x="919126" y="1287857"/>
                  </a:lnTo>
                  <a:lnTo>
                    <a:pt x="960074" y="1313209"/>
                  </a:lnTo>
                  <a:lnTo>
                    <a:pt x="1002256" y="1337601"/>
                  </a:lnTo>
                  <a:lnTo>
                    <a:pt x="1045820" y="1361186"/>
                  </a:lnTo>
                  <a:lnTo>
                    <a:pt x="1090916" y="1384116"/>
                  </a:lnTo>
                  <a:lnTo>
                    <a:pt x="1137695" y="1406544"/>
                  </a:lnTo>
                  <a:lnTo>
                    <a:pt x="1186306" y="1428622"/>
                  </a:lnTo>
                  <a:lnTo>
                    <a:pt x="1229902" y="1446783"/>
                  </a:lnTo>
                  <a:lnTo>
                    <a:pt x="1276907" y="1464281"/>
                  </a:lnTo>
                  <a:lnTo>
                    <a:pt x="1326841" y="1481107"/>
                  </a:lnTo>
                  <a:lnTo>
                    <a:pt x="1379220" y="1497250"/>
                  </a:lnTo>
                  <a:lnTo>
                    <a:pt x="1433563" y="1512699"/>
                  </a:lnTo>
                  <a:lnTo>
                    <a:pt x="1489388" y="1527445"/>
                  </a:lnTo>
                  <a:lnTo>
                    <a:pt x="1546212" y="1541478"/>
                  </a:lnTo>
                  <a:lnTo>
                    <a:pt x="1603553" y="1554787"/>
                  </a:lnTo>
                  <a:lnTo>
                    <a:pt x="1660930" y="1567362"/>
                  </a:lnTo>
                  <a:lnTo>
                    <a:pt x="1717859" y="1579192"/>
                  </a:lnTo>
                  <a:lnTo>
                    <a:pt x="1773859" y="1590269"/>
                  </a:lnTo>
                  <a:lnTo>
                    <a:pt x="1828448" y="1600580"/>
                  </a:lnTo>
                  <a:lnTo>
                    <a:pt x="1881144" y="1610117"/>
                  </a:lnTo>
                  <a:lnTo>
                    <a:pt x="1931463" y="1618868"/>
                  </a:lnTo>
                  <a:lnTo>
                    <a:pt x="1978925" y="1626824"/>
                  </a:lnTo>
                  <a:lnTo>
                    <a:pt x="2023047" y="1633975"/>
                  </a:lnTo>
                  <a:lnTo>
                    <a:pt x="2063347" y="1640310"/>
                  </a:lnTo>
                  <a:lnTo>
                    <a:pt x="2099342" y="1645819"/>
                  </a:lnTo>
                  <a:lnTo>
                    <a:pt x="2130552" y="1650491"/>
                  </a:lnTo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75275" y="4453127"/>
              <a:ext cx="100584" cy="100583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07876" y="4982074"/>
            <a:ext cx="258277" cy="145422"/>
          </a:xfrm>
          <a:prstGeom prst="rect">
            <a:avLst/>
          </a:prstGeom>
        </p:spPr>
      </p:pic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494532" y="2982467"/>
          <a:ext cx="2641600" cy="21991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385622"/>
                      </a:solidFill>
                      <a:prstDash val="solid"/>
                    </a:lnR>
                    <a:lnB w="6350">
                      <a:solidFill>
                        <a:srgbClr val="3856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85622"/>
                      </a:solidFill>
                      <a:prstDash val="solid"/>
                    </a:lnL>
                    <a:lnR w="6350">
                      <a:solidFill>
                        <a:srgbClr val="385622"/>
                      </a:solidFill>
                      <a:prstDash val="solid"/>
                    </a:lnR>
                    <a:lnB w="6350">
                      <a:solidFill>
                        <a:srgbClr val="3856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85622"/>
                      </a:solidFill>
                      <a:prstDash val="solid"/>
                    </a:lnL>
                    <a:lnB w="6350">
                      <a:solidFill>
                        <a:srgbClr val="38562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72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385622"/>
                      </a:solidFill>
                      <a:prstDash val="solid"/>
                    </a:lnR>
                    <a:lnT w="6350">
                      <a:solidFill>
                        <a:srgbClr val="385622"/>
                      </a:solidFill>
                      <a:prstDash val="solid"/>
                    </a:lnT>
                    <a:lnB w="6350">
                      <a:solidFill>
                        <a:srgbClr val="3856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85622"/>
                      </a:solidFill>
                      <a:prstDash val="solid"/>
                    </a:lnL>
                    <a:lnR w="6350">
                      <a:solidFill>
                        <a:srgbClr val="385622"/>
                      </a:solidFill>
                      <a:prstDash val="solid"/>
                    </a:lnR>
                    <a:lnT w="6350">
                      <a:solidFill>
                        <a:srgbClr val="385622"/>
                      </a:solidFill>
                      <a:prstDash val="solid"/>
                    </a:lnT>
                    <a:lnB w="6350">
                      <a:solidFill>
                        <a:srgbClr val="3856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85622"/>
                      </a:solidFill>
                      <a:prstDash val="solid"/>
                    </a:lnL>
                    <a:lnT w="6350">
                      <a:solidFill>
                        <a:srgbClr val="385622"/>
                      </a:solidFill>
                      <a:prstDash val="solid"/>
                    </a:lnT>
                    <a:lnB w="6350">
                      <a:solidFill>
                        <a:srgbClr val="38562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385622"/>
                      </a:solidFill>
                      <a:prstDash val="solid"/>
                    </a:lnR>
                    <a:lnT w="6350">
                      <a:solidFill>
                        <a:srgbClr val="38562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85622"/>
                      </a:solidFill>
                      <a:prstDash val="solid"/>
                    </a:lnL>
                    <a:lnR w="6350">
                      <a:solidFill>
                        <a:srgbClr val="183DAF"/>
                      </a:solidFill>
                      <a:prstDash val="solid"/>
                    </a:lnR>
                    <a:lnT w="6350">
                      <a:solidFill>
                        <a:srgbClr val="38562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183DAF"/>
                      </a:solidFill>
                      <a:prstDash val="solid"/>
                    </a:lnL>
                    <a:lnT w="6350">
                      <a:solidFill>
                        <a:srgbClr val="385622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3352800" y="3203448"/>
            <a:ext cx="82550" cy="1256030"/>
          </a:xfrm>
          <a:custGeom>
            <a:avLst/>
            <a:gdLst/>
            <a:ahLst/>
            <a:cxnLst/>
            <a:rect l="l" t="t" r="r" b="b"/>
            <a:pathLst>
              <a:path w="82550" h="1256029">
                <a:moveTo>
                  <a:pt x="82296" y="1255776"/>
                </a:moveTo>
                <a:lnTo>
                  <a:pt x="66276" y="1255240"/>
                </a:lnTo>
                <a:lnTo>
                  <a:pt x="53197" y="1253775"/>
                </a:lnTo>
                <a:lnTo>
                  <a:pt x="44380" y="1251596"/>
                </a:lnTo>
                <a:lnTo>
                  <a:pt x="41148" y="1248918"/>
                </a:lnTo>
                <a:lnTo>
                  <a:pt x="41148" y="634745"/>
                </a:lnTo>
                <a:lnTo>
                  <a:pt x="37915" y="632067"/>
                </a:lnTo>
                <a:lnTo>
                  <a:pt x="29098" y="629888"/>
                </a:lnTo>
                <a:lnTo>
                  <a:pt x="16019" y="628423"/>
                </a:lnTo>
                <a:lnTo>
                  <a:pt x="0" y="627888"/>
                </a:lnTo>
                <a:lnTo>
                  <a:pt x="16019" y="627352"/>
                </a:lnTo>
                <a:lnTo>
                  <a:pt x="29098" y="625887"/>
                </a:lnTo>
                <a:lnTo>
                  <a:pt x="37915" y="623708"/>
                </a:lnTo>
                <a:lnTo>
                  <a:pt x="41148" y="621029"/>
                </a:lnTo>
                <a:lnTo>
                  <a:pt x="41148" y="6857"/>
                </a:lnTo>
                <a:lnTo>
                  <a:pt x="44380" y="4179"/>
                </a:lnTo>
                <a:lnTo>
                  <a:pt x="53197" y="2000"/>
                </a:lnTo>
                <a:lnTo>
                  <a:pt x="66276" y="535"/>
                </a:lnTo>
                <a:lnTo>
                  <a:pt x="82296" y="0"/>
                </a:lnTo>
              </a:path>
            </a:pathLst>
          </a:custGeom>
          <a:ln w="6096">
            <a:solidFill>
              <a:srgbClr val="183D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95955" y="3649954"/>
            <a:ext cx="413791" cy="35587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00144" y="5320284"/>
            <a:ext cx="450367" cy="354355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4994147" y="4087495"/>
            <a:ext cx="993140" cy="358775"/>
          </a:xfrm>
          <a:custGeom>
            <a:avLst/>
            <a:gdLst/>
            <a:ahLst/>
            <a:cxnLst/>
            <a:rect l="l" t="t" r="r" b="b"/>
            <a:pathLst>
              <a:path w="993139" h="358775">
                <a:moveTo>
                  <a:pt x="111125" y="291845"/>
                </a:moveTo>
                <a:lnTo>
                  <a:pt x="0" y="358266"/>
                </a:lnTo>
                <a:lnTo>
                  <a:pt x="128142" y="339724"/>
                </a:lnTo>
                <a:lnTo>
                  <a:pt x="119941" y="338708"/>
                </a:lnTo>
                <a:lnTo>
                  <a:pt x="73913" y="338708"/>
                </a:lnTo>
                <a:lnTo>
                  <a:pt x="69723" y="326770"/>
                </a:lnTo>
                <a:lnTo>
                  <a:pt x="81552" y="322563"/>
                </a:lnTo>
                <a:lnTo>
                  <a:pt x="111125" y="291845"/>
                </a:lnTo>
                <a:close/>
              </a:path>
              <a:path w="993139" h="358775">
                <a:moveTo>
                  <a:pt x="71821" y="332748"/>
                </a:moveTo>
                <a:lnTo>
                  <a:pt x="73913" y="338708"/>
                </a:lnTo>
                <a:lnTo>
                  <a:pt x="85803" y="334480"/>
                </a:lnTo>
                <a:lnTo>
                  <a:pt x="71821" y="332748"/>
                </a:lnTo>
                <a:close/>
              </a:path>
              <a:path w="993139" h="358775">
                <a:moveTo>
                  <a:pt x="85803" y="334480"/>
                </a:moveTo>
                <a:lnTo>
                  <a:pt x="73913" y="338708"/>
                </a:lnTo>
                <a:lnTo>
                  <a:pt x="119941" y="338708"/>
                </a:lnTo>
                <a:lnTo>
                  <a:pt x="85803" y="334480"/>
                </a:lnTo>
                <a:close/>
              </a:path>
              <a:path w="993139" h="358775">
                <a:moveTo>
                  <a:pt x="988440" y="0"/>
                </a:moveTo>
                <a:lnTo>
                  <a:pt x="81552" y="322563"/>
                </a:lnTo>
                <a:lnTo>
                  <a:pt x="71801" y="332691"/>
                </a:lnTo>
                <a:lnTo>
                  <a:pt x="85803" y="334480"/>
                </a:lnTo>
                <a:lnTo>
                  <a:pt x="992631" y="11937"/>
                </a:lnTo>
                <a:lnTo>
                  <a:pt x="988440" y="0"/>
                </a:lnTo>
                <a:close/>
              </a:path>
              <a:path w="993139" h="358775">
                <a:moveTo>
                  <a:pt x="81552" y="322563"/>
                </a:moveTo>
                <a:lnTo>
                  <a:pt x="69723" y="326770"/>
                </a:lnTo>
                <a:lnTo>
                  <a:pt x="71801" y="332691"/>
                </a:lnTo>
                <a:lnTo>
                  <a:pt x="81552" y="322563"/>
                </a:lnTo>
                <a:close/>
              </a:path>
            </a:pathLst>
          </a:custGeom>
          <a:solidFill>
            <a:srgbClr val="000000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67628" y="3873995"/>
            <a:ext cx="532637" cy="32995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47871" y="4183379"/>
            <a:ext cx="73151" cy="29108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608576" y="4965191"/>
            <a:ext cx="292608" cy="7315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00904" y="4250563"/>
            <a:ext cx="199644" cy="18834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518974" y="2685359"/>
            <a:ext cx="296359" cy="14394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37489" y="431419"/>
            <a:ext cx="242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Planification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383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636264" y="4856988"/>
            <a:ext cx="2632075" cy="76200"/>
          </a:xfrm>
          <a:custGeom>
            <a:avLst/>
            <a:gdLst/>
            <a:ahLst/>
            <a:cxnLst/>
            <a:rect l="l" t="t" r="r" b="b"/>
            <a:pathLst>
              <a:path w="2632075" h="76200">
                <a:moveTo>
                  <a:pt x="2555494" y="38100"/>
                </a:moveTo>
                <a:lnTo>
                  <a:pt x="2504694" y="76200"/>
                </a:lnTo>
                <a:lnTo>
                  <a:pt x="2610527" y="44450"/>
                </a:lnTo>
                <a:lnTo>
                  <a:pt x="2555494" y="44450"/>
                </a:lnTo>
                <a:lnTo>
                  <a:pt x="2555494" y="38100"/>
                </a:lnTo>
                <a:close/>
              </a:path>
              <a:path w="2632075" h="76200">
                <a:moveTo>
                  <a:pt x="254702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547027" y="44450"/>
                </a:lnTo>
                <a:lnTo>
                  <a:pt x="2555494" y="38100"/>
                </a:lnTo>
                <a:lnTo>
                  <a:pt x="2547027" y="31750"/>
                </a:lnTo>
                <a:close/>
              </a:path>
              <a:path w="2632075" h="76200">
                <a:moveTo>
                  <a:pt x="2610527" y="31750"/>
                </a:moveTo>
                <a:lnTo>
                  <a:pt x="2555494" y="31750"/>
                </a:lnTo>
                <a:lnTo>
                  <a:pt x="2555494" y="44450"/>
                </a:lnTo>
                <a:lnTo>
                  <a:pt x="2610527" y="44450"/>
                </a:lnTo>
                <a:lnTo>
                  <a:pt x="2631694" y="38100"/>
                </a:lnTo>
                <a:lnTo>
                  <a:pt x="2610527" y="31750"/>
                </a:lnTo>
                <a:close/>
              </a:path>
              <a:path w="2632075" h="76200">
                <a:moveTo>
                  <a:pt x="2504694" y="0"/>
                </a:moveTo>
                <a:lnTo>
                  <a:pt x="2555494" y="38100"/>
                </a:lnTo>
                <a:lnTo>
                  <a:pt x="2555494" y="31750"/>
                </a:lnTo>
                <a:lnTo>
                  <a:pt x="2610527" y="31750"/>
                </a:lnTo>
                <a:lnTo>
                  <a:pt x="25046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80459" y="2958083"/>
            <a:ext cx="76200" cy="2047239"/>
          </a:xfrm>
          <a:custGeom>
            <a:avLst/>
            <a:gdLst/>
            <a:ahLst/>
            <a:cxnLst/>
            <a:rect l="l" t="t" r="r" b="b"/>
            <a:pathLst>
              <a:path w="76200" h="2047239">
                <a:moveTo>
                  <a:pt x="38100" y="76200"/>
                </a:moveTo>
                <a:lnTo>
                  <a:pt x="31750" y="84666"/>
                </a:lnTo>
                <a:lnTo>
                  <a:pt x="31750" y="2046858"/>
                </a:lnTo>
                <a:lnTo>
                  <a:pt x="44450" y="2046858"/>
                </a:lnTo>
                <a:lnTo>
                  <a:pt x="44450" y="84666"/>
                </a:lnTo>
                <a:lnTo>
                  <a:pt x="38100" y="76200"/>
                </a:lnTo>
                <a:close/>
              </a:path>
              <a:path w="76200" h="2047239">
                <a:moveTo>
                  <a:pt x="38100" y="0"/>
                </a:moveTo>
                <a:lnTo>
                  <a:pt x="0" y="127000"/>
                </a:lnTo>
                <a:lnTo>
                  <a:pt x="31750" y="84666"/>
                </a:lnTo>
                <a:lnTo>
                  <a:pt x="31750" y="76200"/>
                </a:lnTo>
                <a:lnTo>
                  <a:pt x="60960" y="76200"/>
                </a:lnTo>
                <a:lnTo>
                  <a:pt x="38100" y="0"/>
                </a:lnTo>
                <a:close/>
              </a:path>
              <a:path w="76200" h="2047239">
                <a:moveTo>
                  <a:pt x="60960" y="76200"/>
                </a:moveTo>
                <a:lnTo>
                  <a:pt x="44450" y="76200"/>
                </a:lnTo>
                <a:lnTo>
                  <a:pt x="44450" y="84666"/>
                </a:lnTo>
                <a:lnTo>
                  <a:pt x="76200" y="127000"/>
                </a:lnTo>
                <a:lnTo>
                  <a:pt x="60960" y="76200"/>
                </a:lnTo>
                <a:close/>
              </a:path>
              <a:path w="76200" h="2047239">
                <a:moveTo>
                  <a:pt x="38100" y="76200"/>
                </a:moveTo>
                <a:lnTo>
                  <a:pt x="31750" y="76200"/>
                </a:lnTo>
                <a:lnTo>
                  <a:pt x="31750" y="84666"/>
                </a:lnTo>
                <a:lnTo>
                  <a:pt x="38100" y="76200"/>
                </a:lnTo>
                <a:close/>
              </a:path>
              <a:path w="76200" h="2047239">
                <a:moveTo>
                  <a:pt x="44450" y="76200"/>
                </a:moveTo>
                <a:lnTo>
                  <a:pt x="38100" y="76200"/>
                </a:lnTo>
                <a:lnTo>
                  <a:pt x="44450" y="84666"/>
                </a:lnTo>
                <a:lnTo>
                  <a:pt x="4445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938015" y="3142488"/>
            <a:ext cx="2143125" cy="1663064"/>
            <a:chOff x="3938015" y="3142488"/>
            <a:chExt cx="2143125" cy="1663064"/>
          </a:xfrm>
        </p:grpSpPr>
        <p:sp>
          <p:nvSpPr>
            <p:cNvPr id="8" name="object 8"/>
            <p:cNvSpPr/>
            <p:nvPr/>
          </p:nvSpPr>
          <p:spPr>
            <a:xfrm>
              <a:off x="3944111" y="3148584"/>
              <a:ext cx="2131060" cy="1651000"/>
            </a:xfrm>
            <a:custGeom>
              <a:avLst/>
              <a:gdLst/>
              <a:ahLst/>
              <a:cxnLst/>
              <a:rect l="l" t="t" r="r" b="b"/>
              <a:pathLst>
                <a:path w="2131060" h="1651000">
                  <a:moveTo>
                    <a:pt x="0" y="0"/>
                  </a:moveTo>
                  <a:lnTo>
                    <a:pt x="23641" y="48392"/>
                  </a:lnTo>
                  <a:lnTo>
                    <a:pt x="47296" y="96717"/>
                  </a:lnTo>
                  <a:lnTo>
                    <a:pt x="70979" y="144910"/>
                  </a:lnTo>
                  <a:lnTo>
                    <a:pt x="94703" y="192903"/>
                  </a:lnTo>
                  <a:lnTo>
                    <a:pt x="118482" y="240633"/>
                  </a:lnTo>
                  <a:lnTo>
                    <a:pt x="142330" y="288032"/>
                  </a:lnTo>
                  <a:lnTo>
                    <a:pt x="166260" y="335036"/>
                  </a:lnTo>
                  <a:lnTo>
                    <a:pt x="190287" y="381578"/>
                  </a:lnTo>
                  <a:lnTo>
                    <a:pt x="214423" y="427593"/>
                  </a:lnTo>
                  <a:lnTo>
                    <a:pt x="238683" y="473015"/>
                  </a:lnTo>
                  <a:lnTo>
                    <a:pt x="263080" y="517778"/>
                  </a:lnTo>
                  <a:lnTo>
                    <a:pt x="287628" y="561818"/>
                  </a:lnTo>
                  <a:lnTo>
                    <a:pt x="312342" y="605067"/>
                  </a:lnTo>
                  <a:lnTo>
                    <a:pt x="337234" y="647461"/>
                  </a:lnTo>
                  <a:lnTo>
                    <a:pt x="362318" y="688934"/>
                  </a:lnTo>
                  <a:lnTo>
                    <a:pt x="387608" y="729420"/>
                  </a:lnTo>
                  <a:lnTo>
                    <a:pt x="413119" y="768852"/>
                  </a:lnTo>
                  <a:lnTo>
                    <a:pt x="438863" y="807167"/>
                  </a:lnTo>
                  <a:lnTo>
                    <a:pt x="464854" y="844298"/>
                  </a:lnTo>
                  <a:lnTo>
                    <a:pt x="491106" y="880178"/>
                  </a:lnTo>
                  <a:lnTo>
                    <a:pt x="517633" y="914743"/>
                  </a:lnTo>
                  <a:lnTo>
                    <a:pt x="544449" y="947927"/>
                  </a:lnTo>
                  <a:lnTo>
                    <a:pt x="581317" y="991281"/>
                  </a:lnTo>
                  <a:lnTo>
                    <a:pt x="617919" y="1032148"/>
                  </a:lnTo>
                  <a:lnTo>
                    <a:pt x="654405" y="1070679"/>
                  </a:lnTo>
                  <a:lnTo>
                    <a:pt x="690923" y="1107029"/>
                  </a:lnTo>
                  <a:lnTo>
                    <a:pt x="727625" y="1141349"/>
                  </a:lnTo>
                  <a:lnTo>
                    <a:pt x="764659" y="1173793"/>
                  </a:lnTo>
                  <a:lnTo>
                    <a:pt x="802176" y="1204513"/>
                  </a:lnTo>
                  <a:lnTo>
                    <a:pt x="840327" y="1233662"/>
                  </a:lnTo>
                  <a:lnTo>
                    <a:pt x="879260" y="1261392"/>
                  </a:lnTo>
                  <a:lnTo>
                    <a:pt x="919126" y="1287857"/>
                  </a:lnTo>
                  <a:lnTo>
                    <a:pt x="960074" y="1313209"/>
                  </a:lnTo>
                  <a:lnTo>
                    <a:pt x="1002256" y="1337601"/>
                  </a:lnTo>
                  <a:lnTo>
                    <a:pt x="1045820" y="1361186"/>
                  </a:lnTo>
                  <a:lnTo>
                    <a:pt x="1090916" y="1384116"/>
                  </a:lnTo>
                  <a:lnTo>
                    <a:pt x="1137695" y="1406544"/>
                  </a:lnTo>
                  <a:lnTo>
                    <a:pt x="1186307" y="1428622"/>
                  </a:lnTo>
                  <a:lnTo>
                    <a:pt x="1229902" y="1446783"/>
                  </a:lnTo>
                  <a:lnTo>
                    <a:pt x="1276907" y="1464281"/>
                  </a:lnTo>
                  <a:lnTo>
                    <a:pt x="1326841" y="1481107"/>
                  </a:lnTo>
                  <a:lnTo>
                    <a:pt x="1379220" y="1497250"/>
                  </a:lnTo>
                  <a:lnTo>
                    <a:pt x="1433563" y="1512699"/>
                  </a:lnTo>
                  <a:lnTo>
                    <a:pt x="1489388" y="1527445"/>
                  </a:lnTo>
                  <a:lnTo>
                    <a:pt x="1546212" y="1541478"/>
                  </a:lnTo>
                  <a:lnTo>
                    <a:pt x="1603553" y="1554787"/>
                  </a:lnTo>
                  <a:lnTo>
                    <a:pt x="1660930" y="1567362"/>
                  </a:lnTo>
                  <a:lnTo>
                    <a:pt x="1717859" y="1579192"/>
                  </a:lnTo>
                  <a:lnTo>
                    <a:pt x="1773859" y="1590269"/>
                  </a:lnTo>
                  <a:lnTo>
                    <a:pt x="1828448" y="1600580"/>
                  </a:lnTo>
                  <a:lnTo>
                    <a:pt x="1881144" y="1610117"/>
                  </a:lnTo>
                  <a:lnTo>
                    <a:pt x="1931463" y="1618868"/>
                  </a:lnTo>
                  <a:lnTo>
                    <a:pt x="1978925" y="1626824"/>
                  </a:lnTo>
                  <a:lnTo>
                    <a:pt x="2023047" y="1633975"/>
                  </a:lnTo>
                  <a:lnTo>
                    <a:pt x="2063347" y="1640310"/>
                  </a:lnTo>
                  <a:lnTo>
                    <a:pt x="2099342" y="1645819"/>
                  </a:lnTo>
                  <a:lnTo>
                    <a:pt x="2130552" y="1650491"/>
                  </a:lnTo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1039" y="4130040"/>
              <a:ext cx="99060" cy="99059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59665" y="4982074"/>
            <a:ext cx="256780" cy="14542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70790" y="2685359"/>
            <a:ext cx="296359" cy="143946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544823" y="2982467"/>
          <a:ext cx="2640964" cy="21991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4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385622"/>
                      </a:solidFill>
                      <a:prstDash val="solid"/>
                    </a:lnR>
                    <a:lnB w="6350">
                      <a:solidFill>
                        <a:srgbClr val="3856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85622"/>
                      </a:solidFill>
                      <a:prstDash val="solid"/>
                    </a:lnL>
                    <a:lnR w="6350">
                      <a:solidFill>
                        <a:srgbClr val="385622"/>
                      </a:solidFill>
                      <a:prstDash val="solid"/>
                    </a:lnR>
                    <a:lnB w="6350">
                      <a:solidFill>
                        <a:srgbClr val="3856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85622"/>
                      </a:solidFill>
                      <a:prstDash val="solid"/>
                    </a:lnL>
                    <a:lnB w="6350">
                      <a:solidFill>
                        <a:srgbClr val="38562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6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385622"/>
                      </a:solidFill>
                      <a:prstDash val="solid"/>
                    </a:lnR>
                    <a:lnT w="6350">
                      <a:solidFill>
                        <a:srgbClr val="385622"/>
                      </a:solidFill>
                      <a:prstDash val="solid"/>
                    </a:lnT>
                    <a:lnB w="6350">
                      <a:solidFill>
                        <a:srgbClr val="3856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85622"/>
                      </a:solidFill>
                      <a:prstDash val="solid"/>
                    </a:lnL>
                    <a:lnR w="6350">
                      <a:solidFill>
                        <a:srgbClr val="385622"/>
                      </a:solidFill>
                      <a:prstDash val="solid"/>
                    </a:lnR>
                    <a:lnT w="6350">
                      <a:solidFill>
                        <a:srgbClr val="385622"/>
                      </a:solidFill>
                      <a:prstDash val="solid"/>
                    </a:lnT>
                    <a:lnB w="6350">
                      <a:solidFill>
                        <a:srgbClr val="3856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85622"/>
                      </a:solidFill>
                      <a:prstDash val="solid"/>
                    </a:lnL>
                    <a:lnT w="6350">
                      <a:solidFill>
                        <a:srgbClr val="385622"/>
                      </a:solidFill>
                      <a:prstDash val="solid"/>
                    </a:lnT>
                    <a:lnB w="6350">
                      <a:solidFill>
                        <a:srgbClr val="38562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97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385622"/>
                      </a:solidFill>
                      <a:prstDash val="solid"/>
                    </a:lnR>
                    <a:lnT w="6350">
                      <a:solidFill>
                        <a:srgbClr val="38562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385622"/>
                      </a:solidFill>
                      <a:prstDash val="solid"/>
                    </a:lnL>
                    <a:lnR w="19050">
                      <a:solidFill>
                        <a:srgbClr val="001F5F"/>
                      </a:solidFill>
                      <a:prstDash val="solid"/>
                    </a:lnR>
                    <a:lnT w="6350">
                      <a:solidFill>
                        <a:srgbClr val="385622"/>
                      </a:solidFill>
                      <a:prstDash val="solid"/>
                    </a:lnT>
                    <a:lnB w="28575">
                      <a:solidFill>
                        <a:srgbClr val="001F5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1F5F"/>
                      </a:solidFill>
                      <a:prstDash val="solid"/>
                    </a:lnL>
                    <a:lnT w="6350">
                      <a:solidFill>
                        <a:srgbClr val="385622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3403091" y="3203448"/>
            <a:ext cx="83820" cy="965200"/>
          </a:xfrm>
          <a:custGeom>
            <a:avLst/>
            <a:gdLst/>
            <a:ahLst/>
            <a:cxnLst/>
            <a:rect l="l" t="t" r="r" b="b"/>
            <a:pathLst>
              <a:path w="83820" h="965200">
                <a:moveTo>
                  <a:pt x="83820" y="964691"/>
                </a:moveTo>
                <a:lnTo>
                  <a:pt x="67520" y="964136"/>
                </a:lnTo>
                <a:lnTo>
                  <a:pt x="54197" y="962628"/>
                </a:lnTo>
                <a:lnTo>
                  <a:pt x="45208" y="960405"/>
                </a:lnTo>
                <a:lnTo>
                  <a:pt x="41910" y="957707"/>
                </a:lnTo>
                <a:lnTo>
                  <a:pt x="41910" y="489331"/>
                </a:lnTo>
                <a:lnTo>
                  <a:pt x="38611" y="486632"/>
                </a:lnTo>
                <a:lnTo>
                  <a:pt x="29622" y="484409"/>
                </a:lnTo>
                <a:lnTo>
                  <a:pt x="16299" y="482901"/>
                </a:lnTo>
                <a:lnTo>
                  <a:pt x="0" y="482345"/>
                </a:lnTo>
                <a:lnTo>
                  <a:pt x="16299" y="481790"/>
                </a:lnTo>
                <a:lnTo>
                  <a:pt x="29622" y="480282"/>
                </a:lnTo>
                <a:lnTo>
                  <a:pt x="38611" y="478059"/>
                </a:lnTo>
                <a:lnTo>
                  <a:pt x="41910" y="475360"/>
                </a:lnTo>
                <a:lnTo>
                  <a:pt x="41910" y="6985"/>
                </a:lnTo>
                <a:lnTo>
                  <a:pt x="45208" y="4286"/>
                </a:lnTo>
                <a:lnTo>
                  <a:pt x="54197" y="2063"/>
                </a:lnTo>
                <a:lnTo>
                  <a:pt x="67520" y="555"/>
                </a:lnTo>
                <a:lnTo>
                  <a:pt x="83820" y="0"/>
                </a:lnTo>
              </a:path>
            </a:pathLst>
          </a:custGeom>
          <a:ln w="6096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46248" y="3499078"/>
            <a:ext cx="415302" cy="35587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53840" y="5320284"/>
            <a:ext cx="448843" cy="35435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95115" y="3852671"/>
            <a:ext cx="73151" cy="29260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241291" y="4966715"/>
            <a:ext cx="291084" cy="7315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12234" y="3878453"/>
            <a:ext cx="141731" cy="23495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37489" y="431419"/>
            <a:ext cx="242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Planification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1500" y="1542262"/>
            <a:ext cx="2614422" cy="305587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559308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13231" y="2074164"/>
            <a:ext cx="816102" cy="1440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707891" y="3261359"/>
            <a:ext cx="2803525" cy="2181860"/>
            <a:chOff x="3707891" y="3261359"/>
            <a:chExt cx="2803525" cy="2181860"/>
          </a:xfrm>
        </p:grpSpPr>
        <p:sp>
          <p:nvSpPr>
            <p:cNvPr id="6" name="object 6"/>
            <p:cNvSpPr/>
            <p:nvPr/>
          </p:nvSpPr>
          <p:spPr>
            <a:xfrm>
              <a:off x="4065733" y="3686088"/>
              <a:ext cx="2216785" cy="1434465"/>
            </a:xfrm>
            <a:custGeom>
              <a:avLst/>
              <a:gdLst/>
              <a:ahLst/>
              <a:cxnLst/>
              <a:rect l="l" t="t" r="r" b="b"/>
              <a:pathLst>
                <a:path w="2216785" h="1434464">
                  <a:moveTo>
                    <a:pt x="1636145" y="0"/>
                  </a:moveTo>
                  <a:lnTo>
                    <a:pt x="1587233" y="1305"/>
                  </a:lnTo>
                  <a:lnTo>
                    <a:pt x="1537089" y="4367"/>
                  </a:lnTo>
                  <a:lnTo>
                    <a:pt x="1485803" y="9189"/>
                  </a:lnTo>
                  <a:lnTo>
                    <a:pt x="1433468" y="15775"/>
                  </a:lnTo>
                  <a:lnTo>
                    <a:pt x="1380173" y="24131"/>
                  </a:lnTo>
                  <a:lnTo>
                    <a:pt x="1326011" y="34261"/>
                  </a:lnTo>
                  <a:lnTo>
                    <a:pt x="1271072" y="46168"/>
                  </a:lnTo>
                  <a:lnTo>
                    <a:pt x="1215447" y="59858"/>
                  </a:lnTo>
                  <a:lnTo>
                    <a:pt x="1159228" y="75334"/>
                  </a:lnTo>
                  <a:lnTo>
                    <a:pt x="1102506" y="92601"/>
                  </a:lnTo>
                  <a:lnTo>
                    <a:pt x="1045372" y="111663"/>
                  </a:lnTo>
                  <a:lnTo>
                    <a:pt x="987916" y="132525"/>
                  </a:lnTo>
                  <a:lnTo>
                    <a:pt x="930231" y="155190"/>
                  </a:lnTo>
                  <a:lnTo>
                    <a:pt x="872407" y="179664"/>
                  </a:lnTo>
                  <a:lnTo>
                    <a:pt x="815249" y="205628"/>
                  </a:lnTo>
                  <a:lnTo>
                    <a:pt x="759514" y="232715"/>
                  </a:lnTo>
                  <a:lnTo>
                    <a:pt x="705260" y="260854"/>
                  </a:lnTo>
                  <a:lnTo>
                    <a:pt x="652547" y="289976"/>
                  </a:lnTo>
                  <a:lnTo>
                    <a:pt x="601433" y="320011"/>
                  </a:lnTo>
                  <a:lnTo>
                    <a:pt x="551976" y="350888"/>
                  </a:lnTo>
                  <a:lnTo>
                    <a:pt x="504235" y="382538"/>
                  </a:lnTo>
                  <a:lnTo>
                    <a:pt x="458269" y="414890"/>
                  </a:lnTo>
                  <a:lnTo>
                    <a:pt x="414136" y="447876"/>
                  </a:lnTo>
                  <a:lnTo>
                    <a:pt x="371895" y="481424"/>
                  </a:lnTo>
                  <a:lnTo>
                    <a:pt x="331605" y="515464"/>
                  </a:lnTo>
                  <a:lnTo>
                    <a:pt x="293323" y="549928"/>
                  </a:lnTo>
                  <a:lnTo>
                    <a:pt x="257109" y="584744"/>
                  </a:lnTo>
                  <a:lnTo>
                    <a:pt x="223020" y="619843"/>
                  </a:lnTo>
                  <a:lnTo>
                    <a:pt x="191117" y="655155"/>
                  </a:lnTo>
                  <a:lnTo>
                    <a:pt x="161457" y="690609"/>
                  </a:lnTo>
                  <a:lnTo>
                    <a:pt x="134098" y="726137"/>
                  </a:lnTo>
                  <a:lnTo>
                    <a:pt x="109100" y="761667"/>
                  </a:lnTo>
                  <a:lnTo>
                    <a:pt x="86521" y="797131"/>
                  </a:lnTo>
                  <a:lnTo>
                    <a:pt x="66420" y="832457"/>
                  </a:lnTo>
                  <a:lnTo>
                    <a:pt x="48854" y="867576"/>
                  </a:lnTo>
                  <a:lnTo>
                    <a:pt x="21566" y="936913"/>
                  </a:lnTo>
                  <a:lnTo>
                    <a:pt x="5125" y="1004582"/>
                  </a:lnTo>
                  <a:lnTo>
                    <a:pt x="0" y="1070023"/>
                  </a:lnTo>
                  <a:lnTo>
                    <a:pt x="1827" y="1101733"/>
                  </a:lnTo>
                  <a:lnTo>
                    <a:pt x="14554" y="1162782"/>
                  </a:lnTo>
                  <a:lnTo>
                    <a:pt x="39602" y="1219864"/>
                  </a:lnTo>
                  <a:lnTo>
                    <a:pt x="75911" y="1270579"/>
                  </a:lnTo>
                  <a:lnTo>
                    <a:pt x="122613" y="1314530"/>
                  </a:lnTo>
                  <a:lnTo>
                    <a:pt x="178979" y="1351683"/>
                  </a:lnTo>
                  <a:lnTo>
                    <a:pt x="244279" y="1382003"/>
                  </a:lnTo>
                  <a:lnTo>
                    <a:pt x="317786" y="1405455"/>
                  </a:lnTo>
                  <a:lnTo>
                    <a:pt x="357390" y="1414595"/>
                  </a:lnTo>
                  <a:lnTo>
                    <a:pt x="398772" y="1422005"/>
                  </a:lnTo>
                  <a:lnTo>
                    <a:pt x="441841" y="1427680"/>
                  </a:lnTo>
                  <a:lnTo>
                    <a:pt x="486507" y="1431617"/>
                  </a:lnTo>
                  <a:lnTo>
                    <a:pt x="532677" y="1433811"/>
                  </a:lnTo>
                  <a:lnTo>
                    <a:pt x="580263" y="1434257"/>
                  </a:lnTo>
                  <a:lnTo>
                    <a:pt x="629171" y="1432951"/>
                  </a:lnTo>
                  <a:lnTo>
                    <a:pt x="679312" y="1429890"/>
                  </a:lnTo>
                  <a:lnTo>
                    <a:pt x="730593" y="1425068"/>
                  </a:lnTo>
                  <a:lnTo>
                    <a:pt x="782925" y="1418481"/>
                  </a:lnTo>
                  <a:lnTo>
                    <a:pt x="836215" y="1410125"/>
                  </a:lnTo>
                  <a:lnTo>
                    <a:pt x="890374" y="1399995"/>
                  </a:lnTo>
                  <a:lnTo>
                    <a:pt x="945309" y="1388088"/>
                  </a:lnTo>
                  <a:lnTo>
                    <a:pt x="1000930" y="1374399"/>
                  </a:lnTo>
                  <a:lnTo>
                    <a:pt x="1057146" y="1358923"/>
                  </a:lnTo>
                  <a:lnTo>
                    <a:pt x="1113865" y="1341656"/>
                  </a:lnTo>
                  <a:lnTo>
                    <a:pt x="1170997" y="1322593"/>
                  </a:lnTo>
                  <a:lnTo>
                    <a:pt x="1228451" y="1301732"/>
                  </a:lnTo>
                  <a:lnTo>
                    <a:pt x="1286135" y="1279066"/>
                  </a:lnTo>
                  <a:lnTo>
                    <a:pt x="1343958" y="1254592"/>
                  </a:lnTo>
                  <a:lnTo>
                    <a:pt x="1401128" y="1228628"/>
                  </a:lnTo>
                  <a:lnTo>
                    <a:pt x="1456874" y="1201543"/>
                  </a:lnTo>
                  <a:lnTo>
                    <a:pt x="1511136" y="1173405"/>
                  </a:lnTo>
                  <a:lnTo>
                    <a:pt x="1563856" y="1144286"/>
                  </a:lnTo>
                  <a:lnTo>
                    <a:pt x="1614976" y="1114254"/>
                  </a:lnTo>
                  <a:lnTo>
                    <a:pt x="1664438" y="1083380"/>
                  </a:lnTo>
                  <a:lnTo>
                    <a:pt x="1712182" y="1051734"/>
                  </a:lnTo>
                  <a:lnTo>
                    <a:pt x="1758151" y="1019385"/>
                  </a:lnTo>
                  <a:lnTo>
                    <a:pt x="1802285" y="986404"/>
                  </a:lnTo>
                  <a:lnTo>
                    <a:pt x="1844527" y="952860"/>
                  </a:lnTo>
                  <a:lnTo>
                    <a:pt x="1884817" y="918823"/>
                  </a:lnTo>
                  <a:lnTo>
                    <a:pt x="1923098" y="884364"/>
                  </a:lnTo>
                  <a:lnTo>
                    <a:pt x="1959311" y="849551"/>
                  </a:lnTo>
                  <a:lnTo>
                    <a:pt x="1993397" y="814456"/>
                  </a:lnTo>
                  <a:lnTo>
                    <a:pt x="2025298" y="779148"/>
                  </a:lnTo>
                  <a:lnTo>
                    <a:pt x="2054955" y="743696"/>
                  </a:lnTo>
                  <a:lnTo>
                    <a:pt x="2082310" y="708171"/>
                  </a:lnTo>
                  <a:lnTo>
                    <a:pt x="2107304" y="672643"/>
                  </a:lnTo>
                  <a:lnTo>
                    <a:pt x="2129879" y="637181"/>
                  </a:lnTo>
                  <a:lnTo>
                    <a:pt x="2149977" y="601856"/>
                  </a:lnTo>
                  <a:lnTo>
                    <a:pt x="2167538" y="566737"/>
                  </a:lnTo>
                  <a:lnTo>
                    <a:pt x="2194819" y="497398"/>
                  </a:lnTo>
                  <a:lnTo>
                    <a:pt x="2211252" y="429723"/>
                  </a:lnTo>
                  <a:lnTo>
                    <a:pt x="2216372" y="364271"/>
                  </a:lnTo>
                  <a:lnTo>
                    <a:pt x="2214542" y="332554"/>
                  </a:lnTo>
                  <a:lnTo>
                    <a:pt x="2201812" y="271486"/>
                  </a:lnTo>
                  <a:lnTo>
                    <a:pt x="2176775" y="214392"/>
                  </a:lnTo>
                  <a:lnTo>
                    <a:pt x="2140484" y="163677"/>
                  </a:lnTo>
                  <a:lnTo>
                    <a:pt x="2093795" y="119726"/>
                  </a:lnTo>
                  <a:lnTo>
                    <a:pt x="2037438" y="82573"/>
                  </a:lnTo>
                  <a:lnTo>
                    <a:pt x="1972142" y="52253"/>
                  </a:lnTo>
                  <a:lnTo>
                    <a:pt x="1898635" y="28801"/>
                  </a:lnTo>
                  <a:lnTo>
                    <a:pt x="1859031" y="19661"/>
                  </a:lnTo>
                  <a:lnTo>
                    <a:pt x="1817648" y="12251"/>
                  </a:lnTo>
                  <a:lnTo>
                    <a:pt x="1774576" y="6576"/>
                  </a:lnTo>
                  <a:lnTo>
                    <a:pt x="1729908" y="2639"/>
                  </a:lnTo>
                  <a:lnTo>
                    <a:pt x="1683734" y="446"/>
                  </a:lnTo>
                  <a:lnTo>
                    <a:pt x="1636145" y="0"/>
                  </a:lnTo>
                  <a:close/>
                </a:path>
              </a:pathLst>
            </a:custGeom>
            <a:solidFill>
              <a:srgbClr val="183DA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65733" y="3686088"/>
              <a:ext cx="2216785" cy="1434465"/>
            </a:xfrm>
            <a:custGeom>
              <a:avLst/>
              <a:gdLst/>
              <a:ahLst/>
              <a:cxnLst/>
              <a:rect l="l" t="t" r="r" b="b"/>
              <a:pathLst>
                <a:path w="2216785" h="1434464">
                  <a:moveTo>
                    <a:pt x="25571" y="1191981"/>
                  </a:moveTo>
                  <a:lnTo>
                    <a:pt x="14554" y="1162782"/>
                  </a:lnTo>
                  <a:lnTo>
                    <a:pt x="6659" y="1132676"/>
                  </a:lnTo>
                  <a:lnTo>
                    <a:pt x="1827" y="1101733"/>
                  </a:lnTo>
                  <a:lnTo>
                    <a:pt x="0" y="1070023"/>
                  </a:lnTo>
                  <a:lnTo>
                    <a:pt x="1118" y="1037616"/>
                  </a:lnTo>
                  <a:lnTo>
                    <a:pt x="11960" y="970991"/>
                  </a:lnTo>
                  <a:lnTo>
                    <a:pt x="33883" y="902418"/>
                  </a:lnTo>
                  <a:lnTo>
                    <a:pt x="66420" y="832457"/>
                  </a:lnTo>
                  <a:lnTo>
                    <a:pt x="86521" y="797131"/>
                  </a:lnTo>
                  <a:lnTo>
                    <a:pt x="109100" y="761667"/>
                  </a:lnTo>
                  <a:lnTo>
                    <a:pt x="134098" y="726137"/>
                  </a:lnTo>
                  <a:lnTo>
                    <a:pt x="161457" y="690609"/>
                  </a:lnTo>
                  <a:lnTo>
                    <a:pt x="191117" y="655155"/>
                  </a:lnTo>
                  <a:lnTo>
                    <a:pt x="223020" y="619843"/>
                  </a:lnTo>
                  <a:lnTo>
                    <a:pt x="257109" y="584744"/>
                  </a:lnTo>
                  <a:lnTo>
                    <a:pt x="293323" y="549928"/>
                  </a:lnTo>
                  <a:lnTo>
                    <a:pt x="331605" y="515464"/>
                  </a:lnTo>
                  <a:lnTo>
                    <a:pt x="371895" y="481424"/>
                  </a:lnTo>
                  <a:lnTo>
                    <a:pt x="414136" y="447876"/>
                  </a:lnTo>
                  <a:lnTo>
                    <a:pt x="458269" y="414890"/>
                  </a:lnTo>
                  <a:lnTo>
                    <a:pt x="504235" y="382538"/>
                  </a:lnTo>
                  <a:lnTo>
                    <a:pt x="551976" y="350888"/>
                  </a:lnTo>
                  <a:lnTo>
                    <a:pt x="601433" y="320011"/>
                  </a:lnTo>
                  <a:lnTo>
                    <a:pt x="652547" y="289976"/>
                  </a:lnTo>
                  <a:lnTo>
                    <a:pt x="705260" y="260854"/>
                  </a:lnTo>
                  <a:lnTo>
                    <a:pt x="759514" y="232715"/>
                  </a:lnTo>
                  <a:lnTo>
                    <a:pt x="815249" y="205628"/>
                  </a:lnTo>
                  <a:lnTo>
                    <a:pt x="872407" y="179664"/>
                  </a:lnTo>
                  <a:lnTo>
                    <a:pt x="930231" y="155190"/>
                  </a:lnTo>
                  <a:lnTo>
                    <a:pt x="987916" y="132525"/>
                  </a:lnTo>
                  <a:lnTo>
                    <a:pt x="1045372" y="111663"/>
                  </a:lnTo>
                  <a:lnTo>
                    <a:pt x="1102506" y="92601"/>
                  </a:lnTo>
                  <a:lnTo>
                    <a:pt x="1159228" y="75334"/>
                  </a:lnTo>
                  <a:lnTo>
                    <a:pt x="1215447" y="59858"/>
                  </a:lnTo>
                  <a:lnTo>
                    <a:pt x="1271072" y="46168"/>
                  </a:lnTo>
                  <a:lnTo>
                    <a:pt x="1326011" y="34261"/>
                  </a:lnTo>
                  <a:lnTo>
                    <a:pt x="1380173" y="24131"/>
                  </a:lnTo>
                  <a:lnTo>
                    <a:pt x="1433468" y="15775"/>
                  </a:lnTo>
                  <a:lnTo>
                    <a:pt x="1485803" y="9189"/>
                  </a:lnTo>
                  <a:lnTo>
                    <a:pt x="1537089" y="4367"/>
                  </a:lnTo>
                  <a:lnTo>
                    <a:pt x="1587233" y="1305"/>
                  </a:lnTo>
                  <a:lnTo>
                    <a:pt x="1636145" y="0"/>
                  </a:lnTo>
                  <a:lnTo>
                    <a:pt x="1683734" y="446"/>
                  </a:lnTo>
                  <a:lnTo>
                    <a:pt x="1729908" y="2639"/>
                  </a:lnTo>
                  <a:lnTo>
                    <a:pt x="1774576" y="6576"/>
                  </a:lnTo>
                  <a:lnTo>
                    <a:pt x="1817648" y="12251"/>
                  </a:lnTo>
                  <a:lnTo>
                    <a:pt x="1859031" y="19661"/>
                  </a:lnTo>
                  <a:lnTo>
                    <a:pt x="1898635" y="28801"/>
                  </a:lnTo>
                  <a:lnTo>
                    <a:pt x="1936369" y="39666"/>
                  </a:lnTo>
                  <a:lnTo>
                    <a:pt x="2005862" y="66557"/>
                  </a:lnTo>
                  <a:lnTo>
                    <a:pt x="2066780" y="100298"/>
                  </a:lnTo>
                  <a:lnTo>
                    <a:pt x="2118394" y="140854"/>
                  </a:lnTo>
                  <a:lnTo>
                    <a:pt x="2159975" y="188192"/>
                  </a:lnTo>
                  <a:lnTo>
                    <a:pt x="2190794" y="242275"/>
                  </a:lnTo>
                  <a:lnTo>
                    <a:pt x="2209708" y="301602"/>
                  </a:lnTo>
                  <a:lnTo>
                    <a:pt x="2216372" y="364271"/>
                  </a:lnTo>
                  <a:lnTo>
                    <a:pt x="2215256" y="396684"/>
                  </a:lnTo>
                  <a:lnTo>
                    <a:pt x="2204421" y="463317"/>
                  </a:lnTo>
                  <a:lnTo>
                    <a:pt x="2182505" y="531894"/>
                  </a:lnTo>
                  <a:lnTo>
                    <a:pt x="2149977" y="601856"/>
                  </a:lnTo>
                  <a:lnTo>
                    <a:pt x="2129879" y="637181"/>
                  </a:lnTo>
                  <a:lnTo>
                    <a:pt x="2107304" y="672643"/>
                  </a:lnTo>
                  <a:lnTo>
                    <a:pt x="2082310" y="708171"/>
                  </a:lnTo>
                  <a:lnTo>
                    <a:pt x="2054955" y="743696"/>
                  </a:lnTo>
                  <a:lnTo>
                    <a:pt x="2025298" y="779148"/>
                  </a:lnTo>
                  <a:lnTo>
                    <a:pt x="1993397" y="814456"/>
                  </a:lnTo>
                  <a:lnTo>
                    <a:pt x="1959311" y="849551"/>
                  </a:lnTo>
                  <a:lnTo>
                    <a:pt x="1923098" y="884364"/>
                  </a:lnTo>
                  <a:lnTo>
                    <a:pt x="1884817" y="918823"/>
                  </a:lnTo>
                  <a:lnTo>
                    <a:pt x="1844527" y="952860"/>
                  </a:lnTo>
                  <a:lnTo>
                    <a:pt x="1802285" y="986404"/>
                  </a:lnTo>
                  <a:lnTo>
                    <a:pt x="1758151" y="1019385"/>
                  </a:lnTo>
                  <a:lnTo>
                    <a:pt x="1712182" y="1051734"/>
                  </a:lnTo>
                  <a:lnTo>
                    <a:pt x="1664438" y="1083380"/>
                  </a:lnTo>
                  <a:lnTo>
                    <a:pt x="1614976" y="1114254"/>
                  </a:lnTo>
                  <a:lnTo>
                    <a:pt x="1563856" y="1144286"/>
                  </a:lnTo>
                  <a:lnTo>
                    <a:pt x="1511136" y="1173405"/>
                  </a:lnTo>
                  <a:lnTo>
                    <a:pt x="1456874" y="1201543"/>
                  </a:lnTo>
                  <a:lnTo>
                    <a:pt x="1401128" y="1228628"/>
                  </a:lnTo>
                  <a:lnTo>
                    <a:pt x="1343958" y="1254592"/>
                  </a:lnTo>
                  <a:lnTo>
                    <a:pt x="1286135" y="1279066"/>
                  </a:lnTo>
                  <a:lnTo>
                    <a:pt x="1228451" y="1301732"/>
                  </a:lnTo>
                  <a:lnTo>
                    <a:pt x="1170997" y="1322593"/>
                  </a:lnTo>
                  <a:lnTo>
                    <a:pt x="1113865" y="1341656"/>
                  </a:lnTo>
                  <a:lnTo>
                    <a:pt x="1057146" y="1358923"/>
                  </a:lnTo>
                  <a:lnTo>
                    <a:pt x="1000930" y="1374399"/>
                  </a:lnTo>
                  <a:lnTo>
                    <a:pt x="945309" y="1388088"/>
                  </a:lnTo>
                  <a:lnTo>
                    <a:pt x="890374" y="1399995"/>
                  </a:lnTo>
                  <a:lnTo>
                    <a:pt x="836215" y="1410125"/>
                  </a:lnTo>
                  <a:lnTo>
                    <a:pt x="782925" y="1418481"/>
                  </a:lnTo>
                  <a:lnTo>
                    <a:pt x="730593" y="1425068"/>
                  </a:lnTo>
                  <a:lnTo>
                    <a:pt x="679312" y="1429890"/>
                  </a:lnTo>
                  <a:lnTo>
                    <a:pt x="629171" y="1432951"/>
                  </a:lnTo>
                  <a:lnTo>
                    <a:pt x="580263" y="1434257"/>
                  </a:lnTo>
                  <a:lnTo>
                    <a:pt x="532677" y="1433811"/>
                  </a:lnTo>
                  <a:lnTo>
                    <a:pt x="486507" y="1431617"/>
                  </a:lnTo>
                  <a:lnTo>
                    <a:pt x="441841" y="1427680"/>
                  </a:lnTo>
                  <a:lnTo>
                    <a:pt x="398772" y="1422005"/>
                  </a:lnTo>
                  <a:lnTo>
                    <a:pt x="357390" y="1414595"/>
                  </a:lnTo>
                  <a:lnTo>
                    <a:pt x="317786" y="1405455"/>
                  </a:lnTo>
                  <a:lnTo>
                    <a:pt x="280052" y="1394590"/>
                  </a:lnTo>
                  <a:lnTo>
                    <a:pt x="210558" y="1367700"/>
                  </a:lnTo>
                  <a:lnTo>
                    <a:pt x="149634" y="1333959"/>
                  </a:lnTo>
                  <a:lnTo>
                    <a:pt x="98009" y="1293402"/>
                  </a:lnTo>
                  <a:lnTo>
                    <a:pt x="56412" y="1246065"/>
                  </a:lnTo>
                  <a:lnTo>
                    <a:pt x="25571" y="119198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07892" y="3261359"/>
              <a:ext cx="2632075" cy="2047239"/>
            </a:xfrm>
            <a:custGeom>
              <a:avLst/>
              <a:gdLst/>
              <a:ahLst/>
              <a:cxnLst/>
              <a:rect l="l" t="t" r="r" b="b"/>
              <a:pathLst>
                <a:path w="2632075" h="2047239">
                  <a:moveTo>
                    <a:pt x="2631694" y="1937004"/>
                  </a:moveTo>
                  <a:lnTo>
                    <a:pt x="2610523" y="1930654"/>
                  </a:lnTo>
                  <a:lnTo>
                    <a:pt x="2504694" y="1898904"/>
                  </a:lnTo>
                  <a:lnTo>
                    <a:pt x="2547023" y="1930654"/>
                  </a:lnTo>
                  <a:lnTo>
                    <a:pt x="90170" y="1930654"/>
                  </a:lnTo>
                  <a:lnTo>
                    <a:pt x="90170" y="84670"/>
                  </a:lnTo>
                  <a:lnTo>
                    <a:pt x="121920" y="127000"/>
                  </a:lnTo>
                  <a:lnTo>
                    <a:pt x="106680" y="76200"/>
                  </a:lnTo>
                  <a:lnTo>
                    <a:pt x="83820" y="0"/>
                  </a:lnTo>
                  <a:lnTo>
                    <a:pt x="45720" y="127000"/>
                  </a:lnTo>
                  <a:lnTo>
                    <a:pt x="77470" y="84670"/>
                  </a:lnTo>
                  <a:lnTo>
                    <a:pt x="77470" y="1930654"/>
                  </a:lnTo>
                  <a:lnTo>
                    <a:pt x="0" y="1930654"/>
                  </a:lnTo>
                  <a:lnTo>
                    <a:pt x="0" y="1943354"/>
                  </a:lnTo>
                  <a:lnTo>
                    <a:pt x="77470" y="1943354"/>
                  </a:lnTo>
                  <a:lnTo>
                    <a:pt x="77470" y="2046859"/>
                  </a:lnTo>
                  <a:lnTo>
                    <a:pt x="90170" y="2046859"/>
                  </a:lnTo>
                  <a:lnTo>
                    <a:pt x="90170" y="1943354"/>
                  </a:lnTo>
                  <a:lnTo>
                    <a:pt x="2547023" y="1943354"/>
                  </a:lnTo>
                  <a:lnTo>
                    <a:pt x="2504694" y="1975104"/>
                  </a:lnTo>
                  <a:lnTo>
                    <a:pt x="2610523" y="1943354"/>
                  </a:lnTo>
                  <a:lnTo>
                    <a:pt x="2631694" y="1937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57863" y="5329580"/>
              <a:ext cx="488406" cy="11338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13148" y="5329580"/>
              <a:ext cx="598140" cy="113385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76215" y="5594603"/>
            <a:ext cx="752093" cy="11810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26688" y="4043182"/>
            <a:ext cx="113385" cy="32079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46347" y="3122676"/>
            <a:ext cx="73151" cy="14630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46347" y="4924044"/>
            <a:ext cx="73151" cy="146304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4116015" y="4152598"/>
            <a:ext cx="1348740" cy="839469"/>
            <a:chOff x="4116015" y="4152598"/>
            <a:chExt cx="1348740" cy="839469"/>
          </a:xfrm>
        </p:grpSpPr>
        <p:sp>
          <p:nvSpPr>
            <p:cNvPr id="16" name="object 16"/>
            <p:cNvSpPr/>
            <p:nvPr/>
          </p:nvSpPr>
          <p:spPr>
            <a:xfrm>
              <a:off x="4165633" y="4426710"/>
              <a:ext cx="688975" cy="528320"/>
            </a:xfrm>
            <a:custGeom>
              <a:avLst/>
              <a:gdLst/>
              <a:ahLst/>
              <a:cxnLst/>
              <a:rect l="l" t="t" r="r" b="b"/>
              <a:pathLst>
                <a:path w="688975" h="528320">
                  <a:moveTo>
                    <a:pt x="461412" y="0"/>
                  </a:moveTo>
                  <a:lnTo>
                    <a:pt x="410205" y="1011"/>
                  </a:lnTo>
                  <a:lnTo>
                    <a:pt x="356895" y="8400"/>
                  </a:lnTo>
                  <a:lnTo>
                    <a:pt x="302362" y="22320"/>
                  </a:lnTo>
                  <a:lnTo>
                    <a:pt x="247489" y="42928"/>
                  </a:lnTo>
                  <a:lnTo>
                    <a:pt x="195121" y="69358"/>
                  </a:lnTo>
                  <a:lnTo>
                    <a:pt x="147913" y="100063"/>
                  </a:lnTo>
                  <a:lnTo>
                    <a:pt x="106347" y="134291"/>
                  </a:lnTo>
                  <a:lnTo>
                    <a:pt x="70904" y="171287"/>
                  </a:lnTo>
                  <a:lnTo>
                    <a:pt x="42066" y="210298"/>
                  </a:lnTo>
                  <a:lnTo>
                    <a:pt x="20315" y="250569"/>
                  </a:lnTo>
                  <a:lnTo>
                    <a:pt x="6133" y="291349"/>
                  </a:lnTo>
                  <a:lnTo>
                    <a:pt x="0" y="331882"/>
                  </a:lnTo>
                  <a:lnTo>
                    <a:pt x="2398" y="371415"/>
                  </a:lnTo>
                  <a:lnTo>
                    <a:pt x="13809" y="409196"/>
                  </a:lnTo>
                  <a:lnTo>
                    <a:pt x="33874" y="443147"/>
                  </a:lnTo>
                  <a:lnTo>
                    <a:pt x="61328" y="471666"/>
                  </a:lnTo>
                  <a:lnTo>
                    <a:pt x="95291" y="494596"/>
                  </a:lnTo>
                  <a:lnTo>
                    <a:pt x="134884" y="511777"/>
                  </a:lnTo>
                  <a:lnTo>
                    <a:pt x="179226" y="523051"/>
                  </a:lnTo>
                  <a:lnTo>
                    <a:pt x="227440" y="528260"/>
                  </a:lnTo>
                  <a:lnTo>
                    <a:pt x="278646" y="527244"/>
                  </a:lnTo>
                  <a:lnTo>
                    <a:pt x="331963" y="519846"/>
                  </a:lnTo>
                  <a:lnTo>
                    <a:pt x="386514" y="505907"/>
                  </a:lnTo>
                  <a:lnTo>
                    <a:pt x="441418" y="485269"/>
                  </a:lnTo>
                  <a:lnTo>
                    <a:pt x="493786" y="458873"/>
                  </a:lnTo>
                  <a:lnTo>
                    <a:pt x="540994" y="428195"/>
                  </a:lnTo>
                  <a:lnTo>
                    <a:pt x="582560" y="393989"/>
                  </a:lnTo>
                  <a:lnTo>
                    <a:pt x="618003" y="357009"/>
                  </a:lnTo>
                  <a:lnTo>
                    <a:pt x="646840" y="318010"/>
                  </a:lnTo>
                  <a:lnTo>
                    <a:pt x="668592" y="277745"/>
                  </a:lnTo>
                  <a:lnTo>
                    <a:pt x="682774" y="236971"/>
                  </a:lnTo>
                  <a:lnTo>
                    <a:pt x="688907" y="196440"/>
                  </a:lnTo>
                  <a:lnTo>
                    <a:pt x="686509" y="156907"/>
                  </a:lnTo>
                  <a:lnTo>
                    <a:pt x="675098" y="119128"/>
                  </a:lnTo>
                  <a:lnTo>
                    <a:pt x="655029" y="85145"/>
                  </a:lnTo>
                  <a:lnTo>
                    <a:pt x="627566" y="56607"/>
                  </a:lnTo>
                  <a:lnTo>
                    <a:pt x="593592" y="33668"/>
                  </a:lnTo>
                  <a:lnTo>
                    <a:pt x="553987" y="16483"/>
                  </a:lnTo>
                  <a:lnTo>
                    <a:pt x="509633" y="5209"/>
                  </a:lnTo>
                  <a:lnTo>
                    <a:pt x="461412" y="0"/>
                  </a:lnTo>
                  <a:close/>
                </a:path>
              </a:pathLst>
            </a:custGeom>
            <a:solidFill>
              <a:srgbClr val="183DA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65633" y="4426710"/>
              <a:ext cx="688975" cy="528320"/>
            </a:xfrm>
            <a:custGeom>
              <a:avLst/>
              <a:gdLst/>
              <a:ahLst/>
              <a:cxnLst/>
              <a:rect l="l" t="t" r="r" b="b"/>
              <a:pathLst>
                <a:path w="688975" h="528320">
                  <a:moveTo>
                    <a:pt x="13809" y="409196"/>
                  </a:moveTo>
                  <a:lnTo>
                    <a:pt x="2398" y="371415"/>
                  </a:lnTo>
                  <a:lnTo>
                    <a:pt x="0" y="331882"/>
                  </a:lnTo>
                  <a:lnTo>
                    <a:pt x="6133" y="291349"/>
                  </a:lnTo>
                  <a:lnTo>
                    <a:pt x="20315" y="250569"/>
                  </a:lnTo>
                  <a:lnTo>
                    <a:pt x="42066" y="210298"/>
                  </a:lnTo>
                  <a:lnTo>
                    <a:pt x="70904" y="171287"/>
                  </a:lnTo>
                  <a:lnTo>
                    <a:pt x="106347" y="134291"/>
                  </a:lnTo>
                  <a:lnTo>
                    <a:pt x="147913" y="100063"/>
                  </a:lnTo>
                  <a:lnTo>
                    <a:pt x="195121" y="69358"/>
                  </a:lnTo>
                  <a:lnTo>
                    <a:pt x="247489" y="42928"/>
                  </a:lnTo>
                  <a:lnTo>
                    <a:pt x="302362" y="22320"/>
                  </a:lnTo>
                  <a:lnTo>
                    <a:pt x="356895" y="8400"/>
                  </a:lnTo>
                  <a:lnTo>
                    <a:pt x="410205" y="1011"/>
                  </a:lnTo>
                  <a:lnTo>
                    <a:pt x="461412" y="0"/>
                  </a:lnTo>
                  <a:lnTo>
                    <a:pt x="509633" y="5209"/>
                  </a:lnTo>
                  <a:lnTo>
                    <a:pt x="553987" y="16483"/>
                  </a:lnTo>
                  <a:lnTo>
                    <a:pt x="593592" y="33668"/>
                  </a:lnTo>
                  <a:lnTo>
                    <a:pt x="627566" y="56607"/>
                  </a:lnTo>
                  <a:lnTo>
                    <a:pt x="655029" y="85145"/>
                  </a:lnTo>
                  <a:lnTo>
                    <a:pt x="675098" y="119128"/>
                  </a:lnTo>
                  <a:lnTo>
                    <a:pt x="686509" y="156907"/>
                  </a:lnTo>
                  <a:lnTo>
                    <a:pt x="688907" y="196440"/>
                  </a:lnTo>
                  <a:lnTo>
                    <a:pt x="682774" y="236971"/>
                  </a:lnTo>
                  <a:lnTo>
                    <a:pt x="668592" y="277745"/>
                  </a:lnTo>
                  <a:lnTo>
                    <a:pt x="646840" y="318010"/>
                  </a:lnTo>
                  <a:lnTo>
                    <a:pt x="618003" y="357009"/>
                  </a:lnTo>
                  <a:lnTo>
                    <a:pt x="582560" y="393989"/>
                  </a:lnTo>
                  <a:lnTo>
                    <a:pt x="540994" y="428195"/>
                  </a:lnTo>
                  <a:lnTo>
                    <a:pt x="493786" y="458873"/>
                  </a:lnTo>
                  <a:lnTo>
                    <a:pt x="441418" y="485269"/>
                  </a:lnTo>
                  <a:lnTo>
                    <a:pt x="386514" y="505907"/>
                  </a:lnTo>
                  <a:lnTo>
                    <a:pt x="331963" y="519846"/>
                  </a:lnTo>
                  <a:lnTo>
                    <a:pt x="278646" y="527244"/>
                  </a:lnTo>
                  <a:lnTo>
                    <a:pt x="227440" y="528260"/>
                  </a:lnTo>
                  <a:lnTo>
                    <a:pt x="179226" y="523051"/>
                  </a:lnTo>
                  <a:lnTo>
                    <a:pt x="134884" y="511777"/>
                  </a:lnTo>
                  <a:lnTo>
                    <a:pt x="95291" y="494596"/>
                  </a:lnTo>
                  <a:lnTo>
                    <a:pt x="61328" y="471666"/>
                  </a:lnTo>
                  <a:lnTo>
                    <a:pt x="33874" y="443147"/>
                  </a:lnTo>
                  <a:lnTo>
                    <a:pt x="13809" y="40919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2365" y="4158948"/>
              <a:ext cx="1336040" cy="826769"/>
            </a:xfrm>
            <a:custGeom>
              <a:avLst/>
              <a:gdLst/>
              <a:ahLst/>
              <a:cxnLst/>
              <a:rect l="l" t="t" r="r" b="b"/>
              <a:pathLst>
                <a:path w="1336039" h="826770">
                  <a:moveTo>
                    <a:pt x="1038882" y="0"/>
                  </a:moveTo>
                  <a:lnTo>
                    <a:pt x="990216" y="907"/>
                  </a:lnTo>
                  <a:lnTo>
                    <a:pt x="939143" y="4805"/>
                  </a:lnTo>
                  <a:lnTo>
                    <a:pt x="885940" y="11698"/>
                  </a:lnTo>
                  <a:lnTo>
                    <a:pt x="830885" y="21589"/>
                  </a:lnTo>
                  <a:lnTo>
                    <a:pt x="774255" y="34481"/>
                  </a:lnTo>
                  <a:lnTo>
                    <a:pt x="716326" y="50377"/>
                  </a:lnTo>
                  <a:lnTo>
                    <a:pt x="657375" y="69281"/>
                  </a:lnTo>
                  <a:lnTo>
                    <a:pt x="597680" y="91196"/>
                  </a:lnTo>
                  <a:lnTo>
                    <a:pt x="537518" y="116125"/>
                  </a:lnTo>
                  <a:lnTo>
                    <a:pt x="478440" y="143500"/>
                  </a:lnTo>
                  <a:lnTo>
                    <a:pt x="421894" y="172573"/>
                  </a:lnTo>
                  <a:lnTo>
                    <a:pt x="368066" y="203135"/>
                  </a:lnTo>
                  <a:lnTo>
                    <a:pt x="317142" y="234983"/>
                  </a:lnTo>
                  <a:lnTo>
                    <a:pt x="269306" y="267910"/>
                  </a:lnTo>
                  <a:lnTo>
                    <a:pt x="224745" y="301710"/>
                  </a:lnTo>
                  <a:lnTo>
                    <a:pt x="183643" y="336177"/>
                  </a:lnTo>
                  <a:lnTo>
                    <a:pt x="146186" y="371105"/>
                  </a:lnTo>
                  <a:lnTo>
                    <a:pt x="112560" y="406288"/>
                  </a:lnTo>
                  <a:lnTo>
                    <a:pt x="82949" y="441521"/>
                  </a:lnTo>
                  <a:lnTo>
                    <a:pt x="57540" y="476598"/>
                  </a:lnTo>
                  <a:lnTo>
                    <a:pt x="36517" y="511311"/>
                  </a:lnTo>
                  <a:lnTo>
                    <a:pt x="8373" y="578828"/>
                  </a:lnTo>
                  <a:lnTo>
                    <a:pt x="0" y="642424"/>
                  </a:lnTo>
                  <a:lnTo>
                    <a:pt x="3691" y="672237"/>
                  </a:lnTo>
                  <a:lnTo>
                    <a:pt x="27424" y="726320"/>
                  </a:lnTo>
                  <a:lnTo>
                    <a:pt x="70932" y="769166"/>
                  </a:lnTo>
                  <a:lnTo>
                    <a:pt x="131820" y="800138"/>
                  </a:lnTo>
                  <a:lnTo>
                    <a:pt x="207871" y="819210"/>
                  </a:lnTo>
                  <a:lnTo>
                    <a:pt x="250890" y="824276"/>
                  </a:lnTo>
                  <a:lnTo>
                    <a:pt x="296869" y="826357"/>
                  </a:lnTo>
                  <a:lnTo>
                    <a:pt x="345529" y="825450"/>
                  </a:lnTo>
                  <a:lnTo>
                    <a:pt x="396595" y="821551"/>
                  </a:lnTo>
                  <a:lnTo>
                    <a:pt x="449789" y="814658"/>
                  </a:lnTo>
                  <a:lnTo>
                    <a:pt x="504834" y="804767"/>
                  </a:lnTo>
                  <a:lnTo>
                    <a:pt x="561452" y="791875"/>
                  </a:lnTo>
                  <a:lnTo>
                    <a:pt x="619368" y="775979"/>
                  </a:lnTo>
                  <a:lnTo>
                    <a:pt x="678302" y="757075"/>
                  </a:lnTo>
                  <a:lnTo>
                    <a:pt x="737979" y="735160"/>
                  </a:lnTo>
                  <a:lnTo>
                    <a:pt x="798122" y="710231"/>
                  </a:lnTo>
                  <a:lnTo>
                    <a:pt x="857219" y="682875"/>
                  </a:lnTo>
                  <a:lnTo>
                    <a:pt x="913779" y="653817"/>
                  </a:lnTo>
                  <a:lnTo>
                    <a:pt x="967618" y="623265"/>
                  </a:lnTo>
                  <a:lnTo>
                    <a:pt x="1018550" y="591424"/>
                  </a:lnTo>
                  <a:lnTo>
                    <a:pt x="1066391" y="558502"/>
                  </a:lnTo>
                  <a:lnTo>
                    <a:pt x="1110956" y="524703"/>
                  </a:lnTo>
                  <a:lnTo>
                    <a:pt x="1152059" y="490235"/>
                  </a:lnTo>
                  <a:lnTo>
                    <a:pt x="1189517" y="455304"/>
                  </a:lnTo>
                  <a:lnTo>
                    <a:pt x="1223143" y="420115"/>
                  </a:lnTo>
                  <a:lnTo>
                    <a:pt x="1252754" y="384877"/>
                  </a:lnTo>
                  <a:lnTo>
                    <a:pt x="1278164" y="349794"/>
                  </a:lnTo>
                  <a:lnTo>
                    <a:pt x="1299189" y="315073"/>
                  </a:lnTo>
                  <a:lnTo>
                    <a:pt x="1327341" y="247543"/>
                  </a:lnTo>
                  <a:lnTo>
                    <a:pt x="1335734" y="183936"/>
                  </a:lnTo>
                  <a:lnTo>
                    <a:pt x="1332057" y="154120"/>
                  </a:lnTo>
                  <a:lnTo>
                    <a:pt x="1308342" y="100037"/>
                  </a:lnTo>
                  <a:lnTo>
                    <a:pt x="1264834" y="57191"/>
                  </a:lnTo>
                  <a:lnTo>
                    <a:pt x="1203944" y="26218"/>
                  </a:lnTo>
                  <a:lnTo>
                    <a:pt x="1127888" y="7146"/>
                  </a:lnTo>
                  <a:lnTo>
                    <a:pt x="1084865" y="2080"/>
                  </a:lnTo>
                  <a:lnTo>
                    <a:pt x="1038882" y="0"/>
                  </a:lnTo>
                  <a:close/>
                </a:path>
              </a:pathLst>
            </a:custGeom>
            <a:solidFill>
              <a:srgbClr val="183DA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22365" y="4158948"/>
              <a:ext cx="1336040" cy="826769"/>
            </a:xfrm>
            <a:custGeom>
              <a:avLst/>
              <a:gdLst/>
              <a:ahLst/>
              <a:cxnLst/>
              <a:rect l="l" t="t" r="r" b="b"/>
              <a:pathLst>
                <a:path w="1336039" h="826770">
                  <a:moveTo>
                    <a:pt x="12881" y="700452"/>
                  </a:moveTo>
                  <a:lnTo>
                    <a:pt x="3691" y="672237"/>
                  </a:lnTo>
                  <a:lnTo>
                    <a:pt x="0" y="642424"/>
                  </a:lnTo>
                  <a:lnTo>
                    <a:pt x="1622" y="611219"/>
                  </a:lnTo>
                  <a:lnTo>
                    <a:pt x="20066" y="545457"/>
                  </a:lnTo>
                  <a:lnTo>
                    <a:pt x="57540" y="476598"/>
                  </a:lnTo>
                  <a:lnTo>
                    <a:pt x="82949" y="441521"/>
                  </a:lnTo>
                  <a:lnTo>
                    <a:pt x="112560" y="406288"/>
                  </a:lnTo>
                  <a:lnTo>
                    <a:pt x="146186" y="371105"/>
                  </a:lnTo>
                  <a:lnTo>
                    <a:pt x="183643" y="336177"/>
                  </a:lnTo>
                  <a:lnTo>
                    <a:pt x="224745" y="301710"/>
                  </a:lnTo>
                  <a:lnTo>
                    <a:pt x="269306" y="267910"/>
                  </a:lnTo>
                  <a:lnTo>
                    <a:pt x="317142" y="234983"/>
                  </a:lnTo>
                  <a:lnTo>
                    <a:pt x="368066" y="203135"/>
                  </a:lnTo>
                  <a:lnTo>
                    <a:pt x="421894" y="172573"/>
                  </a:lnTo>
                  <a:lnTo>
                    <a:pt x="478440" y="143500"/>
                  </a:lnTo>
                  <a:lnTo>
                    <a:pt x="537518" y="116125"/>
                  </a:lnTo>
                  <a:lnTo>
                    <a:pt x="597680" y="91196"/>
                  </a:lnTo>
                  <a:lnTo>
                    <a:pt x="657375" y="69281"/>
                  </a:lnTo>
                  <a:lnTo>
                    <a:pt x="716326" y="50377"/>
                  </a:lnTo>
                  <a:lnTo>
                    <a:pt x="774255" y="34481"/>
                  </a:lnTo>
                  <a:lnTo>
                    <a:pt x="830885" y="21589"/>
                  </a:lnTo>
                  <a:lnTo>
                    <a:pt x="885940" y="11698"/>
                  </a:lnTo>
                  <a:lnTo>
                    <a:pt x="939143" y="4805"/>
                  </a:lnTo>
                  <a:lnTo>
                    <a:pt x="990216" y="907"/>
                  </a:lnTo>
                  <a:lnTo>
                    <a:pt x="1038882" y="0"/>
                  </a:lnTo>
                  <a:lnTo>
                    <a:pt x="1084865" y="2080"/>
                  </a:lnTo>
                  <a:lnTo>
                    <a:pt x="1127888" y="7146"/>
                  </a:lnTo>
                  <a:lnTo>
                    <a:pt x="1167673" y="15193"/>
                  </a:lnTo>
                  <a:lnTo>
                    <a:pt x="1236423" y="40219"/>
                  </a:lnTo>
                  <a:lnTo>
                    <a:pt x="1288899" y="77131"/>
                  </a:lnTo>
                  <a:lnTo>
                    <a:pt x="1322886" y="125904"/>
                  </a:lnTo>
                  <a:lnTo>
                    <a:pt x="1335734" y="183936"/>
                  </a:lnTo>
                  <a:lnTo>
                    <a:pt x="1334100" y="215146"/>
                  </a:lnTo>
                  <a:lnTo>
                    <a:pt x="1315643" y="280920"/>
                  </a:lnTo>
                  <a:lnTo>
                    <a:pt x="1278164" y="349794"/>
                  </a:lnTo>
                  <a:lnTo>
                    <a:pt x="1252754" y="384877"/>
                  </a:lnTo>
                  <a:lnTo>
                    <a:pt x="1223143" y="420115"/>
                  </a:lnTo>
                  <a:lnTo>
                    <a:pt x="1189517" y="455304"/>
                  </a:lnTo>
                  <a:lnTo>
                    <a:pt x="1152059" y="490235"/>
                  </a:lnTo>
                  <a:lnTo>
                    <a:pt x="1110956" y="524703"/>
                  </a:lnTo>
                  <a:lnTo>
                    <a:pt x="1066391" y="558502"/>
                  </a:lnTo>
                  <a:lnTo>
                    <a:pt x="1018550" y="591424"/>
                  </a:lnTo>
                  <a:lnTo>
                    <a:pt x="967618" y="623265"/>
                  </a:lnTo>
                  <a:lnTo>
                    <a:pt x="913779" y="653817"/>
                  </a:lnTo>
                  <a:lnTo>
                    <a:pt x="857219" y="682875"/>
                  </a:lnTo>
                  <a:lnTo>
                    <a:pt x="798122" y="710231"/>
                  </a:lnTo>
                  <a:lnTo>
                    <a:pt x="737979" y="735160"/>
                  </a:lnTo>
                  <a:lnTo>
                    <a:pt x="678302" y="757075"/>
                  </a:lnTo>
                  <a:lnTo>
                    <a:pt x="619368" y="775979"/>
                  </a:lnTo>
                  <a:lnTo>
                    <a:pt x="561452" y="791875"/>
                  </a:lnTo>
                  <a:lnTo>
                    <a:pt x="504834" y="804767"/>
                  </a:lnTo>
                  <a:lnTo>
                    <a:pt x="449789" y="814658"/>
                  </a:lnTo>
                  <a:lnTo>
                    <a:pt x="396595" y="821551"/>
                  </a:lnTo>
                  <a:lnTo>
                    <a:pt x="345529" y="825450"/>
                  </a:lnTo>
                  <a:lnTo>
                    <a:pt x="296869" y="826357"/>
                  </a:lnTo>
                  <a:lnTo>
                    <a:pt x="250890" y="824276"/>
                  </a:lnTo>
                  <a:lnTo>
                    <a:pt x="207871" y="819210"/>
                  </a:lnTo>
                  <a:lnTo>
                    <a:pt x="168089" y="811163"/>
                  </a:lnTo>
                  <a:lnTo>
                    <a:pt x="99342" y="786138"/>
                  </a:lnTo>
                  <a:lnTo>
                    <a:pt x="46867" y="749225"/>
                  </a:lnTo>
                  <a:lnTo>
                    <a:pt x="12881" y="70045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1500" y="1542262"/>
            <a:ext cx="2614422" cy="305587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559308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7804" y="2074164"/>
            <a:ext cx="2265426" cy="17602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3231" y="2470404"/>
            <a:ext cx="2681477" cy="16230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37489" y="431419"/>
            <a:ext cx="242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Planification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1542262"/>
            <a:ext cx="2614422" cy="3055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7804" y="2074164"/>
            <a:ext cx="2265426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470404"/>
            <a:ext cx="2618993" cy="75971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242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Planification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2016" y="6524434"/>
            <a:ext cx="6297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1542262"/>
            <a:ext cx="2614422" cy="3055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7804" y="2074164"/>
            <a:ext cx="3420617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27" y="5818632"/>
            <a:ext cx="2989326" cy="16230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912111" y="2621533"/>
            <a:ext cx="6116955" cy="2959100"/>
            <a:chOff x="1912111" y="2621533"/>
            <a:chExt cx="6116955" cy="2959100"/>
          </a:xfrm>
        </p:grpSpPr>
        <p:sp>
          <p:nvSpPr>
            <p:cNvPr id="10" name="object 10"/>
            <p:cNvSpPr/>
            <p:nvPr/>
          </p:nvSpPr>
          <p:spPr>
            <a:xfrm>
              <a:off x="1912111" y="2621533"/>
              <a:ext cx="6116955" cy="2959100"/>
            </a:xfrm>
            <a:custGeom>
              <a:avLst/>
              <a:gdLst/>
              <a:ahLst/>
              <a:cxnLst/>
              <a:rect l="l" t="t" r="r" b="b"/>
              <a:pathLst>
                <a:path w="6116955" h="2959100">
                  <a:moveTo>
                    <a:pt x="52453" y="1774308"/>
                  </a:moveTo>
                  <a:lnTo>
                    <a:pt x="24855" y="1782932"/>
                  </a:lnTo>
                  <a:lnTo>
                    <a:pt x="42544" y="1816100"/>
                  </a:lnTo>
                  <a:lnTo>
                    <a:pt x="72643" y="1879600"/>
                  </a:lnTo>
                  <a:lnTo>
                    <a:pt x="107442" y="1930400"/>
                  </a:lnTo>
                  <a:lnTo>
                    <a:pt x="146431" y="1993900"/>
                  </a:lnTo>
                  <a:lnTo>
                    <a:pt x="189611" y="2044700"/>
                  </a:lnTo>
                  <a:lnTo>
                    <a:pt x="237236" y="2095500"/>
                  </a:lnTo>
                  <a:lnTo>
                    <a:pt x="288798" y="2146300"/>
                  </a:lnTo>
                  <a:lnTo>
                    <a:pt x="344296" y="2197100"/>
                  </a:lnTo>
                  <a:lnTo>
                    <a:pt x="403860" y="2247900"/>
                  </a:lnTo>
                  <a:lnTo>
                    <a:pt x="467106" y="2298700"/>
                  </a:lnTo>
                  <a:lnTo>
                    <a:pt x="534035" y="2349500"/>
                  </a:lnTo>
                  <a:lnTo>
                    <a:pt x="604519" y="2387600"/>
                  </a:lnTo>
                  <a:lnTo>
                    <a:pt x="678561" y="2438400"/>
                  </a:lnTo>
                  <a:lnTo>
                    <a:pt x="756031" y="2476500"/>
                  </a:lnTo>
                  <a:lnTo>
                    <a:pt x="836802" y="2514600"/>
                  </a:lnTo>
                  <a:lnTo>
                    <a:pt x="920750" y="2565400"/>
                  </a:lnTo>
                  <a:lnTo>
                    <a:pt x="1007744" y="2603500"/>
                  </a:lnTo>
                  <a:lnTo>
                    <a:pt x="1097914" y="2628900"/>
                  </a:lnTo>
                  <a:lnTo>
                    <a:pt x="1191006" y="2667000"/>
                  </a:lnTo>
                  <a:lnTo>
                    <a:pt x="1286890" y="2705100"/>
                  </a:lnTo>
                  <a:lnTo>
                    <a:pt x="1385570" y="2730500"/>
                  </a:lnTo>
                  <a:lnTo>
                    <a:pt x="1486915" y="2768600"/>
                  </a:lnTo>
                  <a:lnTo>
                    <a:pt x="1590675" y="2794000"/>
                  </a:lnTo>
                  <a:lnTo>
                    <a:pt x="1916684" y="2870200"/>
                  </a:lnTo>
                  <a:lnTo>
                    <a:pt x="2029967" y="2882900"/>
                  </a:lnTo>
                  <a:lnTo>
                    <a:pt x="2145157" y="2908300"/>
                  </a:lnTo>
                  <a:lnTo>
                    <a:pt x="2502535" y="2946400"/>
                  </a:lnTo>
                  <a:lnTo>
                    <a:pt x="2658745" y="2959100"/>
                  </a:lnTo>
                  <a:lnTo>
                    <a:pt x="3425316" y="2959100"/>
                  </a:lnTo>
                  <a:lnTo>
                    <a:pt x="3721100" y="2933700"/>
                  </a:lnTo>
                  <a:lnTo>
                    <a:pt x="2815590" y="2933700"/>
                  </a:lnTo>
                  <a:lnTo>
                    <a:pt x="2660268" y="2921000"/>
                  </a:lnTo>
                  <a:lnTo>
                    <a:pt x="2660650" y="2921000"/>
                  </a:lnTo>
                  <a:lnTo>
                    <a:pt x="2504821" y="2908300"/>
                  </a:lnTo>
                  <a:lnTo>
                    <a:pt x="2384805" y="2908300"/>
                  </a:lnTo>
                  <a:lnTo>
                    <a:pt x="2265934" y="2882900"/>
                  </a:lnTo>
                  <a:lnTo>
                    <a:pt x="2266188" y="2882900"/>
                  </a:lnTo>
                  <a:lnTo>
                    <a:pt x="2149221" y="2870200"/>
                  </a:lnTo>
                  <a:lnTo>
                    <a:pt x="2149475" y="2870200"/>
                  </a:lnTo>
                  <a:lnTo>
                    <a:pt x="2034539" y="2857500"/>
                  </a:lnTo>
                  <a:lnTo>
                    <a:pt x="2034793" y="2857500"/>
                  </a:lnTo>
                  <a:lnTo>
                    <a:pt x="1921890" y="2832100"/>
                  </a:lnTo>
                  <a:lnTo>
                    <a:pt x="1922272" y="2832100"/>
                  </a:lnTo>
                  <a:lnTo>
                    <a:pt x="1811527" y="2819400"/>
                  </a:lnTo>
                  <a:lnTo>
                    <a:pt x="1811909" y="2819400"/>
                  </a:lnTo>
                  <a:lnTo>
                    <a:pt x="1703451" y="2794000"/>
                  </a:lnTo>
                  <a:lnTo>
                    <a:pt x="1703832" y="2794000"/>
                  </a:lnTo>
                  <a:lnTo>
                    <a:pt x="1597787" y="2768600"/>
                  </a:lnTo>
                  <a:lnTo>
                    <a:pt x="1598040" y="2768600"/>
                  </a:lnTo>
                  <a:lnTo>
                    <a:pt x="1494536" y="2730500"/>
                  </a:lnTo>
                  <a:lnTo>
                    <a:pt x="1494916" y="2730500"/>
                  </a:lnTo>
                  <a:lnTo>
                    <a:pt x="1393952" y="2705100"/>
                  </a:lnTo>
                  <a:lnTo>
                    <a:pt x="1394205" y="2705100"/>
                  </a:lnTo>
                  <a:lnTo>
                    <a:pt x="1295908" y="2679700"/>
                  </a:lnTo>
                  <a:lnTo>
                    <a:pt x="1296289" y="2679700"/>
                  </a:lnTo>
                  <a:lnTo>
                    <a:pt x="1200658" y="2641600"/>
                  </a:lnTo>
                  <a:lnTo>
                    <a:pt x="1201039" y="2641600"/>
                  </a:lnTo>
                  <a:lnTo>
                    <a:pt x="1108329" y="2603500"/>
                  </a:lnTo>
                  <a:lnTo>
                    <a:pt x="1108710" y="2603500"/>
                  </a:lnTo>
                  <a:lnTo>
                    <a:pt x="1018794" y="2565400"/>
                  </a:lnTo>
                  <a:lnTo>
                    <a:pt x="1019175" y="2565400"/>
                  </a:lnTo>
                  <a:lnTo>
                    <a:pt x="932561" y="2527300"/>
                  </a:lnTo>
                  <a:lnTo>
                    <a:pt x="932942" y="2527300"/>
                  </a:lnTo>
                  <a:lnTo>
                    <a:pt x="849376" y="2489200"/>
                  </a:lnTo>
                  <a:lnTo>
                    <a:pt x="849757" y="2489200"/>
                  </a:lnTo>
                  <a:lnTo>
                    <a:pt x="769365" y="2451100"/>
                  </a:lnTo>
                  <a:lnTo>
                    <a:pt x="769746" y="2451100"/>
                  </a:lnTo>
                  <a:lnTo>
                    <a:pt x="692785" y="2413000"/>
                  </a:lnTo>
                  <a:lnTo>
                    <a:pt x="693165" y="2413000"/>
                  </a:lnTo>
                  <a:lnTo>
                    <a:pt x="619632" y="2362200"/>
                  </a:lnTo>
                  <a:lnTo>
                    <a:pt x="620013" y="2362200"/>
                  </a:lnTo>
                  <a:lnTo>
                    <a:pt x="549910" y="2324100"/>
                  </a:lnTo>
                  <a:lnTo>
                    <a:pt x="550418" y="2324100"/>
                  </a:lnTo>
                  <a:lnTo>
                    <a:pt x="483869" y="2273300"/>
                  </a:lnTo>
                  <a:lnTo>
                    <a:pt x="484377" y="2273300"/>
                  </a:lnTo>
                  <a:lnTo>
                    <a:pt x="421639" y="2222500"/>
                  </a:lnTo>
                  <a:lnTo>
                    <a:pt x="422148" y="2222500"/>
                  </a:lnTo>
                  <a:lnTo>
                    <a:pt x="363093" y="2184400"/>
                  </a:lnTo>
                  <a:lnTo>
                    <a:pt x="363600" y="2184400"/>
                  </a:lnTo>
                  <a:lnTo>
                    <a:pt x="308610" y="2133600"/>
                  </a:lnTo>
                  <a:lnTo>
                    <a:pt x="309118" y="2133600"/>
                  </a:lnTo>
                  <a:lnTo>
                    <a:pt x="258063" y="2082800"/>
                  </a:lnTo>
                  <a:lnTo>
                    <a:pt x="258571" y="2082800"/>
                  </a:lnTo>
                  <a:lnTo>
                    <a:pt x="211455" y="2032000"/>
                  </a:lnTo>
                  <a:lnTo>
                    <a:pt x="212089" y="2032000"/>
                  </a:lnTo>
                  <a:lnTo>
                    <a:pt x="169290" y="1968500"/>
                  </a:lnTo>
                  <a:lnTo>
                    <a:pt x="169799" y="1968500"/>
                  </a:lnTo>
                  <a:lnTo>
                    <a:pt x="131318" y="1917700"/>
                  </a:lnTo>
                  <a:lnTo>
                    <a:pt x="131825" y="1917700"/>
                  </a:lnTo>
                  <a:lnTo>
                    <a:pt x="97662" y="1866900"/>
                  </a:lnTo>
                  <a:lnTo>
                    <a:pt x="98043" y="1866900"/>
                  </a:lnTo>
                  <a:lnTo>
                    <a:pt x="74371" y="1816100"/>
                  </a:lnTo>
                  <a:lnTo>
                    <a:pt x="68961" y="1816100"/>
                  </a:lnTo>
                  <a:lnTo>
                    <a:pt x="52453" y="1774308"/>
                  </a:lnTo>
                  <a:close/>
                </a:path>
                <a:path w="6116955" h="2959100">
                  <a:moveTo>
                    <a:pt x="4788281" y="2667000"/>
                  </a:moveTo>
                  <a:lnTo>
                    <a:pt x="4665980" y="2717800"/>
                  </a:lnTo>
                  <a:lnTo>
                    <a:pt x="4666361" y="2717800"/>
                  </a:lnTo>
                  <a:lnTo>
                    <a:pt x="4539996" y="2743200"/>
                  </a:lnTo>
                  <a:lnTo>
                    <a:pt x="4540504" y="2743200"/>
                  </a:lnTo>
                  <a:lnTo>
                    <a:pt x="4410710" y="2781300"/>
                  </a:lnTo>
                  <a:lnTo>
                    <a:pt x="4411091" y="2781300"/>
                  </a:lnTo>
                  <a:lnTo>
                    <a:pt x="4277995" y="2806700"/>
                  </a:lnTo>
                  <a:lnTo>
                    <a:pt x="4278249" y="2806700"/>
                  </a:lnTo>
                  <a:lnTo>
                    <a:pt x="4141978" y="2832100"/>
                  </a:lnTo>
                  <a:lnTo>
                    <a:pt x="4142359" y="2832100"/>
                  </a:lnTo>
                  <a:lnTo>
                    <a:pt x="4003166" y="2857500"/>
                  </a:lnTo>
                  <a:lnTo>
                    <a:pt x="4003548" y="2857500"/>
                  </a:lnTo>
                  <a:lnTo>
                    <a:pt x="3861689" y="2882900"/>
                  </a:lnTo>
                  <a:lnTo>
                    <a:pt x="3862070" y="2882900"/>
                  </a:lnTo>
                  <a:lnTo>
                    <a:pt x="3717798" y="2895600"/>
                  </a:lnTo>
                  <a:lnTo>
                    <a:pt x="3718179" y="2895600"/>
                  </a:lnTo>
                  <a:lnTo>
                    <a:pt x="3571621" y="2921000"/>
                  </a:lnTo>
                  <a:lnTo>
                    <a:pt x="3423792" y="2921000"/>
                  </a:lnTo>
                  <a:lnTo>
                    <a:pt x="3273425" y="2933700"/>
                  </a:lnTo>
                  <a:lnTo>
                    <a:pt x="3721100" y="2933700"/>
                  </a:lnTo>
                  <a:lnTo>
                    <a:pt x="3865753" y="2908300"/>
                  </a:lnTo>
                  <a:lnTo>
                    <a:pt x="4007992" y="2895600"/>
                  </a:lnTo>
                  <a:lnTo>
                    <a:pt x="4284091" y="2844800"/>
                  </a:lnTo>
                  <a:lnTo>
                    <a:pt x="4417695" y="2806700"/>
                  </a:lnTo>
                  <a:lnTo>
                    <a:pt x="4547870" y="2781300"/>
                  </a:lnTo>
                  <a:lnTo>
                    <a:pt x="4797297" y="2705100"/>
                  </a:lnTo>
                  <a:lnTo>
                    <a:pt x="4856797" y="2679700"/>
                  </a:lnTo>
                  <a:lnTo>
                    <a:pt x="4787899" y="2679700"/>
                  </a:lnTo>
                  <a:lnTo>
                    <a:pt x="4788281" y="2667000"/>
                  </a:lnTo>
                  <a:close/>
                </a:path>
                <a:path w="6116955" h="2959100">
                  <a:moveTo>
                    <a:pt x="6101207" y="1333500"/>
                  </a:moveTo>
                  <a:lnTo>
                    <a:pt x="6072759" y="1333500"/>
                  </a:lnTo>
                  <a:lnTo>
                    <a:pt x="6079363" y="1371600"/>
                  </a:lnTo>
                  <a:lnTo>
                    <a:pt x="6084062" y="1409700"/>
                  </a:lnTo>
                  <a:lnTo>
                    <a:pt x="6086983" y="1447800"/>
                  </a:lnTo>
                  <a:lnTo>
                    <a:pt x="6087998" y="1485900"/>
                  </a:lnTo>
                  <a:lnTo>
                    <a:pt x="6087110" y="1524000"/>
                  </a:lnTo>
                  <a:lnTo>
                    <a:pt x="6084316" y="1549400"/>
                  </a:lnTo>
                  <a:lnTo>
                    <a:pt x="6079617" y="1587500"/>
                  </a:lnTo>
                  <a:lnTo>
                    <a:pt x="6072886" y="1625600"/>
                  </a:lnTo>
                  <a:lnTo>
                    <a:pt x="6064249" y="1663700"/>
                  </a:lnTo>
                  <a:lnTo>
                    <a:pt x="6064377" y="1663700"/>
                  </a:lnTo>
                  <a:lnTo>
                    <a:pt x="6053582" y="1701800"/>
                  </a:lnTo>
                  <a:lnTo>
                    <a:pt x="6053836" y="1701800"/>
                  </a:lnTo>
                  <a:lnTo>
                    <a:pt x="6041009" y="1739900"/>
                  </a:lnTo>
                  <a:lnTo>
                    <a:pt x="6041263" y="1739900"/>
                  </a:lnTo>
                  <a:lnTo>
                    <a:pt x="6026531" y="1778000"/>
                  </a:lnTo>
                  <a:lnTo>
                    <a:pt x="6026785" y="1778000"/>
                  </a:lnTo>
                  <a:lnTo>
                    <a:pt x="6010020" y="1803400"/>
                  </a:lnTo>
                  <a:lnTo>
                    <a:pt x="6010274" y="1803400"/>
                  </a:lnTo>
                  <a:lnTo>
                    <a:pt x="5991733" y="1841500"/>
                  </a:lnTo>
                  <a:lnTo>
                    <a:pt x="5992114" y="1841500"/>
                  </a:lnTo>
                  <a:lnTo>
                    <a:pt x="5971794" y="1879600"/>
                  </a:lnTo>
                  <a:lnTo>
                    <a:pt x="5972174" y="1879600"/>
                  </a:lnTo>
                  <a:lnTo>
                    <a:pt x="5949949" y="1917700"/>
                  </a:lnTo>
                  <a:lnTo>
                    <a:pt x="5950204" y="1917700"/>
                  </a:lnTo>
                  <a:lnTo>
                    <a:pt x="5926455" y="1955800"/>
                  </a:lnTo>
                  <a:lnTo>
                    <a:pt x="5926709" y="1955800"/>
                  </a:lnTo>
                  <a:lnTo>
                    <a:pt x="5901182" y="1981200"/>
                  </a:lnTo>
                  <a:lnTo>
                    <a:pt x="5901436" y="1981200"/>
                  </a:lnTo>
                  <a:lnTo>
                    <a:pt x="5874131" y="2019300"/>
                  </a:lnTo>
                  <a:lnTo>
                    <a:pt x="5874512" y="2019300"/>
                  </a:lnTo>
                  <a:lnTo>
                    <a:pt x="5845556" y="2057400"/>
                  </a:lnTo>
                  <a:lnTo>
                    <a:pt x="5845810" y="2057400"/>
                  </a:lnTo>
                  <a:lnTo>
                    <a:pt x="5815203" y="2082800"/>
                  </a:lnTo>
                  <a:lnTo>
                    <a:pt x="5815584" y="2082800"/>
                  </a:lnTo>
                  <a:lnTo>
                    <a:pt x="5783326" y="2120900"/>
                  </a:lnTo>
                  <a:lnTo>
                    <a:pt x="5783580" y="2120900"/>
                  </a:lnTo>
                  <a:lnTo>
                    <a:pt x="5749797" y="2146300"/>
                  </a:lnTo>
                  <a:lnTo>
                    <a:pt x="5750052" y="2146300"/>
                  </a:lnTo>
                  <a:lnTo>
                    <a:pt x="5714745" y="2184400"/>
                  </a:lnTo>
                  <a:lnTo>
                    <a:pt x="5715127" y="2184400"/>
                  </a:lnTo>
                  <a:lnTo>
                    <a:pt x="5678170" y="2209800"/>
                  </a:lnTo>
                  <a:lnTo>
                    <a:pt x="5678551" y="2209800"/>
                  </a:lnTo>
                  <a:lnTo>
                    <a:pt x="5600319" y="2273300"/>
                  </a:lnTo>
                  <a:lnTo>
                    <a:pt x="5600954" y="2273300"/>
                  </a:lnTo>
                  <a:lnTo>
                    <a:pt x="5516753" y="2324100"/>
                  </a:lnTo>
                  <a:lnTo>
                    <a:pt x="5517388" y="2324100"/>
                  </a:lnTo>
                  <a:lnTo>
                    <a:pt x="5427726" y="2387600"/>
                  </a:lnTo>
                  <a:lnTo>
                    <a:pt x="5428234" y="2387600"/>
                  </a:lnTo>
                  <a:lnTo>
                    <a:pt x="5333238" y="2438400"/>
                  </a:lnTo>
                  <a:lnTo>
                    <a:pt x="5333745" y="2438400"/>
                  </a:lnTo>
                  <a:lnTo>
                    <a:pt x="5233543" y="2489200"/>
                  </a:lnTo>
                  <a:lnTo>
                    <a:pt x="5234051" y="2489200"/>
                  </a:lnTo>
                  <a:lnTo>
                    <a:pt x="5129021" y="2540000"/>
                  </a:lnTo>
                  <a:lnTo>
                    <a:pt x="5129403" y="2540000"/>
                  </a:lnTo>
                  <a:lnTo>
                    <a:pt x="5019674" y="2590800"/>
                  </a:lnTo>
                  <a:lnTo>
                    <a:pt x="5020183" y="2590800"/>
                  </a:lnTo>
                  <a:lnTo>
                    <a:pt x="4906010" y="2628900"/>
                  </a:lnTo>
                  <a:lnTo>
                    <a:pt x="4906391" y="2628900"/>
                  </a:lnTo>
                  <a:lnTo>
                    <a:pt x="4787899" y="2679700"/>
                  </a:lnTo>
                  <a:lnTo>
                    <a:pt x="4856797" y="2679700"/>
                  </a:lnTo>
                  <a:lnTo>
                    <a:pt x="4916296" y="2654300"/>
                  </a:lnTo>
                  <a:lnTo>
                    <a:pt x="5030851" y="2616200"/>
                  </a:lnTo>
                  <a:lnTo>
                    <a:pt x="5141087" y="2565400"/>
                  </a:lnTo>
                  <a:lnTo>
                    <a:pt x="5246623" y="2514600"/>
                  </a:lnTo>
                  <a:lnTo>
                    <a:pt x="5347335" y="2463800"/>
                  </a:lnTo>
                  <a:lnTo>
                    <a:pt x="5442966" y="2413000"/>
                  </a:lnTo>
                  <a:lnTo>
                    <a:pt x="5533136" y="2349500"/>
                  </a:lnTo>
                  <a:lnTo>
                    <a:pt x="5617845" y="2298700"/>
                  </a:lnTo>
                  <a:lnTo>
                    <a:pt x="5696585" y="2235200"/>
                  </a:lnTo>
                  <a:lnTo>
                    <a:pt x="5733922" y="2197100"/>
                  </a:lnTo>
                  <a:lnTo>
                    <a:pt x="5769610" y="2171700"/>
                  </a:lnTo>
                  <a:lnTo>
                    <a:pt x="5803772" y="2133600"/>
                  </a:lnTo>
                  <a:lnTo>
                    <a:pt x="5836412" y="2108200"/>
                  </a:lnTo>
                  <a:lnTo>
                    <a:pt x="5867272" y="2070100"/>
                  </a:lnTo>
                  <a:lnTo>
                    <a:pt x="5896610" y="2032000"/>
                  </a:lnTo>
                  <a:lnTo>
                    <a:pt x="5924295" y="2006600"/>
                  </a:lnTo>
                  <a:lnTo>
                    <a:pt x="5950204" y="1968500"/>
                  </a:lnTo>
                  <a:lnTo>
                    <a:pt x="5974334" y="1930400"/>
                  </a:lnTo>
                  <a:lnTo>
                    <a:pt x="5996813" y="1892300"/>
                  </a:lnTo>
                  <a:lnTo>
                    <a:pt x="6017387" y="1854200"/>
                  </a:lnTo>
                  <a:lnTo>
                    <a:pt x="6036183" y="1816100"/>
                  </a:lnTo>
                  <a:lnTo>
                    <a:pt x="6053201" y="1790700"/>
                  </a:lnTo>
                  <a:lnTo>
                    <a:pt x="6068314" y="1752600"/>
                  </a:lnTo>
                  <a:lnTo>
                    <a:pt x="6081395" y="1714500"/>
                  </a:lnTo>
                  <a:lnTo>
                    <a:pt x="6092317" y="1676400"/>
                  </a:lnTo>
                  <a:lnTo>
                    <a:pt x="6101207" y="1638300"/>
                  </a:lnTo>
                  <a:lnTo>
                    <a:pt x="6108192" y="1600200"/>
                  </a:lnTo>
                  <a:lnTo>
                    <a:pt x="6113145" y="1562100"/>
                  </a:lnTo>
                  <a:lnTo>
                    <a:pt x="6116066" y="1524000"/>
                  </a:lnTo>
                  <a:lnTo>
                    <a:pt x="6116955" y="1485900"/>
                  </a:lnTo>
                  <a:lnTo>
                    <a:pt x="6115812" y="1447800"/>
                  </a:lnTo>
                  <a:lnTo>
                    <a:pt x="6112764" y="1409700"/>
                  </a:lnTo>
                  <a:lnTo>
                    <a:pt x="6107938" y="1371600"/>
                  </a:lnTo>
                  <a:lnTo>
                    <a:pt x="6101207" y="1333500"/>
                  </a:lnTo>
                  <a:close/>
                </a:path>
                <a:path w="6116955" h="2959100">
                  <a:moveTo>
                    <a:pt x="68452" y="1803400"/>
                  </a:moveTo>
                  <a:lnTo>
                    <a:pt x="68961" y="1816100"/>
                  </a:lnTo>
                  <a:lnTo>
                    <a:pt x="74371" y="1816100"/>
                  </a:lnTo>
                  <a:lnTo>
                    <a:pt x="68452" y="1803400"/>
                  </a:lnTo>
                  <a:close/>
                </a:path>
                <a:path w="6116955" h="2959100">
                  <a:moveTo>
                    <a:pt x="10032" y="1701800"/>
                  </a:moveTo>
                  <a:lnTo>
                    <a:pt x="0" y="1790700"/>
                  </a:lnTo>
                  <a:lnTo>
                    <a:pt x="24855" y="1782932"/>
                  </a:lnTo>
                  <a:lnTo>
                    <a:pt x="22225" y="1778000"/>
                  </a:lnTo>
                  <a:lnTo>
                    <a:pt x="48894" y="1765300"/>
                  </a:lnTo>
                  <a:lnTo>
                    <a:pt x="81280" y="1765300"/>
                  </a:lnTo>
                  <a:lnTo>
                    <a:pt x="10032" y="1701800"/>
                  </a:lnTo>
                  <a:close/>
                </a:path>
                <a:path w="6116955" h="2959100">
                  <a:moveTo>
                    <a:pt x="48894" y="1765300"/>
                  </a:moveTo>
                  <a:lnTo>
                    <a:pt x="22225" y="1778000"/>
                  </a:lnTo>
                  <a:lnTo>
                    <a:pt x="24855" y="1782932"/>
                  </a:lnTo>
                  <a:lnTo>
                    <a:pt x="52453" y="1774308"/>
                  </a:lnTo>
                  <a:lnTo>
                    <a:pt x="48894" y="1765300"/>
                  </a:lnTo>
                  <a:close/>
                </a:path>
                <a:path w="6116955" h="2959100">
                  <a:moveTo>
                    <a:pt x="81280" y="1765300"/>
                  </a:moveTo>
                  <a:lnTo>
                    <a:pt x="48894" y="1765300"/>
                  </a:lnTo>
                  <a:lnTo>
                    <a:pt x="52453" y="1774308"/>
                  </a:lnTo>
                  <a:lnTo>
                    <a:pt x="81280" y="1765300"/>
                  </a:lnTo>
                  <a:close/>
                </a:path>
                <a:path w="6116955" h="2959100">
                  <a:moveTo>
                    <a:pt x="6055233" y="1193800"/>
                  </a:moveTo>
                  <a:lnTo>
                    <a:pt x="6028436" y="1193800"/>
                  </a:lnTo>
                  <a:lnTo>
                    <a:pt x="6042533" y="1231900"/>
                  </a:lnTo>
                  <a:lnTo>
                    <a:pt x="6042279" y="1231900"/>
                  </a:lnTo>
                  <a:lnTo>
                    <a:pt x="6054344" y="1270000"/>
                  </a:lnTo>
                  <a:lnTo>
                    <a:pt x="6054090" y="1270000"/>
                  </a:lnTo>
                  <a:lnTo>
                    <a:pt x="6064504" y="1308100"/>
                  </a:lnTo>
                  <a:lnTo>
                    <a:pt x="6072886" y="1346200"/>
                  </a:lnTo>
                  <a:lnTo>
                    <a:pt x="6072759" y="1333500"/>
                  </a:lnTo>
                  <a:lnTo>
                    <a:pt x="6101207" y="1333500"/>
                  </a:lnTo>
                  <a:lnTo>
                    <a:pt x="6092444" y="1295400"/>
                  </a:lnTo>
                  <a:lnTo>
                    <a:pt x="6081776" y="1257300"/>
                  </a:lnTo>
                  <a:lnTo>
                    <a:pt x="6069457" y="1219200"/>
                  </a:lnTo>
                  <a:lnTo>
                    <a:pt x="6055233" y="1193800"/>
                  </a:lnTo>
                  <a:close/>
                </a:path>
                <a:path w="6116955" h="2959100">
                  <a:moveTo>
                    <a:pt x="3420110" y="12700"/>
                  </a:moveTo>
                  <a:lnTo>
                    <a:pt x="2653538" y="12700"/>
                  </a:lnTo>
                  <a:lnTo>
                    <a:pt x="2357754" y="38100"/>
                  </a:lnTo>
                  <a:lnTo>
                    <a:pt x="2213102" y="63500"/>
                  </a:lnTo>
                  <a:lnTo>
                    <a:pt x="2070862" y="76200"/>
                  </a:lnTo>
                  <a:lnTo>
                    <a:pt x="1794637" y="127000"/>
                  </a:lnTo>
                  <a:lnTo>
                    <a:pt x="1661160" y="165100"/>
                  </a:lnTo>
                  <a:lnTo>
                    <a:pt x="1530985" y="190500"/>
                  </a:lnTo>
                  <a:lnTo>
                    <a:pt x="1281557" y="266700"/>
                  </a:lnTo>
                  <a:lnTo>
                    <a:pt x="1162558" y="317500"/>
                  </a:lnTo>
                  <a:lnTo>
                    <a:pt x="1047876" y="355600"/>
                  </a:lnTo>
                  <a:lnTo>
                    <a:pt x="937768" y="406400"/>
                  </a:lnTo>
                  <a:lnTo>
                    <a:pt x="832231" y="457200"/>
                  </a:lnTo>
                  <a:lnTo>
                    <a:pt x="731519" y="508000"/>
                  </a:lnTo>
                  <a:lnTo>
                    <a:pt x="635888" y="558800"/>
                  </a:lnTo>
                  <a:lnTo>
                    <a:pt x="545719" y="622300"/>
                  </a:lnTo>
                  <a:lnTo>
                    <a:pt x="461010" y="673100"/>
                  </a:lnTo>
                  <a:lnTo>
                    <a:pt x="382143" y="736600"/>
                  </a:lnTo>
                  <a:lnTo>
                    <a:pt x="344805" y="762000"/>
                  </a:lnTo>
                  <a:lnTo>
                    <a:pt x="309118" y="800100"/>
                  </a:lnTo>
                  <a:lnTo>
                    <a:pt x="275081" y="838200"/>
                  </a:lnTo>
                  <a:lnTo>
                    <a:pt x="242443" y="863600"/>
                  </a:lnTo>
                  <a:lnTo>
                    <a:pt x="211581" y="901700"/>
                  </a:lnTo>
                  <a:lnTo>
                    <a:pt x="182244" y="939800"/>
                  </a:lnTo>
                  <a:lnTo>
                    <a:pt x="154558" y="965200"/>
                  </a:lnTo>
                  <a:lnTo>
                    <a:pt x="128650" y="1003300"/>
                  </a:lnTo>
                  <a:lnTo>
                    <a:pt x="104520" y="1041400"/>
                  </a:lnTo>
                  <a:lnTo>
                    <a:pt x="81914" y="1079500"/>
                  </a:lnTo>
                  <a:lnTo>
                    <a:pt x="61340" y="1117600"/>
                  </a:lnTo>
                  <a:lnTo>
                    <a:pt x="42671" y="1143000"/>
                  </a:lnTo>
                  <a:lnTo>
                    <a:pt x="25526" y="1181100"/>
                  </a:lnTo>
                  <a:lnTo>
                    <a:pt x="10668" y="1219200"/>
                  </a:lnTo>
                  <a:lnTo>
                    <a:pt x="37592" y="1231900"/>
                  </a:lnTo>
                  <a:lnTo>
                    <a:pt x="52324" y="1193800"/>
                  </a:lnTo>
                  <a:lnTo>
                    <a:pt x="52069" y="1193800"/>
                  </a:lnTo>
                  <a:lnTo>
                    <a:pt x="68833" y="1155700"/>
                  </a:lnTo>
                  <a:lnTo>
                    <a:pt x="68580" y="1155700"/>
                  </a:lnTo>
                  <a:lnTo>
                    <a:pt x="86994" y="1130300"/>
                  </a:lnTo>
                  <a:lnTo>
                    <a:pt x="86740" y="1130300"/>
                  </a:lnTo>
                  <a:lnTo>
                    <a:pt x="107061" y="1092200"/>
                  </a:lnTo>
                  <a:lnTo>
                    <a:pt x="106680" y="1092200"/>
                  </a:lnTo>
                  <a:lnTo>
                    <a:pt x="128905" y="1054100"/>
                  </a:lnTo>
                  <a:lnTo>
                    <a:pt x="128650" y="1054100"/>
                  </a:lnTo>
                  <a:lnTo>
                    <a:pt x="152400" y="1016000"/>
                  </a:lnTo>
                  <a:lnTo>
                    <a:pt x="152019" y="1016000"/>
                  </a:lnTo>
                  <a:lnTo>
                    <a:pt x="177673" y="990600"/>
                  </a:lnTo>
                  <a:lnTo>
                    <a:pt x="177419" y="990600"/>
                  </a:lnTo>
                  <a:lnTo>
                    <a:pt x="204724" y="952500"/>
                  </a:lnTo>
                  <a:lnTo>
                    <a:pt x="204343" y="952500"/>
                  </a:lnTo>
                  <a:lnTo>
                    <a:pt x="233299" y="914400"/>
                  </a:lnTo>
                  <a:lnTo>
                    <a:pt x="233044" y="914400"/>
                  </a:lnTo>
                  <a:lnTo>
                    <a:pt x="263525" y="889000"/>
                  </a:lnTo>
                  <a:lnTo>
                    <a:pt x="263270" y="889000"/>
                  </a:lnTo>
                  <a:lnTo>
                    <a:pt x="295529" y="850900"/>
                  </a:lnTo>
                  <a:lnTo>
                    <a:pt x="295148" y="850900"/>
                  </a:lnTo>
                  <a:lnTo>
                    <a:pt x="329056" y="825500"/>
                  </a:lnTo>
                  <a:lnTo>
                    <a:pt x="328675" y="825500"/>
                  </a:lnTo>
                  <a:lnTo>
                    <a:pt x="364108" y="787400"/>
                  </a:lnTo>
                  <a:lnTo>
                    <a:pt x="363727" y="787400"/>
                  </a:lnTo>
                  <a:lnTo>
                    <a:pt x="400685" y="762000"/>
                  </a:lnTo>
                  <a:lnTo>
                    <a:pt x="400176" y="762000"/>
                  </a:lnTo>
                  <a:lnTo>
                    <a:pt x="478536" y="698500"/>
                  </a:lnTo>
                  <a:lnTo>
                    <a:pt x="477900" y="698500"/>
                  </a:lnTo>
                  <a:lnTo>
                    <a:pt x="561975" y="635000"/>
                  </a:lnTo>
                  <a:lnTo>
                    <a:pt x="561467" y="635000"/>
                  </a:lnTo>
                  <a:lnTo>
                    <a:pt x="651129" y="584200"/>
                  </a:lnTo>
                  <a:lnTo>
                    <a:pt x="650494" y="584200"/>
                  </a:lnTo>
                  <a:lnTo>
                    <a:pt x="745617" y="533400"/>
                  </a:lnTo>
                  <a:lnTo>
                    <a:pt x="745108" y="533400"/>
                  </a:lnTo>
                  <a:lnTo>
                    <a:pt x="845312" y="482600"/>
                  </a:lnTo>
                  <a:lnTo>
                    <a:pt x="844804" y="482600"/>
                  </a:lnTo>
                  <a:lnTo>
                    <a:pt x="949832" y="431800"/>
                  </a:lnTo>
                  <a:lnTo>
                    <a:pt x="949325" y="431800"/>
                  </a:lnTo>
                  <a:lnTo>
                    <a:pt x="1059052" y="381000"/>
                  </a:lnTo>
                  <a:lnTo>
                    <a:pt x="1058671" y="381000"/>
                  </a:lnTo>
                  <a:lnTo>
                    <a:pt x="1172845" y="342900"/>
                  </a:lnTo>
                  <a:lnTo>
                    <a:pt x="1172464" y="342900"/>
                  </a:lnTo>
                  <a:lnTo>
                    <a:pt x="1290955" y="292100"/>
                  </a:lnTo>
                  <a:lnTo>
                    <a:pt x="1290446" y="292100"/>
                  </a:lnTo>
                  <a:lnTo>
                    <a:pt x="1412875" y="254000"/>
                  </a:lnTo>
                  <a:lnTo>
                    <a:pt x="1412493" y="254000"/>
                  </a:lnTo>
                  <a:lnTo>
                    <a:pt x="1538732" y="215900"/>
                  </a:lnTo>
                  <a:lnTo>
                    <a:pt x="1538351" y="215900"/>
                  </a:lnTo>
                  <a:lnTo>
                    <a:pt x="1668145" y="190500"/>
                  </a:lnTo>
                  <a:lnTo>
                    <a:pt x="1667764" y="190500"/>
                  </a:lnTo>
                  <a:lnTo>
                    <a:pt x="1800860" y="165100"/>
                  </a:lnTo>
                  <a:lnTo>
                    <a:pt x="1800478" y="165100"/>
                  </a:lnTo>
                  <a:lnTo>
                    <a:pt x="1936877" y="127000"/>
                  </a:lnTo>
                  <a:lnTo>
                    <a:pt x="1936496" y="127000"/>
                  </a:lnTo>
                  <a:lnTo>
                    <a:pt x="2075561" y="101600"/>
                  </a:lnTo>
                  <a:lnTo>
                    <a:pt x="2146173" y="101600"/>
                  </a:lnTo>
                  <a:lnTo>
                    <a:pt x="2217039" y="88900"/>
                  </a:lnTo>
                  <a:lnTo>
                    <a:pt x="2216658" y="88900"/>
                  </a:lnTo>
                  <a:lnTo>
                    <a:pt x="2361057" y="63500"/>
                  </a:lnTo>
                  <a:lnTo>
                    <a:pt x="2360676" y="63500"/>
                  </a:lnTo>
                  <a:lnTo>
                    <a:pt x="2507107" y="50800"/>
                  </a:lnTo>
                  <a:lnTo>
                    <a:pt x="2655062" y="50800"/>
                  </a:lnTo>
                  <a:lnTo>
                    <a:pt x="2805429" y="38100"/>
                  </a:lnTo>
                  <a:lnTo>
                    <a:pt x="3731133" y="38100"/>
                  </a:lnTo>
                  <a:lnTo>
                    <a:pt x="3420110" y="12700"/>
                  </a:lnTo>
                  <a:close/>
                </a:path>
                <a:path w="6116955" h="2959100">
                  <a:moveTo>
                    <a:pt x="5769038" y="800100"/>
                  </a:moveTo>
                  <a:lnTo>
                    <a:pt x="5732398" y="800100"/>
                  </a:lnTo>
                  <a:lnTo>
                    <a:pt x="5766308" y="838200"/>
                  </a:lnTo>
                  <a:lnTo>
                    <a:pt x="5766054" y="838200"/>
                  </a:lnTo>
                  <a:lnTo>
                    <a:pt x="5798312" y="863600"/>
                  </a:lnTo>
                  <a:lnTo>
                    <a:pt x="5798058" y="863600"/>
                  </a:lnTo>
                  <a:lnTo>
                    <a:pt x="5828792" y="901700"/>
                  </a:lnTo>
                  <a:lnTo>
                    <a:pt x="5828411" y="901700"/>
                  </a:lnTo>
                  <a:lnTo>
                    <a:pt x="5857620" y="927100"/>
                  </a:lnTo>
                  <a:lnTo>
                    <a:pt x="5857240" y="927100"/>
                  </a:lnTo>
                  <a:lnTo>
                    <a:pt x="5884798" y="965200"/>
                  </a:lnTo>
                  <a:lnTo>
                    <a:pt x="5884545" y="965200"/>
                  </a:lnTo>
                  <a:lnTo>
                    <a:pt x="5910453" y="1003300"/>
                  </a:lnTo>
                  <a:lnTo>
                    <a:pt x="5910071" y="1003300"/>
                  </a:lnTo>
                  <a:lnTo>
                    <a:pt x="5934456" y="1028700"/>
                  </a:lnTo>
                  <a:lnTo>
                    <a:pt x="5934074" y="1028700"/>
                  </a:lnTo>
                  <a:lnTo>
                    <a:pt x="5956681" y="1066800"/>
                  </a:lnTo>
                  <a:lnTo>
                    <a:pt x="5956299" y="1066800"/>
                  </a:lnTo>
                  <a:lnTo>
                    <a:pt x="5977128" y="1092200"/>
                  </a:lnTo>
                  <a:lnTo>
                    <a:pt x="5976873" y="1092200"/>
                  </a:lnTo>
                  <a:lnTo>
                    <a:pt x="5996178" y="1130300"/>
                  </a:lnTo>
                  <a:lnTo>
                    <a:pt x="5995796" y="1130300"/>
                  </a:lnTo>
                  <a:lnTo>
                    <a:pt x="6013322" y="1168400"/>
                  </a:lnTo>
                  <a:lnTo>
                    <a:pt x="6013069" y="1168400"/>
                  </a:lnTo>
                  <a:lnTo>
                    <a:pt x="6028690" y="1206500"/>
                  </a:lnTo>
                  <a:lnTo>
                    <a:pt x="6028436" y="1193800"/>
                  </a:lnTo>
                  <a:lnTo>
                    <a:pt x="6055233" y="1193800"/>
                  </a:lnTo>
                  <a:lnTo>
                    <a:pt x="6039231" y="1155700"/>
                  </a:lnTo>
                  <a:lnTo>
                    <a:pt x="6021578" y="1117600"/>
                  </a:lnTo>
                  <a:lnTo>
                    <a:pt x="6002020" y="1079500"/>
                  </a:lnTo>
                  <a:lnTo>
                    <a:pt x="5980938" y="1054100"/>
                  </a:lnTo>
                  <a:lnTo>
                    <a:pt x="5957951" y="1016000"/>
                  </a:lnTo>
                  <a:lnTo>
                    <a:pt x="5933440" y="977900"/>
                  </a:lnTo>
                  <a:lnTo>
                    <a:pt x="5907151" y="952500"/>
                  </a:lnTo>
                  <a:lnTo>
                    <a:pt x="5879338" y="914400"/>
                  </a:lnTo>
                  <a:lnTo>
                    <a:pt x="5849873" y="876300"/>
                  </a:lnTo>
                  <a:lnTo>
                    <a:pt x="5818759" y="850900"/>
                  </a:lnTo>
                  <a:lnTo>
                    <a:pt x="5786120" y="812800"/>
                  </a:lnTo>
                  <a:lnTo>
                    <a:pt x="5769038" y="800100"/>
                  </a:lnTo>
                  <a:close/>
                </a:path>
                <a:path w="6116955" h="2959100">
                  <a:moveTo>
                    <a:pt x="4539149" y="190500"/>
                  </a:moveTo>
                  <a:lnTo>
                    <a:pt x="4443984" y="190500"/>
                  </a:lnTo>
                  <a:lnTo>
                    <a:pt x="4575556" y="228600"/>
                  </a:lnTo>
                  <a:lnTo>
                    <a:pt x="4575175" y="228600"/>
                  </a:lnTo>
                  <a:lnTo>
                    <a:pt x="4702556" y="266700"/>
                  </a:lnTo>
                  <a:lnTo>
                    <a:pt x="4702047" y="266700"/>
                  </a:lnTo>
                  <a:lnTo>
                    <a:pt x="4824984" y="304800"/>
                  </a:lnTo>
                  <a:lnTo>
                    <a:pt x="4824603" y="304800"/>
                  </a:lnTo>
                  <a:lnTo>
                    <a:pt x="4942713" y="355600"/>
                  </a:lnTo>
                  <a:lnTo>
                    <a:pt x="4942332" y="355600"/>
                  </a:lnTo>
                  <a:lnTo>
                    <a:pt x="5055616" y="393700"/>
                  </a:lnTo>
                  <a:lnTo>
                    <a:pt x="5055235" y="393700"/>
                  </a:lnTo>
                  <a:lnTo>
                    <a:pt x="5163566" y="444500"/>
                  </a:lnTo>
                  <a:lnTo>
                    <a:pt x="5163058" y="444500"/>
                  </a:lnTo>
                  <a:lnTo>
                    <a:pt x="5266309" y="495300"/>
                  </a:lnTo>
                  <a:lnTo>
                    <a:pt x="5265801" y="495300"/>
                  </a:lnTo>
                  <a:lnTo>
                    <a:pt x="5363845" y="546100"/>
                  </a:lnTo>
                  <a:lnTo>
                    <a:pt x="5363337" y="546100"/>
                  </a:lnTo>
                  <a:lnTo>
                    <a:pt x="5455920" y="596900"/>
                  </a:lnTo>
                  <a:lnTo>
                    <a:pt x="5455412" y="596900"/>
                  </a:lnTo>
                  <a:lnTo>
                    <a:pt x="5542280" y="660400"/>
                  </a:lnTo>
                  <a:lnTo>
                    <a:pt x="5541771" y="660400"/>
                  </a:lnTo>
                  <a:lnTo>
                    <a:pt x="5623052" y="711200"/>
                  </a:lnTo>
                  <a:lnTo>
                    <a:pt x="5622417" y="711200"/>
                  </a:lnTo>
                  <a:lnTo>
                    <a:pt x="5697728" y="774700"/>
                  </a:lnTo>
                  <a:lnTo>
                    <a:pt x="5697346" y="774700"/>
                  </a:lnTo>
                  <a:lnTo>
                    <a:pt x="5732780" y="812800"/>
                  </a:lnTo>
                  <a:lnTo>
                    <a:pt x="5732398" y="800100"/>
                  </a:lnTo>
                  <a:lnTo>
                    <a:pt x="5769038" y="800100"/>
                  </a:lnTo>
                  <a:lnTo>
                    <a:pt x="5751957" y="787400"/>
                  </a:lnTo>
                  <a:lnTo>
                    <a:pt x="5716143" y="749300"/>
                  </a:lnTo>
                  <a:lnTo>
                    <a:pt x="5640323" y="698500"/>
                  </a:lnTo>
                  <a:lnTo>
                    <a:pt x="5558409" y="635000"/>
                  </a:lnTo>
                  <a:lnTo>
                    <a:pt x="5470906" y="571500"/>
                  </a:lnTo>
                  <a:lnTo>
                    <a:pt x="5377815" y="520700"/>
                  </a:lnTo>
                  <a:lnTo>
                    <a:pt x="5279263" y="469900"/>
                  </a:lnTo>
                  <a:lnTo>
                    <a:pt x="5175504" y="419100"/>
                  </a:lnTo>
                  <a:lnTo>
                    <a:pt x="5066665" y="368300"/>
                  </a:lnTo>
                  <a:lnTo>
                    <a:pt x="4952872" y="330200"/>
                  </a:lnTo>
                  <a:lnTo>
                    <a:pt x="4834255" y="279400"/>
                  </a:lnTo>
                  <a:lnTo>
                    <a:pt x="4710938" y="241300"/>
                  </a:lnTo>
                  <a:lnTo>
                    <a:pt x="4539149" y="190500"/>
                  </a:lnTo>
                  <a:close/>
                </a:path>
                <a:path w="6116955" h="2959100">
                  <a:moveTo>
                    <a:pt x="3731133" y="38100"/>
                  </a:moveTo>
                  <a:lnTo>
                    <a:pt x="3263265" y="38100"/>
                  </a:lnTo>
                  <a:lnTo>
                    <a:pt x="3418586" y="50800"/>
                  </a:lnTo>
                  <a:lnTo>
                    <a:pt x="3573653" y="50800"/>
                  </a:lnTo>
                  <a:lnTo>
                    <a:pt x="3728085" y="76200"/>
                  </a:lnTo>
                  <a:lnTo>
                    <a:pt x="3727830" y="76200"/>
                  </a:lnTo>
                  <a:lnTo>
                    <a:pt x="3878834" y="88900"/>
                  </a:lnTo>
                  <a:lnTo>
                    <a:pt x="3878453" y="88900"/>
                  </a:lnTo>
                  <a:lnTo>
                    <a:pt x="4025900" y="114300"/>
                  </a:lnTo>
                  <a:lnTo>
                    <a:pt x="4025518" y="114300"/>
                  </a:lnTo>
                  <a:lnTo>
                    <a:pt x="4169410" y="139700"/>
                  </a:lnTo>
                  <a:lnTo>
                    <a:pt x="4169029" y="139700"/>
                  </a:lnTo>
                  <a:lnTo>
                    <a:pt x="4308856" y="165100"/>
                  </a:lnTo>
                  <a:lnTo>
                    <a:pt x="4308475" y="165100"/>
                  </a:lnTo>
                  <a:lnTo>
                    <a:pt x="4444365" y="203200"/>
                  </a:lnTo>
                  <a:lnTo>
                    <a:pt x="4443984" y="190500"/>
                  </a:lnTo>
                  <a:lnTo>
                    <a:pt x="4539149" y="190500"/>
                  </a:lnTo>
                  <a:lnTo>
                    <a:pt x="4451096" y="165100"/>
                  </a:lnTo>
                  <a:lnTo>
                    <a:pt x="3882516" y="63500"/>
                  </a:lnTo>
                  <a:lnTo>
                    <a:pt x="3731133" y="38100"/>
                  </a:lnTo>
                  <a:close/>
                </a:path>
                <a:path w="6116955" h="2959100">
                  <a:moveTo>
                    <a:pt x="2146173" y="101600"/>
                  </a:moveTo>
                  <a:lnTo>
                    <a:pt x="2075561" y="101600"/>
                  </a:lnTo>
                  <a:lnTo>
                    <a:pt x="2075307" y="114300"/>
                  </a:lnTo>
                  <a:lnTo>
                    <a:pt x="2146173" y="101600"/>
                  </a:lnTo>
                  <a:close/>
                </a:path>
                <a:path w="6116955" h="2959100">
                  <a:moveTo>
                    <a:pt x="3109849" y="0"/>
                  </a:moveTo>
                  <a:lnTo>
                    <a:pt x="2956305" y="0"/>
                  </a:lnTo>
                  <a:lnTo>
                    <a:pt x="2804160" y="12700"/>
                  </a:lnTo>
                  <a:lnTo>
                    <a:pt x="3264535" y="12700"/>
                  </a:lnTo>
                  <a:lnTo>
                    <a:pt x="3109849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17241" y="3844289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2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2" y="467868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17241" y="3844289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2" y="467868"/>
                  </a:lnTo>
                  <a:lnTo>
                    <a:pt x="1170432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34411" y="3912082"/>
              <a:ext cx="732282" cy="35892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487673" y="3019805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1168908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8" y="467868"/>
                  </a:lnTo>
                  <a:lnTo>
                    <a:pt x="11689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87673" y="3019805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0" y="467868"/>
                  </a:moveTo>
                  <a:lnTo>
                    <a:pt x="1168908" y="467868"/>
                  </a:lnTo>
                  <a:lnTo>
                    <a:pt x="1168908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70732" y="3186683"/>
              <a:ext cx="1002030" cy="1623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49417" y="3019805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2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2" y="467868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49417" y="3019805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2" y="467868"/>
                  </a:lnTo>
                  <a:lnTo>
                    <a:pt x="1170432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8008" y="3186683"/>
              <a:ext cx="874013" cy="1623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16802" y="3844289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4" h="467995">
                  <a:moveTo>
                    <a:pt x="1168907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7" y="467868"/>
                  </a:lnTo>
                  <a:lnTo>
                    <a:pt x="116890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16802" y="3844289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4" h="467995">
                  <a:moveTo>
                    <a:pt x="0" y="467868"/>
                  </a:moveTo>
                  <a:lnTo>
                    <a:pt x="1168907" y="467868"/>
                  </a:lnTo>
                  <a:lnTo>
                    <a:pt x="1168907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65035" y="4011167"/>
              <a:ext cx="471677" cy="16230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884678" y="3245865"/>
              <a:ext cx="4131945" cy="1664335"/>
            </a:xfrm>
            <a:custGeom>
              <a:avLst/>
              <a:gdLst/>
              <a:ahLst/>
              <a:cxnLst/>
              <a:rect l="l" t="t" r="r" b="b"/>
              <a:pathLst>
                <a:path w="4131945" h="1664335">
                  <a:moveTo>
                    <a:pt x="591566" y="41402"/>
                  </a:moveTo>
                  <a:lnTo>
                    <a:pt x="586168" y="39116"/>
                  </a:lnTo>
                  <a:lnTo>
                    <a:pt x="513080" y="8128"/>
                  </a:lnTo>
                  <a:lnTo>
                    <a:pt x="515112" y="40284"/>
                  </a:lnTo>
                  <a:lnTo>
                    <a:pt x="472440" y="46355"/>
                  </a:lnTo>
                  <a:lnTo>
                    <a:pt x="415798" y="60198"/>
                  </a:lnTo>
                  <a:lnTo>
                    <a:pt x="361442" y="78994"/>
                  </a:lnTo>
                  <a:lnTo>
                    <a:pt x="309753" y="102489"/>
                  </a:lnTo>
                  <a:lnTo>
                    <a:pt x="260985" y="130556"/>
                  </a:lnTo>
                  <a:lnTo>
                    <a:pt x="215392" y="162687"/>
                  </a:lnTo>
                  <a:lnTo>
                    <a:pt x="173482" y="198755"/>
                  </a:lnTo>
                  <a:lnTo>
                    <a:pt x="135255" y="238633"/>
                  </a:lnTo>
                  <a:lnTo>
                    <a:pt x="101092" y="281686"/>
                  </a:lnTo>
                  <a:lnTo>
                    <a:pt x="71374" y="327787"/>
                  </a:lnTo>
                  <a:lnTo>
                    <a:pt x="46609" y="376682"/>
                  </a:lnTo>
                  <a:lnTo>
                    <a:pt x="26670" y="428117"/>
                  </a:lnTo>
                  <a:lnTo>
                    <a:pt x="12065" y="481711"/>
                  </a:lnTo>
                  <a:lnTo>
                    <a:pt x="3048" y="537337"/>
                  </a:lnTo>
                  <a:lnTo>
                    <a:pt x="0" y="594741"/>
                  </a:lnTo>
                  <a:lnTo>
                    <a:pt x="127" y="597789"/>
                  </a:lnTo>
                  <a:lnTo>
                    <a:pt x="12827" y="597408"/>
                  </a:lnTo>
                  <a:lnTo>
                    <a:pt x="12712" y="594741"/>
                  </a:lnTo>
                  <a:lnTo>
                    <a:pt x="12700" y="594588"/>
                  </a:lnTo>
                  <a:lnTo>
                    <a:pt x="13449" y="566674"/>
                  </a:lnTo>
                  <a:lnTo>
                    <a:pt x="13462" y="566508"/>
                  </a:lnTo>
                  <a:lnTo>
                    <a:pt x="13487" y="566293"/>
                  </a:lnTo>
                  <a:lnTo>
                    <a:pt x="15582" y="538861"/>
                  </a:lnTo>
                  <a:lnTo>
                    <a:pt x="15621" y="538708"/>
                  </a:lnTo>
                  <a:lnTo>
                    <a:pt x="15621" y="538861"/>
                  </a:lnTo>
                  <a:lnTo>
                    <a:pt x="15671" y="538480"/>
                  </a:lnTo>
                  <a:lnTo>
                    <a:pt x="19367" y="511556"/>
                  </a:lnTo>
                  <a:lnTo>
                    <a:pt x="19431" y="511175"/>
                  </a:lnTo>
                  <a:lnTo>
                    <a:pt x="19304" y="511556"/>
                  </a:lnTo>
                  <a:lnTo>
                    <a:pt x="24434" y="484632"/>
                  </a:lnTo>
                  <a:lnTo>
                    <a:pt x="24511" y="484251"/>
                  </a:lnTo>
                  <a:lnTo>
                    <a:pt x="24384" y="484632"/>
                  </a:lnTo>
                  <a:lnTo>
                    <a:pt x="30861" y="457962"/>
                  </a:lnTo>
                  <a:lnTo>
                    <a:pt x="30861" y="458216"/>
                  </a:lnTo>
                  <a:lnTo>
                    <a:pt x="30924" y="457962"/>
                  </a:lnTo>
                  <a:lnTo>
                    <a:pt x="38620" y="432308"/>
                  </a:lnTo>
                  <a:lnTo>
                    <a:pt x="47777" y="406781"/>
                  </a:lnTo>
                  <a:lnTo>
                    <a:pt x="47879" y="406527"/>
                  </a:lnTo>
                  <a:lnTo>
                    <a:pt x="47752" y="406781"/>
                  </a:lnTo>
                  <a:lnTo>
                    <a:pt x="58166" y="381635"/>
                  </a:lnTo>
                  <a:lnTo>
                    <a:pt x="58039" y="382016"/>
                  </a:lnTo>
                  <a:lnTo>
                    <a:pt x="58216" y="381635"/>
                  </a:lnTo>
                  <a:lnTo>
                    <a:pt x="69723" y="357759"/>
                  </a:lnTo>
                  <a:lnTo>
                    <a:pt x="69850" y="357517"/>
                  </a:lnTo>
                  <a:lnTo>
                    <a:pt x="69596" y="357759"/>
                  </a:lnTo>
                  <a:lnTo>
                    <a:pt x="82410" y="334264"/>
                  </a:lnTo>
                  <a:lnTo>
                    <a:pt x="82550" y="334010"/>
                  </a:lnTo>
                  <a:lnTo>
                    <a:pt x="82296" y="334264"/>
                  </a:lnTo>
                  <a:lnTo>
                    <a:pt x="96393" y="311150"/>
                  </a:lnTo>
                  <a:lnTo>
                    <a:pt x="96266" y="311416"/>
                  </a:lnTo>
                  <a:lnTo>
                    <a:pt x="96431" y="311150"/>
                  </a:lnTo>
                  <a:lnTo>
                    <a:pt x="111506" y="288925"/>
                  </a:lnTo>
                  <a:lnTo>
                    <a:pt x="111379" y="289191"/>
                  </a:lnTo>
                  <a:lnTo>
                    <a:pt x="111569" y="288925"/>
                  </a:lnTo>
                  <a:lnTo>
                    <a:pt x="127558" y="267716"/>
                  </a:lnTo>
                  <a:lnTo>
                    <a:pt x="127762" y="267462"/>
                  </a:lnTo>
                  <a:lnTo>
                    <a:pt x="127508" y="267716"/>
                  </a:lnTo>
                  <a:lnTo>
                    <a:pt x="144691" y="247015"/>
                  </a:lnTo>
                  <a:lnTo>
                    <a:pt x="144907" y="246761"/>
                  </a:lnTo>
                  <a:lnTo>
                    <a:pt x="144653" y="247015"/>
                  </a:lnTo>
                  <a:lnTo>
                    <a:pt x="162826" y="227203"/>
                  </a:lnTo>
                  <a:lnTo>
                    <a:pt x="202158" y="189992"/>
                  </a:lnTo>
                  <a:lnTo>
                    <a:pt x="202311" y="189865"/>
                  </a:lnTo>
                  <a:lnTo>
                    <a:pt x="202057" y="189992"/>
                  </a:lnTo>
                  <a:lnTo>
                    <a:pt x="223393" y="172593"/>
                  </a:lnTo>
                  <a:lnTo>
                    <a:pt x="223139" y="172847"/>
                  </a:lnTo>
                  <a:lnTo>
                    <a:pt x="223469" y="172593"/>
                  </a:lnTo>
                  <a:lnTo>
                    <a:pt x="245059" y="156591"/>
                  </a:lnTo>
                  <a:lnTo>
                    <a:pt x="245237" y="156464"/>
                  </a:lnTo>
                  <a:lnTo>
                    <a:pt x="244983" y="156591"/>
                  </a:lnTo>
                  <a:lnTo>
                    <a:pt x="267970" y="141097"/>
                  </a:lnTo>
                  <a:lnTo>
                    <a:pt x="267716" y="141351"/>
                  </a:lnTo>
                  <a:lnTo>
                    <a:pt x="268122" y="141097"/>
                  </a:lnTo>
                  <a:lnTo>
                    <a:pt x="315480" y="113919"/>
                  </a:lnTo>
                  <a:lnTo>
                    <a:pt x="366268" y="90805"/>
                  </a:lnTo>
                  <a:lnTo>
                    <a:pt x="366014" y="90932"/>
                  </a:lnTo>
                  <a:lnTo>
                    <a:pt x="366344" y="90805"/>
                  </a:lnTo>
                  <a:lnTo>
                    <a:pt x="392557" y="81026"/>
                  </a:lnTo>
                  <a:lnTo>
                    <a:pt x="392290" y="81026"/>
                  </a:lnTo>
                  <a:lnTo>
                    <a:pt x="419481" y="72263"/>
                  </a:lnTo>
                  <a:lnTo>
                    <a:pt x="419214" y="72390"/>
                  </a:lnTo>
                  <a:lnTo>
                    <a:pt x="419696" y="72263"/>
                  </a:lnTo>
                  <a:lnTo>
                    <a:pt x="447040" y="65024"/>
                  </a:lnTo>
                  <a:lnTo>
                    <a:pt x="446659" y="65024"/>
                  </a:lnTo>
                  <a:lnTo>
                    <a:pt x="474980" y="58801"/>
                  </a:lnTo>
                  <a:lnTo>
                    <a:pt x="474726" y="58928"/>
                  </a:lnTo>
                  <a:lnTo>
                    <a:pt x="475475" y="58801"/>
                  </a:lnTo>
                  <a:lnTo>
                    <a:pt x="503428" y="54102"/>
                  </a:lnTo>
                  <a:lnTo>
                    <a:pt x="503047" y="54102"/>
                  </a:lnTo>
                  <a:lnTo>
                    <a:pt x="515912" y="52908"/>
                  </a:lnTo>
                  <a:lnTo>
                    <a:pt x="517906" y="84201"/>
                  </a:lnTo>
                  <a:lnTo>
                    <a:pt x="591566" y="41402"/>
                  </a:lnTo>
                  <a:close/>
                </a:path>
                <a:path w="4131945" h="1664335">
                  <a:moveTo>
                    <a:pt x="1202944" y="250444"/>
                  </a:moveTo>
                  <a:lnTo>
                    <a:pt x="1190244" y="250444"/>
                  </a:lnTo>
                  <a:lnTo>
                    <a:pt x="1190231" y="253238"/>
                  </a:lnTo>
                  <a:lnTo>
                    <a:pt x="1190231" y="253365"/>
                  </a:lnTo>
                  <a:lnTo>
                    <a:pt x="1189482" y="281178"/>
                  </a:lnTo>
                  <a:lnTo>
                    <a:pt x="1189443" y="281559"/>
                  </a:lnTo>
                  <a:lnTo>
                    <a:pt x="1189405" y="282067"/>
                  </a:lnTo>
                  <a:lnTo>
                    <a:pt x="1187196" y="309245"/>
                  </a:lnTo>
                  <a:lnTo>
                    <a:pt x="1187196" y="309003"/>
                  </a:lnTo>
                  <a:lnTo>
                    <a:pt x="1187157" y="309245"/>
                  </a:lnTo>
                  <a:lnTo>
                    <a:pt x="1183513" y="336677"/>
                  </a:lnTo>
                  <a:lnTo>
                    <a:pt x="1183640" y="336296"/>
                  </a:lnTo>
                  <a:lnTo>
                    <a:pt x="1178433" y="363601"/>
                  </a:lnTo>
                  <a:lnTo>
                    <a:pt x="1178560" y="363220"/>
                  </a:lnTo>
                  <a:lnTo>
                    <a:pt x="1172083" y="390017"/>
                  </a:lnTo>
                  <a:lnTo>
                    <a:pt x="1172083" y="389763"/>
                  </a:lnTo>
                  <a:lnTo>
                    <a:pt x="1171994" y="390017"/>
                  </a:lnTo>
                  <a:lnTo>
                    <a:pt x="1164259" y="415747"/>
                  </a:lnTo>
                  <a:lnTo>
                    <a:pt x="1155065" y="441325"/>
                  </a:lnTo>
                  <a:lnTo>
                    <a:pt x="1155192" y="441071"/>
                  </a:lnTo>
                  <a:lnTo>
                    <a:pt x="1144778" y="466217"/>
                  </a:lnTo>
                  <a:lnTo>
                    <a:pt x="1144905" y="465836"/>
                  </a:lnTo>
                  <a:lnTo>
                    <a:pt x="1144714" y="466217"/>
                  </a:lnTo>
                  <a:lnTo>
                    <a:pt x="1133170" y="490181"/>
                  </a:lnTo>
                  <a:lnTo>
                    <a:pt x="1120394" y="513969"/>
                  </a:lnTo>
                  <a:lnTo>
                    <a:pt x="1120648" y="513715"/>
                  </a:lnTo>
                  <a:lnTo>
                    <a:pt x="1106551" y="536829"/>
                  </a:lnTo>
                  <a:lnTo>
                    <a:pt x="1106678" y="536575"/>
                  </a:lnTo>
                  <a:lnTo>
                    <a:pt x="1106500" y="536829"/>
                  </a:lnTo>
                  <a:lnTo>
                    <a:pt x="1091438" y="558927"/>
                  </a:lnTo>
                  <a:lnTo>
                    <a:pt x="1091565" y="558673"/>
                  </a:lnTo>
                  <a:lnTo>
                    <a:pt x="1091374" y="558927"/>
                  </a:lnTo>
                  <a:lnTo>
                    <a:pt x="1075309" y="580390"/>
                  </a:lnTo>
                  <a:lnTo>
                    <a:pt x="1075563" y="580136"/>
                  </a:lnTo>
                  <a:lnTo>
                    <a:pt x="1058037" y="601091"/>
                  </a:lnTo>
                  <a:lnTo>
                    <a:pt x="1020953" y="639699"/>
                  </a:lnTo>
                  <a:lnTo>
                    <a:pt x="1020660" y="639953"/>
                  </a:lnTo>
                  <a:lnTo>
                    <a:pt x="1000633" y="657987"/>
                  </a:lnTo>
                  <a:lnTo>
                    <a:pt x="1000887" y="657860"/>
                  </a:lnTo>
                  <a:lnTo>
                    <a:pt x="979551" y="675259"/>
                  </a:lnTo>
                  <a:lnTo>
                    <a:pt x="979805" y="675005"/>
                  </a:lnTo>
                  <a:lnTo>
                    <a:pt x="979462" y="675259"/>
                  </a:lnTo>
                  <a:lnTo>
                    <a:pt x="957707" y="691388"/>
                  </a:lnTo>
                  <a:lnTo>
                    <a:pt x="957961" y="691261"/>
                  </a:lnTo>
                  <a:lnTo>
                    <a:pt x="935101" y="706755"/>
                  </a:lnTo>
                  <a:lnTo>
                    <a:pt x="935355" y="706501"/>
                  </a:lnTo>
                  <a:lnTo>
                    <a:pt x="911606" y="720852"/>
                  </a:lnTo>
                  <a:lnTo>
                    <a:pt x="911860" y="720725"/>
                  </a:lnTo>
                  <a:lnTo>
                    <a:pt x="887412" y="734021"/>
                  </a:lnTo>
                  <a:lnTo>
                    <a:pt x="862584" y="745998"/>
                  </a:lnTo>
                  <a:lnTo>
                    <a:pt x="862279" y="746125"/>
                  </a:lnTo>
                  <a:lnTo>
                    <a:pt x="836676" y="757174"/>
                  </a:lnTo>
                  <a:lnTo>
                    <a:pt x="783463" y="775589"/>
                  </a:lnTo>
                  <a:lnTo>
                    <a:pt x="783717" y="775462"/>
                  </a:lnTo>
                  <a:lnTo>
                    <a:pt x="756031" y="782828"/>
                  </a:lnTo>
                  <a:lnTo>
                    <a:pt x="756285" y="782828"/>
                  </a:lnTo>
                  <a:lnTo>
                    <a:pt x="727964" y="789051"/>
                  </a:lnTo>
                  <a:lnTo>
                    <a:pt x="728218" y="788924"/>
                  </a:lnTo>
                  <a:lnTo>
                    <a:pt x="699516" y="793750"/>
                  </a:lnTo>
                  <a:lnTo>
                    <a:pt x="699897" y="793750"/>
                  </a:lnTo>
                  <a:lnTo>
                    <a:pt x="687019" y="794956"/>
                  </a:lnTo>
                  <a:lnTo>
                    <a:pt x="685038" y="763651"/>
                  </a:lnTo>
                  <a:lnTo>
                    <a:pt x="611378" y="806450"/>
                  </a:lnTo>
                  <a:lnTo>
                    <a:pt x="689864" y="839724"/>
                  </a:lnTo>
                  <a:lnTo>
                    <a:pt x="687895" y="808736"/>
                  </a:lnTo>
                  <a:lnTo>
                    <a:pt x="687819" y="807580"/>
                  </a:lnTo>
                  <a:lnTo>
                    <a:pt x="701294" y="806323"/>
                  </a:lnTo>
                  <a:lnTo>
                    <a:pt x="730504" y="801497"/>
                  </a:lnTo>
                  <a:lnTo>
                    <a:pt x="759206" y="795147"/>
                  </a:lnTo>
                  <a:lnTo>
                    <a:pt x="781926" y="789051"/>
                  </a:lnTo>
                  <a:lnTo>
                    <a:pt x="787146" y="787654"/>
                  </a:lnTo>
                  <a:lnTo>
                    <a:pt x="814705" y="778891"/>
                  </a:lnTo>
                  <a:lnTo>
                    <a:pt x="823556" y="775589"/>
                  </a:lnTo>
                  <a:lnTo>
                    <a:pt x="841629" y="768858"/>
                  </a:lnTo>
                  <a:lnTo>
                    <a:pt x="846378" y="766826"/>
                  </a:lnTo>
                  <a:lnTo>
                    <a:pt x="867791" y="757682"/>
                  </a:lnTo>
                  <a:lnTo>
                    <a:pt x="869099" y="757047"/>
                  </a:lnTo>
                  <a:lnTo>
                    <a:pt x="893318" y="745363"/>
                  </a:lnTo>
                  <a:lnTo>
                    <a:pt x="914234" y="733933"/>
                  </a:lnTo>
                  <a:lnTo>
                    <a:pt x="917956" y="731901"/>
                  </a:lnTo>
                  <a:lnTo>
                    <a:pt x="936409" y="720725"/>
                  </a:lnTo>
                  <a:lnTo>
                    <a:pt x="942086" y="717296"/>
                  </a:lnTo>
                  <a:lnTo>
                    <a:pt x="957681" y="706755"/>
                  </a:lnTo>
                  <a:lnTo>
                    <a:pt x="965200" y="701675"/>
                  </a:lnTo>
                  <a:lnTo>
                    <a:pt x="979297" y="691261"/>
                  </a:lnTo>
                  <a:lnTo>
                    <a:pt x="987552" y="685165"/>
                  </a:lnTo>
                  <a:lnTo>
                    <a:pt x="1009015" y="667512"/>
                  </a:lnTo>
                  <a:lnTo>
                    <a:pt x="1019797" y="657860"/>
                  </a:lnTo>
                  <a:lnTo>
                    <a:pt x="1029589" y="649097"/>
                  </a:lnTo>
                  <a:lnTo>
                    <a:pt x="1049147" y="629539"/>
                  </a:lnTo>
                  <a:lnTo>
                    <a:pt x="1057300" y="620649"/>
                  </a:lnTo>
                  <a:lnTo>
                    <a:pt x="1067689" y="609346"/>
                  </a:lnTo>
                  <a:lnTo>
                    <a:pt x="1074762" y="600837"/>
                  </a:lnTo>
                  <a:lnTo>
                    <a:pt x="1085342" y="588137"/>
                  </a:lnTo>
                  <a:lnTo>
                    <a:pt x="1091349" y="580136"/>
                  </a:lnTo>
                  <a:lnTo>
                    <a:pt x="1101852" y="566166"/>
                  </a:lnTo>
                  <a:lnTo>
                    <a:pt x="1117219" y="543560"/>
                  </a:lnTo>
                  <a:lnTo>
                    <a:pt x="1131570" y="520192"/>
                  </a:lnTo>
                  <a:lnTo>
                    <a:pt x="1135024" y="513715"/>
                  </a:lnTo>
                  <a:lnTo>
                    <a:pt x="1144524" y="495935"/>
                  </a:lnTo>
                  <a:lnTo>
                    <a:pt x="1147305" y="490093"/>
                  </a:lnTo>
                  <a:lnTo>
                    <a:pt x="1156335" y="471170"/>
                  </a:lnTo>
                  <a:lnTo>
                    <a:pt x="1167003" y="445770"/>
                  </a:lnTo>
                  <a:lnTo>
                    <a:pt x="1168666" y="441071"/>
                  </a:lnTo>
                  <a:lnTo>
                    <a:pt x="1176274" y="419735"/>
                  </a:lnTo>
                  <a:lnTo>
                    <a:pt x="1177556" y="415544"/>
                  </a:lnTo>
                  <a:lnTo>
                    <a:pt x="1184402" y="393192"/>
                  </a:lnTo>
                  <a:lnTo>
                    <a:pt x="1190879" y="366141"/>
                  </a:lnTo>
                  <a:lnTo>
                    <a:pt x="1191425" y="363220"/>
                  </a:lnTo>
                  <a:lnTo>
                    <a:pt x="1196086" y="338582"/>
                  </a:lnTo>
                  <a:lnTo>
                    <a:pt x="1196390" y="336296"/>
                  </a:lnTo>
                  <a:lnTo>
                    <a:pt x="1199896" y="310515"/>
                  </a:lnTo>
                  <a:lnTo>
                    <a:pt x="1202182" y="282067"/>
                  </a:lnTo>
                  <a:lnTo>
                    <a:pt x="1202944" y="253365"/>
                  </a:lnTo>
                  <a:lnTo>
                    <a:pt x="1202944" y="250444"/>
                  </a:lnTo>
                  <a:close/>
                </a:path>
                <a:path w="4131945" h="1664335">
                  <a:moveTo>
                    <a:pt x="2362708" y="1411478"/>
                  </a:moveTo>
                  <a:lnTo>
                    <a:pt x="2099818" y="1334008"/>
                  </a:lnTo>
                  <a:lnTo>
                    <a:pt x="1914906" y="1282827"/>
                  </a:lnTo>
                  <a:lnTo>
                    <a:pt x="1767205" y="1244854"/>
                  </a:lnTo>
                  <a:lnTo>
                    <a:pt x="1663065" y="1219708"/>
                  </a:lnTo>
                  <a:lnTo>
                    <a:pt x="1553591" y="1194943"/>
                  </a:lnTo>
                  <a:lnTo>
                    <a:pt x="1319530" y="1146175"/>
                  </a:lnTo>
                  <a:lnTo>
                    <a:pt x="687501" y="1028560"/>
                  </a:lnTo>
                  <a:lnTo>
                    <a:pt x="687908" y="1026287"/>
                  </a:lnTo>
                  <a:lnTo>
                    <a:pt x="693166" y="997331"/>
                  </a:lnTo>
                  <a:lnTo>
                    <a:pt x="611378" y="1021334"/>
                  </a:lnTo>
                  <a:lnTo>
                    <a:pt x="679577" y="1072261"/>
                  </a:lnTo>
                  <a:lnTo>
                    <a:pt x="685228" y="1041107"/>
                  </a:lnTo>
                  <a:lnTo>
                    <a:pt x="1003427" y="1098677"/>
                  </a:lnTo>
                  <a:lnTo>
                    <a:pt x="1436243" y="1182878"/>
                  </a:lnTo>
                  <a:lnTo>
                    <a:pt x="1606169" y="1219708"/>
                  </a:lnTo>
                  <a:lnTo>
                    <a:pt x="1712849" y="1244727"/>
                  </a:lnTo>
                  <a:lnTo>
                    <a:pt x="1712722" y="1244727"/>
                  </a:lnTo>
                  <a:lnTo>
                    <a:pt x="1764157" y="1257173"/>
                  </a:lnTo>
                  <a:lnTo>
                    <a:pt x="1764030" y="1257173"/>
                  </a:lnTo>
                  <a:lnTo>
                    <a:pt x="1863471" y="1282319"/>
                  </a:lnTo>
                  <a:lnTo>
                    <a:pt x="2005457" y="1320673"/>
                  </a:lnTo>
                  <a:lnTo>
                    <a:pt x="2005330" y="1320673"/>
                  </a:lnTo>
                  <a:lnTo>
                    <a:pt x="2096262" y="1346200"/>
                  </a:lnTo>
                  <a:lnTo>
                    <a:pt x="2359152" y="1423670"/>
                  </a:lnTo>
                  <a:lnTo>
                    <a:pt x="2362708" y="1411478"/>
                  </a:lnTo>
                  <a:close/>
                </a:path>
                <a:path w="4131945" h="1664335">
                  <a:moveTo>
                    <a:pt x="3128137" y="668909"/>
                  </a:moveTo>
                  <a:lnTo>
                    <a:pt x="3127895" y="668655"/>
                  </a:lnTo>
                  <a:lnTo>
                    <a:pt x="3128137" y="668909"/>
                  </a:lnTo>
                  <a:close/>
                </a:path>
                <a:path w="4131945" h="1664335">
                  <a:moveTo>
                    <a:pt x="3517519" y="838200"/>
                  </a:moveTo>
                  <a:lnTo>
                    <a:pt x="3514725" y="838200"/>
                  </a:lnTo>
                  <a:lnTo>
                    <a:pt x="3486277" y="837438"/>
                  </a:lnTo>
                  <a:lnTo>
                    <a:pt x="3486658" y="837438"/>
                  </a:lnTo>
                  <a:lnTo>
                    <a:pt x="3458591" y="835152"/>
                  </a:lnTo>
                  <a:lnTo>
                    <a:pt x="3458845" y="835152"/>
                  </a:lnTo>
                  <a:lnTo>
                    <a:pt x="3432111" y="831596"/>
                  </a:lnTo>
                  <a:lnTo>
                    <a:pt x="3431159" y="831469"/>
                  </a:lnTo>
                  <a:lnTo>
                    <a:pt x="3431540" y="831596"/>
                  </a:lnTo>
                  <a:lnTo>
                    <a:pt x="3404895" y="826516"/>
                  </a:lnTo>
                  <a:lnTo>
                    <a:pt x="3404235" y="826389"/>
                  </a:lnTo>
                  <a:lnTo>
                    <a:pt x="3404616" y="826516"/>
                  </a:lnTo>
                  <a:lnTo>
                    <a:pt x="3377946" y="820039"/>
                  </a:lnTo>
                  <a:lnTo>
                    <a:pt x="3378200" y="820039"/>
                  </a:lnTo>
                  <a:lnTo>
                    <a:pt x="3352330" y="812292"/>
                  </a:lnTo>
                  <a:lnTo>
                    <a:pt x="3352076" y="812215"/>
                  </a:lnTo>
                  <a:lnTo>
                    <a:pt x="3351936" y="812165"/>
                  </a:lnTo>
                  <a:lnTo>
                    <a:pt x="3326854" y="803148"/>
                  </a:lnTo>
                  <a:lnTo>
                    <a:pt x="3326511" y="803021"/>
                  </a:lnTo>
                  <a:lnTo>
                    <a:pt x="3326765" y="803148"/>
                  </a:lnTo>
                  <a:lnTo>
                    <a:pt x="3301619" y="792734"/>
                  </a:lnTo>
                  <a:lnTo>
                    <a:pt x="3302000" y="792861"/>
                  </a:lnTo>
                  <a:lnTo>
                    <a:pt x="3301733" y="792734"/>
                  </a:lnTo>
                  <a:lnTo>
                    <a:pt x="3278009" y="781304"/>
                  </a:lnTo>
                  <a:lnTo>
                    <a:pt x="3277489" y="781050"/>
                  </a:lnTo>
                  <a:lnTo>
                    <a:pt x="3277743" y="781304"/>
                  </a:lnTo>
                  <a:lnTo>
                    <a:pt x="3254451" y="768604"/>
                  </a:lnTo>
                  <a:lnTo>
                    <a:pt x="3253994" y="768350"/>
                  </a:lnTo>
                  <a:lnTo>
                    <a:pt x="3254248" y="768604"/>
                  </a:lnTo>
                  <a:lnTo>
                    <a:pt x="3231134" y="754507"/>
                  </a:lnTo>
                  <a:lnTo>
                    <a:pt x="3231388" y="754634"/>
                  </a:lnTo>
                  <a:lnTo>
                    <a:pt x="3231197" y="754507"/>
                  </a:lnTo>
                  <a:lnTo>
                    <a:pt x="3208909" y="739394"/>
                  </a:lnTo>
                  <a:lnTo>
                    <a:pt x="3209163" y="739521"/>
                  </a:lnTo>
                  <a:lnTo>
                    <a:pt x="3208985" y="739394"/>
                  </a:lnTo>
                  <a:lnTo>
                    <a:pt x="3187776" y="723519"/>
                  </a:lnTo>
                  <a:lnTo>
                    <a:pt x="3187446" y="723265"/>
                  </a:lnTo>
                  <a:lnTo>
                    <a:pt x="3187700" y="723519"/>
                  </a:lnTo>
                  <a:lnTo>
                    <a:pt x="3167164" y="706247"/>
                  </a:lnTo>
                  <a:lnTo>
                    <a:pt x="3166872" y="705993"/>
                  </a:lnTo>
                  <a:lnTo>
                    <a:pt x="3166999" y="706247"/>
                  </a:lnTo>
                  <a:lnTo>
                    <a:pt x="3147199" y="688086"/>
                  </a:lnTo>
                  <a:lnTo>
                    <a:pt x="3147072" y="687984"/>
                  </a:lnTo>
                  <a:lnTo>
                    <a:pt x="3146945" y="687857"/>
                  </a:lnTo>
                  <a:lnTo>
                    <a:pt x="3127883" y="668655"/>
                  </a:lnTo>
                  <a:lnTo>
                    <a:pt x="3110065" y="648843"/>
                  </a:lnTo>
                  <a:lnTo>
                    <a:pt x="3109849" y="648589"/>
                  </a:lnTo>
                  <a:lnTo>
                    <a:pt x="3109976" y="648843"/>
                  </a:lnTo>
                  <a:lnTo>
                    <a:pt x="3092577" y="627507"/>
                  </a:lnTo>
                  <a:lnTo>
                    <a:pt x="3092831" y="627761"/>
                  </a:lnTo>
                  <a:lnTo>
                    <a:pt x="3092640" y="627507"/>
                  </a:lnTo>
                  <a:lnTo>
                    <a:pt x="3076625" y="605917"/>
                  </a:lnTo>
                  <a:lnTo>
                    <a:pt x="3076448" y="605663"/>
                  </a:lnTo>
                  <a:lnTo>
                    <a:pt x="3076575" y="605917"/>
                  </a:lnTo>
                  <a:lnTo>
                    <a:pt x="3061081" y="583057"/>
                  </a:lnTo>
                  <a:lnTo>
                    <a:pt x="3061335" y="583311"/>
                  </a:lnTo>
                  <a:lnTo>
                    <a:pt x="3061170" y="583057"/>
                  </a:lnTo>
                  <a:lnTo>
                    <a:pt x="3047136" y="559816"/>
                  </a:lnTo>
                  <a:lnTo>
                    <a:pt x="3046984" y="559562"/>
                  </a:lnTo>
                  <a:lnTo>
                    <a:pt x="3047111" y="559816"/>
                  </a:lnTo>
                  <a:lnTo>
                    <a:pt x="3033903" y="535559"/>
                  </a:lnTo>
                  <a:lnTo>
                    <a:pt x="3033814" y="535381"/>
                  </a:lnTo>
                  <a:lnTo>
                    <a:pt x="3021825" y="510540"/>
                  </a:lnTo>
                  <a:lnTo>
                    <a:pt x="3021749" y="510374"/>
                  </a:lnTo>
                  <a:lnTo>
                    <a:pt x="3010941" y="485013"/>
                  </a:lnTo>
                  <a:lnTo>
                    <a:pt x="3010789" y="484632"/>
                  </a:lnTo>
                  <a:lnTo>
                    <a:pt x="3010916" y="485013"/>
                  </a:lnTo>
                  <a:lnTo>
                    <a:pt x="3001099" y="458597"/>
                  </a:lnTo>
                  <a:lnTo>
                    <a:pt x="3001010" y="458343"/>
                  </a:lnTo>
                  <a:lnTo>
                    <a:pt x="3001010" y="458597"/>
                  </a:lnTo>
                  <a:lnTo>
                    <a:pt x="2992323" y="431673"/>
                  </a:lnTo>
                  <a:lnTo>
                    <a:pt x="2992310" y="431546"/>
                  </a:lnTo>
                  <a:lnTo>
                    <a:pt x="2992374" y="431673"/>
                  </a:lnTo>
                  <a:lnTo>
                    <a:pt x="2992297" y="431419"/>
                  </a:lnTo>
                  <a:lnTo>
                    <a:pt x="2985071" y="404241"/>
                  </a:lnTo>
                  <a:lnTo>
                    <a:pt x="2985008" y="403987"/>
                  </a:lnTo>
                  <a:lnTo>
                    <a:pt x="2985008" y="404241"/>
                  </a:lnTo>
                  <a:lnTo>
                    <a:pt x="2978835" y="376174"/>
                  </a:lnTo>
                  <a:lnTo>
                    <a:pt x="2978848" y="376047"/>
                  </a:lnTo>
                  <a:lnTo>
                    <a:pt x="2978912" y="376174"/>
                  </a:lnTo>
                  <a:lnTo>
                    <a:pt x="2978861" y="375920"/>
                  </a:lnTo>
                  <a:lnTo>
                    <a:pt x="2974149" y="347865"/>
                  </a:lnTo>
                  <a:lnTo>
                    <a:pt x="2974086" y="347472"/>
                  </a:lnTo>
                  <a:lnTo>
                    <a:pt x="2974086" y="347865"/>
                  </a:lnTo>
                  <a:lnTo>
                    <a:pt x="2972879" y="334987"/>
                  </a:lnTo>
                  <a:lnTo>
                    <a:pt x="3004185" y="332994"/>
                  </a:lnTo>
                  <a:lnTo>
                    <a:pt x="2997835" y="322072"/>
                  </a:lnTo>
                  <a:lnTo>
                    <a:pt x="2961386" y="259334"/>
                  </a:lnTo>
                  <a:lnTo>
                    <a:pt x="2928112" y="337820"/>
                  </a:lnTo>
                  <a:lnTo>
                    <a:pt x="2960255" y="335788"/>
                  </a:lnTo>
                  <a:lnTo>
                    <a:pt x="2961513" y="349250"/>
                  </a:lnTo>
                  <a:lnTo>
                    <a:pt x="2972689" y="407162"/>
                  </a:lnTo>
                  <a:lnTo>
                    <a:pt x="2989072" y="462661"/>
                  </a:lnTo>
                  <a:lnTo>
                    <a:pt x="3010154" y="515747"/>
                  </a:lnTo>
                  <a:lnTo>
                    <a:pt x="3035935" y="565912"/>
                  </a:lnTo>
                  <a:lnTo>
                    <a:pt x="3066161" y="613156"/>
                  </a:lnTo>
                  <a:lnTo>
                    <a:pt x="3100324" y="656971"/>
                  </a:lnTo>
                  <a:lnTo>
                    <a:pt x="3138297" y="697103"/>
                  </a:lnTo>
                  <a:lnTo>
                    <a:pt x="3179699" y="733298"/>
                  </a:lnTo>
                  <a:lnTo>
                    <a:pt x="3224403" y="765175"/>
                  </a:lnTo>
                  <a:lnTo>
                    <a:pt x="3271901" y="792480"/>
                  </a:lnTo>
                  <a:lnTo>
                    <a:pt x="3322066" y="814959"/>
                  </a:lnTo>
                  <a:lnTo>
                    <a:pt x="3374771" y="832358"/>
                  </a:lnTo>
                  <a:lnTo>
                    <a:pt x="3429254" y="844042"/>
                  </a:lnTo>
                  <a:lnTo>
                    <a:pt x="3485769" y="850138"/>
                  </a:lnTo>
                  <a:lnTo>
                    <a:pt x="3514471" y="850900"/>
                  </a:lnTo>
                  <a:lnTo>
                    <a:pt x="3517519" y="850900"/>
                  </a:lnTo>
                  <a:lnTo>
                    <a:pt x="3517519" y="838200"/>
                  </a:lnTo>
                  <a:close/>
                </a:path>
                <a:path w="4131945" h="1664335">
                  <a:moveTo>
                    <a:pt x="3659886" y="12700"/>
                  </a:moveTo>
                  <a:lnTo>
                    <a:pt x="3601720" y="3048"/>
                  </a:lnTo>
                  <a:lnTo>
                    <a:pt x="3544316" y="0"/>
                  </a:lnTo>
                  <a:lnTo>
                    <a:pt x="3541268" y="127"/>
                  </a:lnTo>
                  <a:lnTo>
                    <a:pt x="3541649" y="12827"/>
                  </a:lnTo>
                  <a:lnTo>
                    <a:pt x="3544417" y="12712"/>
                  </a:lnTo>
                  <a:lnTo>
                    <a:pt x="3544189" y="12700"/>
                  </a:lnTo>
                  <a:lnTo>
                    <a:pt x="3659886" y="12700"/>
                  </a:lnTo>
                  <a:close/>
                </a:path>
                <a:path w="4131945" h="1664335">
                  <a:moveTo>
                    <a:pt x="4130548" y="1074039"/>
                  </a:moveTo>
                  <a:lnTo>
                    <a:pt x="4117848" y="1074039"/>
                  </a:lnTo>
                  <a:lnTo>
                    <a:pt x="4117835" y="1076960"/>
                  </a:lnTo>
                  <a:lnTo>
                    <a:pt x="4117835" y="1077087"/>
                  </a:lnTo>
                  <a:lnTo>
                    <a:pt x="4117086" y="1104900"/>
                  </a:lnTo>
                  <a:lnTo>
                    <a:pt x="4117048" y="1105281"/>
                  </a:lnTo>
                  <a:lnTo>
                    <a:pt x="4117009" y="1105789"/>
                  </a:lnTo>
                  <a:lnTo>
                    <a:pt x="4114800" y="1133094"/>
                  </a:lnTo>
                  <a:lnTo>
                    <a:pt x="4114800" y="1132840"/>
                  </a:lnTo>
                  <a:lnTo>
                    <a:pt x="4114762" y="1133094"/>
                  </a:lnTo>
                  <a:lnTo>
                    <a:pt x="4111117" y="1160526"/>
                  </a:lnTo>
                  <a:lnTo>
                    <a:pt x="4111244" y="1160145"/>
                  </a:lnTo>
                  <a:lnTo>
                    <a:pt x="4106037" y="1187450"/>
                  </a:lnTo>
                  <a:lnTo>
                    <a:pt x="4106164" y="1187069"/>
                  </a:lnTo>
                  <a:lnTo>
                    <a:pt x="4099687" y="1213993"/>
                  </a:lnTo>
                  <a:lnTo>
                    <a:pt x="4099687" y="1213612"/>
                  </a:lnTo>
                  <a:lnTo>
                    <a:pt x="4099572" y="1213993"/>
                  </a:lnTo>
                  <a:lnTo>
                    <a:pt x="4091813" y="1239901"/>
                  </a:lnTo>
                  <a:lnTo>
                    <a:pt x="4091940" y="1239647"/>
                  </a:lnTo>
                  <a:lnTo>
                    <a:pt x="4082796" y="1265301"/>
                  </a:lnTo>
                  <a:lnTo>
                    <a:pt x="4082923" y="1265047"/>
                  </a:lnTo>
                  <a:lnTo>
                    <a:pt x="4072382" y="1290193"/>
                  </a:lnTo>
                  <a:lnTo>
                    <a:pt x="4072509" y="1289812"/>
                  </a:lnTo>
                  <a:lnTo>
                    <a:pt x="4072318" y="1290193"/>
                  </a:lnTo>
                  <a:lnTo>
                    <a:pt x="4060888" y="1314297"/>
                  </a:lnTo>
                  <a:lnTo>
                    <a:pt x="4048125" y="1337818"/>
                  </a:lnTo>
                  <a:lnTo>
                    <a:pt x="4047960" y="1338072"/>
                  </a:lnTo>
                  <a:lnTo>
                    <a:pt x="4034155" y="1360932"/>
                  </a:lnTo>
                  <a:lnTo>
                    <a:pt x="4034409" y="1360678"/>
                  </a:lnTo>
                  <a:lnTo>
                    <a:pt x="4019169" y="1383157"/>
                  </a:lnTo>
                  <a:lnTo>
                    <a:pt x="4019296" y="1382903"/>
                  </a:lnTo>
                  <a:lnTo>
                    <a:pt x="4019105" y="1383157"/>
                  </a:lnTo>
                  <a:lnTo>
                    <a:pt x="4003040" y="1404620"/>
                  </a:lnTo>
                  <a:lnTo>
                    <a:pt x="4003167" y="1404366"/>
                  </a:lnTo>
                  <a:lnTo>
                    <a:pt x="4002951" y="1404620"/>
                  </a:lnTo>
                  <a:lnTo>
                    <a:pt x="3985895" y="1425321"/>
                  </a:lnTo>
                  <a:lnTo>
                    <a:pt x="3986022" y="1425067"/>
                  </a:lnTo>
                  <a:lnTo>
                    <a:pt x="3985780" y="1425321"/>
                  </a:lnTo>
                  <a:lnTo>
                    <a:pt x="3967734" y="1445260"/>
                  </a:lnTo>
                  <a:lnTo>
                    <a:pt x="3967861" y="1445006"/>
                  </a:lnTo>
                  <a:lnTo>
                    <a:pt x="3948557" y="1464183"/>
                  </a:lnTo>
                  <a:lnTo>
                    <a:pt x="3948811" y="1464056"/>
                  </a:lnTo>
                  <a:lnTo>
                    <a:pt x="3928491" y="1482344"/>
                  </a:lnTo>
                  <a:lnTo>
                    <a:pt x="3928745" y="1482090"/>
                  </a:lnTo>
                  <a:lnTo>
                    <a:pt x="3928427" y="1482344"/>
                  </a:lnTo>
                  <a:lnTo>
                    <a:pt x="3907536" y="1499489"/>
                  </a:lnTo>
                  <a:lnTo>
                    <a:pt x="3907663" y="1499362"/>
                  </a:lnTo>
                  <a:lnTo>
                    <a:pt x="3907485" y="1499489"/>
                  </a:lnTo>
                  <a:lnTo>
                    <a:pt x="3885565" y="1515872"/>
                  </a:lnTo>
                  <a:lnTo>
                    <a:pt x="3885819" y="1515618"/>
                  </a:lnTo>
                  <a:lnTo>
                    <a:pt x="3885438" y="1515872"/>
                  </a:lnTo>
                  <a:lnTo>
                    <a:pt x="3862959" y="1531112"/>
                  </a:lnTo>
                  <a:lnTo>
                    <a:pt x="3863213" y="1530858"/>
                  </a:lnTo>
                  <a:lnTo>
                    <a:pt x="3839591" y="1545336"/>
                  </a:lnTo>
                  <a:lnTo>
                    <a:pt x="3839845" y="1545209"/>
                  </a:lnTo>
                  <a:lnTo>
                    <a:pt x="3815397" y="1558505"/>
                  </a:lnTo>
                  <a:lnTo>
                    <a:pt x="3790569" y="1570482"/>
                  </a:lnTo>
                  <a:lnTo>
                    <a:pt x="3790264" y="1570609"/>
                  </a:lnTo>
                  <a:lnTo>
                    <a:pt x="3764661" y="1581531"/>
                  </a:lnTo>
                  <a:lnTo>
                    <a:pt x="3764915" y="1581404"/>
                  </a:lnTo>
                  <a:lnTo>
                    <a:pt x="3764572" y="1581531"/>
                  </a:lnTo>
                  <a:lnTo>
                    <a:pt x="3738499" y="1591310"/>
                  </a:lnTo>
                  <a:lnTo>
                    <a:pt x="3738753" y="1591310"/>
                  </a:lnTo>
                  <a:lnTo>
                    <a:pt x="3711575" y="1600073"/>
                  </a:lnTo>
                  <a:lnTo>
                    <a:pt x="3711943" y="1599946"/>
                  </a:lnTo>
                  <a:lnTo>
                    <a:pt x="3711473" y="1600073"/>
                  </a:lnTo>
                  <a:lnTo>
                    <a:pt x="3684270" y="1607312"/>
                  </a:lnTo>
                  <a:lnTo>
                    <a:pt x="3684524" y="1607312"/>
                  </a:lnTo>
                  <a:lnTo>
                    <a:pt x="3656203" y="1613535"/>
                  </a:lnTo>
                  <a:lnTo>
                    <a:pt x="3656444" y="1613408"/>
                  </a:lnTo>
                  <a:lnTo>
                    <a:pt x="3627628" y="1618234"/>
                  </a:lnTo>
                  <a:lnTo>
                    <a:pt x="3628136" y="1618234"/>
                  </a:lnTo>
                  <a:lnTo>
                    <a:pt x="3615385" y="1619440"/>
                  </a:lnTo>
                  <a:lnTo>
                    <a:pt x="3613404" y="1588135"/>
                  </a:lnTo>
                  <a:lnTo>
                    <a:pt x="3539744" y="1630934"/>
                  </a:lnTo>
                  <a:lnTo>
                    <a:pt x="3618217" y="1664081"/>
                  </a:lnTo>
                  <a:lnTo>
                    <a:pt x="3616261" y="1633220"/>
                  </a:lnTo>
                  <a:lnTo>
                    <a:pt x="3616185" y="1632064"/>
                  </a:lnTo>
                  <a:lnTo>
                    <a:pt x="3629520" y="1630807"/>
                  </a:lnTo>
                  <a:lnTo>
                    <a:pt x="3658743" y="1625981"/>
                  </a:lnTo>
                  <a:lnTo>
                    <a:pt x="3687318" y="1619631"/>
                  </a:lnTo>
                  <a:lnTo>
                    <a:pt x="3710140" y="1613535"/>
                  </a:lnTo>
                  <a:lnTo>
                    <a:pt x="3715385" y="1612138"/>
                  </a:lnTo>
                  <a:lnTo>
                    <a:pt x="3769614" y="1593342"/>
                  </a:lnTo>
                  <a:lnTo>
                    <a:pt x="3821303" y="1569720"/>
                  </a:lnTo>
                  <a:lnTo>
                    <a:pt x="3841978" y="1558417"/>
                  </a:lnTo>
                  <a:lnTo>
                    <a:pt x="3845941" y="1556258"/>
                  </a:lnTo>
                  <a:lnTo>
                    <a:pt x="3864089" y="1545209"/>
                  </a:lnTo>
                  <a:lnTo>
                    <a:pt x="3869944" y="1541653"/>
                  </a:lnTo>
                  <a:lnTo>
                    <a:pt x="3885666" y="1531112"/>
                  </a:lnTo>
                  <a:lnTo>
                    <a:pt x="3936873" y="1491869"/>
                  </a:lnTo>
                  <a:lnTo>
                    <a:pt x="3966768" y="1464056"/>
                  </a:lnTo>
                  <a:lnTo>
                    <a:pt x="3977005" y="1453896"/>
                  </a:lnTo>
                  <a:lnTo>
                    <a:pt x="3984879" y="1445260"/>
                  </a:lnTo>
                  <a:lnTo>
                    <a:pt x="3995547" y="1433576"/>
                  </a:lnTo>
                  <a:lnTo>
                    <a:pt x="4013073" y="1412367"/>
                  </a:lnTo>
                  <a:lnTo>
                    <a:pt x="4029583" y="1390396"/>
                  </a:lnTo>
                  <a:lnTo>
                    <a:pt x="4044950" y="1367663"/>
                  </a:lnTo>
                  <a:lnTo>
                    <a:pt x="4049191" y="1360678"/>
                  </a:lnTo>
                  <a:lnTo>
                    <a:pt x="4059174" y="1344295"/>
                  </a:lnTo>
                  <a:lnTo>
                    <a:pt x="4072255" y="1320038"/>
                  </a:lnTo>
                  <a:lnTo>
                    <a:pt x="4075023" y="1314196"/>
                  </a:lnTo>
                  <a:lnTo>
                    <a:pt x="4084066" y="1295146"/>
                  </a:lnTo>
                  <a:lnTo>
                    <a:pt x="4094734" y="1269746"/>
                  </a:lnTo>
                  <a:lnTo>
                    <a:pt x="4096397" y="1265047"/>
                  </a:lnTo>
                  <a:lnTo>
                    <a:pt x="4104005" y="1243711"/>
                  </a:lnTo>
                  <a:lnTo>
                    <a:pt x="4105224" y="1239647"/>
                  </a:lnTo>
                  <a:lnTo>
                    <a:pt x="4112006" y="1217168"/>
                  </a:lnTo>
                  <a:lnTo>
                    <a:pt x="4118483" y="1189990"/>
                  </a:lnTo>
                  <a:lnTo>
                    <a:pt x="4119029" y="1187069"/>
                  </a:lnTo>
                  <a:lnTo>
                    <a:pt x="4123690" y="1162304"/>
                  </a:lnTo>
                  <a:lnTo>
                    <a:pt x="4123982" y="1160145"/>
                  </a:lnTo>
                  <a:lnTo>
                    <a:pt x="4127500" y="1134364"/>
                  </a:lnTo>
                  <a:lnTo>
                    <a:pt x="4129786" y="1105789"/>
                  </a:lnTo>
                  <a:lnTo>
                    <a:pt x="4130548" y="1077087"/>
                  </a:lnTo>
                  <a:lnTo>
                    <a:pt x="4130548" y="1074039"/>
                  </a:lnTo>
                  <a:close/>
                </a:path>
                <a:path w="4131945" h="1664335">
                  <a:moveTo>
                    <a:pt x="4131564" y="513080"/>
                  </a:moveTo>
                  <a:lnTo>
                    <a:pt x="4099407" y="515124"/>
                  </a:lnTo>
                  <a:lnTo>
                    <a:pt x="4098290" y="503047"/>
                  </a:lnTo>
                  <a:lnTo>
                    <a:pt x="4098163" y="501650"/>
                  </a:lnTo>
                  <a:lnTo>
                    <a:pt x="4093337" y="472440"/>
                  </a:lnTo>
                  <a:lnTo>
                    <a:pt x="4087596" y="446659"/>
                  </a:lnTo>
                  <a:lnTo>
                    <a:pt x="4086987" y="443865"/>
                  </a:lnTo>
                  <a:lnTo>
                    <a:pt x="4079494" y="415798"/>
                  </a:lnTo>
                  <a:lnTo>
                    <a:pt x="4071874" y="392303"/>
                  </a:lnTo>
                  <a:lnTo>
                    <a:pt x="4070604" y="388366"/>
                  </a:lnTo>
                  <a:lnTo>
                    <a:pt x="4060698" y="361442"/>
                  </a:lnTo>
                  <a:lnTo>
                    <a:pt x="4049522" y="335165"/>
                  </a:lnTo>
                  <a:lnTo>
                    <a:pt x="4039870" y="315480"/>
                  </a:lnTo>
                  <a:lnTo>
                    <a:pt x="4037076" y="309765"/>
                  </a:lnTo>
                  <a:lnTo>
                    <a:pt x="4026916" y="291084"/>
                  </a:lnTo>
                  <a:lnTo>
                    <a:pt x="4023614" y="284988"/>
                  </a:lnTo>
                  <a:lnTo>
                    <a:pt x="4009009" y="260985"/>
                  </a:lnTo>
                  <a:lnTo>
                    <a:pt x="3993515" y="237744"/>
                  </a:lnTo>
                  <a:lnTo>
                    <a:pt x="3982555" y="223139"/>
                  </a:lnTo>
                  <a:lnTo>
                    <a:pt x="3976751" y="215392"/>
                  </a:lnTo>
                  <a:lnTo>
                    <a:pt x="3959225" y="193929"/>
                  </a:lnTo>
                  <a:lnTo>
                    <a:pt x="3948392" y="181991"/>
                  </a:lnTo>
                  <a:lnTo>
                    <a:pt x="3940683" y="173482"/>
                  </a:lnTo>
                  <a:lnTo>
                    <a:pt x="3930142" y="162814"/>
                  </a:lnTo>
                  <a:lnTo>
                    <a:pt x="3921252" y="153797"/>
                  </a:lnTo>
                  <a:lnTo>
                    <a:pt x="3911219" y="144653"/>
                  </a:lnTo>
                  <a:lnTo>
                    <a:pt x="3900932" y="135255"/>
                  </a:lnTo>
                  <a:lnTo>
                    <a:pt x="3891546" y="127508"/>
                  </a:lnTo>
                  <a:lnTo>
                    <a:pt x="3879723" y="117729"/>
                  </a:lnTo>
                  <a:lnTo>
                    <a:pt x="3857752" y="101092"/>
                  </a:lnTo>
                  <a:lnTo>
                    <a:pt x="3835019" y="85725"/>
                  </a:lnTo>
                  <a:lnTo>
                    <a:pt x="3829431" y="82296"/>
                  </a:lnTo>
                  <a:lnTo>
                    <a:pt x="3811651" y="71374"/>
                  </a:lnTo>
                  <a:lnTo>
                    <a:pt x="3808552" y="69723"/>
                  </a:lnTo>
                  <a:lnTo>
                    <a:pt x="3787394" y="58420"/>
                  </a:lnTo>
                  <a:lnTo>
                    <a:pt x="3764902" y="47752"/>
                  </a:lnTo>
                  <a:lnTo>
                    <a:pt x="3762502" y="46609"/>
                  </a:lnTo>
                  <a:lnTo>
                    <a:pt x="3743452" y="38608"/>
                  </a:lnTo>
                  <a:lnTo>
                    <a:pt x="3737102" y="35941"/>
                  </a:lnTo>
                  <a:lnTo>
                    <a:pt x="3711067" y="26543"/>
                  </a:lnTo>
                  <a:lnTo>
                    <a:pt x="3703904" y="24384"/>
                  </a:lnTo>
                  <a:lnTo>
                    <a:pt x="3687051" y="19304"/>
                  </a:lnTo>
                  <a:lnTo>
                    <a:pt x="3684524" y="18542"/>
                  </a:lnTo>
                  <a:lnTo>
                    <a:pt x="3659886" y="12700"/>
                  </a:lnTo>
                  <a:lnTo>
                    <a:pt x="3544417" y="12712"/>
                  </a:lnTo>
                  <a:lnTo>
                    <a:pt x="3572256" y="13462"/>
                  </a:lnTo>
                  <a:lnTo>
                    <a:pt x="3600450" y="15621"/>
                  </a:lnTo>
                  <a:lnTo>
                    <a:pt x="3600069" y="15621"/>
                  </a:lnTo>
                  <a:lnTo>
                    <a:pt x="3627869" y="19431"/>
                  </a:lnTo>
                  <a:lnTo>
                    <a:pt x="3627501" y="19304"/>
                  </a:lnTo>
                  <a:lnTo>
                    <a:pt x="3654793" y="24511"/>
                  </a:lnTo>
                  <a:lnTo>
                    <a:pt x="3654425" y="24384"/>
                  </a:lnTo>
                  <a:lnTo>
                    <a:pt x="3681349" y="30861"/>
                  </a:lnTo>
                  <a:lnTo>
                    <a:pt x="3680968" y="30861"/>
                  </a:lnTo>
                  <a:lnTo>
                    <a:pt x="3707244" y="38735"/>
                  </a:lnTo>
                  <a:lnTo>
                    <a:pt x="3707003" y="38608"/>
                  </a:lnTo>
                  <a:lnTo>
                    <a:pt x="3732644" y="47879"/>
                  </a:lnTo>
                  <a:lnTo>
                    <a:pt x="3732403" y="47752"/>
                  </a:lnTo>
                  <a:lnTo>
                    <a:pt x="3757549" y="58166"/>
                  </a:lnTo>
                  <a:lnTo>
                    <a:pt x="3757168" y="58039"/>
                  </a:lnTo>
                  <a:lnTo>
                    <a:pt x="3757422" y="58166"/>
                  </a:lnTo>
                  <a:lnTo>
                    <a:pt x="3781641" y="69773"/>
                  </a:lnTo>
                  <a:lnTo>
                    <a:pt x="3781780" y="69850"/>
                  </a:lnTo>
                  <a:lnTo>
                    <a:pt x="3805428" y="82550"/>
                  </a:lnTo>
                  <a:lnTo>
                    <a:pt x="3805174" y="82296"/>
                  </a:lnTo>
                  <a:lnTo>
                    <a:pt x="3828288" y="96393"/>
                  </a:lnTo>
                  <a:lnTo>
                    <a:pt x="3828034" y="96266"/>
                  </a:lnTo>
                  <a:lnTo>
                    <a:pt x="3828211" y="96393"/>
                  </a:lnTo>
                  <a:lnTo>
                    <a:pt x="3850513" y="111506"/>
                  </a:lnTo>
                  <a:lnTo>
                    <a:pt x="3850259" y="111379"/>
                  </a:lnTo>
                  <a:lnTo>
                    <a:pt x="3850424" y="111506"/>
                  </a:lnTo>
                  <a:lnTo>
                    <a:pt x="3871976" y="127762"/>
                  </a:lnTo>
                  <a:lnTo>
                    <a:pt x="3871722" y="127508"/>
                  </a:lnTo>
                  <a:lnTo>
                    <a:pt x="3892677" y="144907"/>
                  </a:lnTo>
                  <a:lnTo>
                    <a:pt x="3912489" y="163068"/>
                  </a:lnTo>
                  <a:lnTo>
                    <a:pt x="3912362" y="162814"/>
                  </a:lnTo>
                  <a:lnTo>
                    <a:pt x="3931539" y="182245"/>
                  </a:lnTo>
                  <a:lnTo>
                    <a:pt x="3931412" y="181991"/>
                  </a:lnTo>
                  <a:lnTo>
                    <a:pt x="3949700" y="202311"/>
                  </a:lnTo>
                  <a:lnTo>
                    <a:pt x="3949446" y="202057"/>
                  </a:lnTo>
                  <a:lnTo>
                    <a:pt x="3949649" y="202311"/>
                  </a:lnTo>
                  <a:lnTo>
                    <a:pt x="3966845" y="223393"/>
                  </a:lnTo>
                  <a:lnTo>
                    <a:pt x="3966718" y="223139"/>
                  </a:lnTo>
                  <a:lnTo>
                    <a:pt x="3983228" y="245237"/>
                  </a:lnTo>
                  <a:lnTo>
                    <a:pt x="3982974" y="244983"/>
                  </a:lnTo>
                  <a:lnTo>
                    <a:pt x="3983139" y="245237"/>
                  </a:lnTo>
                  <a:lnTo>
                    <a:pt x="3998468" y="267970"/>
                  </a:lnTo>
                  <a:lnTo>
                    <a:pt x="3998214" y="267716"/>
                  </a:lnTo>
                  <a:lnTo>
                    <a:pt x="3998366" y="267970"/>
                  </a:lnTo>
                  <a:lnTo>
                    <a:pt x="4012692" y="291338"/>
                  </a:lnTo>
                  <a:lnTo>
                    <a:pt x="4025862" y="315658"/>
                  </a:lnTo>
                  <a:lnTo>
                    <a:pt x="4037838" y="340360"/>
                  </a:lnTo>
                  <a:lnTo>
                    <a:pt x="4037939" y="340614"/>
                  </a:lnTo>
                  <a:lnTo>
                    <a:pt x="4048887" y="366268"/>
                  </a:lnTo>
                  <a:lnTo>
                    <a:pt x="4048760" y="366014"/>
                  </a:lnTo>
                  <a:lnTo>
                    <a:pt x="4048849" y="366268"/>
                  </a:lnTo>
                  <a:lnTo>
                    <a:pt x="4058666" y="392557"/>
                  </a:lnTo>
                  <a:lnTo>
                    <a:pt x="4058666" y="392303"/>
                  </a:lnTo>
                  <a:lnTo>
                    <a:pt x="4067429" y="419481"/>
                  </a:lnTo>
                  <a:lnTo>
                    <a:pt x="4067302" y="419227"/>
                  </a:lnTo>
                  <a:lnTo>
                    <a:pt x="4067365" y="419481"/>
                  </a:lnTo>
                  <a:lnTo>
                    <a:pt x="4074668" y="447040"/>
                  </a:lnTo>
                  <a:lnTo>
                    <a:pt x="4074668" y="446659"/>
                  </a:lnTo>
                  <a:lnTo>
                    <a:pt x="4080891" y="474980"/>
                  </a:lnTo>
                  <a:lnTo>
                    <a:pt x="4080764" y="474726"/>
                  </a:lnTo>
                  <a:lnTo>
                    <a:pt x="4080802" y="474980"/>
                  </a:lnTo>
                  <a:lnTo>
                    <a:pt x="4085590" y="503428"/>
                  </a:lnTo>
                  <a:lnTo>
                    <a:pt x="4085590" y="503047"/>
                  </a:lnTo>
                  <a:lnTo>
                    <a:pt x="4086783" y="515924"/>
                  </a:lnTo>
                  <a:lnTo>
                    <a:pt x="4055491" y="517906"/>
                  </a:lnTo>
                  <a:lnTo>
                    <a:pt x="4098290" y="591566"/>
                  </a:lnTo>
                  <a:lnTo>
                    <a:pt x="4124883" y="528828"/>
                  </a:lnTo>
                  <a:lnTo>
                    <a:pt x="4131564" y="51308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86477" y="3807713"/>
              <a:ext cx="731520" cy="585470"/>
            </a:xfrm>
            <a:custGeom>
              <a:avLst/>
              <a:gdLst/>
              <a:ahLst/>
              <a:cxnLst/>
              <a:rect l="l" t="t" r="r" b="b"/>
              <a:pathLst>
                <a:path w="731520" h="585470">
                  <a:moveTo>
                    <a:pt x="365760" y="0"/>
                  </a:moveTo>
                  <a:lnTo>
                    <a:pt x="292031" y="1982"/>
                  </a:lnTo>
                  <a:lnTo>
                    <a:pt x="223367" y="7667"/>
                  </a:lnTo>
                  <a:lnTo>
                    <a:pt x="161236" y="16662"/>
                  </a:lnTo>
                  <a:lnTo>
                    <a:pt x="107108" y="28575"/>
                  </a:lnTo>
                  <a:lnTo>
                    <a:pt x="62452" y="43011"/>
                  </a:lnTo>
                  <a:lnTo>
                    <a:pt x="7428" y="77884"/>
                  </a:lnTo>
                  <a:lnTo>
                    <a:pt x="0" y="97536"/>
                  </a:lnTo>
                  <a:lnTo>
                    <a:pt x="0" y="487680"/>
                  </a:lnTo>
                  <a:lnTo>
                    <a:pt x="28735" y="525637"/>
                  </a:lnTo>
                  <a:lnTo>
                    <a:pt x="107108" y="556641"/>
                  </a:lnTo>
                  <a:lnTo>
                    <a:pt x="161236" y="568553"/>
                  </a:lnTo>
                  <a:lnTo>
                    <a:pt x="223367" y="577548"/>
                  </a:lnTo>
                  <a:lnTo>
                    <a:pt x="292031" y="583233"/>
                  </a:lnTo>
                  <a:lnTo>
                    <a:pt x="365760" y="585216"/>
                  </a:lnTo>
                  <a:lnTo>
                    <a:pt x="439488" y="583233"/>
                  </a:lnTo>
                  <a:lnTo>
                    <a:pt x="508152" y="577548"/>
                  </a:lnTo>
                  <a:lnTo>
                    <a:pt x="570283" y="568553"/>
                  </a:lnTo>
                  <a:lnTo>
                    <a:pt x="624411" y="556641"/>
                  </a:lnTo>
                  <a:lnTo>
                    <a:pt x="669067" y="542204"/>
                  </a:lnTo>
                  <a:lnTo>
                    <a:pt x="724091" y="507331"/>
                  </a:lnTo>
                  <a:lnTo>
                    <a:pt x="731520" y="487680"/>
                  </a:lnTo>
                  <a:lnTo>
                    <a:pt x="731520" y="97536"/>
                  </a:lnTo>
                  <a:lnTo>
                    <a:pt x="702784" y="59578"/>
                  </a:lnTo>
                  <a:lnTo>
                    <a:pt x="624411" y="28575"/>
                  </a:lnTo>
                  <a:lnTo>
                    <a:pt x="570283" y="16662"/>
                  </a:lnTo>
                  <a:lnTo>
                    <a:pt x="508152" y="7667"/>
                  </a:lnTo>
                  <a:lnTo>
                    <a:pt x="439488" y="1982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83DA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86477" y="3807713"/>
              <a:ext cx="731520" cy="585470"/>
            </a:xfrm>
            <a:custGeom>
              <a:avLst/>
              <a:gdLst/>
              <a:ahLst/>
              <a:cxnLst/>
              <a:rect l="l" t="t" r="r" b="b"/>
              <a:pathLst>
                <a:path w="731520" h="585470">
                  <a:moveTo>
                    <a:pt x="731520" y="97536"/>
                  </a:moveTo>
                  <a:lnTo>
                    <a:pt x="702784" y="135493"/>
                  </a:lnTo>
                  <a:lnTo>
                    <a:pt x="624411" y="166497"/>
                  </a:lnTo>
                  <a:lnTo>
                    <a:pt x="570283" y="178409"/>
                  </a:lnTo>
                  <a:lnTo>
                    <a:pt x="508152" y="187404"/>
                  </a:lnTo>
                  <a:lnTo>
                    <a:pt x="439488" y="193089"/>
                  </a:lnTo>
                  <a:lnTo>
                    <a:pt x="365760" y="195072"/>
                  </a:lnTo>
                  <a:lnTo>
                    <a:pt x="292031" y="193089"/>
                  </a:lnTo>
                  <a:lnTo>
                    <a:pt x="223367" y="187404"/>
                  </a:lnTo>
                  <a:lnTo>
                    <a:pt x="161236" y="178409"/>
                  </a:lnTo>
                  <a:lnTo>
                    <a:pt x="107108" y="166497"/>
                  </a:lnTo>
                  <a:lnTo>
                    <a:pt x="62452" y="152060"/>
                  </a:lnTo>
                  <a:lnTo>
                    <a:pt x="7428" y="117187"/>
                  </a:lnTo>
                  <a:lnTo>
                    <a:pt x="0" y="97536"/>
                  </a:lnTo>
                </a:path>
                <a:path w="731520" h="585470">
                  <a:moveTo>
                    <a:pt x="0" y="97536"/>
                  </a:moveTo>
                  <a:lnTo>
                    <a:pt x="28735" y="59578"/>
                  </a:lnTo>
                  <a:lnTo>
                    <a:pt x="107108" y="28575"/>
                  </a:lnTo>
                  <a:lnTo>
                    <a:pt x="161236" y="16662"/>
                  </a:lnTo>
                  <a:lnTo>
                    <a:pt x="223367" y="7667"/>
                  </a:lnTo>
                  <a:lnTo>
                    <a:pt x="292031" y="1982"/>
                  </a:lnTo>
                  <a:lnTo>
                    <a:pt x="365760" y="0"/>
                  </a:lnTo>
                  <a:lnTo>
                    <a:pt x="439488" y="1982"/>
                  </a:lnTo>
                  <a:lnTo>
                    <a:pt x="508152" y="7667"/>
                  </a:lnTo>
                  <a:lnTo>
                    <a:pt x="570283" y="16662"/>
                  </a:lnTo>
                  <a:lnTo>
                    <a:pt x="624411" y="28575"/>
                  </a:lnTo>
                  <a:lnTo>
                    <a:pt x="669067" y="43011"/>
                  </a:lnTo>
                  <a:lnTo>
                    <a:pt x="724091" y="77884"/>
                  </a:lnTo>
                  <a:lnTo>
                    <a:pt x="731520" y="97536"/>
                  </a:lnTo>
                  <a:lnTo>
                    <a:pt x="731520" y="487680"/>
                  </a:lnTo>
                  <a:lnTo>
                    <a:pt x="702784" y="525637"/>
                  </a:lnTo>
                  <a:lnTo>
                    <a:pt x="624411" y="556641"/>
                  </a:lnTo>
                  <a:lnTo>
                    <a:pt x="570283" y="568553"/>
                  </a:lnTo>
                  <a:lnTo>
                    <a:pt x="508152" y="577548"/>
                  </a:lnTo>
                  <a:lnTo>
                    <a:pt x="439488" y="583233"/>
                  </a:lnTo>
                  <a:lnTo>
                    <a:pt x="365760" y="585216"/>
                  </a:lnTo>
                  <a:lnTo>
                    <a:pt x="292031" y="583233"/>
                  </a:lnTo>
                  <a:lnTo>
                    <a:pt x="223367" y="577548"/>
                  </a:lnTo>
                  <a:lnTo>
                    <a:pt x="161236" y="568553"/>
                  </a:lnTo>
                  <a:lnTo>
                    <a:pt x="107108" y="556641"/>
                  </a:lnTo>
                  <a:lnTo>
                    <a:pt x="62452" y="542204"/>
                  </a:lnTo>
                  <a:lnTo>
                    <a:pt x="7428" y="507331"/>
                  </a:lnTo>
                  <a:lnTo>
                    <a:pt x="0" y="487680"/>
                  </a:lnTo>
                  <a:lnTo>
                    <a:pt x="0" y="97536"/>
                  </a:lnTo>
                  <a:close/>
                </a:path>
              </a:pathLst>
            </a:custGeom>
            <a:ln w="25908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88407" y="4093463"/>
              <a:ext cx="336041" cy="12420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542033" y="3963746"/>
            <a:ext cx="6146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252525"/>
                </a:solidFill>
                <a:latin typeface="Arial"/>
                <a:cs typeface="Arial"/>
              </a:rPr>
              <a:t>It</a:t>
            </a:r>
            <a:r>
              <a:rPr sz="1400" b="1" spc="-114" dirty="0">
                <a:solidFill>
                  <a:srgbClr val="252525"/>
                </a:solidFill>
                <a:latin typeface="Arial"/>
                <a:cs typeface="Arial"/>
              </a:rPr>
              <a:t>er</a:t>
            </a:r>
            <a:r>
              <a:rPr sz="1400" b="1" spc="-14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400" b="1" spc="-65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400" b="1" spc="-150" dirty="0">
                <a:solidFill>
                  <a:srgbClr val="252525"/>
                </a:solidFill>
                <a:latin typeface="Arial"/>
                <a:cs typeface="Arial"/>
              </a:rPr>
              <a:t>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474720" y="3215639"/>
            <a:ext cx="2952115" cy="1931035"/>
            <a:chOff x="3474720" y="3215639"/>
            <a:chExt cx="2952115" cy="1931035"/>
          </a:xfrm>
        </p:grpSpPr>
        <p:sp>
          <p:nvSpPr>
            <p:cNvPr id="29" name="object 29"/>
            <p:cNvSpPr/>
            <p:nvPr/>
          </p:nvSpPr>
          <p:spPr>
            <a:xfrm>
              <a:off x="4652772" y="3215639"/>
              <a:ext cx="596265" cy="1725295"/>
            </a:xfrm>
            <a:custGeom>
              <a:avLst/>
              <a:gdLst/>
              <a:ahLst/>
              <a:cxnLst/>
              <a:rect l="l" t="t" r="r" b="b"/>
              <a:pathLst>
                <a:path w="596264" h="1725295">
                  <a:moveTo>
                    <a:pt x="592836" y="1680718"/>
                  </a:moveTo>
                  <a:lnTo>
                    <a:pt x="76200" y="1680718"/>
                  </a:lnTo>
                  <a:lnTo>
                    <a:pt x="76200" y="1648968"/>
                  </a:lnTo>
                  <a:lnTo>
                    <a:pt x="0" y="1687068"/>
                  </a:lnTo>
                  <a:lnTo>
                    <a:pt x="76200" y="1725168"/>
                  </a:lnTo>
                  <a:lnTo>
                    <a:pt x="76200" y="1693418"/>
                  </a:lnTo>
                  <a:lnTo>
                    <a:pt x="592836" y="1693418"/>
                  </a:lnTo>
                  <a:lnTo>
                    <a:pt x="592836" y="1680718"/>
                  </a:lnTo>
                  <a:close/>
                </a:path>
                <a:path w="596264" h="1725295">
                  <a:moveTo>
                    <a:pt x="595884" y="38100"/>
                  </a:moveTo>
                  <a:lnTo>
                    <a:pt x="583184" y="31750"/>
                  </a:lnTo>
                  <a:lnTo>
                    <a:pt x="519684" y="0"/>
                  </a:lnTo>
                  <a:lnTo>
                    <a:pt x="519684" y="31750"/>
                  </a:lnTo>
                  <a:lnTo>
                    <a:pt x="3048" y="31750"/>
                  </a:lnTo>
                  <a:lnTo>
                    <a:pt x="3048" y="44450"/>
                  </a:lnTo>
                  <a:lnTo>
                    <a:pt x="519684" y="44450"/>
                  </a:lnTo>
                  <a:lnTo>
                    <a:pt x="519684" y="76200"/>
                  </a:lnTo>
                  <a:lnTo>
                    <a:pt x="583184" y="44450"/>
                  </a:lnTo>
                  <a:lnTo>
                    <a:pt x="595884" y="3810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84626" y="4668773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1168908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8" y="467868"/>
                  </a:lnTo>
                  <a:lnTo>
                    <a:pt x="11689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84626" y="4668773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0" y="467868"/>
                  </a:moveTo>
                  <a:lnTo>
                    <a:pt x="1168908" y="467868"/>
                  </a:lnTo>
                  <a:lnTo>
                    <a:pt x="1168908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73424" y="4837175"/>
              <a:ext cx="596646" cy="16230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246370" y="4668773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1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1" y="467868"/>
                  </a:lnTo>
                  <a:lnTo>
                    <a:pt x="117043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46370" y="4668773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1" y="467868"/>
                  </a:lnTo>
                  <a:lnTo>
                    <a:pt x="1170431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73268" y="4837175"/>
              <a:ext cx="515874" cy="13335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437489" y="431419"/>
            <a:ext cx="242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Planification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9652" y="6524434"/>
            <a:ext cx="3533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1542262"/>
            <a:ext cx="2614422" cy="3055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7804" y="2074164"/>
            <a:ext cx="3420617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27" y="5818632"/>
            <a:ext cx="3618738" cy="16230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912111" y="2621533"/>
            <a:ext cx="6116955" cy="2959100"/>
            <a:chOff x="1912111" y="2621533"/>
            <a:chExt cx="6116955" cy="2959100"/>
          </a:xfrm>
        </p:grpSpPr>
        <p:sp>
          <p:nvSpPr>
            <p:cNvPr id="10" name="object 10"/>
            <p:cNvSpPr/>
            <p:nvPr/>
          </p:nvSpPr>
          <p:spPr>
            <a:xfrm>
              <a:off x="1912111" y="2621533"/>
              <a:ext cx="6116955" cy="2959100"/>
            </a:xfrm>
            <a:custGeom>
              <a:avLst/>
              <a:gdLst/>
              <a:ahLst/>
              <a:cxnLst/>
              <a:rect l="l" t="t" r="r" b="b"/>
              <a:pathLst>
                <a:path w="6116955" h="2959100">
                  <a:moveTo>
                    <a:pt x="52453" y="1774308"/>
                  </a:moveTo>
                  <a:lnTo>
                    <a:pt x="24855" y="1782932"/>
                  </a:lnTo>
                  <a:lnTo>
                    <a:pt x="42544" y="1816100"/>
                  </a:lnTo>
                  <a:lnTo>
                    <a:pt x="72643" y="1879600"/>
                  </a:lnTo>
                  <a:lnTo>
                    <a:pt x="107442" y="1930400"/>
                  </a:lnTo>
                  <a:lnTo>
                    <a:pt x="146431" y="1993900"/>
                  </a:lnTo>
                  <a:lnTo>
                    <a:pt x="189611" y="2044700"/>
                  </a:lnTo>
                  <a:lnTo>
                    <a:pt x="237236" y="2095500"/>
                  </a:lnTo>
                  <a:lnTo>
                    <a:pt x="288798" y="2146300"/>
                  </a:lnTo>
                  <a:lnTo>
                    <a:pt x="344296" y="2197100"/>
                  </a:lnTo>
                  <a:lnTo>
                    <a:pt x="403860" y="2247900"/>
                  </a:lnTo>
                  <a:lnTo>
                    <a:pt x="467106" y="2298700"/>
                  </a:lnTo>
                  <a:lnTo>
                    <a:pt x="534035" y="2349500"/>
                  </a:lnTo>
                  <a:lnTo>
                    <a:pt x="604519" y="2387600"/>
                  </a:lnTo>
                  <a:lnTo>
                    <a:pt x="678561" y="2438400"/>
                  </a:lnTo>
                  <a:lnTo>
                    <a:pt x="756031" y="2476500"/>
                  </a:lnTo>
                  <a:lnTo>
                    <a:pt x="836802" y="2514600"/>
                  </a:lnTo>
                  <a:lnTo>
                    <a:pt x="920750" y="2565400"/>
                  </a:lnTo>
                  <a:lnTo>
                    <a:pt x="1007744" y="2603500"/>
                  </a:lnTo>
                  <a:lnTo>
                    <a:pt x="1097914" y="2628900"/>
                  </a:lnTo>
                  <a:lnTo>
                    <a:pt x="1191006" y="2667000"/>
                  </a:lnTo>
                  <a:lnTo>
                    <a:pt x="1286890" y="2705100"/>
                  </a:lnTo>
                  <a:lnTo>
                    <a:pt x="1385570" y="2730500"/>
                  </a:lnTo>
                  <a:lnTo>
                    <a:pt x="1486915" y="2768600"/>
                  </a:lnTo>
                  <a:lnTo>
                    <a:pt x="1590675" y="2794000"/>
                  </a:lnTo>
                  <a:lnTo>
                    <a:pt x="1916684" y="2870200"/>
                  </a:lnTo>
                  <a:lnTo>
                    <a:pt x="2029967" y="2882900"/>
                  </a:lnTo>
                  <a:lnTo>
                    <a:pt x="2145157" y="2908300"/>
                  </a:lnTo>
                  <a:lnTo>
                    <a:pt x="2502535" y="2946400"/>
                  </a:lnTo>
                  <a:lnTo>
                    <a:pt x="2658745" y="2959100"/>
                  </a:lnTo>
                  <a:lnTo>
                    <a:pt x="3425316" y="2959100"/>
                  </a:lnTo>
                  <a:lnTo>
                    <a:pt x="3721100" y="2933700"/>
                  </a:lnTo>
                  <a:lnTo>
                    <a:pt x="2815590" y="2933700"/>
                  </a:lnTo>
                  <a:lnTo>
                    <a:pt x="2660268" y="2921000"/>
                  </a:lnTo>
                  <a:lnTo>
                    <a:pt x="2660650" y="2921000"/>
                  </a:lnTo>
                  <a:lnTo>
                    <a:pt x="2504821" y="2908300"/>
                  </a:lnTo>
                  <a:lnTo>
                    <a:pt x="2384805" y="2908300"/>
                  </a:lnTo>
                  <a:lnTo>
                    <a:pt x="2265934" y="2882900"/>
                  </a:lnTo>
                  <a:lnTo>
                    <a:pt x="2266188" y="2882900"/>
                  </a:lnTo>
                  <a:lnTo>
                    <a:pt x="2149221" y="2870200"/>
                  </a:lnTo>
                  <a:lnTo>
                    <a:pt x="2149475" y="2870200"/>
                  </a:lnTo>
                  <a:lnTo>
                    <a:pt x="2034539" y="2857500"/>
                  </a:lnTo>
                  <a:lnTo>
                    <a:pt x="2034793" y="2857500"/>
                  </a:lnTo>
                  <a:lnTo>
                    <a:pt x="1921890" y="2832100"/>
                  </a:lnTo>
                  <a:lnTo>
                    <a:pt x="1922272" y="2832100"/>
                  </a:lnTo>
                  <a:lnTo>
                    <a:pt x="1811527" y="2819400"/>
                  </a:lnTo>
                  <a:lnTo>
                    <a:pt x="1811909" y="2819400"/>
                  </a:lnTo>
                  <a:lnTo>
                    <a:pt x="1703451" y="2794000"/>
                  </a:lnTo>
                  <a:lnTo>
                    <a:pt x="1703832" y="2794000"/>
                  </a:lnTo>
                  <a:lnTo>
                    <a:pt x="1597787" y="2768600"/>
                  </a:lnTo>
                  <a:lnTo>
                    <a:pt x="1598040" y="2768600"/>
                  </a:lnTo>
                  <a:lnTo>
                    <a:pt x="1494536" y="2730500"/>
                  </a:lnTo>
                  <a:lnTo>
                    <a:pt x="1494916" y="2730500"/>
                  </a:lnTo>
                  <a:lnTo>
                    <a:pt x="1393952" y="2705100"/>
                  </a:lnTo>
                  <a:lnTo>
                    <a:pt x="1394205" y="2705100"/>
                  </a:lnTo>
                  <a:lnTo>
                    <a:pt x="1295908" y="2679700"/>
                  </a:lnTo>
                  <a:lnTo>
                    <a:pt x="1296289" y="2679700"/>
                  </a:lnTo>
                  <a:lnTo>
                    <a:pt x="1200658" y="2641600"/>
                  </a:lnTo>
                  <a:lnTo>
                    <a:pt x="1201039" y="2641600"/>
                  </a:lnTo>
                  <a:lnTo>
                    <a:pt x="1108329" y="2603500"/>
                  </a:lnTo>
                  <a:lnTo>
                    <a:pt x="1108710" y="2603500"/>
                  </a:lnTo>
                  <a:lnTo>
                    <a:pt x="1018794" y="2565400"/>
                  </a:lnTo>
                  <a:lnTo>
                    <a:pt x="1019175" y="2565400"/>
                  </a:lnTo>
                  <a:lnTo>
                    <a:pt x="932561" y="2527300"/>
                  </a:lnTo>
                  <a:lnTo>
                    <a:pt x="932942" y="2527300"/>
                  </a:lnTo>
                  <a:lnTo>
                    <a:pt x="849376" y="2489200"/>
                  </a:lnTo>
                  <a:lnTo>
                    <a:pt x="849757" y="2489200"/>
                  </a:lnTo>
                  <a:lnTo>
                    <a:pt x="769365" y="2451100"/>
                  </a:lnTo>
                  <a:lnTo>
                    <a:pt x="769746" y="2451100"/>
                  </a:lnTo>
                  <a:lnTo>
                    <a:pt x="692785" y="2413000"/>
                  </a:lnTo>
                  <a:lnTo>
                    <a:pt x="693165" y="2413000"/>
                  </a:lnTo>
                  <a:lnTo>
                    <a:pt x="619632" y="2362200"/>
                  </a:lnTo>
                  <a:lnTo>
                    <a:pt x="620013" y="2362200"/>
                  </a:lnTo>
                  <a:lnTo>
                    <a:pt x="549910" y="2324100"/>
                  </a:lnTo>
                  <a:lnTo>
                    <a:pt x="550418" y="2324100"/>
                  </a:lnTo>
                  <a:lnTo>
                    <a:pt x="483869" y="2273300"/>
                  </a:lnTo>
                  <a:lnTo>
                    <a:pt x="484377" y="2273300"/>
                  </a:lnTo>
                  <a:lnTo>
                    <a:pt x="421639" y="2222500"/>
                  </a:lnTo>
                  <a:lnTo>
                    <a:pt x="422148" y="2222500"/>
                  </a:lnTo>
                  <a:lnTo>
                    <a:pt x="363093" y="2184400"/>
                  </a:lnTo>
                  <a:lnTo>
                    <a:pt x="363600" y="2184400"/>
                  </a:lnTo>
                  <a:lnTo>
                    <a:pt x="308610" y="2133600"/>
                  </a:lnTo>
                  <a:lnTo>
                    <a:pt x="309118" y="2133600"/>
                  </a:lnTo>
                  <a:lnTo>
                    <a:pt x="258063" y="2082800"/>
                  </a:lnTo>
                  <a:lnTo>
                    <a:pt x="258571" y="2082800"/>
                  </a:lnTo>
                  <a:lnTo>
                    <a:pt x="211455" y="2032000"/>
                  </a:lnTo>
                  <a:lnTo>
                    <a:pt x="212089" y="2032000"/>
                  </a:lnTo>
                  <a:lnTo>
                    <a:pt x="169290" y="1968500"/>
                  </a:lnTo>
                  <a:lnTo>
                    <a:pt x="169799" y="1968500"/>
                  </a:lnTo>
                  <a:lnTo>
                    <a:pt x="131318" y="1917700"/>
                  </a:lnTo>
                  <a:lnTo>
                    <a:pt x="131825" y="1917700"/>
                  </a:lnTo>
                  <a:lnTo>
                    <a:pt x="97662" y="1866900"/>
                  </a:lnTo>
                  <a:lnTo>
                    <a:pt x="98043" y="1866900"/>
                  </a:lnTo>
                  <a:lnTo>
                    <a:pt x="74371" y="1816100"/>
                  </a:lnTo>
                  <a:lnTo>
                    <a:pt x="68961" y="1816100"/>
                  </a:lnTo>
                  <a:lnTo>
                    <a:pt x="52453" y="1774308"/>
                  </a:lnTo>
                  <a:close/>
                </a:path>
                <a:path w="6116955" h="2959100">
                  <a:moveTo>
                    <a:pt x="4788281" y="2667000"/>
                  </a:moveTo>
                  <a:lnTo>
                    <a:pt x="4665980" y="2717800"/>
                  </a:lnTo>
                  <a:lnTo>
                    <a:pt x="4666361" y="2717800"/>
                  </a:lnTo>
                  <a:lnTo>
                    <a:pt x="4539996" y="2743200"/>
                  </a:lnTo>
                  <a:lnTo>
                    <a:pt x="4540504" y="2743200"/>
                  </a:lnTo>
                  <a:lnTo>
                    <a:pt x="4410710" y="2781300"/>
                  </a:lnTo>
                  <a:lnTo>
                    <a:pt x="4411091" y="2781300"/>
                  </a:lnTo>
                  <a:lnTo>
                    <a:pt x="4277995" y="2806700"/>
                  </a:lnTo>
                  <a:lnTo>
                    <a:pt x="4278249" y="2806700"/>
                  </a:lnTo>
                  <a:lnTo>
                    <a:pt x="4141978" y="2832100"/>
                  </a:lnTo>
                  <a:lnTo>
                    <a:pt x="4142359" y="2832100"/>
                  </a:lnTo>
                  <a:lnTo>
                    <a:pt x="4003166" y="2857500"/>
                  </a:lnTo>
                  <a:lnTo>
                    <a:pt x="4003548" y="2857500"/>
                  </a:lnTo>
                  <a:lnTo>
                    <a:pt x="3861689" y="2882900"/>
                  </a:lnTo>
                  <a:lnTo>
                    <a:pt x="3862070" y="2882900"/>
                  </a:lnTo>
                  <a:lnTo>
                    <a:pt x="3717798" y="2895600"/>
                  </a:lnTo>
                  <a:lnTo>
                    <a:pt x="3718179" y="2895600"/>
                  </a:lnTo>
                  <a:lnTo>
                    <a:pt x="3571621" y="2921000"/>
                  </a:lnTo>
                  <a:lnTo>
                    <a:pt x="3423792" y="2921000"/>
                  </a:lnTo>
                  <a:lnTo>
                    <a:pt x="3273425" y="2933700"/>
                  </a:lnTo>
                  <a:lnTo>
                    <a:pt x="3721100" y="2933700"/>
                  </a:lnTo>
                  <a:lnTo>
                    <a:pt x="3865753" y="2908300"/>
                  </a:lnTo>
                  <a:lnTo>
                    <a:pt x="4007992" y="2895600"/>
                  </a:lnTo>
                  <a:lnTo>
                    <a:pt x="4284091" y="2844800"/>
                  </a:lnTo>
                  <a:lnTo>
                    <a:pt x="4417695" y="2806700"/>
                  </a:lnTo>
                  <a:lnTo>
                    <a:pt x="4547870" y="2781300"/>
                  </a:lnTo>
                  <a:lnTo>
                    <a:pt x="4797297" y="2705100"/>
                  </a:lnTo>
                  <a:lnTo>
                    <a:pt x="4856797" y="2679700"/>
                  </a:lnTo>
                  <a:lnTo>
                    <a:pt x="4787899" y="2679700"/>
                  </a:lnTo>
                  <a:lnTo>
                    <a:pt x="4788281" y="2667000"/>
                  </a:lnTo>
                  <a:close/>
                </a:path>
                <a:path w="6116955" h="2959100">
                  <a:moveTo>
                    <a:pt x="6101207" y="1333500"/>
                  </a:moveTo>
                  <a:lnTo>
                    <a:pt x="6072759" y="1333500"/>
                  </a:lnTo>
                  <a:lnTo>
                    <a:pt x="6079363" y="1371600"/>
                  </a:lnTo>
                  <a:lnTo>
                    <a:pt x="6084062" y="1409700"/>
                  </a:lnTo>
                  <a:lnTo>
                    <a:pt x="6086983" y="1447800"/>
                  </a:lnTo>
                  <a:lnTo>
                    <a:pt x="6087998" y="1485900"/>
                  </a:lnTo>
                  <a:lnTo>
                    <a:pt x="6087110" y="1524000"/>
                  </a:lnTo>
                  <a:lnTo>
                    <a:pt x="6084316" y="1549400"/>
                  </a:lnTo>
                  <a:lnTo>
                    <a:pt x="6079617" y="1587500"/>
                  </a:lnTo>
                  <a:lnTo>
                    <a:pt x="6072886" y="1625600"/>
                  </a:lnTo>
                  <a:lnTo>
                    <a:pt x="6064249" y="1663700"/>
                  </a:lnTo>
                  <a:lnTo>
                    <a:pt x="6064377" y="1663700"/>
                  </a:lnTo>
                  <a:lnTo>
                    <a:pt x="6053582" y="1701800"/>
                  </a:lnTo>
                  <a:lnTo>
                    <a:pt x="6053836" y="1701800"/>
                  </a:lnTo>
                  <a:lnTo>
                    <a:pt x="6041009" y="1739900"/>
                  </a:lnTo>
                  <a:lnTo>
                    <a:pt x="6041263" y="1739900"/>
                  </a:lnTo>
                  <a:lnTo>
                    <a:pt x="6026531" y="1778000"/>
                  </a:lnTo>
                  <a:lnTo>
                    <a:pt x="6026785" y="1778000"/>
                  </a:lnTo>
                  <a:lnTo>
                    <a:pt x="6010020" y="1803400"/>
                  </a:lnTo>
                  <a:lnTo>
                    <a:pt x="6010274" y="1803400"/>
                  </a:lnTo>
                  <a:lnTo>
                    <a:pt x="5991733" y="1841500"/>
                  </a:lnTo>
                  <a:lnTo>
                    <a:pt x="5992114" y="1841500"/>
                  </a:lnTo>
                  <a:lnTo>
                    <a:pt x="5971794" y="1879600"/>
                  </a:lnTo>
                  <a:lnTo>
                    <a:pt x="5972174" y="1879600"/>
                  </a:lnTo>
                  <a:lnTo>
                    <a:pt x="5949949" y="1917700"/>
                  </a:lnTo>
                  <a:lnTo>
                    <a:pt x="5950204" y="1917700"/>
                  </a:lnTo>
                  <a:lnTo>
                    <a:pt x="5926455" y="1955800"/>
                  </a:lnTo>
                  <a:lnTo>
                    <a:pt x="5926709" y="1955800"/>
                  </a:lnTo>
                  <a:lnTo>
                    <a:pt x="5901182" y="1981200"/>
                  </a:lnTo>
                  <a:lnTo>
                    <a:pt x="5901436" y="1981200"/>
                  </a:lnTo>
                  <a:lnTo>
                    <a:pt x="5874131" y="2019300"/>
                  </a:lnTo>
                  <a:lnTo>
                    <a:pt x="5874512" y="2019300"/>
                  </a:lnTo>
                  <a:lnTo>
                    <a:pt x="5845556" y="2057400"/>
                  </a:lnTo>
                  <a:lnTo>
                    <a:pt x="5845810" y="2057400"/>
                  </a:lnTo>
                  <a:lnTo>
                    <a:pt x="5815203" y="2082800"/>
                  </a:lnTo>
                  <a:lnTo>
                    <a:pt x="5815584" y="2082800"/>
                  </a:lnTo>
                  <a:lnTo>
                    <a:pt x="5783326" y="2120900"/>
                  </a:lnTo>
                  <a:lnTo>
                    <a:pt x="5783580" y="2120900"/>
                  </a:lnTo>
                  <a:lnTo>
                    <a:pt x="5749797" y="2146300"/>
                  </a:lnTo>
                  <a:lnTo>
                    <a:pt x="5750052" y="2146300"/>
                  </a:lnTo>
                  <a:lnTo>
                    <a:pt x="5714745" y="2184400"/>
                  </a:lnTo>
                  <a:lnTo>
                    <a:pt x="5715127" y="2184400"/>
                  </a:lnTo>
                  <a:lnTo>
                    <a:pt x="5678170" y="2209800"/>
                  </a:lnTo>
                  <a:lnTo>
                    <a:pt x="5678551" y="2209800"/>
                  </a:lnTo>
                  <a:lnTo>
                    <a:pt x="5600319" y="2273300"/>
                  </a:lnTo>
                  <a:lnTo>
                    <a:pt x="5600954" y="2273300"/>
                  </a:lnTo>
                  <a:lnTo>
                    <a:pt x="5516753" y="2324100"/>
                  </a:lnTo>
                  <a:lnTo>
                    <a:pt x="5517388" y="2324100"/>
                  </a:lnTo>
                  <a:lnTo>
                    <a:pt x="5427726" y="2387600"/>
                  </a:lnTo>
                  <a:lnTo>
                    <a:pt x="5428234" y="2387600"/>
                  </a:lnTo>
                  <a:lnTo>
                    <a:pt x="5333238" y="2438400"/>
                  </a:lnTo>
                  <a:lnTo>
                    <a:pt x="5333745" y="2438400"/>
                  </a:lnTo>
                  <a:lnTo>
                    <a:pt x="5233543" y="2489200"/>
                  </a:lnTo>
                  <a:lnTo>
                    <a:pt x="5234051" y="2489200"/>
                  </a:lnTo>
                  <a:lnTo>
                    <a:pt x="5129021" y="2540000"/>
                  </a:lnTo>
                  <a:lnTo>
                    <a:pt x="5129403" y="2540000"/>
                  </a:lnTo>
                  <a:lnTo>
                    <a:pt x="5019674" y="2590800"/>
                  </a:lnTo>
                  <a:lnTo>
                    <a:pt x="5020183" y="2590800"/>
                  </a:lnTo>
                  <a:lnTo>
                    <a:pt x="4906010" y="2628900"/>
                  </a:lnTo>
                  <a:lnTo>
                    <a:pt x="4906391" y="2628900"/>
                  </a:lnTo>
                  <a:lnTo>
                    <a:pt x="4787899" y="2679700"/>
                  </a:lnTo>
                  <a:lnTo>
                    <a:pt x="4856797" y="2679700"/>
                  </a:lnTo>
                  <a:lnTo>
                    <a:pt x="4916296" y="2654300"/>
                  </a:lnTo>
                  <a:lnTo>
                    <a:pt x="5030851" y="2616200"/>
                  </a:lnTo>
                  <a:lnTo>
                    <a:pt x="5141087" y="2565400"/>
                  </a:lnTo>
                  <a:lnTo>
                    <a:pt x="5246623" y="2514600"/>
                  </a:lnTo>
                  <a:lnTo>
                    <a:pt x="5347335" y="2463800"/>
                  </a:lnTo>
                  <a:lnTo>
                    <a:pt x="5442966" y="2413000"/>
                  </a:lnTo>
                  <a:lnTo>
                    <a:pt x="5533136" y="2349500"/>
                  </a:lnTo>
                  <a:lnTo>
                    <a:pt x="5617845" y="2298700"/>
                  </a:lnTo>
                  <a:lnTo>
                    <a:pt x="5696585" y="2235200"/>
                  </a:lnTo>
                  <a:lnTo>
                    <a:pt x="5733922" y="2197100"/>
                  </a:lnTo>
                  <a:lnTo>
                    <a:pt x="5769610" y="2171700"/>
                  </a:lnTo>
                  <a:lnTo>
                    <a:pt x="5803772" y="2133600"/>
                  </a:lnTo>
                  <a:lnTo>
                    <a:pt x="5836412" y="2108200"/>
                  </a:lnTo>
                  <a:lnTo>
                    <a:pt x="5867272" y="2070100"/>
                  </a:lnTo>
                  <a:lnTo>
                    <a:pt x="5896610" y="2032000"/>
                  </a:lnTo>
                  <a:lnTo>
                    <a:pt x="5924295" y="2006600"/>
                  </a:lnTo>
                  <a:lnTo>
                    <a:pt x="5950204" y="1968500"/>
                  </a:lnTo>
                  <a:lnTo>
                    <a:pt x="5974334" y="1930400"/>
                  </a:lnTo>
                  <a:lnTo>
                    <a:pt x="5996813" y="1892300"/>
                  </a:lnTo>
                  <a:lnTo>
                    <a:pt x="6017387" y="1854200"/>
                  </a:lnTo>
                  <a:lnTo>
                    <a:pt x="6036183" y="1816100"/>
                  </a:lnTo>
                  <a:lnTo>
                    <a:pt x="6053201" y="1790700"/>
                  </a:lnTo>
                  <a:lnTo>
                    <a:pt x="6068314" y="1752600"/>
                  </a:lnTo>
                  <a:lnTo>
                    <a:pt x="6081395" y="1714500"/>
                  </a:lnTo>
                  <a:lnTo>
                    <a:pt x="6092317" y="1676400"/>
                  </a:lnTo>
                  <a:lnTo>
                    <a:pt x="6101207" y="1638300"/>
                  </a:lnTo>
                  <a:lnTo>
                    <a:pt x="6108192" y="1600200"/>
                  </a:lnTo>
                  <a:lnTo>
                    <a:pt x="6113145" y="1562100"/>
                  </a:lnTo>
                  <a:lnTo>
                    <a:pt x="6116066" y="1524000"/>
                  </a:lnTo>
                  <a:lnTo>
                    <a:pt x="6116955" y="1485900"/>
                  </a:lnTo>
                  <a:lnTo>
                    <a:pt x="6115812" y="1447800"/>
                  </a:lnTo>
                  <a:lnTo>
                    <a:pt x="6112764" y="1409700"/>
                  </a:lnTo>
                  <a:lnTo>
                    <a:pt x="6107938" y="1371600"/>
                  </a:lnTo>
                  <a:lnTo>
                    <a:pt x="6101207" y="1333500"/>
                  </a:lnTo>
                  <a:close/>
                </a:path>
                <a:path w="6116955" h="2959100">
                  <a:moveTo>
                    <a:pt x="68452" y="1803400"/>
                  </a:moveTo>
                  <a:lnTo>
                    <a:pt x="68961" y="1816100"/>
                  </a:lnTo>
                  <a:lnTo>
                    <a:pt x="74371" y="1816100"/>
                  </a:lnTo>
                  <a:lnTo>
                    <a:pt x="68452" y="1803400"/>
                  </a:lnTo>
                  <a:close/>
                </a:path>
                <a:path w="6116955" h="2959100">
                  <a:moveTo>
                    <a:pt x="10032" y="1701800"/>
                  </a:moveTo>
                  <a:lnTo>
                    <a:pt x="0" y="1790700"/>
                  </a:lnTo>
                  <a:lnTo>
                    <a:pt x="24855" y="1782932"/>
                  </a:lnTo>
                  <a:lnTo>
                    <a:pt x="22225" y="1778000"/>
                  </a:lnTo>
                  <a:lnTo>
                    <a:pt x="48894" y="1765300"/>
                  </a:lnTo>
                  <a:lnTo>
                    <a:pt x="81280" y="1765300"/>
                  </a:lnTo>
                  <a:lnTo>
                    <a:pt x="10032" y="1701800"/>
                  </a:lnTo>
                  <a:close/>
                </a:path>
                <a:path w="6116955" h="2959100">
                  <a:moveTo>
                    <a:pt x="48894" y="1765300"/>
                  </a:moveTo>
                  <a:lnTo>
                    <a:pt x="22225" y="1778000"/>
                  </a:lnTo>
                  <a:lnTo>
                    <a:pt x="24855" y="1782932"/>
                  </a:lnTo>
                  <a:lnTo>
                    <a:pt x="52453" y="1774308"/>
                  </a:lnTo>
                  <a:lnTo>
                    <a:pt x="48894" y="1765300"/>
                  </a:lnTo>
                  <a:close/>
                </a:path>
                <a:path w="6116955" h="2959100">
                  <a:moveTo>
                    <a:pt x="81280" y="1765300"/>
                  </a:moveTo>
                  <a:lnTo>
                    <a:pt x="48894" y="1765300"/>
                  </a:lnTo>
                  <a:lnTo>
                    <a:pt x="52453" y="1774308"/>
                  </a:lnTo>
                  <a:lnTo>
                    <a:pt x="81280" y="1765300"/>
                  </a:lnTo>
                  <a:close/>
                </a:path>
                <a:path w="6116955" h="2959100">
                  <a:moveTo>
                    <a:pt x="6055233" y="1193800"/>
                  </a:moveTo>
                  <a:lnTo>
                    <a:pt x="6028436" y="1193800"/>
                  </a:lnTo>
                  <a:lnTo>
                    <a:pt x="6042533" y="1231900"/>
                  </a:lnTo>
                  <a:lnTo>
                    <a:pt x="6042279" y="1231900"/>
                  </a:lnTo>
                  <a:lnTo>
                    <a:pt x="6054344" y="1270000"/>
                  </a:lnTo>
                  <a:lnTo>
                    <a:pt x="6054090" y="1270000"/>
                  </a:lnTo>
                  <a:lnTo>
                    <a:pt x="6064504" y="1308100"/>
                  </a:lnTo>
                  <a:lnTo>
                    <a:pt x="6072886" y="1346200"/>
                  </a:lnTo>
                  <a:lnTo>
                    <a:pt x="6072759" y="1333500"/>
                  </a:lnTo>
                  <a:lnTo>
                    <a:pt x="6101207" y="1333500"/>
                  </a:lnTo>
                  <a:lnTo>
                    <a:pt x="6092444" y="1295400"/>
                  </a:lnTo>
                  <a:lnTo>
                    <a:pt x="6081776" y="1257300"/>
                  </a:lnTo>
                  <a:lnTo>
                    <a:pt x="6069457" y="1219200"/>
                  </a:lnTo>
                  <a:lnTo>
                    <a:pt x="6055233" y="1193800"/>
                  </a:lnTo>
                  <a:close/>
                </a:path>
                <a:path w="6116955" h="2959100">
                  <a:moveTo>
                    <a:pt x="3420110" y="12700"/>
                  </a:moveTo>
                  <a:lnTo>
                    <a:pt x="2653538" y="12700"/>
                  </a:lnTo>
                  <a:lnTo>
                    <a:pt x="2357754" y="38100"/>
                  </a:lnTo>
                  <a:lnTo>
                    <a:pt x="2213102" y="63500"/>
                  </a:lnTo>
                  <a:lnTo>
                    <a:pt x="2070862" y="76200"/>
                  </a:lnTo>
                  <a:lnTo>
                    <a:pt x="1794637" y="127000"/>
                  </a:lnTo>
                  <a:lnTo>
                    <a:pt x="1661160" y="165100"/>
                  </a:lnTo>
                  <a:lnTo>
                    <a:pt x="1530985" y="190500"/>
                  </a:lnTo>
                  <a:lnTo>
                    <a:pt x="1281557" y="266700"/>
                  </a:lnTo>
                  <a:lnTo>
                    <a:pt x="1162558" y="317500"/>
                  </a:lnTo>
                  <a:lnTo>
                    <a:pt x="1047876" y="355600"/>
                  </a:lnTo>
                  <a:lnTo>
                    <a:pt x="937768" y="406400"/>
                  </a:lnTo>
                  <a:lnTo>
                    <a:pt x="832231" y="457200"/>
                  </a:lnTo>
                  <a:lnTo>
                    <a:pt x="731519" y="508000"/>
                  </a:lnTo>
                  <a:lnTo>
                    <a:pt x="635888" y="558800"/>
                  </a:lnTo>
                  <a:lnTo>
                    <a:pt x="545719" y="622300"/>
                  </a:lnTo>
                  <a:lnTo>
                    <a:pt x="461010" y="673100"/>
                  </a:lnTo>
                  <a:lnTo>
                    <a:pt x="382143" y="736600"/>
                  </a:lnTo>
                  <a:lnTo>
                    <a:pt x="344805" y="762000"/>
                  </a:lnTo>
                  <a:lnTo>
                    <a:pt x="309118" y="800100"/>
                  </a:lnTo>
                  <a:lnTo>
                    <a:pt x="275081" y="838200"/>
                  </a:lnTo>
                  <a:lnTo>
                    <a:pt x="242443" y="863600"/>
                  </a:lnTo>
                  <a:lnTo>
                    <a:pt x="211581" y="901700"/>
                  </a:lnTo>
                  <a:lnTo>
                    <a:pt x="182244" y="939800"/>
                  </a:lnTo>
                  <a:lnTo>
                    <a:pt x="154558" y="965200"/>
                  </a:lnTo>
                  <a:lnTo>
                    <a:pt x="128650" y="1003300"/>
                  </a:lnTo>
                  <a:lnTo>
                    <a:pt x="104520" y="1041400"/>
                  </a:lnTo>
                  <a:lnTo>
                    <a:pt x="81914" y="1079500"/>
                  </a:lnTo>
                  <a:lnTo>
                    <a:pt x="61340" y="1117600"/>
                  </a:lnTo>
                  <a:lnTo>
                    <a:pt x="42671" y="1143000"/>
                  </a:lnTo>
                  <a:lnTo>
                    <a:pt x="25526" y="1181100"/>
                  </a:lnTo>
                  <a:lnTo>
                    <a:pt x="10668" y="1219200"/>
                  </a:lnTo>
                  <a:lnTo>
                    <a:pt x="37592" y="1231900"/>
                  </a:lnTo>
                  <a:lnTo>
                    <a:pt x="52324" y="1193800"/>
                  </a:lnTo>
                  <a:lnTo>
                    <a:pt x="52069" y="1193800"/>
                  </a:lnTo>
                  <a:lnTo>
                    <a:pt x="68833" y="1155700"/>
                  </a:lnTo>
                  <a:lnTo>
                    <a:pt x="68580" y="1155700"/>
                  </a:lnTo>
                  <a:lnTo>
                    <a:pt x="86994" y="1130300"/>
                  </a:lnTo>
                  <a:lnTo>
                    <a:pt x="86740" y="1130300"/>
                  </a:lnTo>
                  <a:lnTo>
                    <a:pt x="107061" y="1092200"/>
                  </a:lnTo>
                  <a:lnTo>
                    <a:pt x="106680" y="1092200"/>
                  </a:lnTo>
                  <a:lnTo>
                    <a:pt x="128905" y="1054100"/>
                  </a:lnTo>
                  <a:lnTo>
                    <a:pt x="128650" y="1054100"/>
                  </a:lnTo>
                  <a:lnTo>
                    <a:pt x="152400" y="1016000"/>
                  </a:lnTo>
                  <a:lnTo>
                    <a:pt x="152019" y="1016000"/>
                  </a:lnTo>
                  <a:lnTo>
                    <a:pt x="177673" y="990600"/>
                  </a:lnTo>
                  <a:lnTo>
                    <a:pt x="177419" y="990600"/>
                  </a:lnTo>
                  <a:lnTo>
                    <a:pt x="204724" y="952500"/>
                  </a:lnTo>
                  <a:lnTo>
                    <a:pt x="204343" y="952500"/>
                  </a:lnTo>
                  <a:lnTo>
                    <a:pt x="233299" y="914400"/>
                  </a:lnTo>
                  <a:lnTo>
                    <a:pt x="233044" y="914400"/>
                  </a:lnTo>
                  <a:lnTo>
                    <a:pt x="263525" y="889000"/>
                  </a:lnTo>
                  <a:lnTo>
                    <a:pt x="263270" y="889000"/>
                  </a:lnTo>
                  <a:lnTo>
                    <a:pt x="295529" y="850900"/>
                  </a:lnTo>
                  <a:lnTo>
                    <a:pt x="295148" y="850900"/>
                  </a:lnTo>
                  <a:lnTo>
                    <a:pt x="329056" y="825500"/>
                  </a:lnTo>
                  <a:lnTo>
                    <a:pt x="328675" y="825500"/>
                  </a:lnTo>
                  <a:lnTo>
                    <a:pt x="364108" y="787400"/>
                  </a:lnTo>
                  <a:lnTo>
                    <a:pt x="363727" y="787400"/>
                  </a:lnTo>
                  <a:lnTo>
                    <a:pt x="400685" y="762000"/>
                  </a:lnTo>
                  <a:lnTo>
                    <a:pt x="400176" y="762000"/>
                  </a:lnTo>
                  <a:lnTo>
                    <a:pt x="478536" y="698500"/>
                  </a:lnTo>
                  <a:lnTo>
                    <a:pt x="477900" y="698500"/>
                  </a:lnTo>
                  <a:lnTo>
                    <a:pt x="561975" y="635000"/>
                  </a:lnTo>
                  <a:lnTo>
                    <a:pt x="561467" y="635000"/>
                  </a:lnTo>
                  <a:lnTo>
                    <a:pt x="651129" y="584200"/>
                  </a:lnTo>
                  <a:lnTo>
                    <a:pt x="650494" y="584200"/>
                  </a:lnTo>
                  <a:lnTo>
                    <a:pt x="745617" y="533400"/>
                  </a:lnTo>
                  <a:lnTo>
                    <a:pt x="745108" y="533400"/>
                  </a:lnTo>
                  <a:lnTo>
                    <a:pt x="845312" y="482600"/>
                  </a:lnTo>
                  <a:lnTo>
                    <a:pt x="844804" y="482600"/>
                  </a:lnTo>
                  <a:lnTo>
                    <a:pt x="949832" y="431800"/>
                  </a:lnTo>
                  <a:lnTo>
                    <a:pt x="949325" y="431800"/>
                  </a:lnTo>
                  <a:lnTo>
                    <a:pt x="1059052" y="381000"/>
                  </a:lnTo>
                  <a:lnTo>
                    <a:pt x="1058671" y="381000"/>
                  </a:lnTo>
                  <a:lnTo>
                    <a:pt x="1172845" y="342900"/>
                  </a:lnTo>
                  <a:lnTo>
                    <a:pt x="1172464" y="342900"/>
                  </a:lnTo>
                  <a:lnTo>
                    <a:pt x="1290955" y="292100"/>
                  </a:lnTo>
                  <a:lnTo>
                    <a:pt x="1290446" y="292100"/>
                  </a:lnTo>
                  <a:lnTo>
                    <a:pt x="1412875" y="254000"/>
                  </a:lnTo>
                  <a:lnTo>
                    <a:pt x="1412493" y="254000"/>
                  </a:lnTo>
                  <a:lnTo>
                    <a:pt x="1538732" y="215900"/>
                  </a:lnTo>
                  <a:lnTo>
                    <a:pt x="1538351" y="215900"/>
                  </a:lnTo>
                  <a:lnTo>
                    <a:pt x="1668145" y="190500"/>
                  </a:lnTo>
                  <a:lnTo>
                    <a:pt x="1667764" y="190500"/>
                  </a:lnTo>
                  <a:lnTo>
                    <a:pt x="1800860" y="165100"/>
                  </a:lnTo>
                  <a:lnTo>
                    <a:pt x="1800478" y="165100"/>
                  </a:lnTo>
                  <a:lnTo>
                    <a:pt x="1936877" y="127000"/>
                  </a:lnTo>
                  <a:lnTo>
                    <a:pt x="1936496" y="127000"/>
                  </a:lnTo>
                  <a:lnTo>
                    <a:pt x="2075561" y="101600"/>
                  </a:lnTo>
                  <a:lnTo>
                    <a:pt x="2146173" y="101600"/>
                  </a:lnTo>
                  <a:lnTo>
                    <a:pt x="2217039" y="88900"/>
                  </a:lnTo>
                  <a:lnTo>
                    <a:pt x="2216658" y="88900"/>
                  </a:lnTo>
                  <a:lnTo>
                    <a:pt x="2361057" y="63500"/>
                  </a:lnTo>
                  <a:lnTo>
                    <a:pt x="2360676" y="63500"/>
                  </a:lnTo>
                  <a:lnTo>
                    <a:pt x="2507107" y="50800"/>
                  </a:lnTo>
                  <a:lnTo>
                    <a:pt x="2655062" y="50800"/>
                  </a:lnTo>
                  <a:lnTo>
                    <a:pt x="2805429" y="38100"/>
                  </a:lnTo>
                  <a:lnTo>
                    <a:pt x="3731133" y="38100"/>
                  </a:lnTo>
                  <a:lnTo>
                    <a:pt x="3420110" y="12700"/>
                  </a:lnTo>
                  <a:close/>
                </a:path>
                <a:path w="6116955" h="2959100">
                  <a:moveTo>
                    <a:pt x="5769038" y="800100"/>
                  </a:moveTo>
                  <a:lnTo>
                    <a:pt x="5732398" y="800100"/>
                  </a:lnTo>
                  <a:lnTo>
                    <a:pt x="5766308" y="838200"/>
                  </a:lnTo>
                  <a:lnTo>
                    <a:pt x="5766054" y="838200"/>
                  </a:lnTo>
                  <a:lnTo>
                    <a:pt x="5798312" y="863600"/>
                  </a:lnTo>
                  <a:lnTo>
                    <a:pt x="5798058" y="863600"/>
                  </a:lnTo>
                  <a:lnTo>
                    <a:pt x="5828792" y="901700"/>
                  </a:lnTo>
                  <a:lnTo>
                    <a:pt x="5828411" y="901700"/>
                  </a:lnTo>
                  <a:lnTo>
                    <a:pt x="5857620" y="927100"/>
                  </a:lnTo>
                  <a:lnTo>
                    <a:pt x="5857240" y="927100"/>
                  </a:lnTo>
                  <a:lnTo>
                    <a:pt x="5884798" y="965200"/>
                  </a:lnTo>
                  <a:lnTo>
                    <a:pt x="5884545" y="965200"/>
                  </a:lnTo>
                  <a:lnTo>
                    <a:pt x="5910453" y="1003300"/>
                  </a:lnTo>
                  <a:lnTo>
                    <a:pt x="5910071" y="1003300"/>
                  </a:lnTo>
                  <a:lnTo>
                    <a:pt x="5934456" y="1028700"/>
                  </a:lnTo>
                  <a:lnTo>
                    <a:pt x="5934074" y="1028700"/>
                  </a:lnTo>
                  <a:lnTo>
                    <a:pt x="5956681" y="1066800"/>
                  </a:lnTo>
                  <a:lnTo>
                    <a:pt x="5956299" y="1066800"/>
                  </a:lnTo>
                  <a:lnTo>
                    <a:pt x="5977128" y="1092200"/>
                  </a:lnTo>
                  <a:lnTo>
                    <a:pt x="5976873" y="1092200"/>
                  </a:lnTo>
                  <a:lnTo>
                    <a:pt x="5996178" y="1130300"/>
                  </a:lnTo>
                  <a:lnTo>
                    <a:pt x="5995796" y="1130300"/>
                  </a:lnTo>
                  <a:lnTo>
                    <a:pt x="6013322" y="1168400"/>
                  </a:lnTo>
                  <a:lnTo>
                    <a:pt x="6013069" y="1168400"/>
                  </a:lnTo>
                  <a:lnTo>
                    <a:pt x="6028690" y="1206500"/>
                  </a:lnTo>
                  <a:lnTo>
                    <a:pt x="6028436" y="1193800"/>
                  </a:lnTo>
                  <a:lnTo>
                    <a:pt x="6055233" y="1193800"/>
                  </a:lnTo>
                  <a:lnTo>
                    <a:pt x="6039231" y="1155700"/>
                  </a:lnTo>
                  <a:lnTo>
                    <a:pt x="6021578" y="1117600"/>
                  </a:lnTo>
                  <a:lnTo>
                    <a:pt x="6002020" y="1079500"/>
                  </a:lnTo>
                  <a:lnTo>
                    <a:pt x="5980938" y="1054100"/>
                  </a:lnTo>
                  <a:lnTo>
                    <a:pt x="5957951" y="1016000"/>
                  </a:lnTo>
                  <a:lnTo>
                    <a:pt x="5933440" y="977900"/>
                  </a:lnTo>
                  <a:lnTo>
                    <a:pt x="5907151" y="952500"/>
                  </a:lnTo>
                  <a:lnTo>
                    <a:pt x="5879338" y="914400"/>
                  </a:lnTo>
                  <a:lnTo>
                    <a:pt x="5849873" y="876300"/>
                  </a:lnTo>
                  <a:lnTo>
                    <a:pt x="5818759" y="850900"/>
                  </a:lnTo>
                  <a:lnTo>
                    <a:pt x="5786120" y="812800"/>
                  </a:lnTo>
                  <a:lnTo>
                    <a:pt x="5769038" y="800100"/>
                  </a:lnTo>
                  <a:close/>
                </a:path>
                <a:path w="6116955" h="2959100">
                  <a:moveTo>
                    <a:pt x="4539149" y="190500"/>
                  </a:moveTo>
                  <a:lnTo>
                    <a:pt x="4443984" y="190500"/>
                  </a:lnTo>
                  <a:lnTo>
                    <a:pt x="4575556" y="228600"/>
                  </a:lnTo>
                  <a:lnTo>
                    <a:pt x="4575175" y="228600"/>
                  </a:lnTo>
                  <a:lnTo>
                    <a:pt x="4702556" y="266700"/>
                  </a:lnTo>
                  <a:lnTo>
                    <a:pt x="4702047" y="266700"/>
                  </a:lnTo>
                  <a:lnTo>
                    <a:pt x="4824984" y="304800"/>
                  </a:lnTo>
                  <a:lnTo>
                    <a:pt x="4824603" y="304800"/>
                  </a:lnTo>
                  <a:lnTo>
                    <a:pt x="4942713" y="355600"/>
                  </a:lnTo>
                  <a:lnTo>
                    <a:pt x="4942332" y="355600"/>
                  </a:lnTo>
                  <a:lnTo>
                    <a:pt x="5055616" y="393700"/>
                  </a:lnTo>
                  <a:lnTo>
                    <a:pt x="5055235" y="393700"/>
                  </a:lnTo>
                  <a:lnTo>
                    <a:pt x="5163566" y="444500"/>
                  </a:lnTo>
                  <a:lnTo>
                    <a:pt x="5163058" y="444500"/>
                  </a:lnTo>
                  <a:lnTo>
                    <a:pt x="5266309" y="495300"/>
                  </a:lnTo>
                  <a:lnTo>
                    <a:pt x="5265801" y="495300"/>
                  </a:lnTo>
                  <a:lnTo>
                    <a:pt x="5363845" y="546100"/>
                  </a:lnTo>
                  <a:lnTo>
                    <a:pt x="5363337" y="546100"/>
                  </a:lnTo>
                  <a:lnTo>
                    <a:pt x="5455920" y="596900"/>
                  </a:lnTo>
                  <a:lnTo>
                    <a:pt x="5455412" y="596900"/>
                  </a:lnTo>
                  <a:lnTo>
                    <a:pt x="5542280" y="660400"/>
                  </a:lnTo>
                  <a:lnTo>
                    <a:pt x="5541771" y="660400"/>
                  </a:lnTo>
                  <a:lnTo>
                    <a:pt x="5623052" y="711200"/>
                  </a:lnTo>
                  <a:lnTo>
                    <a:pt x="5622417" y="711200"/>
                  </a:lnTo>
                  <a:lnTo>
                    <a:pt x="5697728" y="774700"/>
                  </a:lnTo>
                  <a:lnTo>
                    <a:pt x="5697346" y="774700"/>
                  </a:lnTo>
                  <a:lnTo>
                    <a:pt x="5732780" y="812800"/>
                  </a:lnTo>
                  <a:lnTo>
                    <a:pt x="5732398" y="800100"/>
                  </a:lnTo>
                  <a:lnTo>
                    <a:pt x="5769038" y="800100"/>
                  </a:lnTo>
                  <a:lnTo>
                    <a:pt x="5751957" y="787400"/>
                  </a:lnTo>
                  <a:lnTo>
                    <a:pt x="5716143" y="749300"/>
                  </a:lnTo>
                  <a:lnTo>
                    <a:pt x="5640323" y="698500"/>
                  </a:lnTo>
                  <a:lnTo>
                    <a:pt x="5558409" y="635000"/>
                  </a:lnTo>
                  <a:lnTo>
                    <a:pt x="5470906" y="571500"/>
                  </a:lnTo>
                  <a:lnTo>
                    <a:pt x="5377815" y="520700"/>
                  </a:lnTo>
                  <a:lnTo>
                    <a:pt x="5279263" y="469900"/>
                  </a:lnTo>
                  <a:lnTo>
                    <a:pt x="5175504" y="419100"/>
                  </a:lnTo>
                  <a:lnTo>
                    <a:pt x="5066665" y="368300"/>
                  </a:lnTo>
                  <a:lnTo>
                    <a:pt x="4952872" y="330200"/>
                  </a:lnTo>
                  <a:lnTo>
                    <a:pt x="4834255" y="279400"/>
                  </a:lnTo>
                  <a:lnTo>
                    <a:pt x="4710938" y="241300"/>
                  </a:lnTo>
                  <a:lnTo>
                    <a:pt x="4539149" y="190500"/>
                  </a:lnTo>
                  <a:close/>
                </a:path>
                <a:path w="6116955" h="2959100">
                  <a:moveTo>
                    <a:pt x="3731133" y="38100"/>
                  </a:moveTo>
                  <a:lnTo>
                    <a:pt x="3263265" y="38100"/>
                  </a:lnTo>
                  <a:lnTo>
                    <a:pt x="3418586" y="50800"/>
                  </a:lnTo>
                  <a:lnTo>
                    <a:pt x="3573653" y="50800"/>
                  </a:lnTo>
                  <a:lnTo>
                    <a:pt x="3728085" y="76200"/>
                  </a:lnTo>
                  <a:lnTo>
                    <a:pt x="3727830" y="76200"/>
                  </a:lnTo>
                  <a:lnTo>
                    <a:pt x="3878834" y="88900"/>
                  </a:lnTo>
                  <a:lnTo>
                    <a:pt x="3878453" y="88900"/>
                  </a:lnTo>
                  <a:lnTo>
                    <a:pt x="4025900" y="114300"/>
                  </a:lnTo>
                  <a:lnTo>
                    <a:pt x="4025518" y="114300"/>
                  </a:lnTo>
                  <a:lnTo>
                    <a:pt x="4169410" y="139700"/>
                  </a:lnTo>
                  <a:lnTo>
                    <a:pt x="4169029" y="139700"/>
                  </a:lnTo>
                  <a:lnTo>
                    <a:pt x="4308856" y="165100"/>
                  </a:lnTo>
                  <a:lnTo>
                    <a:pt x="4308475" y="165100"/>
                  </a:lnTo>
                  <a:lnTo>
                    <a:pt x="4444365" y="203200"/>
                  </a:lnTo>
                  <a:lnTo>
                    <a:pt x="4443984" y="190500"/>
                  </a:lnTo>
                  <a:lnTo>
                    <a:pt x="4539149" y="190500"/>
                  </a:lnTo>
                  <a:lnTo>
                    <a:pt x="4451096" y="165100"/>
                  </a:lnTo>
                  <a:lnTo>
                    <a:pt x="3882516" y="63500"/>
                  </a:lnTo>
                  <a:lnTo>
                    <a:pt x="3731133" y="38100"/>
                  </a:lnTo>
                  <a:close/>
                </a:path>
                <a:path w="6116955" h="2959100">
                  <a:moveTo>
                    <a:pt x="2146173" y="101600"/>
                  </a:moveTo>
                  <a:lnTo>
                    <a:pt x="2075561" y="101600"/>
                  </a:lnTo>
                  <a:lnTo>
                    <a:pt x="2075307" y="114300"/>
                  </a:lnTo>
                  <a:lnTo>
                    <a:pt x="2146173" y="101600"/>
                  </a:lnTo>
                  <a:close/>
                </a:path>
                <a:path w="6116955" h="2959100">
                  <a:moveTo>
                    <a:pt x="3109849" y="0"/>
                  </a:moveTo>
                  <a:lnTo>
                    <a:pt x="2956305" y="0"/>
                  </a:lnTo>
                  <a:lnTo>
                    <a:pt x="2804160" y="12700"/>
                  </a:lnTo>
                  <a:lnTo>
                    <a:pt x="3264535" y="12700"/>
                  </a:lnTo>
                  <a:lnTo>
                    <a:pt x="3109849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17241" y="3844289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2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2" y="467868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FF0000">
                <a:alpha val="109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17241" y="3844289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2" y="467868"/>
                  </a:lnTo>
                  <a:lnTo>
                    <a:pt x="1170432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64307" y="3927322"/>
              <a:ext cx="904506" cy="34216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487673" y="3019805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1168908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8" y="467868"/>
                  </a:lnTo>
                  <a:lnTo>
                    <a:pt x="11689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87673" y="3019805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0" y="467868"/>
                  </a:moveTo>
                  <a:lnTo>
                    <a:pt x="1168908" y="467868"/>
                  </a:lnTo>
                  <a:lnTo>
                    <a:pt x="1168908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70732" y="3186683"/>
              <a:ext cx="1002030" cy="1623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49417" y="3019805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2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2" y="467868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49417" y="3019805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2" y="467868"/>
                  </a:lnTo>
                  <a:lnTo>
                    <a:pt x="1170432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8008" y="3186683"/>
              <a:ext cx="874013" cy="1623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16802" y="3844289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4" h="467995">
                  <a:moveTo>
                    <a:pt x="1168907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7" y="467868"/>
                  </a:lnTo>
                  <a:lnTo>
                    <a:pt x="116890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16802" y="3844289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4" h="467995">
                  <a:moveTo>
                    <a:pt x="0" y="467868"/>
                  </a:moveTo>
                  <a:lnTo>
                    <a:pt x="1168907" y="467868"/>
                  </a:lnTo>
                  <a:lnTo>
                    <a:pt x="1168907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65035" y="4011167"/>
              <a:ext cx="471677" cy="16230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884678" y="3245865"/>
              <a:ext cx="4131945" cy="1664335"/>
            </a:xfrm>
            <a:custGeom>
              <a:avLst/>
              <a:gdLst/>
              <a:ahLst/>
              <a:cxnLst/>
              <a:rect l="l" t="t" r="r" b="b"/>
              <a:pathLst>
                <a:path w="4131945" h="1664335">
                  <a:moveTo>
                    <a:pt x="591566" y="41402"/>
                  </a:moveTo>
                  <a:lnTo>
                    <a:pt x="586168" y="39116"/>
                  </a:lnTo>
                  <a:lnTo>
                    <a:pt x="513080" y="8128"/>
                  </a:lnTo>
                  <a:lnTo>
                    <a:pt x="515112" y="40284"/>
                  </a:lnTo>
                  <a:lnTo>
                    <a:pt x="472440" y="46355"/>
                  </a:lnTo>
                  <a:lnTo>
                    <a:pt x="415798" y="60198"/>
                  </a:lnTo>
                  <a:lnTo>
                    <a:pt x="361442" y="78994"/>
                  </a:lnTo>
                  <a:lnTo>
                    <a:pt x="309753" y="102489"/>
                  </a:lnTo>
                  <a:lnTo>
                    <a:pt x="260985" y="130556"/>
                  </a:lnTo>
                  <a:lnTo>
                    <a:pt x="215392" y="162687"/>
                  </a:lnTo>
                  <a:lnTo>
                    <a:pt x="173482" y="198755"/>
                  </a:lnTo>
                  <a:lnTo>
                    <a:pt x="135255" y="238633"/>
                  </a:lnTo>
                  <a:lnTo>
                    <a:pt x="101092" y="281686"/>
                  </a:lnTo>
                  <a:lnTo>
                    <a:pt x="71374" y="327787"/>
                  </a:lnTo>
                  <a:lnTo>
                    <a:pt x="46609" y="376682"/>
                  </a:lnTo>
                  <a:lnTo>
                    <a:pt x="26670" y="428117"/>
                  </a:lnTo>
                  <a:lnTo>
                    <a:pt x="12065" y="481711"/>
                  </a:lnTo>
                  <a:lnTo>
                    <a:pt x="3048" y="537337"/>
                  </a:lnTo>
                  <a:lnTo>
                    <a:pt x="0" y="594741"/>
                  </a:lnTo>
                  <a:lnTo>
                    <a:pt x="127" y="597789"/>
                  </a:lnTo>
                  <a:lnTo>
                    <a:pt x="12827" y="597408"/>
                  </a:lnTo>
                  <a:lnTo>
                    <a:pt x="12712" y="594741"/>
                  </a:lnTo>
                  <a:lnTo>
                    <a:pt x="12700" y="594588"/>
                  </a:lnTo>
                  <a:lnTo>
                    <a:pt x="13449" y="566674"/>
                  </a:lnTo>
                  <a:lnTo>
                    <a:pt x="13462" y="566508"/>
                  </a:lnTo>
                  <a:lnTo>
                    <a:pt x="13487" y="566293"/>
                  </a:lnTo>
                  <a:lnTo>
                    <a:pt x="15582" y="538861"/>
                  </a:lnTo>
                  <a:lnTo>
                    <a:pt x="15621" y="538708"/>
                  </a:lnTo>
                  <a:lnTo>
                    <a:pt x="15621" y="538861"/>
                  </a:lnTo>
                  <a:lnTo>
                    <a:pt x="15671" y="538480"/>
                  </a:lnTo>
                  <a:lnTo>
                    <a:pt x="19367" y="511556"/>
                  </a:lnTo>
                  <a:lnTo>
                    <a:pt x="19431" y="511175"/>
                  </a:lnTo>
                  <a:lnTo>
                    <a:pt x="19304" y="511556"/>
                  </a:lnTo>
                  <a:lnTo>
                    <a:pt x="24434" y="484632"/>
                  </a:lnTo>
                  <a:lnTo>
                    <a:pt x="24511" y="484251"/>
                  </a:lnTo>
                  <a:lnTo>
                    <a:pt x="24384" y="484632"/>
                  </a:lnTo>
                  <a:lnTo>
                    <a:pt x="30861" y="457962"/>
                  </a:lnTo>
                  <a:lnTo>
                    <a:pt x="30861" y="458216"/>
                  </a:lnTo>
                  <a:lnTo>
                    <a:pt x="30924" y="457962"/>
                  </a:lnTo>
                  <a:lnTo>
                    <a:pt x="38620" y="432308"/>
                  </a:lnTo>
                  <a:lnTo>
                    <a:pt x="47777" y="406781"/>
                  </a:lnTo>
                  <a:lnTo>
                    <a:pt x="47879" y="406527"/>
                  </a:lnTo>
                  <a:lnTo>
                    <a:pt x="47752" y="406781"/>
                  </a:lnTo>
                  <a:lnTo>
                    <a:pt x="58166" y="381635"/>
                  </a:lnTo>
                  <a:lnTo>
                    <a:pt x="58039" y="382016"/>
                  </a:lnTo>
                  <a:lnTo>
                    <a:pt x="58216" y="381635"/>
                  </a:lnTo>
                  <a:lnTo>
                    <a:pt x="69723" y="357759"/>
                  </a:lnTo>
                  <a:lnTo>
                    <a:pt x="69850" y="357517"/>
                  </a:lnTo>
                  <a:lnTo>
                    <a:pt x="69596" y="357759"/>
                  </a:lnTo>
                  <a:lnTo>
                    <a:pt x="82410" y="334264"/>
                  </a:lnTo>
                  <a:lnTo>
                    <a:pt x="82550" y="334010"/>
                  </a:lnTo>
                  <a:lnTo>
                    <a:pt x="82296" y="334264"/>
                  </a:lnTo>
                  <a:lnTo>
                    <a:pt x="96393" y="311150"/>
                  </a:lnTo>
                  <a:lnTo>
                    <a:pt x="96266" y="311416"/>
                  </a:lnTo>
                  <a:lnTo>
                    <a:pt x="96431" y="311150"/>
                  </a:lnTo>
                  <a:lnTo>
                    <a:pt x="111506" y="288925"/>
                  </a:lnTo>
                  <a:lnTo>
                    <a:pt x="111379" y="289191"/>
                  </a:lnTo>
                  <a:lnTo>
                    <a:pt x="111569" y="288925"/>
                  </a:lnTo>
                  <a:lnTo>
                    <a:pt x="127558" y="267716"/>
                  </a:lnTo>
                  <a:lnTo>
                    <a:pt x="127762" y="267462"/>
                  </a:lnTo>
                  <a:lnTo>
                    <a:pt x="127508" y="267716"/>
                  </a:lnTo>
                  <a:lnTo>
                    <a:pt x="144691" y="247015"/>
                  </a:lnTo>
                  <a:lnTo>
                    <a:pt x="144907" y="246761"/>
                  </a:lnTo>
                  <a:lnTo>
                    <a:pt x="144653" y="247015"/>
                  </a:lnTo>
                  <a:lnTo>
                    <a:pt x="162826" y="227203"/>
                  </a:lnTo>
                  <a:lnTo>
                    <a:pt x="202158" y="189992"/>
                  </a:lnTo>
                  <a:lnTo>
                    <a:pt x="202311" y="189865"/>
                  </a:lnTo>
                  <a:lnTo>
                    <a:pt x="202057" y="189992"/>
                  </a:lnTo>
                  <a:lnTo>
                    <a:pt x="223393" y="172593"/>
                  </a:lnTo>
                  <a:lnTo>
                    <a:pt x="223139" y="172847"/>
                  </a:lnTo>
                  <a:lnTo>
                    <a:pt x="223469" y="172593"/>
                  </a:lnTo>
                  <a:lnTo>
                    <a:pt x="245059" y="156591"/>
                  </a:lnTo>
                  <a:lnTo>
                    <a:pt x="245237" y="156464"/>
                  </a:lnTo>
                  <a:lnTo>
                    <a:pt x="244983" y="156591"/>
                  </a:lnTo>
                  <a:lnTo>
                    <a:pt x="267970" y="141097"/>
                  </a:lnTo>
                  <a:lnTo>
                    <a:pt x="267716" y="141351"/>
                  </a:lnTo>
                  <a:lnTo>
                    <a:pt x="268122" y="141097"/>
                  </a:lnTo>
                  <a:lnTo>
                    <a:pt x="315480" y="113919"/>
                  </a:lnTo>
                  <a:lnTo>
                    <a:pt x="366268" y="90805"/>
                  </a:lnTo>
                  <a:lnTo>
                    <a:pt x="366014" y="90932"/>
                  </a:lnTo>
                  <a:lnTo>
                    <a:pt x="366344" y="90805"/>
                  </a:lnTo>
                  <a:lnTo>
                    <a:pt x="392557" y="81026"/>
                  </a:lnTo>
                  <a:lnTo>
                    <a:pt x="392290" y="81026"/>
                  </a:lnTo>
                  <a:lnTo>
                    <a:pt x="419481" y="72263"/>
                  </a:lnTo>
                  <a:lnTo>
                    <a:pt x="419214" y="72390"/>
                  </a:lnTo>
                  <a:lnTo>
                    <a:pt x="419696" y="72263"/>
                  </a:lnTo>
                  <a:lnTo>
                    <a:pt x="447040" y="65024"/>
                  </a:lnTo>
                  <a:lnTo>
                    <a:pt x="446659" y="65024"/>
                  </a:lnTo>
                  <a:lnTo>
                    <a:pt x="474980" y="58801"/>
                  </a:lnTo>
                  <a:lnTo>
                    <a:pt x="474726" y="58928"/>
                  </a:lnTo>
                  <a:lnTo>
                    <a:pt x="475475" y="58801"/>
                  </a:lnTo>
                  <a:lnTo>
                    <a:pt x="503428" y="54102"/>
                  </a:lnTo>
                  <a:lnTo>
                    <a:pt x="503047" y="54102"/>
                  </a:lnTo>
                  <a:lnTo>
                    <a:pt x="515912" y="52908"/>
                  </a:lnTo>
                  <a:lnTo>
                    <a:pt x="517906" y="84201"/>
                  </a:lnTo>
                  <a:lnTo>
                    <a:pt x="591566" y="41402"/>
                  </a:lnTo>
                  <a:close/>
                </a:path>
                <a:path w="4131945" h="1664335">
                  <a:moveTo>
                    <a:pt x="1202944" y="250444"/>
                  </a:moveTo>
                  <a:lnTo>
                    <a:pt x="1190244" y="250444"/>
                  </a:lnTo>
                  <a:lnTo>
                    <a:pt x="1190231" y="253238"/>
                  </a:lnTo>
                  <a:lnTo>
                    <a:pt x="1190231" y="253365"/>
                  </a:lnTo>
                  <a:lnTo>
                    <a:pt x="1189482" y="281178"/>
                  </a:lnTo>
                  <a:lnTo>
                    <a:pt x="1189443" y="281559"/>
                  </a:lnTo>
                  <a:lnTo>
                    <a:pt x="1189405" y="282067"/>
                  </a:lnTo>
                  <a:lnTo>
                    <a:pt x="1187196" y="309245"/>
                  </a:lnTo>
                  <a:lnTo>
                    <a:pt x="1187196" y="309003"/>
                  </a:lnTo>
                  <a:lnTo>
                    <a:pt x="1187157" y="309245"/>
                  </a:lnTo>
                  <a:lnTo>
                    <a:pt x="1183513" y="336677"/>
                  </a:lnTo>
                  <a:lnTo>
                    <a:pt x="1183640" y="336296"/>
                  </a:lnTo>
                  <a:lnTo>
                    <a:pt x="1178433" y="363601"/>
                  </a:lnTo>
                  <a:lnTo>
                    <a:pt x="1178560" y="363220"/>
                  </a:lnTo>
                  <a:lnTo>
                    <a:pt x="1172083" y="390017"/>
                  </a:lnTo>
                  <a:lnTo>
                    <a:pt x="1172083" y="389763"/>
                  </a:lnTo>
                  <a:lnTo>
                    <a:pt x="1171994" y="390017"/>
                  </a:lnTo>
                  <a:lnTo>
                    <a:pt x="1164259" y="415747"/>
                  </a:lnTo>
                  <a:lnTo>
                    <a:pt x="1155065" y="441325"/>
                  </a:lnTo>
                  <a:lnTo>
                    <a:pt x="1155192" y="441071"/>
                  </a:lnTo>
                  <a:lnTo>
                    <a:pt x="1144778" y="466217"/>
                  </a:lnTo>
                  <a:lnTo>
                    <a:pt x="1144905" y="465836"/>
                  </a:lnTo>
                  <a:lnTo>
                    <a:pt x="1144714" y="466217"/>
                  </a:lnTo>
                  <a:lnTo>
                    <a:pt x="1133170" y="490181"/>
                  </a:lnTo>
                  <a:lnTo>
                    <a:pt x="1120394" y="513969"/>
                  </a:lnTo>
                  <a:lnTo>
                    <a:pt x="1120648" y="513715"/>
                  </a:lnTo>
                  <a:lnTo>
                    <a:pt x="1106551" y="536829"/>
                  </a:lnTo>
                  <a:lnTo>
                    <a:pt x="1106678" y="536575"/>
                  </a:lnTo>
                  <a:lnTo>
                    <a:pt x="1106500" y="536829"/>
                  </a:lnTo>
                  <a:lnTo>
                    <a:pt x="1091438" y="558927"/>
                  </a:lnTo>
                  <a:lnTo>
                    <a:pt x="1091565" y="558673"/>
                  </a:lnTo>
                  <a:lnTo>
                    <a:pt x="1091374" y="558927"/>
                  </a:lnTo>
                  <a:lnTo>
                    <a:pt x="1075309" y="580390"/>
                  </a:lnTo>
                  <a:lnTo>
                    <a:pt x="1075563" y="580136"/>
                  </a:lnTo>
                  <a:lnTo>
                    <a:pt x="1058037" y="601091"/>
                  </a:lnTo>
                  <a:lnTo>
                    <a:pt x="1020953" y="639699"/>
                  </a:lnTo>
                  <a:lnTo>
                    <a:pt x="1020660" y="639953"/>
                  </a:lnTo>
                  <a:lnTo>
                    <a:pt x="1000633" y="657987"/>
                  </a:lnTo>
                  <a:lnTo>
                    <a:pt x="1000887" y="657860"/>
                  </a:lnTo>
                  <a:lnTo>
                    <a:pt x="979551" y="675259"/>
                  </a:lnTo>
                  <a:lnTo>
                    <a:pt x="979805" y="675005"/>
                  </a:lnTo>
                  <a:lnTo>
                    <a:pt x="979462" y="675259"/>
                  </a:lnTo>
                  <a:lnTo>
                    <a:pt x="957707" y="691388"/>
                  </a:lnTo>
                  <a:lnTo>
                    <a:pt x="957961" y="691261"/>
                  </a:lnTo>
                  <a:lnTo>
                    <a:pt x="935101" y="706755"/>
                  </a:lnTo>
                  <a:lnTo>
                    <a:pt x="935355" y="706501"/>
                  </a:lnTo>
                  <a:lnTo>
                    <a:pt x="911606" y="720852"/>
                  </a:lnTo>
                  <a:lnTo>
                    <a:pt x="911860" y="720725"/>
                  </a:lnTo>
                  <a:lnTo>
                    <a:pt x="887412" y="734021"/>
                  </a:lnTo>
                  <a:lnTo>
                    <a:pt x="862584" y="745998"/>
                  </a:lnTo>
                  <a:lnTo>
                    <a:pt x="862279" y="746125"/>
                  </a:lnTo>
                  <a:lnTo>
                    <a:pt x="836676" y="757174"/>
                  </a:lnTo>
                  <a:lnTo>
                    <a:pt x="783463" y="775589"/>
                  </a:lnTo>
                  <a:lnTo>
                    <a:pt x="783717" y="775462"/>
                  </a:lnTo>
                  <a:lnTo>
                    <a:pt x="756031" y="782828"/>
                  </a:lnTo>
                  <a:lnTo>
                    <a:pt x="756285" y="782828"/>
                  </a:lnTo>
                  <a:lnTo>
                    <a:pt x="727964" y="789051"/>
                  </a:lnTo>
                  <a:lnTo>
                    <a:pt x="728218" y="788924"/>
                  </a:lnTo>
                  <a:lnTo>
                    <a:pt x="699516" y="793750"/>
                  </a:lnTo>
                  <a:lnTo>
                    <a:pt x="699897" y="793750"/>
                  </a:lnTo>
                  <a:lnTo>
                    <a:pt x="687019" y="794956"/>
                  </a:lnTo>
                  <a:lnTo>
                    <a:pt x="685038" y="763651"/>
                  </a:lnTo>
                  <a:lnTo>
                    <a:pt x="611378" y="806450"/>
                  </a:lnTo>
                  <a:lnTo>
                    <a:pt x="689864" y="839724"/>
                  </a:lnTo>
                  <a:lnTo>
                    <a:pt x="687895" y="808736"/>
                  </a:lnTo>
                  <a:lnTo>
                    <a:pt x="687819" y="807580"/>
                  </a:lnTo>
                  <a:lnTo>
                    <a:pt x="701294" y="806323"/>
                  </a:lnTo>
                  <a:lnTo>
                    <a:pt x="730504" y="801497"/>
                  </a:lnTo>
                  <a:lnTo>
                    <a:pt x="759206" y="795147"/>
                  </a:lnTo>
                  <a:lnTo>
                    <a:pt x="781926" y="789051"/>
                  </a:lnTo>
                  <a:lnTo>
                    <a:pt x="787146" y="787654"/>
                  </a:lnTo>
                  <a:lnTo>
                    <a:pt x="814705" y="778891"/>
                  </a:lnTo>
                  <a:lnTo>
                    <a:pt x="823556" y="775589"/>
                  </a:lnTo>
                  <a:lnTo>
                    <a:pt x="841629" y="768858"/>
                  </a:lnTo>
                  <a:lnTo>
                    <a:pt x="846378" y="766826"/>
                  </a:lnTo>
                  <a:lnTo>
                    <a:pt x="867791" y="757682"/>
                  </a:lnTo>
                  <a:lnTo>
                    <a:pt x="869099" y="757047"/>
                  </a:lnTo>
                  <a:lnTo>
                    <a:pt x="893318" y="745363"/>
                  </a:lnTo>
                  <a:lnTo>
                    <a:pt x="914234" y="733933"/>
                  </a:lnTo>
                  <a:lnTo>
                    <a:pt x="917956" y="731901"/>
                  </a:lnTo>
                  <a:lnTo>
                    <a:pt x="936409" y="720725"/>
                  </a:lnTo>
                  <a:lnTo>
                    <a:pt x="942086" y="717296"/>
                  </a:lnTo>
                  <a:lnTo>
                    <a:pt x="957681" y="706755"/>
                  </a:lnTo>
                  <a:lnTo>
                    <a:pt x="965200" y="701675"/>
                  </a:lnTo>
                  <a:lnTo>
                    <a:pt x="979297" y="691261"/>
                  </a:lnTo>
                  <a:lnTo>
                    <a:pt x="987552" y="685165"/>
                  </a:lnTo>
                  <a:lnTo>
                    <a:pt x="1009015" y="667512"/>
                  </a:lnTo>
                  <a:lnTo>
                    <a:pt x="1019797" y="657860"/>
                  </a:lnTo>
                  <a:lnTo>
                    <a:pt x="1029589" y="649097"/>
                  </a:lnTo>
                  <a:lnTo>
                    <a:pt x="1049147" y="629539"/>
                  </a:lnTo>
                  <a:lnTo>
                    <a:pt x="1057300" y="620649"/>
                  </a:lnTo>
                  <a:lnTo>
                    <a:pt x="1067689" y="609346"/>
                  </a:lnTo>
                  <a:lnTo>
                    <a:pt x="1074762" y="600837"/>
                  </a:lnTo>
                  <a:lnTo>
                    <a:pt x="1085342" y="588137"/>
                  </a:lnTo>
                  <a:lnTo>
                    <a:pt x="1091349" y="580136"/>
                  </a:lnTo>
                  <a:lnTo>
                    <a:pt x="1101852" y="566166"/>
                  </a:lnTo>
                  <a:lnTo>
                    <a:pt x="1117219" y="543560"/>
                  </a:lnTo>
                  <a:lnTo>
                    <a:pt x="1131570" y="520192"/>
                  </a:lnTo>
                  <a:lnTo>
                    <a:pt x="1135024" y="513715"/>
                  </a:lnTo>
                  <a:lnTo>
                    <a:pt x="1144524" y="495935"/>
                  </a:lnTo>
                  <a:lnTo>
                    <a:pt x="1147305" y="490093"/>
                  </a:lnTo>
                  <a:lnTo>
                    <a:pt x="1156335" y="471170"/>
                  </a:lnTo>
                  <a:lnTo>
                    <a:pt x="1167003" y="445770"/>
                  </a:lnTo>
                  <a:lnTo>
                    <a:pt x="1168666" y="441071"/>
                  </a:lnTo>
                  <a:lnTo>
                    <a:pt x="1176274" y="419735"/>
                  </a:lnTo>
                  <a:lnTo>
                    <a:pt x="1177556" y="415544"/>
                  </a:lnTo>
                  <a:lnTo>
                    <a:pt x="1184402" y="393192"/>
                  </a:lnTo>
                  <a:lnTo>
                    <a:pt x="1190879" y="366141"/>
                  </a:lnTo>
                  <a:lnTo>
                    <a:pt x="1191425" y="363220"/>
                  </a:lnTo>
                  <a:lnTo>
                    <a:pt x="1196086" y="338582"/>
                  </a:lnTo>
                  <a:lnTo>
                    <a:pt x="1196390" y="336296"/>
                  </a:lnTo>
                  <a:lnTo>
                    <a:pt x="1199896" y="310515"/>
                  </a:lnTo>
                  <a:lnTo>
                    <a:pt x="1202182" y="282067"/>
                  </a:lnTo>
                  <a:lnTo>
                    <a:pt x="1202944" y="253365"/>
                  </a:lnTo>
                  <a:lnTo>
                    <a:pt x="1202944" y="250444"/>
                  </a:lnTo>
                  <a:close/>
                </a:path>
                <a:path w="4131945" h="1664335">
                  <a:moveTo>
                    <a:pt x="2362708" y="1411478"/>
                  </a:moveTo>
                  <a:lnTo>
                    <a:pt x="2099818" y="1334008"/>
                  </a:lnTo>
                  <a:lnTo>
                    <a:pt x="1914906" y="1282827"/>
                  </a:lnTo>
                  <a:lnTo>
                    <a:pt x="1767205" y="1244854"/>
                  </a:lnTo>
                  <a:lnTo>
                    <a:pt x="1663065" y="1219708"/>
                  </a:lnTo>
                  <a:lnTo>
                    <a:pt x="1553591" y="1194943"/>
                  </a:lnTo>
                  <a:lnTo>
                    <a:pt x="1319530" y="1146175"/>
                  </a:lnTo>
                  <a:lnTo>
                    <a:pt x="687501" y="1028560"/>
                  </a:lnTo>
                  <a:lnTo>
                    <a:pt x="687908" y="1026287"/>
                  </a:lnTo>
                  <a:lnTo>
                    <a:pt x="693166" y="997331"/>
                  </a:lnTo>
                  <a:lnTo>
                    <a:pt x="611378" y="1021334"/>
                  </a:lnTo>
                  <a:lnTo>
                    <a:pt x="679577" y="1072261"/>
                  </a:lnTo>
                  <a:lnTo>
                    <a:pt x="685228" y="1041107"/>
                  </a:lnTo>
                  <a:lnTo>
                    <a:pt x="1003427" y="1098677"/>
                  </a:lnTo>
                  <a:lnTo>
                    <a:pt x="1436243" y="1182878"/>
                  </a:lnTo>
                  <a:lnTo>
                    <a:pt x="1606169" y="1219708"/>
                  </a:lnTo>
                  <a:lnTo>
                    <a:pt x="1712849" y="1244727"/>
                  </a:lnTo>
                  <a:lnTo>
                    <a:pt x="1712722" y="1244727"/>
                  </a:lnTo>
                  <a:lnTo>
                    <a:pt x="1764157" y="1257173"/>
                  </a:lnTo>
                  <a:lnTo>
                    <a:pt x="1764030" y="1257173"/>
                  </a:lnTo>
                  <a:lnTo>
                    <a:pt x="1863471" y="1282319"/>
                  </a:lnTo>
                  <a:lnTo>
                    <a:pt x="2005457" y="1320673"/>
                  </a:lnTo>
                  <a:lnTo>
                    <a:pt x="2005330" y="1320673"/>
                  </a:lnTo>
                  <a:lnTo>
                    <a:pt x="2096262" y="1346200"/>
                  </a:lnTo>
                  <a:lnTo>
                    <a:pt x="2359152" y="1423670"/>
                  </a:lnTo>
                  <a:lnTo>
                    <a:pt x="2362708" y="1411478"/>
                  </a:lnTo>
                  <a:close/>
                </a:path>
                <a:path w="4131945" h="1664335">
                  <a:moveTo>
                    <a:pt x="3128137" y="668909"/>
                  </a:moveTo>
                  <a:lnTo>
                    <a:pt x="3127895" y="668655"/>
                  </a:lnTo>
                  <a:lnTo>
                    <a:pt x="3128137" y="668909"/>
                  </a:lnTo>
                  <a:close/>
                </a:path>
                <a:path w="4131945" h="1664335">
                  <a:moveTo>
                    <a:pt x="3517519" y="838200"/>
                  </a:moveTo>
                  <a:lnTo>
                    <a:pt x="3514725" y="838200"/>
                  </a:lnTo>
                  <a:lnTo>
                    <a:pt x="3486277" y="837438"/>
                  </a:lnTo>
                  <a:lnTo>
                    <a:pt x="3486658" y="837438"/>
                  </a:lnTo>
                  <a:lnTo>
                    <a:pt x="3458591" y="835152"/>
                  </a:lnTo>
                  <a:lnTo>
                    <a:pt x="3458845" y="835152"/>
                  </a:lnTo>
                  <a:lnTo>
                    <a:pt x="3432111" y="831596"/>
                  </a:lnTo>
                  <a:lnTo>
                    <a:pt x="3431159" y="831469"/>
                  </a:lnTo>
                  <a:lnTo>
                    <a:pt x="3431540" y="831596"/>
                  </a:lnTo>
                  <a:lnTo>
                    <a:pt x="3404895" y="826516"/>
                  </a:lnTo>
                  <a:lnTo>
                    <a:pt x="3404235" y="826389"/>
                  </a:lnTo>
                  <a:lnTo>
                    <a:pt x="3404616" y="826516"/>
                  </a:lnTo>
                  <a:lnTo>
                    <a:pt x="3377946" y="820039"/>
                  </a:lnTo>
                  <a:lnTo>
                    <a:pt x="3378200" y="820039"/>
                  </a:lnTo>
                  <a:lnTo>
                    <a:pt x="3352330" y="812292"/>
                  </a:lnTo>
                  <a:lnTo>
                    <a:pt x="3352076" y="812215"/>
                  </a:lnTo>
                  <a:lnTo>
                    <a:pt x="3351936" y="812165"/>
                  </a:lnTo>
                  <a:lnTo>
                    <a:pt x="3326854" y="803148"/>
                  </a:lnTo>
                  <a:lnTo>
                    <a:pt x="3326511" y="803021"/>
                  </a:lnTo>
                  <a:lnTo>
                    <a:pt x="3326765" y="803148"/>
                  </a:lnTo>
                  <a:lnTo>
                    <a:pt x="3301619" y="792734"/>
                  </a:lnTo>
                  <a:lnTo>
                    <a:pt x="3302000" y="792861"/>
                  </a:lnTo>
                  <a:lnTo>
                    <a:pt x="3301733" y="792734"/>
                  </a:lnTo>
                  <a:lnTo>
                    <a:pt x="3278009" y="781304"/>
                  </a:lnTo>
                  <a:lnTo>
                    <a:pt x="3277489" y="781050"/>
                  </a:lnTo>
                  <a:lnTo>
                    <a:pt x="3277743" y="781304"/>
                  </a:lnTo>
                  <a:lnTo>
                    <a:pt x="3254451" y="768604"/>
                  </a:lnTo>
                  <a:lnTo>
                    <a:pt x="3253994" y="768350"/>
                  </a:lnTo>
                  <a:lnTo>
                    <a:pt x="3254248" y="768604"/>
                  </a:lnTo>
                  <a:lnTo>
                    <a:pt x="3231134" y="754507"/>
                  </a:lnTo>
                  <a:lnTo>
                    <a:pt x="3231388" y="754634"/>
                  </a:lnTo>
                  <a:lnTo>
                    <a:pt x="3231197" y="754507"/>
                  </a:lnTo>
                  <a:lnTo>
                    <a:pt x="3208909" y="739394"/>
                  </a:lnTo>
                  <a:lnTo>
                    <a:pt x="3209163" y="739521"/>
                  </a:lnTo>
                  <a:lnTo>
                    <a:pt x="3208985" y="739394"/>
                  </a:lnTo>
                  <a:lnTo>
                    <a:pt x="3187776" y="723519"/>
                  </a:lnTo>
                  <a:lnTo>
                    <a:pt x="3187446" y="723265"/>
                  </a:lnTo>
                  <a:lnTo>
                    <a:pt x="3187700" y="723519"/>
                  </a:lnTo>
                  <a:lnTo>
                    <a:pt x="3167164" y="706247"/>
                  </a:lnTo>
                  <a:lnTo>
                    <a:pt x="3166872" y="705993"/>
                  </a:lnTo>
                  <a:lnTo>
                    <a:pt x="3166999" y="706247"/>
                  </a:lnTo>
                  <a:lnTo>
                    <a:pt x="3147199" y="688086"/>
                  </a:lnTo>
                  <a:lnTo>
                    <a:pt x="3147072" y="687984"/>
                  </a:lnTo>
                  <a:lnTo>
                    <a:pt x="3146945" y="687857"/>
                  </a:lnTo>
                  <a:lnTo>
                    <a:pt x="3127883" y="668655"/>
                  </a:lnTo>
                  <a:lnTo>
                    <a:pt x="3110065" y="648843"/>
                  </a:lnTo>
                  <a:lnTo>
                    <a:pt x="3109849" y="648589"/>
                  </a:lnTo>
                  <a:lnTo>
                    <a:pt x="3109976" y="648843"/>
                  </a:lnTo>
                  <a:lnTo>
                    <a:pt x="3092577" y="627507"/>
                  </a:lnTo>
                  <a:lnTo>
                    <a:pt x="3092831" y="627761"/>
                  </a:lnTo>
                  <a:lnTo>
                    <a:pt x="3092640" y="627507"/>
                  </a:lnTo>
                  <a:lnTo>
                    <a:pt x="3076625" y="605917"/>
                  </a:lnTo>
                  <a:lnTo>
                    <a:pt x="3076448" y="605663"/>
                  </a:lnTo>
                  <a:lnTo>
                    <a:pt x="3076575" y="605917"/>
                  </a:lnTo>
                  <a:lnTo>
                    <a:pt x="3061081" y="583057"/>
                  </a:lnTo>
                  <a:lnTo>
                    <a:pt x="3061335" y="583311"/>
                  </a:lnTo>
                  <a:lnTo>
                    <a:pt x="3061170" y="583057"/>
                  </a:lnTo>
                  <a:lnTo>
                    <a:pt x="3047136" y="559816"/>
                  </a:lnTo>
                  <a:lnTo>
                    <a:pt x="3046984" y="559562"/>
                  </a:lnTo>
                  <a:lnTo>
                    <a:pt x="3047111" y="559816"/>
                  </a:lnTo>
                  <a:lnTo>
                    <a:pt x="3033903" y="535559"/>
                  </a:lnTo>
                  <a:lnTo>
                    <a:pt x="3033814" y="535381"/>
                  </a:lnTo>
                  <a:lnTo>
                    <a:pt x="3021825" y="510540"/>
                  </a:lnTo>
                  <a:lnTo>
                    <a:pt x="3021749" y="510374"/>
                  </a:lnTo>
                  <a:lnTo>
                    <a:pt x="3010941" y="485013"/>
                  </a:lnTo>
                  <a:lnTo>
                    <a:pt x="3010789" y="484632"/>
                  </a:lnTo>
                  <a:lnTo>
                    <a:pt x="3010916" y="485013"/>
                  </a:lnTo>
                  <a:lnTo>
                    <a:pt x="3001099" y="458597"/>
                  </a:lnTo>
                  <a:lnTo>
                    <a:pt x="3001010" y="458343"/>
                  </a:lnTo>
                  <a:lnTo>
                    <a:pt x="3001010" y="458597"/>
                  </a:lnTo>
                  <a:lnTo>
                    <a:pt x="2992323" y="431673"/>
                  </a:lnTo>
                  <a:lnTo>
                    <a:pt x="2992310" y="431546"/>
                  </a:lnTo>
                  <a:lnTo>
                    <a:pt x="2992374" y="431673"/>
                  </a:lnTo>
                  <a:lnTo>
                    <a:pt x="2992297" y="431419"/>
                  </a:lnTo>
                  <a:lnTo>
                    <a:pt x="2985071" y="404241"/>
                  </a:lnTo>
                  <a:lnTo>
                    <a:pt x="2985008" y="403987"/>
                  </a:lnTo>
                  <a:lnTo>
                    <a:pt x="2985008" y="404241"/>
                  </a:lnTo>
                  <a:lnTo>
                    <a:pt x="2978835" y="376174"/>
                  </a:lnTo>
                  <a:lnTo>
                    <a:pt x="2978848" y="376047"/>
                  </a:lnTo>
                  <a:lnTo>
                    <a:pt x="2978912" y="376174"/>
                  </a:lnTo>
                  <a:lnTo>
                    <a:pt x="2978861" y="375920"/>
                  </a:lnTo>
                  <a:lnTo>
                    <a:pt x="2974149" y="347865"/>
                  </a:lnTo>
                  <a:lnTo>
                    <a:pt x="2974086" y="347472"/>
                  </a:lnTo>
                  <a:lnTo>
                    <a:pt x="2974086" y="347865"/>
                  </a:lnTo>
                  <a:lnTo>
                    <a:pt x="2972879" y="334987"/>
                  </a:lnTo>
                  <a:lnTo>
                    <a:pt x="3004185" y="332994"/>
                  </a:lnTo>
                  <a:lnTo>
                    <a:pt x="2997835" y="322072"/>
                  </a:lnTo>
                  <a:lnTo>
                    <a:pt x="2961386" y="259334"/>
                  </a:lnTo>
                  <a:lnTo>
                    <a:pt x="2928112" y="337820"/>
                  </a:lnTo>
                  <a:lnTo>
                    <a:pt x="2960255" y="335788"/>
                  </a:lnTo>
                  <a:lnTo>
                    <a:pt x="2961513" y="349250"/>
                  </a:lnTo>
                  <a:lnTo>
                    <a:pt x="2972689" y="407162"/>
                  </a:lnTo>
                  <a:lnTo>
                    <a:pt x="2989072" y="462661"/>
                  </a:lnTo>
                  <a:lnTo>
                    <a:pt x="3010154" y="515747"/>
                  </a:lnTo>
                  <a:lnTo>
                    <a:pt x="3035935" y="565912"/>
                  </a:lnTo>
                  <a:lnTo>
                    <a:pt x="3066161" y="613156"/>
                  </a:lnTo>
                  <a:lnTo>
                    <a:pt x="3100324" y="656971"/>
                  </a:lnTo>
                  <a:lnTo>
                    <a:pt x="3138297" y="697103"/>
                  </a:lnTo>
                  <a:lnTo>
                    <a:pt x="3179699" y="733298"/>
                  </a:lnTo>
                  <a:lnTo>
                    <a:pt x="3224403" y="765175"/>
                  </a:lnTo>
                  <a:lnTo>
                    <a:pt x="3271901" y="792480"/>
                  </a:lnTo>
                  <a:lnTo>
                    <a:pt x="3322066" y="814959"/>
                  </a:lnTo>
                  <a:lnTo>
                    <a:pt x="3374771" y="832358"/>
                  </a:lnTo>
                  <a:lnTo>
                    <a:pt x="3429254" y="844042"/>
                  </a:lnTo>
                  <a:lnTo>
                    <a:pt x="3485769" y="850138"/>
                  </a:lnTo>
                  <a:lnTo>
                    <a:pt x="3514471" y="850900"/>
                  </a:lnTo>
                  <a:lnTo>
                    <a:pt x="3517519" y="850900"/>
                  </a:lnTo>
                  <a:lnTo>
                    <a:pt x="3517519" y="838200"/>
                  </a:lnTo>
                  <a:close/>
                </a:path>
                <a:path w="4131945" h="1664335">
                  <a:moveTo>
                    <a:pt x="3659886" y="12700"/>
                  </a:moveTo>
                  <a:lnTo>
                    <a:pt x="3601720" y="3048"/>
                  </a:lnTo>
                  <a:lnTo>
                    <a:pt x="3544316" y="0"/>
                  </a:lnTo>
                  <a:lnTo>
                    <a:pt x="3541268" y="127"/>
                  </a:lnTo>
                  <a:lnTo>
                    <a:pt x="3541649" y="12827"/>
                  </a:lnTo>
                  <a:lnTo>
                    <a:pt x="3544417" y="12712"/>
                  </a:lnTo>
                  <a:lnTo>
                    <a:pt x="3544189" y="12700"/>
                  </a:lnTo>
                  <a:lnTo>
                    <a:pt x="3659886" y="12700"/>
                  </a:lnTo>
                  <a:close/>
                </a:path>
                <a:path w="4131945" h="1664335">
                  <a:moveTo>
                    <a:pt x="4130548" y="1074039"/>
                  </a:moveTo>
                  <a:lnTo>
                    <a:pt x="4117848" y="1074039"/>
                  </a:lnTo>
                  <a:lnTo>
                    <a:pt x="4117835" y="1076960"/>
                  </a:lnTo>
                  <a:lnTo>
                    <a:pt x="4117835" y="1077087"/>
                  </a:lnTo>
                  <a:lnTo>
                    <a:pt x="4117086" y="1104900"/>
                  </a:lnTo>
                  <a:lnTo>
                    <a:pt x="4117048" y="1105281"/>
                  </a:lnTo>
                  <a:lnTo>
                    <a:pt x="4117009" y="1105789"/>
                  </a:lnTo>
                  <a:lnTo>
                    <a:pt x="4114800" y="1133094"/>
                  </a:lnTo>
                  <a:lnTo>
                    <a:pt x="4114800" y="1132840"/>
                  </a:lnTo>
                  <a:lnTo>
                    <a:pt x="4114762" y="1133094"/>
                  </a:lnTo>
                  <a:lnTo>
                    <a:pt x="4111117" y="1160526"/>
                  </a:lnTo>
                  <a:lnTo>
                    <a:pt x="4111244" y="1160145"/>
                  </a:lnTo>
                  <a:lnTo>
                    <a:pt x="4106037" y="1187450"/>
                  </a:lnTo>
                  <a:lnTo>
                    <a:pt x="4106164" y="1187069"/>
                  </a:lnTo>
                  <a:lnTo>
                    <a:pt x="4099687" y="1213993"/>
                  </a:lnTo>
                  <a:lnTo>
                    <a:pt x="4099687" y="1213612"/>
                  </a:lnTo>
                  <a:lnTo>
                    <a:pt x="4099572" y="1213993"/>
                  </a:lnTo>
                  <a:lnTo>
                    <a:pt x="4091813" y="1239901"/>
                  </a:lnTo>
                  <a:lnTo>
                    <a:pt x="4091940" y="1239647"/>
                  </a:lnTo>
                  <a:lnTo>
                    <a:pt x="4082796" y="1265301"/>
                  </a:lnTo>
                  <a:lnTo>
                    <a:pt x="4082923" y="1265047"/>
                  </a:lnTo>
                  <a:lnTo>
                    <a:pt x="4072382" y="1290193"/>
                  </a:lnTo>
                  <a:lnTo>
                    <a:pt x="4072509" y="1289812"/>
                  </a:lnTo>
                  <a:lnTo>
                    <a:pt x="4072318" y="1290193"/>
                  </a:lnTo>
                  <a:lnTo>
                    <a:pt x="4060888" y="1314297"/>
                  </a:lnTo>
                  <a:lnTo>
                    <a:pt x="4048125" y="1337818"/>
                  </a:lnTo>
                  <a:lnTo>
                    <a:pt x="4047960" y="1338072"/>
                  </a:lnTo>
                  <a:lnTo>
                    <a:pt x="4034155" y="1360932"/>
                  </a:lnTo>
                  <a:lnTo>
                    <a:pt x="4034409" y="1360678"/>
                  </a:lnTo>
                  <a:lnTo>
                    <a:pt x="4019169" y="1383157"/>
                  </a:lnTo>
                  <a:lnTo>
                    <a:pt x="4019296" y="1382903"/>
                  </a:lnTo>
                  <a:lnTo>
                    <a:pt x="4019105" y="1383157"/>
                  </a:lnTo>
                  <a:lnTo>
                    <a:pt x="4003040" y="1404620"/>
                  </a:lnTo>
                  <a:lnTo>
                    <a:pt x="4003167" y="1404366"/>
                  </a:lnTo>
                  <a:lnTo>
                    <a:pt x="4002951" y="1404620"/>
                  </a:lnTo>
                  <a:lnTo>
                    <a:pt x="3985895" y="1425321"/>
                  </a:lnTo>
                  <a:lnTo>
                    <a:pt x="3986022" y="1425067"/>
                  </a:lnTo>
                  <a:lnTo>
                    <a:pt x="3985780" y="1425321"/>
                  </a:lnTo>
                  <a:lnTo>
                    <a:pt x="3967734" y="1445260"/>
                  </a:lnTo>
                  <a:lnTo>
                    <a:pt x="3967861" y="1445006"/>
                  </a:lnTo>
                  <a:lnTo>
                    <a:pt x="3948557" y="1464183"/>
                  </a:lnTo>
                  <a:lnTo>
                    <a:pt x="3948811" y="1464056"/>
                  </a:lnTo>
                  <a:lnTo>
                    <a:pt x="3928491" y="1482344"/>
                  </a:lnTo>
                  <a:lnTo>
                    <a:pt x="3928745" y="1482090"/>
                  </a:lnTo>
                  <a:lnTo>
                    <a:pt x="3928427" y="1482344"/>
                  </a:lnTo>
                  <a:lnTo>
                    <a:pt x="3907536" y="1499489"/>
                  </a:lnTo>
                  <a:lnTo>
                    <a:pt x="3907663" y="1499362"/>
                  </a:lnTo>
                  <a:lnTo>
                    <a:pt x="3907485" y="1499489"/>
                  </a:lnTo>
                  <a:lnTo>
                    <a:pt x="3885565" y="1515872"/>
                  </a:lnTo>
                  <a:lnTo>
                    <a:pt x="3885819" y="1515618"/>
                  </a:lnTo>
                  <a:lnTo>
                    <a:pt x="3885438" y="1515872"/>
                  </a:lnTo>
                  <a:lnTo>
                    <a:pt x="3862959" y="1531112"/>
                  </a:lnTo>
                  <a:lnTo>
                    <a:pt x="3863213" y="1530858"/>
                  </a:lnTo>
                  <a:lnTo>
                    <a:pt x="3839591" y="1545336"/>
                  </a:lnTo>
                  <a:lnTo>
                    <a:pt x="3839845" y="1545209"/>
                  </a:lnTo>
                  <a:lnTo>
                    <a:pt x="3815397" y="1558505"/>
                  </a:lnTo>
                  <a:lnTo>
                    <a:pt x="3790569" y="1570482"/>
                  </a:lnTo>
                  <a:lnTo>
                    <a:pt x="3790264" y="1570609"/>
                  </a:lnTo>
                  <a:lnTo>
                    <a:pt x="3764661" y="1581531"/>
                  </a:lnTo>
                  <a:lnTo>
                    <a:pt x="3764915" y="1581404"/>
                  </a:lnTo>
                  <a:lnTo>
                    <a:pt x="3764572" y="1581531"/>
                  </a:lnTo>
                  <a:lnTo>
                    <a:pt x="3738499" y="1591310"/>
                  </a:lnTo>
                  <a:lnTo>
                    <a:pt x="3738753" y="1591310"/>
                  </a:lnTo>
                  <a:lnTo>
                    <a:pt x="3711575" y="1600073"/>
                  </a:lnTo>
                  <a:lnTo>
                    <a:pt x="3711943" y="1599946"/>
                  </a:lnTo>
                  <a:lnTo>
                    <a:pt x="3711473" y="1600073"/>
                  </a:lnTo>
                  <a:lnTo>
                    <a:pt x="3684270" y="1607312"/>
                  </a:lnTo>
                  <a:lnTo>
                    <a:pt x="3684524" y="1607312"/>
                  </a:lnTo>
                  <a:lnTo>
                    <a:pt x="3656203" y="1613535"/>
                  </a:lnTo>
                  <a:lnTo>
                    <a:pt x="3656444" y="1613408"/>
                  </a:lnTo>
                  <a:lnTo>
                    <a:pt x="3627628" y="1618234"/>
                  </a:lnTo>
                  <a:lnTo>
                    <a:pt x="3628136" y="1618234"/>
                  </a:lnTo>
                  <a:lnTo>
                    <a:pt x="3615385" y="1619440"/>
                  </a:lnTo>
                  <a:lnTo>
                    <a:pt x="3613404" y="1588135"/>
                  </a:lnTo>
                  <a:lnTo>
                    <a:pt x="3539744" y="1630934"/>
                  </a:lnTo>
                  <a:lnTo>
                    <a:pt x="3618217" y="1664081"/>
                  </a:lnTo>
                  <a:lnTo>
                    <a:pt x="3616261" y="1633220"/>
                  </a:lnTo>
                  <a:lnTo>
                    <a:pt x="3616185" y="1632064"/>
                  </a:lnTo>
                  <a:lnTo>
                    <a:pt x="3629520" y="1630807"/>
                  </a:lnTo>
                  <a:lnTo>
                    <a:pt x="3658743" y="1625981"/>
                  </a:lnTo>
                  <a:lnTo>
                    <a:pt x="3687318" y="1619631"/>
                  </a:lnTo>
                  <a:lnTo>
                    <a:pt x="3710140" y="1613535"/>
                  </a:lnTo>
                  <a:lnTo>
                    <a:pt x="3715385" y="1612138"/>
                  </a:lnTo>
                  <a:lnTo>
                    <a:pt x="3769614" y="1593342"/>
                  </a:lnTo>
                  <a:lnTo>
                    <a:pt x="3821303" y="1569720"/>
                  </a:lnTo>
                  <a:lnTo>
                    <a:pt x="3841978" y="1558417"/>
                  </a:lnTo>
                  <a:lnTo>
                    <a:pt x="3845941" y="1556258"/>
                  </a:lnTo>
                  <a:lnTo>
                    <a:pt x="3864089" y="1545209"/>
                  </a:lnTo>
                  <a:lnTo>
                    <a:pt x="3869944" y="1541653"/>
                  </a:lnTo>
                  <a:lnTo>
                    <a:pt x="3885666" y="1531112"/>
                  </a:lnTo>
                  <a:lnTo>
                    <a:pt x="3936873" y="1491869"/>
                  </a:lnTo>
                  <a:lnTo>
                    <a:pt x="3966768" y="1464056"/>
                  </a:lnTo>
                  <a:lnTo>
                    <a:pt x="3977005" y="1453896"/>
                  </a:lnTo>
                  <a:lnTo>
                    <a:pt x="3984879" y="1445260"/>
                  </a:lnTo>
                  <a:lnTo>
                    <a:pt x="3995547" y="1433576"/>
                  </a:lnTo>
                  <a:lnTo>
                    <a:pt x="4013073" y="1412367"/>
                  </a:lnTo>
                  <a:lnTo>
                    <a:pt x="4029583" y="1390396"/>
                  </a:lnTo>
                  <a:lnTo>
                    <a:pt x="4044950" y="1367663"/>
                  </a:lnTo>
                  <a:lnTo>
                    <a:pt x="4049191" y="1360678"/>
                  </a:lnTo>
                  <a:lnTo>
                    <a:pt x="4059174" y="1344295"/>
                  </a:lnTo>
                  <a:lnTo>
                    <a:pt x="4072255" y="1320038"/>
                  </a:lnTo>
                  <a:lnTo>
                    <a:pt x="4075023" y="1314196"/>
                  </a:lnTo>
                  <a:lnTo>
                    <a:pt x="4084066" y="1295146"/>
                  </a:lnTo>
                  <a:lnTo>
                    <a:pt x="4094734" y="1269746"/>
                  </a:lnTo>
                  <a:lnTo>
                    <a:pt x="4096397" y="1265047"/>
                  </a:lnTo>
                  <a:lnTo>
                    <a:pt x="4104005" y="1243711"/>
                  </a:lnTo>
                  <a:lnTo>
                    <a:pt x="4105224" y="1239647"/>
                  </a:lnTo>
                  <a:lnTo>
                    <a:pt x="4112006" y="1217168"/>
                  </a:lnTo>
                  <a:lnTo>
                    <a:pt x="4118483" y="1189990"/>
                  </a:lnTo>
                  <a:lnTo>
                    <a:pt x="4119029" y="1187069"/>
                  </a:lnTo>
                  <a:lnTo>
                    <a:pt x="4123690" y="1162304"/>
                  </a:lnTo>
                  <a:lnTo>
                    <a:pt x="4123982" y="1160145"/>
                  </a:lnTo>
                  <a:lnTo>
                    <a:pt x="4127500" y="1134364"/>
                  </a:lnTo>
                  <a:lnTo>
                    <a:pt x="4129786" y="1105789"/>
                  </a:lnTo>
                  <a:lnTo>
                    <a:pt x="4130548" y="1077087"/>
                  </a:lnTo>
                  <a:lnTo>
                    <a:pt x="4130548" y="1074039"/>
                  </a:lnTo>
                  <a:close/>
                </a:path>
                <a:path w="4131945" h="1664335">
                  <a:moveTo>
                    <a:pt x="4131564" y="513080"/>
                  </a:moveTo>
                  <a:lnTo>
                    <a:pt x="4099407" y="515124"/>
                  </a:lnTo>
                  <a:lnTo>
                    <a:pt x="4098290" y="503047"/>
                  </a:lnTo>
                  <a:lnTo>
                    <a:pt x="4098163" y="501650"/>
                  </a:lnTo>
                  <a:lnTo>
                    <a:pt x="4093337" y="472440"/>
                  </a:lnTo>
                  <a:lnTo>
                    <a:pt x="4087596" y="446659"/>
                  </a:lnTo>
                  <a:lnTo>
                    <a:pt x="4086987" y="443865"/>
                  </a:lnTo>
                  <a:lnTo>
                    <a:pt x="4079494" y="415798"/>
                  </a:lnTo>
                  <a:lnTo>
                    <a:pt x="4071874" y="392303"/>
                  </a:lnTo>
                  <a:lnTo>
                    <a:pt x="4070604" y="388366"/>
                  </a:lnTo>
                  <a:lnTo>
                    <a:pt x="4060698" y="361442"/>
                  </a:lnTo>
                  <a:lnTo>
                    <a:pt x="4049522" y="335165"/>
                  </a:lnTo>
                  <a:lnTo>
                    <a:pt x="4039870" y="315480"/>
                  </a:lnTo>
                  <a:lnTo>
                    <a:pt x="4037076" y="309765"/>
                  </a:lnTo>
                  <a:lnTo>
                    <a:pt x="4026916" y="291084"/>
                  </a:lnTo>
                  <a:lnTo>
                    <a:pt x="4023614" y="284988"/>
                  </a:lnTo>
                  <a:lnTo>
                    <a:pt x="4009009" y="260985"/>
                  </a:lnTo>
                  <a:lnTo>
                    <a:pt x="3993515" y="237744"/>
                  </a:lnTo>
                  <a:lnTo>
                    <a:pt x="3982555" y="223139"/>
                  </a:lnTo>
                  <a:lnTo>
                    <a:pt x="3976751" y="215392"/>
                  </a:lnTo>
                  <a:lnTo>
                    <a:pt x="3959225" y="193929"/>
                  </a:lnTo>
                  <a:lnTo>
                    <a:pt x="3948392" y="181991"/>
                  </a:lnTo>
                  <a:lnTo>
                    <a:pt x="3940683" y="173482"/>
                  </a:lnTo>
                  <a:lnTo>
                    <a:pt x="3930142" y="162814"/>
                  </a:lnTo>
                  <a:lnTo>
                    <a:pt x="3921252" y="153797"/>
                  </a:lnTo>
                  <a:lnTo>
                    <a:pt x="3911219" y="144653"/>
                  </a:lnTo>
                  <a:lnTo>
                    <a:pt x="3900932" y="135255"/>
                  </a:lnTo>
                  <a:lnTo>
                    <a:pt x="3891546" y="127508"/>
                  </a:lnTo>
                  <a:lnTo>
                    <a:pt x="3879723" y="117729"/>
                  </a:lnTo>
                  <a:lnTo>
                    <a:pt x="3857752" y="101092"/>
                  </a:lnTo>
                  <a:lnTo>
                    <a:pt x="3835019" y="85725"/>
                  </a:lnTo>
                  <a:lnTo>
                    <a:pt x="3829431" y="82296"/>
                  </a:lnTo>
                  <a:lnTo>
                    <a:pt x="3811651" y="71374"/>
                  </a:lnTo>
                  <a:lnTo>
                    <a:pt x="3808552" y="69723"/>
                  </a:lnTo>
                  <a:lnTo>
                    <a:pt x="3787394" y="58420"/>
                  </a:lnTo>
                  <a:lnTo>
                    <a:pt x="3764902" y="47752"/>
                  </a:lnTo>
                  <a:lnTo>
                    <a:pt x="3762502" y="46609"/>
                  </a:lnTo>
                  <a:lnTo>
                    <a:pt x="3743452" y="38608"/>
                  </a:lnTo>
                  <a:lnTo>
                    <a:pt x="3737102" y="35941"/>
                  </a:lnTo>
                  <a:lnTo>
                    <a:pt x="3711067" y="26543"/>
                  </a:lnTo>
                  <a:lnTo>
                    <a:pt x="3703904" y="24384"/>
                  </a:lnTo>
                  <a:lnTo>
                    <a:pt x="3687051" y="19304"/>
                  </a:lnTo>
                  <a:lnTo>
                    <a:pt x="3684524" y="18542"/>
                  </a:lnTo>
                  <a:lnTo>
                    <a:pt x="3659886" y="12700"/>
                  </a:lnTo>
                  <a:lnTo>
                    <a:pt x="3544417" y="12712"/>
                  </a:lnTo>
                  <a:lnTo>
                    <a:pt x="3572256" y="13462"/>
                  </a:lnTo>
                  <a:lnTo>
                    <a:pt x="3600450" y="15621"/>
                  </a:lnTo>
                  <a:lnTo>
                    <a:pt x="3600069" y="15621"/>
                  </a:lnTo>
                  <a:lnTo>
                    <a:pt x="3627869" y="19431"/>
                  </a:lnTo>
                  <a:lnTo>
                    <a:pt x="3627501" y="19304"/>
                  </a:lnTo>
                  <a:lnTo>
                    <a:pt x="3654793" y="24511"/>
                  </a:lnTo>
                  <a:lnTo>
                    <a:pt x="3654425" y="24384"/>
                  </a:lnTo>
                  <a:lnTo>
                    <a:pt x="3681349" y="30861"/>
                  </a:lnTo>
                  <a:lnTo>
                    <a:pt x="3680968" y="30861"/>
                  </a:lnTo>
                  <a:lnTo>
                    <a:pt x="3707244" y="38735"/>
                  </a:lnTo>
                  <a:lnTo>
                    <a:pt x="3707003" y="38608"/>
                  </a:lnTo>
                  <a:lnTo>
                    <a:pt x="3732644" y="47879"/>
                  </a:lnTo>
                  <a:lnTo>
                    <a:pt x="3732403" y="47752"/>
                  </a:lnTo>
                  <a:lnTo>
                    <a:pt x="3757549" y="58166"/>
                  </a:lnTo>
                  <a:lnTo>
                    <a:pt x="3757168" y="58039"/>
                  </a:lnTo>
                  <a:lnTo>
                    <a:pt x="3757422" y="58166"/>
                  </a:lnTo>
                  <a:lnTo>
                    <a:pt x="3781641" y="69773"/>
                  </a:lnTo>
                  <a:lnTo>
                    <a:pt x="3781780" y="69850"/>
                  </a:lnTo>
                  <a:lnTo>
                    <a:pt x="3805428" y="82550"/>
                  </a:lnTo>
                  <a:lnTo>
                    <a:pt x="3805174" y="82296"/>
                  </a:lnTo>
                  <a:lnTo>
                    <a:pt x="3828288" y="96393"/>
                  </a:lnTo>
                  <a:lnTo>
                    <a:pt x="3828034" y="96266"/>
                  </a:lnTo>
                  <a:lnTo>
                    <a:pt x="3828211" y="96393"/>
                  </a:lnTo>
                  <a:lnTo>
                    <a:pt x="3850513" y="111506"/>
                  </a:lnTo>
                  <a:lnTo>
                    <a:pt x="3850259" y="111379"/>
                  </a:lnTo>
                  <a:lnTo>
                    <a:pt x="3850424" y="111506"/>
                  </a:lnTo>
                  <a:lnTo>
                    <a:pt x="3871976" y="127762"/>
                  </a:lnTo>
                  <a:lnTo>
                    <a:pt x="3871722" y="127508"/>
                  </a:lnTo>
                  <a:lnTo>
                    <a:pt x="3892677" y="144907"/>
                  </a:lnTo>
                  <a:lnTo>
                    <a:pt x="3912489" y="163068"/>
                  </a:lnTo>
                  <a:lnTo>
                    <a:pt x="3912362" y="162814"/>
                  </a:lnTo>
                  <a:lnTo>
                    <a:pt x="3931539" y="182245"/>
                  </a:lnTo>
                  <a:lnTo>
                    <a:pt x="3931412" y="181991"/>
                  </a:lnTo>
                  <a:lnTo>
                    <a:pt x="3949700" y="202311"/>
                  </a:lnTo>
                  <a:lnTo>
                    <a:pt x="3949446" y="202057"/>
                  </a:lnTo>
                  <a:lnTo>
                    <a:pt x="3949649" y="202311"/>
                  </a:lnTo>
                  <a:lnTo>
                    <a:pt x="3966845" y="223393"/>
                  </a:lnTo>
                  <a:lnTo>
                    <a:pt x="3966718" y="223139"/>
                  </a:lnTo>
                  <a:lnTo>
                    <a:pt x="3983228" y="245237"/>
                  </a:lnTo>
                  <a:lnTo>
                    <a:pt x="3982974" y="244983"/>
                  </a:lnTo>
                  <a:lnTo>
                    <a:pt x="3983139" y="245237"/>
                  </a:lnTo>
                  <a:lnTo>
                    <a:pt x="3998468" y="267970"/>
                  </a:lnTo>
                  <a:lnTo>
                    <a:pt x="3998214" y="267716"/>
                  </a:lnTo>
                  <a:lnTo>
                    <a:pt x="3998366" y="267970"/>
                  </a:lnTo>
                  <a:lnTo>
                    <a:pt x="4012692" y="291338"/>
                  </a:lnTo>
                  <a:lnTo>
                    <a:pt x="4025862" y="315658"/>
                  </a:lnTo>
                  <a:lnTo>
                    <a:pt x="4037838" y="340360"/>
                  </a:lnTo>
                  <a:lnTo>
                    <a:pt x="4037939" y="340614"/>
                  </a:lnTo>
                  <a:lnTo>
                    <a:pt x="4048887" y="366268"/>
                  </a:lnTo>
                  <a:lnTo>
                    <a:pt x="4048760" y="366014"/>
                  </a:lnTo>
                  <a:lnTo>
                    <a:pt x="4048849" y="366268"/>
                  </a:lnTo>
                  <a:lnTo>
                    <a:pt x="4058666" y="392557"/>
                  </a:lnTo>
                  <a:lnTo>
                    <a:pt x="4058666" y="392303"/>
                  </a:lnTo>
                  <a:lnTo>
                    <a:pt x="4067429" y="419481"/>
                  </a:lnTo>
                  <a:lnTo>
                    <a:pt x="4067302" y="419227"/>
                  </a:lnTo>
                  <a:lnTo>
                    <a:pt x="4067365" y="419481"/>
                  </a:lnTo>
                  <a:lnTo>
                    <a:pt x="4074668" y="447040"/>
                  </a:lnTo>
                  <a:lnTo>
                    <a:pt x="4074668" y="446659"/>
                  </a:lnTo>
                  <a:lnTo>
                    <a:pt x="4080891" y="474980"/>
                  </a:lnTo>
                  <a:lnTo>
                    <a:pt x="4080764" y="474726"/>
                  </a:lnTo>
                  <a:lnTo>
                    <a:pt x="4080802" y="474980"/>
                  </a:lnTo>
                  <a:lnTo>
                    <a:pt x="4085590" y="503428"/>
                  </a:lnTo>
                  <a:lnTo>
                    <a:pt x="4085590" y="503047"/>
                  </a:lnTo>
                  <a:lnTo>
                    <a:pt x="4086783" y="515924"/>
                  </a:lnTo>
                  <a:lnTo>
                    <a:pt x="4055491" y="517906"/>
                  </a:lnTo>
                  <a:lnTo>
                    <a:pt x="4098290" y="591566"/>
                  </a:lnTo>
                  <a:lnTo>
                    <a:pt x="4124883" y="528828"/>
                  </a:lnTo>
                  <a:lnTo>
                    <a:pt x="4131564" y="51308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86477" y="3807713"/>
              <a:ext cx="731520" cy="585470"/>
            </a:xfrm>
            <a:custGeom>
              <a:avLst/>
              <a:gdLst/>
              <a:ahLst/>
              <a:cxnLst/>
              <a:rect l="l" t="t" r="r" b="b"/>
              <a:pathLst>
                <a:path w="731520" h="585470">
                  <a:moveTo>
                    <a:pt x="365760" y="0"/>
                  </a:moveTo>
                  <a:lnTo>
                    <a:pt x="292031" y="1982"/>
                  </a:lnTo>
                  <a:lnTo>
                    <a:pt x="223367" y="7667"/>
                  </a:lnTo>
                  <a:lnTo>
                    <a:pt x="161236" y="16662"/>
                  </a:lnTo>
                  <a:lnTo>
                    <a:pt x="107108" y="28575"/>
                  </a:lnTo>
                  <a:lnTo>
                    <a:pt x="62452" y="43011"/>
                  </a:lnTo>
                  <a:lnTo>
                    <a:pt x="7428" y="77884"/>
                  </a:lnTo>
                  <a:lnTo>
                    <a:pt x="0" y="97536"/>
                  </a:lnTo>
                  <a:lnTo>
                    <a:pt x="0" y="487680"/>
                  </a:lnTo>
                  <a:lnTo>
                    <a:pt x="28735" y="525637"/>
                  </a:lnTo>
                  <a:lnTo>
                    <a:pt x="107108" y="556641"/>
                  </a:lnTo>
                  <a:lnTo>
                    <a:pt x="161236" y="568553"/>
                  </a:lnTo>
                  <a:lnTo>
                    <a:pt x="223367" y="577548"/>
                  </a:lnTo>
                  <a:lnTo>
                    <a:pt x="292031" y="583233"/>
                  </a:lnTo>
                  <a:lnTo>
                    <a:pt x="365760" y="585216"/>
                  </a:lnTo>
                  <a:lnTo>
                    <a:pt x="439488" y="583233"/>
                  </a:lnTo>
                  <a:lnTo>
                    <a:pt x="508152" y="577548"/>
                  </a:lnTo>
                  <a:lnTo>
                    <a:pt x="570283" y="568553"/>
                  </a:lnTo>
                  <a:lnTo>
                    <a:pt x="624411" y="556641"/>
                  </a:lnTo>
                  <a:lnTo>
                    <a:pt x="669067" y="542204"/>
                  </a:lnTo>
                  <a:lnTo>
                    <a:pt x="724091" y="507331"/>
                  </a:lnTo>
                  <a:lnTo>
                    <a:pt x="731520" y="487680"/>
                  </a:lnTo>
                  <a:lnTo>
                    <a:pt x="731520" y="97536"/>
                  </a:lnTo>
                  <a:lnTo>
                    <a:pt x="702784" y="59578"/>
                  </a:lnTo>
                  <a:lnTo>
                    <a:pt x="624411" y="28575"/>
                  </a:lnTo>
                  <a:lnTo>
                    <a:pt x="570283" y="16662"/>
                  </a:lnTo>
                  <a:lnTo>
                    <a:pt x="508152" y="7667"/>
                  </a:lnTo>
                  <a:lnTo>
                    <a:pt x="439488" y="1982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83DA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86477" y="3807713"/>
              <a:ext cx="731520" cy="585470"/>
            </a:xfrm>
            <a:custGeom>
              <a:avLst/>
              <a:gdLst/>
              <a:ahLst/>
              <a:cxnLst/>
              <a:rect l="l" t="t" r="r" b="b"/>
              <a:pathLst>
                <a:path w="731520" h="585470">
                  <a:moveTo>
                    <a:pt x="731520" y="97536"/>
                  </a:moveTo>
                  <a:lnTo>
                    <a:pt x="702784" y="135493"/>
                  </a:lnTo>
                  <a:lnTo>
                    <a:pt x="624411" y="166497"/>
                  </a:lnTo>
                  <a:lnTo>
                    <a:pt x="570283" y="178409"/>
                  </a:lnTo>
                  <a:lnTo>
                    <a:pt x="508152" y="187404"/>
                  </a:lnTo>
                  <a:lnTo>
                    <a:pt x="439488" y="193089"/>
                  </a:lnTo>
                  <a:lnTo>
                    <a:pt x="365760" y="195072"/>
                  </a:lnTo>
                  <a:lnTo>
                    <a:pt x="292031" y="193089"/>
                  </a:lnTo>
                  <a:lnTo>
                    <a:pt x="223367" y="187404"/>
                  </a:lnTo>
                  <a:lnTo>
                    <a:pt x="161236" y="178409"/>
                  </a:lnTo>
                  <a:lnTo>
                    <a:pt x="107108" y="166497"/>
                  </a:lnTo>
                  <a:lnTo>
                    <a:pt x="62452" y="152060"/>
                  </a:lnTo>
                  <a:lnTo>
                    <a:pt x="7428" y="117187"/>
                  </a:lnTo>
                  <a:lnTo>
                    <a:pt x="0" y="97536"/>
                  </a:lnTo>
                </a:path>
                <a:path w="731520" h="585470">
                  <a:moveTo>
                    <a:pt x="0" y="97536"/>
                  </a:moveTo>
                  <a:lnTo>
                    <a:pt x="28735" y="59578"/>
                  </a:lnTo>
                  <a:lnTo>
                    <a:pt x="107108" y="28575"/>
                  </a:lnTo>
                  <a:lnTo>
                    <a:pt x="161236" y="16662"/>
                  </a:lnTo>
                  <a:lnTo>
                    <a:pt x="223367" y="7667"/>
                  </a:lnTo>
                  <a:lnTo>
                    <a:pt x="292031" y="1982"/>
                  </a:lnTo>
                  <a:lnTo>
                    <a:pt x="365760" y="0"/>
                  </a:lnTo>
                  <a:lnTo>
                    <a:pt x="439488" y="1982"/>
                  </a:lnTo>
                  <a:lnTo>
                    <a:pt x="508152" y="7667"/>
                  </a:lnTo>
                  <a:lnTo>
                    <a:pt x="570283" y="16662"/>
                  </a:lnTo>
                  <a:lnTo>
                    <a:pt x="624411" y="28575"/>
                  </a:lnTo>
                  <a:lnTo>
                    <a:pt x="669067" y="43011"/>
                  </a:lnTo>
                  <a:lnTo>
                    <a:pt x="724091" y="77884"/>
                  </a:lnTo>
                  <a:lnTo>
                    <a:pt x="731520" y="97536"/>
                  </a:lnTo>
                  <a:lnTo>
                    <a:pt x="731520" y="487680"/>
                  </a:lnTo>
                  <a:lnTo>
                    <a:pt x="702784" y="525637"/>
                  </a:lnTo>
                  <a:lnTo>
                    <a:pt x="624411" y="556641"/>
                  </a:lnTo>
                  <a:lnTo>
                    <a:pt x="570283" y="568553"/>
                  </a:lnTo>
                  <a:lnTo>
                    <a:pt x="508152" y="577548"/>
                  </a:lnTo>
                  <a:lnTo>
                    <a:pt x="439488" y="583233"/>
                  </a:lnTo>
                  <a:lnTo>
                    <a:pt x="365760" y="585216"/>
                  </a:lnTo>
                  <a:lnTo>
                    <a:pt x="292031" y="583233"/>
                  </a:lnTo>
                  <a:lnTo>
                    <a:pt x="223367" y="577548"/>
                  </a:lnTo>
                  <a:lnTo>
                    <a:pt x="161236" y="568553"/>
                  </a:lnTo>
                  <a:lnTo>
                    <a:pt x="107108" y="556641"/>
                  </a:lnTo>
                  <a:lnTo>
                    <a:pt x="62452" y="542204"/>
                  </a:lnTo>
                  <a:lnTo>
                    <a:pt x="7428" y="507331"/>
                  </a:lnTo>
                  <a:lnTo>
                    <a:pt x="0" y="487680"/>
                  </a:lnTo>
                  <a:lnTo>
                    <a:pt x="0" y="97536"/>
                  </a:lnTo>
                  <a:close/>
                </a:path>
              </a:pathLst>
            </a:custGeom>
            <a:ln w="25908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88407" y="4093463"/>
              <a:ext cx="336041" cy="12420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542033" y="3963746"/>
            <a:ext cx="6146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252525"/>
                </a:solidFill>
                <a:latin typeface="Arial"/>
                <a:cs typeface="Arial"/>
              </a:rPr>
              <a:t>It</a:t>
            </a:r>
            <a:r>
              <a:rPr sz="1400" b="1" spc="-114" dirty="0">
                <a:solidFill>
                  <a:srgbClr val="252525"/>
                </a:solidFill>
                <a:latin typeface="Arial"/>
                <a:cs typeface="Arial"/>
              </a:rPr>
              <a:t>er</a:t>
            </a:r>
            <a:r>
              <a:rPr sz="1400" b="1" spc="-14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400" b="1" spc="-65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400" b="1" spc="-150" dirty="0">
                <a:solidFill>
                  <a:srgbClr val="252525"/>
                </a:solidFill>
                <a:latin typeface="Arial"/>
                <a:cs typeface="Arial"/>
              </a:rPr>
              <a:t>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474720" y="3215639"/>
            <a:ext cx="2952115" cy="1931035"/>
            <a:chOff x="3474720" y="3215639"/>
            <a:chExt cx="2952115" cy="1931035"/>
          </a:xfrm>
        </p:grpSpPr>
        <p:sp>
          <p:nvSpPr>
            <p:cNvPr id="29" name="object 29"/>
            <p:cNvSpPr/>
            <p:nvPr/>
          </p:nvSpPr>
          <p:spPr>
            <a:xfrm>
              <a:off x="4652772" y="3215639"/>
              <a:ext cx="596265" cy="1725295"/>
            </a:xfrm>
            <a:custGeom>
              <a:avLst/>
              <a:gdLst/>
              <a:ahLst/>
              <a:cxnLst/>
              <a:rect l="l" t="t" r="r" b="b"/>
              <a:pathLst>
                <a:path w="596264" h="1725295">
                  <a:moveTo>
                    <a:pt x="592836" y="1680718"/>
                  </a:moveTo>
                  <a:lnTo>
                    <a:pt x="76200" y="1680718"/>
                  </a:lnTo>
                  <a:lnTo>
                    <a:pt x="76200" y="1648968"/>
                  </a:lnTo>
                  <a:lnTo>
                    <a:pt x="0" y="1687068"/>
                  </a:lnTo>
                  <a:lnTo>
                    <a:pt x="76200" y="1725168"/>
                  </a:lnTo>
                  <a:lnTo>
                    <a:pt x="76200" y="1693418"/>
                  </a:lnTo>
                  <a:lnTo>
                    <a:pt x="592836" y="1693418"/>
                  </a:lnTo>
                  <a:lnTo>
                    <a:pt x="592836" y="1680718"/>
                  </a:lnTo>
                  <a:close/>
                </a:path>
                <a:path w="596264" h="1725295">
                  <a:moveTo>
                    <a:pt x="595884" y="38100"/>
                  </a:moveTo>
                  <a:lnTo>
                    <a:pt x="583184" y="31750"/>
                  </a:lnTo>
                  <a:lnTo>
                    <a:pt x="519684" y="0"/>
                  </a:lnTo>
                  <a:lnTo>
                    <a:pt x="519684" y="31750"/>
                  </a:lnTo>
                  <a:lnTo>
                    <a:pt x="3048" y="31750"/>
                  </a:lnTo>
                  <a:lnTo>
                    <a:pt x="3048" y="44450"/>
                  </a:lnTo>
                  <a:lnTo>
                    <a:pt x="519684" y="44450"/>
                  </a:lnTo>
                  <a:lnTo>
                    <a:pt x="519684" y="76200"/>
                  </a:lnTo>
                  <a:lnTo>
                    <a:pt x="583184" y="44450"/>
                  </a:lnTo>
                  <a:lnTo>
                    <a:pt x="595884" y="3810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84626" y="4668773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1168908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8" y="467868"/>
                  </a:lnTo>
                  <a:lnTo>
                    <a:pt x="11689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84626" y="4668773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0" y="467868"/>
                  </a:moveTo>
                  <a:lnTo>
                    <a:pt x="1168908" y="467868"/>
                  </a:lnTo>
                  <a:lnTo>
                    <a:pt x="1168908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73424" y="4837175"/>
              <a:ext cx="596646" cy="16230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246370" y="4668773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1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1" y="467868"/>
                  </a:lnTo>
                  <a:lnTo>
                    <a:pt x="117043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46370" y="4668773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1" y="467868"/>
                  </a:lnTo>
                  <a:lnTo>
                    <a:pt x="1170431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73268" y="4837175"/>
              <a:ext cx="515874" cy="13335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437489" y="431419"/>
            <a:ext cx="242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Planification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798" y="6524434"/>
            <a:ext cx="6014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1542262"/>
            <a:ext cx="2614422" cy="3055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7804" y="2074164"/>
            <a:ext cx="3420617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27" y="5818632"/>
            <a:ext cx="4940046" cy="16230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912111" y="2621533"/>
            <a:ext cx="6116955" cy="2959100"/>
            <a:chOff x="1912111" y="2621533"/>
            <a:chExt cx="6116955" cy="2959100"/>
          </a:xfrm>
        </p:grpSpPr>
        <p:sp>
          <p:nvSpPr>
            <p:cNvPr id="10" name="object 10"/>
            <p:cNvSpPr/>
            <p:nvPr/>
          </p:nvSpPr>
          <p:spPr>
            <a:xfrm>
              <a:off x="1912111" y="2621533"/>
              <a:ext cx="6116955" cy="2959100"/>
            </a:xfrm>
            <a:custGeom>
              <a:avLst/>
              <a:gdLst/>
              <a:ahLst/>
              <a:cxnLst/>
              <a:rect l="l" t="t" r="r" b="b"/>
              <a:pathLst>
                <a:path w="6116955" h="2959100">
                  <a:moveTo>
                    <a:pt x="52453" y="1774308"/>
                  </a:moveTo>
                  <a:lnTo>
                    <a:pt x="24855" y="1782932"/>
                  </a:lnTo>
                  <a:lnTo>
                    <a:pt x="42544" y="1816100"/>
                  </a:lnTo>
                  <a:lnTo>
                    <a:pt x="72643" y="1879600"/>
                  </a:lnTo>
                  <a:lnTo>
                    <a:pt x="107442" y="1930400"/>
                  </a:lnTo>
                  <a:lnTo>
                    <a:pt x="146431" y="1993900"/>
                  </a:lnTo>
                  <a:lnTo>
                    <a:pt x="189611" y="2044700"/>
                  </a:lnTo>
                  <a:lnTo>
                    <a:pt x="237236" y="2095500"/>
                  </a:lnTo>
                  <a:lnTo>
                    <a:pt x="288798" y="2146300"/>
                  </a:lnTo>
                  <a:lnTo>
                    <a:pt x="344296" y="2197100"/>
                  </a:lnTo>
                  <a:lnTo>
                    <a:pt x="403860" y="2247900"/>
                  </a:lnTo>
                  <a:lnTo>
                    <a:pt x="467106" y="2298700"/>
                  </a:lnTo>
                  <a:lnTo>
                    <a:pt x="534035" y="2349500"/>
                  </a:lnTo>
                  <a:lnTo>
                    <a:pt x="604519" y="2387600"/>
                  </a:lnTo>
                  <a:lnTo>
                    <a:pt x="678561" y="2438400"/>
                  </a:lnTo>
                  <a:lnTo>
                    <a:pt x="756031" y="2476500"/>
                  </a:lnTo>
                  <a:lnTo>
                    <a:pt x="836802" y="2514600"/>
                  </a:lnTo>
                  <a:lnTo>
                    <a:pt x="920750" y="2565400"/>
                  </a:lnTo>
                  <a:lnTo>
                    <a:pt x="1007744" y="2603500"/>
                  </a:lnTo>
                  <a:lnTo>
                    <a:pt x="1097914" y="2628900"/>
                  </a:lnTo>
                  <a:lnTo>
                    <a:pt x="1191006" y="2667000"/>
                  </a:lnTo>
                  <a:lnTo>
                    <a:pt x="1286890" y="2705100"/>
                  </a:lnTo>
                  <a:lnTo>
                    <a:pt x="1385570" y="2730500"/>
                  </a:lnTo>
                  <a:lnTo>
                    <a:pt x="1486915" y="2768600"/>
                  </a:lnTo>
                  <a:lnTo>
                    <a:pt x="1590675" y="2794000"/>
                  </a:lnTo>
                  <a:lnTo>
                    <a:pt x="1916684" y="2870200"/>
                  </a:lnTo>
                  <a:lnTo>
                    <a:pt x="2029967" y="2882900"/>
                  </a:lnTo>
                  <a:lnTo>
                    <a:pt x="2145157" y="2908300"/>
                  </a:lnTo>
                  <a:lnTo>
                    <a:pt x="2502535" y="2946400"/>
                  </a:lnTo>
                  <a:lnTo>
                    <a:pt x="2658745" y="2959100"/>
                  </a:lnTo>
                  <a:lnTo>
                    <a:pt x="3425316" y="2959100"/>
                  </a:lnTo>
                  <a:lnTo>
                    <a:pt x="3721100" y="2933700"/>
                  </a:lnTo>
                  <a:lnTo>
                    <a:pt x="2815590" y="2933700"/>
                  </a:lnTo>
                  <a:lnTo>
                    <a:pt x="2660268" y="2921000"/>
                  </a:lnTo>
                  <a:lnTo>
                    <a:pt x="2660650" y="2921000"/>
                  </a:lnTo>
                  <a:lnTo>
                    <a:pt x="2504821" y="2908300"/>
                  </a:lnTo>
                  <a:lnTo>
                    <a:pt x="2384805" y="2908300"/>
                  </a:lnTo>
                  <a:lnTo>
                    <a:pt x="2265934" y="2882900"/>
                  </a:lnTo>
                  <a:lnTo>
                    <a:pt x="2266188" y="2882900"/>
                  </a:lnTo>
                  <a:lnTo>
                    <a:pt x="2149221" y="2870200"/>
                  </a:lnTo>
                  <a:lnTo>
                    <a:pt x="2149475" y="2870200"/>
                  </a:lnTo>
                  <a:lnTo>
                    <a:pt x="2034539" y="2857500"/>
                  </a:lnTo>
                  <a:lnTo>
                    <a:pt x="2034793" y="2857500"/>
                  </a:lnTo>
                  <a:lnTo>
                    <a:pt x="1921890" y="2832100"/>
                  </a:lnTo>
                  <a:lnTo>
                    <a:pt x="1922272" y="2832100"/>
                  </a:lnTo>
                  <a:lnTo>
                    <a:pt x="1811527" y="2819400"/>
                  </a:lnTo>
                  <a:lnTo>
                    <a:pt x="1811909" y="2819400"/>
                  </a:lnTo>
                  <a:lnTo>
                    <a:pt x="1703451" y="2794000"/>
                  </a:lnTo>
                  <a:lnTo>
                    <a:pt x="1703832" y="2794000"/>
                  </a:lnTo>
                  <a:lnTo>
                    <a:pt x="1597787" y="2768600"/>
                  </a:lnTo>
                  <a:lnTo>
                    <a:pt x="1598040" y="2768600"/>
                  </a:lnTo>
                  <a:lnTo>
                    <a:pt x="1494536" y="2730500"/>
                  </a:lnTo>
                  <a:lnTo>
                    <a:pt x="1494916" y="2730500"/>
                  </a:lnTo>
                  <a:lnTo>
                    <a:pt x="1393952" y="2705100"/>
                  </a:lnTo>
                  <a:lnTo>
                    <a:pt x="1394205" y="2705100"/>
                  </a:lnTo>
                  <a:lnTo>
                    <a:pt x="1295908" y="2679700"/>
                  </a:lnTo>
                  <a:lnTo>
                    <a:pt x="1296289" y="2679700"/>
                  </a:lnTo>
                  <a:lnTo>
                    <a:pt x="1200658" y="2641600"/>
                  </a:lnTo>
                  <a:lnTo>
                    <a:pt x="1201039" y="2641600"/>
                  </a:lnTo>
                  <a:lnTo>
                    <a:pt x="1108329" y="2603500"/>
                  </a:lnTo>
                  <a:lnTo>
                    <a:pt x="1108710" y="2603500"/>
                  </a:lnTo>
                  <a:lnTo>
                    <a:pt x="1018794" y="2565400"/>
                  </a:lnTo>
                  <a:lnTo>
                    <a:pt x="1019175" y="2565400"/>
                  </a:lnTo>
                  <a:lnTo>
                    <a:pt x="932561" y="2527300"/>
                  </a:lnTo>
                  <a:lnTo>
                    <a:pt x="932942" y="2527300"/>
                  </a:lnTo>
                  <a:lnTo>
                    <a:pt x="849376" y="2489200"/>
                  </a:lnTo>
                  <a:lnTo>
                    <a:pt x="849757" y="2489200"/>
                  </a:lnTo>
                  <a:lnTo>
                    <a:pt x="769365" y="2451100"/>
                  </a:lnTo>
                  <a:lnTo>
                    <a:pt x="769746" y="2451100"/>
                  </a:lnTo>
                  <a:lnTo>
                    <a:pt x="692785" y="2413000"/>
                  </a:lnTo>
                  <a:lnTo>
                    <a:pt x="693165" y="2413000"/>
                  </a:lnTo>
                  <a:lnTo>
                    <a:pt x="619632" y="2362200"/>
                  </a:lnTo>
                  <a:lnTo>
                    <a:pt x="620013" y="2362200"/>
                  </a:lnTo>
                  <a:lnTo>
                    <a:pt x="549910" y="2324100"/>
                  </a:lnTo>
                  <a:lnTo>
                    <a:pt x="550418" y="2324100"/>
                  </a:lnTo>
                  <a:lnTo>
                    <a:pt x="483869" y="2273300"/>
                  </a:lnTo>
                  <a:lnTo>
                    <a:pt x="484377" y="2273300"/>
                  </a:lnTo>
                  <a:lnTo>
                    <a:pt x="421639" y="2222500"/>
                  </a:lnTo>
                  <a:lnTo>
                    <a:pt x="422148" y="2222500"/>
                  </a:lnTo>
                  <a:lnTo>
                    <a:pt x="363093" y="2184400"/>
                  </a:lnTo>
                  <a:lnTo>
                    <a:pt x="363600" y="2184400"/>
                  </a:lnTo>
                  <a:lnTo>
                    <a:pt x="308610" y="2133600"/>
                  </a:lnTo>
                  <a:lnTo>
                    <a:pt x="309118" y="2133600"/>
                  </a:lnTo>
                  <a:lnTo>
                    <a:pt x="258063" y="2082800"/>
                  </a:lnTo>
                  <a:lnTo>
                    <a:pt x="258571" y="2082800"/>
                  </a:lnTo>
                  <a:lnTo>
                    <a:pt x="211455" y="2032000"/>
                  </a:lnTo>
                  <a:lnTo>
                    <a:pt x="212089" y="2032000"/>
                  </a:lnTo>
                  <a:lnTo>
                    <a:pt x="169290" y="1968500"/>
                  </a:lnTo>
                  <a:lnTo>
                    <a:pt x="169799" y="1968500"/>
                  </a:lnTo>
                  <a:lnTo>
                    <a:pt x="131318" y="1917700"/>
                  </a:lnTo>
                  <a:lnTo>
                    <a:pt x="131825" y="1917700"/>
                  </a:lnTo>
                  <a:lnTo>
                    <a:pt x="97662" y="1866900"/>
                  </a:lnTo>
                  <a:lnTo>
                    <a:pt x="98043" y="1866900"/>
                  </a:lnTo>
                  <a:lnTo>
                    <a:pt x="74371" y="1816100"/>
                  </a:lnTo>
                  <a:lnTo>
                    <a:pt x="68961" y="1816100"/>
                  </a:lnTo>
                  <a:lnTo>
                    <a:pt x="52453" y="1774308"/>
                  </a:lnTo>
                  <a:close/>
                </a:path>
                <a:path w="6116955" h="2959100">
                  <a:moveTo>
                    <a:pt x="4788281" y="2667000"/>
                  </a:moveTo>
                  <a:lnTo>
                    <a:pt x="4665980" y="2717800"/>
                  </a:lnTo>
                  <a:lnTo>
                    <a:pt x="4666361" y="2717800"/>
                  </a:lnTo>
                  <a:lnTo>
                    <a:pt x="4539996" y="2743200"/>
                  </a:lnTo>
                  <a:lnTo>
                    <a:pt x="4540504" y="2743200"/>
                  </a:lnTo>
                  <a:lnTo>
                    <a:pt x="4410710" y="2781300"/>
                  </a:lnTo>
                  <a:lnTo>
                    <a:pt x="4411091" y="2781300"/>
                  </a:lnTo>
                  <a:lnTo>
                    <a:pt x="4277995" y="2806700"/>
                  </a:lnTo>
                  <a:lnTo>
                    <a:pt x="4278249" y="2806700"/>
                  </a:lnTo>
                  <a:lnTo>
                    <a:pt x="4141978" y="2832100"/>
                  </a:lnTo>
                  <a:lnTo>
                    <a:pt x="4142359" y="2832100"/>
                  </a:lnTo>
                  <a:lnTo>
                    <a:pt x="4003166" y="2857500"/>
                  </a:lnTo>
                  <a:lnTo>
                    <a:pt x="4003548" y="2857500"/>
                  </a:lnTo>
                  <a:lnTo>
                    <a:pt x="3861689" y="2882900"/>
                  </a:lnTo>
                  <a:lnTo>
                    <a:pt x="3862070" y="2882900"/>
                  </a:lnTo>
                  <a:lnTo>
                    <a:pt x="3717798" y="2895600"/>
                  </a:lnTo>
                  <a:lnTo>
                    <a:pt x="3718179" y="2895600"/>
                  </a:lnTo>
                  <a:lnTo>
                    <a:pt x="3571621" y="2921000"/>
                  </a:lnTo>
                  <a:lnTo>
                    <a:pt x="3423792" y="2921000"/>
                  </a:lnTo>
                  <a:lnTo>
                    <a:pt x="3273425" y="2933700"/>
                  </a:lnTo>
                  <a:lnTo>
                    <a:pt x="3721100" y="2933700"/>
                  </a:lnTo>
                  <a:lnTo>
                    <a:pt x="3865753" y="2908300"/>
                  </a:lnTo>
                  <a:lnTo>
                    <a:pt x="4007992" y="2895600"/>
                  </a:lnTo>
                  <a:lnTo>
                    <a:pt x="4284091" y="2844800"/>
                  </a:lnTo>
                  <a:lnTo>
                    <a:pt x="4417695" y="2806700"/>
                  </a:lnTo>
                  <a:lnTo>
                    <a:pt x="4547870" y="2781300"/>
                  </a:lnTo>
                  <a:lnTo>
                    <a:pt x="4797297" y="2705100"/>
                  </a:lnTo>
                  <a:lnTo>
                    <a:pt x="4856797" y="2679700"/>
                  </a:lnTo>
                  <a:lnTo>
                    <a:pt x="4787899" y="2679700"/>
                  </a:lnTo>
                  <a:lnTo>
                    <a:pt x="4788281" y="2667000"/>
                  </a:lnTo>
                  <a:close/>
                </a:path>
                <a:path w="6116955" h="2959100">
                  <a:moveTo>
                    <a:pt x="6101207" y="1333500"/>
                  </a:moveTo>
                  <a:lnTo>
                    <a:pt x="6072759" y="1333500"/>
                  </a:lnTo>
                  <a:lnTo>
                    <a:pt x="6079363" y="1371600"/>
                  </a:lnTo>
                  <a:lnTo>
                    <a:pt x="6084062" y="1409700"/>
                  </a:lnTo>
                  <a:lnTo>
                    <a:pt x="6086983" y="1447800"/>
                  </a:lnTo>
                  <a:lnTo>
                    <a:pt x="6087998" y="1485900"/>
                  </a:lnTo>
                  <a:lnTo>
                    <a:pt x="6087110" y="1524000"/>
                  </a:lnTo>
                  <a:lnTo>
                    <a:pt x="6084316" y="1549400"/>
                  </a:lnTo>
                  <a:lnTo>
                    <a:pt x="6079617" y="1587500"/>
                  </a:lnTo>
                  <a:lnTo>
                    <a:pt x="6072886" y="1625600"/>
                  </a:lnTo>
                  <a:lnTo>
                    <a:pt x="6064249" y="1663700"/>
                  </a:lnTo>
                  <a:lnTo>
                    <a:pt x="6064377" y="1663700"/>
                  </a:lnTo>
                  <a:lnTo>
                    <a:pt x="6053582" y="1701800"/>
                  </a:lnTo>
                  <a:lnTo>
                    <a:pt x="6053836" y="1701800"/>
                  </a:lnTo>
                  <a:lnTo>
                    <a:pt x="6041009" y="1739900"/>
                  </a:lnTo>
                  <a:lnTo>
                    <a:pt x="6041263" y="1739900"/>
                  </a:lnTo>
                  <a:lnTo>
                    <a:pt x="6026531" y="1778000"/>
                  </a:lnTo>
                  <a:lnTo>
                    <a:pt x="6026785" y="1778000"/>
                  </a:lnTo>
                  <a:lnTo>
                    <a:pt x="6010020" y="1803400"/>
                  </a:lnTo>
                  <a:lnTo>
                    <a:pt x="6010274" y="1803400"/>
                  </a:lnTo>
                  <a:lnTo>
                    <a:pt x="5991733" y="1841500"/>
                  </a:lnTo>
                  <a:lnTo>
                    <a:pt x="5992114" y="1841500"/>
                  </a:lnTo>
                  <a:lnTo>
                    <a:pt x="5971794" y="1879600"/>
                  </a:lnTo>
                  <a:lnTo>
                    <a:pt x="5972174" y="1879600"/>
                  </a:lnTo>
                  <a:lnTo>
                    <a:pt x="5949949" y="1917700"/>
                  </a:lnTo>
                  <a:lnTo>
                    <a:pt x="5950204" y="1917700"/>
                  </a:lnTo>
                  <a:lnTo>
                    <a:pt x="5926455" y="1955800"/>
                  </a:lnTo>
                  <a:lnTo>
                    <a:pt x="5926709" y="1955800"/>
                  </a:lnTo>
                  <a:lnTo>
                    <a:pt x="5901182" y="1981200"/>
                  </a:lnTo>
                  <a:lnTo>
                    <a:pt x="5901436" y="1981200"/>
                  </a:lnTo>
                  <a:lnTo>
                    <a:pt x="5874131" y="2019300"/>
                  </a:lnTo>
                  <a:lnTo>
                    <a:pt x="5874512" y="2019300"/>
                  </a:lnTo>
                  <a:lnTo>
                    <a:pt x="5845556" y="2057400"/>
                  </a:lnTo>
                  <a:lnTo>
                    <a:pt x="5845810" y="2057400"/>
                  </a:lnTo>
                  <a:lnTo>
                    <a:pt x="5815203" y="2082800"/>
                  </a:lnTo>
                  <a:lnTo>
                    <a:pt x="5815584" y="2082800"/>
                  </a:lnTo>
                  <a:lnTo>
                    <a:pt x="5783326" y="2120900"/>
                  </a:lnTo>
                  <a:lnTo>
                    <a:pt x="5783580" y="2120900"/>
                  </a:lnTo>
                  <a:lnTo>
                    <a:pt x="5749797" y="2146300"/>
                  </a:lnTo>
                  <a:lnTo>
                    <a:pt x="5750052" y="2146300"/>
                  </a:lnTo>
                  <a:lnTo>
                    <a:pt x="5714745" y="2184400"/>
                  </a:lnTo>
                  <a:lnTo>
                    <a:pt x="5715127" y="2184400"/>
                  </a:lnTo>
                  <a:lnTo>
                    <a:pt x="5678170" y="2209800"/>
                  </a:lnTo>
                  <a:lnTo>
                    <a:pt x="5678551" y="2209800"/>
                  </a:lnTo>
                  <a:lnTo>
                    <a:pt x="5600319" y="2273300"/>
                  </a:lnTo>
                  <a:lnTo>
                    <a:pt x="5600954" y="2273300"/>
                  </a:lnTo>
                  <a:lnTo>
                    <a:pt x="5516753" y="2324100"/>
                  </a:lnTo>
                  <a:lnTo>
                    <a:pt x="5517388" y="2324100"/>
                  </a:lnTo>
                  <a:lnTo>
                    <a:pt x="5427726" y="2387600"/>
                  </a:lnTo>
                  <a:lnTo>
                    <a:pt x="5428234" y="2387600"/>
                  </a:lnTo>
                  <a:lnTo>
                    <a:pt x="5333238" y="2438400"/>
                  </a:lnTo>
                  <a:lnTo>
                    <a:pt x="5333745" y="2438400"/>
                  </a:lnTo>
                  <a:lnTo>
                    <a:pt x="5233543" y="2489200"/>
                  </a:lnTo>
                  <a:lnTo>
                    <a:pt x="5234051" y="2489200"/>
                  </a:lnTo>
                  <a:lnTo>
                    <a:pt x="5129021" y="2540000"/>
                  </a:lnTo>
                  <a:lnTo>
                    <a:pt x="5129403" y="2540000"/>
                  </a:lnTo>
                  <a:lnTo>
                    <a:pt x="5019674" y="2590800"/>
                  </a:lnTo>
                  <a:lnTo>
                    <a:pt x="5020183" y="2590800"/>
                  </a:lnTo>
                  <a:lnTo>
                    <a:pt x="4906010" y="2628900"/>
                  </a:lnTo>
                  <a:lnTo>
                    <a:pt x="4906391" y="2628900"/>
                  </a:lnTo>
                  <a:lnTo>
                    <a:pt x="4787899" y="2679700"/>
                  </a:lnTo>
                  <a:lnTo>
                    <a:pt x="4856797" y="2679700"/>
                  </a:lnTo>
                  <a:lnTo>
                    <a:pt x="4916296" y="2654300"/>
                  </a:lnTo>
                  <a:lnTo>
                    <a:pt x="5030851" y="2616200"/>
                  </a:lnTo>
                  <a:lnTo>
                    <a:pt x="5141087" y="2565400"/>
                  </a:lnTo>
                  <a:lnTo>
                    <a:pt x="5246623" y="2514600"/>
                  </a:lnTo>
                  <a:lnTo>
                    <a:pt x="5347335" y="2463800"/>
                  </a:lnTo>
                  <a:lnTo>
                    <a:pt x="5442966" y="2413000"/>
                  </a:lnTo>
                  <a:lnTo>
                    <a:pt x="5533136" y="2349500"/>
                  </a:lnTo>
                  <a:lnTo>
                    <a:pt x="5617845" y="2298700"/>
                  </a:lnTo>
                  <a:lnTo>
                    <a:pt x="5696585" y="2235200"/>
                  </a:lnTo>
                  <a:lnTo>
                    <a:pt x="5733922" y="2197100"/>
                  </a:lnTo>
                  <a:lnTo>
                    <a:pt x="5769610" y="2171700"/>
                  </a:lnTo>
                  <a:lnTo>
                    <a:pt x="5803772" y="2133600"/>
                  </a:lnTo>
                  <a:lnTo>
                    <a:pt x="5836412" y="2108200"/>
                  </a:lnTo>
                  <a:lnTo>
                    <a:pt x="5867272" y="2070100"/>
                  </a:lnTo>
                  <a:lnTo>
                    <a:pt x="5896610" y="2032000"/>
                  </a:lnTo>
                  <a:lnTo>
                    <a:pt x="5924295" y="2006600"/>
                  </a:lnTo>
                  <a:lnTo>
                    <a:pt x="5950204" y="1968500"/>
                  </a:lnTo>
                  <a:lnTo>
                    <a:pt x="5974334" y="1930400"/>
                  </a:lnTo>
                  <a:lnTo>
                    <a:pt x="5996813" y="1892300"/>
                  </a:lnTo>
                  <a:lnTo>
                    <a:pt x="6017387" y="1854200"/>
                  </a:lnTo>
                  <a:lnTo>
                    <a:pt x="6036183" y="1816100"/>
                  </a:lnTo>
                  <a:lnTo>
                    <a:pt x="6053201" y="1790700"/>
                  </a:lnTo>
                  <a:lnTo>
                    <a:pt x="6068314" y="1752600"/>
                  </a:lnTo>
                  <a:lnTo>
                    <a:pt x="6081395" y="1714500"/>
                  </a:lnTo>
                  <a:lnTo>
                    <a:pt x="6092317" y="1676400"/>
                  </a:lnTo>
                  <a:lnTo>
                    <a:pt x="6101207" y="1638300"/>
                  </a:lnTo>
                  <a:lnTo>
                    <a:pt x="6108192" y="1600200"/>
                  </a:lnTo>
                  <a:lnTo>
                    <a:pt x="6113145" y="1562100"/>
                  </a:lnTo>
                  <a:lnTo>
                    <a:pt x="6116066" y="1524000"/>
                  </a:lnTo>
                  <a:lnTo>
                    <a:pt x="6116955" y="1485900"/>
                  </a:lnTo>
                  <a:lnTo>
                    <a:pt x="6115812" y="1447800"/>
                  </a:lnTo>
                  <a:lnTo>
                    <a:pt x="6112764" y="1409700"/>
                  </a:lnTo>
                  <a:lnTo>
                    <a:pt x="6107938" y="1371600"/>
                  </a:lnTo>
                  <a:lnTo>
                    <a:pt x="6101207" y="1333500"/>
                  </a:lnTo>
                  <a:close/>
                </a:path>
                <a:path w="6116955" h="2959100">
                  <a:moveTo>
                    <a:pt x="68452" y="1803400"/>
                  </a:moveTo>
                  <a:lnTo>
                    <a:pt x="68961" y="1816100"/>
                  </a:lnTo>
                  <a:lnTo>
                    <a:pt x="74371" y="1816100"/>
                  </a:lnTo>
                  <a:lnTo>
                    <a:pt x="68452" y="1803400"/>
                  </a:lnTo>
                  <a:close/>
                </a:path>
                <a:path w="6116955" h="2959100">
                  <a:moveTo>
                    <a:pt x="10032" y="1701800"/>
                  </a:moveTo>
                  <a:lnTo>
                    <a:pt x="0" y="1790700"/>
                  </a:lnTo>
                  <a:lnTo>
                    <a:pt x="24855" y="1782932"/>
                  </a:lnTo>
                  <a:lnTo>
                    <a:pt x="22225" y="1778000"/>
                  </a:lnTo>
                  <a:lnTo>
                    <a:pt x="48894" y="1765300"/>
                  </a:lnTo>
                  <a:lnTo>
                    <a:pt x="81280" y="1765300"/>
                  </a:lnTo>
                  <a:lnTo>
                    <a:pt x="10032" y="1701800"/>
                  </a:lnTo>
                  <a:close/>
                </a:path>
                <a:path w="6116955" h="2959100">
                  <a:moveTo>
                    <a:pt x="48894" y="1765300"/>
                  </a:moveTo>
                  <a:lnTo>
                    <a:pt x="22225" y="1778000"/>
                  </a:lnTo>
                  <a:lnTo>
                    <a:pt x="24855" y="1782932"/>
                  </a:lnTo>
                  <a:lnTo>
                    <a:pt x="52453" y="1774308"/>
                  </a:lnTo>
                  <a:lnTo>
                    <a:pt x="48894" y="1765300"/>
                  </a:lnTo>
                  <a:close/>
                </a:path>
                <a:path w="6116955" h="2959100">
                  <a:moveTo>
                    <a:pt x="81280" y="1765300"/>
                  </a:moveTo>
                  <a:lnTo>
                    <a:pt x="48894" y="1765300"/>
                  </a:lnTo>
                  <a:lnTo>
                    <a:pt x="52453" y="1774308"/>
                  </a:lnTo>
                  <a:lnTo>
                    <a:pt x="81280" y="1765300"/>
                  </a:lnTo>
                  <a:close/>
                </a:path>
                <a:path w="6116955" h="2959100">
                  <a:moveTo>
                    <a:pt x="6055233" y="1193800"/>
                  </a:moveTo>
                  <a:lnTo>
                    <a:pt x="6028436" y="1193800"/>
                  </a:lnTo>
                  <a:lnTo>
                    <a:pt x="6042533" y="1231900"/>
                  </a:lnTo>
                  <a:lnTo>
                    <a:pt x="6042279" y="1231900"/>
                  </a:lnTo>
                  <a:lnTo>
                    <a:pt x="6054344" y="1270000"/>
                  </a:lnTo>
                  <a:lnTo>
                    <a:pt x="6054090" y="1270000"/>
                  </a:lnTo>
                  <a:lnTo>
                    <a:pt x="6064504" y="1308100"/>
                  </a:lnTo>
                  <a:lnTo>
                    <a:pt x="6072886" y="1346200"/>
                  </a:lnTo>
                  <a:lnTo>
                    <a:pt x="6072759" y="1333500"/>
                  </a:lnTo>
                  <a:lnTo>
                    <a:pt x="6101207" y="1333500"/>
                  </a:lnTo>
                  <a:lnTo>
                    <a:pt x="6092444" y="1295400"/>
                  </a:lnTo>
                  <a:lnTo>
                    <a:pt x="6081776" y="1257300"/>
                  </a:lnTo>
                  <a:lnTo>
                    <a:pt x="6069457" y="1219200"/>
                  </a:lnTo>
                  <a:lnTo>
                    <a:pt x="6055233" y="1193800"/>
                  </a:lnTo>
                  <a:close/>
                </a:path>
                <a:path w="6116955" h="2959100">
                  <a:moveTo>
                    <a:pt x="3420110" y="12700"/>
                  </a:moveTo>
                  <a:lnTo>
                    <a:pt x="2653538" y="12700"/>
                  </a:lnTo>
                  <a:lnTo>
                    <a:pt x="2357754" y="38100"/>
                  </a:lnTo>
                  <a:lnTo>
                    <a:pt x="2213102" y="63500"/>
                  </a:lnTo>
                  <a:lnTo>
                    <a:pt x="2070862" y="76200"/>
                  </a:lnTo>
                  <a:lnTo>
                    <a:pt x="1794637" y="127000"/>
                  </a:lnTo>
                  <a:lnTo>
                    <a:pt x="1661160" y="165100"/>
                  </a:lnTo>
                  <a:lnTo>
                    <a:pt x="1530985" y="190500"/>
                  </a:lnTo>
                  <a:lnTo>
                    <a:pt x="1281557" y="266700"/>
                  </a:lnTo>
                  <a:lnTo>
                    <a:pt x="1162558" y="317500"/>
                  </a:lnTo>
                  <a:lnTo>
                    <a:pt x="1047876" y="355600"/>
                  </a:lnTo>
                  <a:lnTo>
                    <a:pt x="937768" y="406400"/>
                  </a:lnTo>
                  <a:lnTo>
                    <a:pt x="832231" y="457200"/>
                  </a:lnTo>
                  <a:lnTo>
                    <a:pt x="731519" y="508000"/>
                  </a:lnTo>
                  <a:lnTo>
                    <a:pt x="635888" y="558800"/>
                  </a:lnTo>
                  <a:lnTo>
                    <a:pt x="545719" y="622300"/>
                  </a:lnTo>
                  <a:lnTo>
                    <a:pt x="461010" y="673100"/>
                  </a:lnTo>
                  <a:lnTo>
                    <a:pt x="382143" y="736600"/>
                  </a:lnTo>
                  <a:lnTo>
                    <a:pt x="344805" y="762000"/>
                  </a:lnTo>
                  <a:lnTo>
                    <a:pt x="309118" y="800100"/>
                  </a:lnTo>
                  <a:lnTo>
                    <a:pt x="275081" y="838200"/>
                  </a:lnTo>
                  <a:lnTo>
                    <a:pt x="242443" y="863600"/>
                  </a:lnTo>
                  <a:lnTo>
                    <a:pt x="211581" y="901700"/>
                  </a:lnTo>
                  <a:lnTo>
                    <a:pt x="182244" y="939800"/>
                  </a:lnTo>
                  <a:lnTo>
                    <a:pt x="154558" y="965200"/>
                  </a:lnTo>
                  <a:lnTo>
                    <a:pt x="128650" y="1003300"/>
                  </a:lnTo>
                  <a:lnTo>
                    <a:pt x="104520" y="1041400"/>
                  </a:lnTo>
                  <a:lnTo>
                    <a:pt x="81914" y="1079500"/>
                  </a:lnTo>
                  <a:lnTo>
                    <a:pt x="61340" y="1117600"/>
                  </a:lnTo>
                  <a:lnTo>
                    <a:pt x="42671" y="1143000"/>
                  </a:lnTo>
                  <a:lnTo>
                    <a:pt x="25526" y="1181100"/>
                  </a:lnTo>
                  <a:lnTo>
                    <a:pt x="10668" y="1219200"/>
                  </a:lnTo>
                  <a:lnTo>
                    <a:pt x="37592" y="1231900"/>
                  </a:lnTo>
                  <a:lnTo>
                    <a:pt x="52324" y="1193800"/>
                  </a:lnTo>
                  <a:lnTo>
                    <a:pt x="52069" y="1193800"/>
                  </a:lnTo>
                  <a:lnTo>
                    <a:pt x="68833" y="1155700"/>
                  </a:lnTo>
                  <a:lnTo>
                    <a:pt x="68580" y="1155700"/>
                  </a:lnTo>
                  <a:lnTo>
                    <a:pt x="86994" y="1130300"/>
                  </a:lnTo>
                  <a:lnTo>
                    <a:pt x="86740" y="1130300"/>
                  </a:lnTo>
                  <a:lnTo>
                    <a:pt x="107061" y="1092200"/>
                  </a:lnTo>
                  <a:lnTo>
                    <a:pt x="106680" y="1092200"/>
                  </a:lnTo>
                  <a:lnTo>
                    <a:pt x="128905" y="1054100"/>
                  </a:lnTo>
                  <a:lnTo>
                    <a:pt x="128650" y="1054100"/>
                  </a:lnTo>
                  <a:lnTo>
                    <a:pt x="152400" y="1016000"/>
                  </a:lnTo>
                  <a:lnTo>
                    <a:pt x="152019" y="1016000"/>
                  </a:lnTo>
                  <a:lnTo>
                    <a:pt x="177673" y="990600"/>
                  </a:lnTo>
                  <a:lnTo>
                    <a:pt x="177419" y="990600"/>
                  </a:lnTo>
                  <a:lnTo>
                    <a:pt x="204724" y="952500"/>
                  </a:lnTo>
                  <a:lnTo>
                    <a:pt x="204343" y="952500"/>
                  </a:lnTo>
                  <a:lnTo>
                    <a:pt x="233299" y="914400"/>
                  </a:lnTo>
                  <a:lnTo>
                    <a:pt x="233044" y="914400"/>
                  </a:lnTo>
                  <a:lnTo>
                    <a:pt x="263525" y="889000"/>
                  </a:lnTo>
                  <a:lnTo>
                    <a:pt x="263270" y="889000"/>
                  </a:lnTo>
                  <a:lnTo>
                    <a:pt x="295529" y="850900"/>
                  </a:lnTo>
                  <a:lnTo>
                    <a:pt x="295148" y="850900"/>
                  </a:lnTo>
                  <a:lnTo>
                    <a:pt x="329056" y="825500"/>
                  </a:lnTo>
                  <a:lnTo>
                    <a:pt x="328675" y="825500"/>
                  </a:lnTo>
                  <a:lnTo>
                    <a:pt x="364108" y="787400"/>
                  </a:lnTo>
                  <a:lnTo>
                    <a:pt x="363727" y="787400"/>
                  </a:lnTo>
                  <a:lnTo>
                    <a:pt x="400685" y="762000"/>
                  </a:lnTo>
                  <a:lnTo>
                    <a:pt x="400176" y="762000"/>
                  </a:lnTo>
                  <a:lnTo>
                    <a:pt x="478536" y="698500"/>
                  </a:lnTo>
                  <a:lnTo>
                    <a:pt x="477900" y="698500"/>
                  </a:lnTo>
                  <a:lnTo>
                    <a:pt x="561975" y="635000"/>
                  </a:lnTo>
                  <a:lnTo>
                    <a:pt x="561467" y="635000"/>
                  </a:lnTo>
                  <a:lnTo>
                    <a:pt x="651129" y="584200"/>
                  </a:lnTo>
                  <a:lnTo>
                    <a:pt x="650494" y="584200"/>
                  </a:lnTo>
                  <a:lnTo>
                    <a:pt x="745617" y="533400"/>
                  </a:lnTo>
                  <a:lnTo>
                    <a:pt x="745108" y="533400"/>
                  </a:lnTo>
                  <a:lnTo>
                    <a:pt x="845312" y="482600"/>
                  </a:lnTo>
                  <a:lnTo>
                    <a:pt x="844804" y="482600"/>
                  </a:lnTo>
                  <a:lnTo>
                    <a:pt x="949832" y="431800"/>
                  </a:lnTo>
                  <a:lnTo>
                    <a:pt x="949325" y="431800"/>
                  </a:lnTo>
                  <a:lnTo>
                    <a:pt x="1059052" y="381000"/>
                  </a:lnTo>
                  <a:lnTo>
                    <a:pt x="1058671" y="381000"/>
                  </a:lnTo>
                  <a:lnTo>
                    <a:pt x="1172845" y="342900"/>
                  </a:lnTo>
                  <a:lnTo>
                    <a:pt x="1172464" y="342900"/>
                  </a:lnTo>
                  <a:lnTo>
                    <a:pt x="1290955" y="292100"/>
                  </a:lnTo>
                  <a:lnTo>
                    <a:pt x="1290446" y="292100"/>
                  </a:lnTo>
                  <a:lnTo>
                    <a:pt x="1412875" y="254000"/>
                  </a:lnTo>
                  <a:lnTo>
                    <a:pt x="1412493" y="254000"/>
                  </a:lnTo>
                  <a:lnTo>
                    <a:pt x="1538732" y="215900"/>
                  </a:lnTo>
                  <a:lnTo>
                    <a:pt x="1538351" y="215900"/>
                  </a:lnTo>
                  <a:lnTo>
                    <a:pt x="1668145" y="190500"/>
                  </a:lnTo>
                  <a:lnTo>
                    <a:pt x="1667764" y="190500"/>
                  </a:lnTo>
                  <a:lnTo>
                    <a:pt x="1800860" y="165100"/>
                  </a:lnTo>
                  <a:lnTo>
                    <a:pt x="1800478" y="165100"/>
                  </a:lnTo>
                  <a:lnTo>
                    <a:pt x="1936877" y="127000"/>
                  </a:lnTo>
                  <a:lnTo>
                    <a:pt x="1936496" y="127000"/>
                  </a:lnTo>
                  <a:lnTo>
                    <a:pt x="2075561" y="101600"/>
                  </a:lnTo>
                  <a:lnTo>
                    <a:pt x="2146173" y="101600"/>
                  </a:lnTo>
                  <a:lnTo>
                    <a:pt x="2217039" y="88900"/>
                  </a:lnTo>
                  <a:lnTo>
                    <a:pt x="2216658" y="88900"/>
                  </a:lnTo>
                  <a:lnTo>
                    <a:pt x="2361057" y="63500"/>
                  </a:lnTo>
                  <a:lnTo>
                    <a:pt x="2360676" y="63500"/>
                  </a:lnTo>
                  <a:lnTo>
                    <a:pt x="2507107" y="50800"/>
                  </a:lnTo>
                  <a:lnTo>
                    <a:pt x="2655062" y="50800"/>
                  </a:lnTo>
                  <a:lnTo>
                    <a:pt x="2805429" y="38100"/>
                  </a:lnTo>
                  <a:lnTo>
                    <a:pt x="3731133" y="38100"/>
                  </a:lnTo>
                  <a:lnTo>
                    <a:pt x="3420110" y="12700"/>
                  </a:lnTo>
                  <a:close/>
                </a:path>
                <a:path w="6116955" h="2959100">
                  <a:moveTo>
                    <a:pt x="5769038" y="800100"/>
                  </a:moveTo>
                  <a:lnTo>
                    <a:pt x="5732398" y="800100"/>
                  </a:lnTo>
                  <a:lnTo>
                    <a:pt x="5766308" y="838200"/>
                  </a:lnTo>
                  <a:lnTo>
                    <a:pt x="5766054" y="838200"/>
                  </a:lnTo>
                  <a:lnTo>
                    <a:pt x="5798312" y="863600"/>
                  </a:lnTo>
                  <a:lnTo>
                    <a:pt x="5798058" y="863600"/>
                  </a:lnTo>
                  <a:lnTo>
                    <a:pt x="5828792" y="901700"/>
                  </a:lnTo>
                  <a:lnTo>
                    <a:pt x="5828411" y="901700"/>
                  </a:lnTo>
                  <a:lnTo>
                    <a:pt x="5857620" y="927100"/>
                  </a:lnTo>
                  <a:lnTo>
                    <a:pt x="5857240" y="927100"/>
                  </a:lnTo>
                  <a:lnTo>
                    <a:pt x="5884798" y="965200"/>
                  </a:lnTo>
                  <a:lnTo>
                    <a:pt x="5884545" y="965200"/>
                  </a:lnTo>
                  <a:lnTo>
                    <a:pt x="5910453" y="1003300"/>
                  </a:lnTo>
                  <a:lnTo>
                    <a:pt x="5910071" y="1003300"/>
                  </a:lnTo>
                  <a:lnTo>
                    <a:pt x="5934456" y="1028700"/>
                  </a:lnTo>
                  <a:lnTo>
                    <a:pt x="5934074" y="1028700"/>
                  </a:lnTo>
                  <a:lnTo>
                    <a:pt x="5956681" y="1066800"/>
                  </a:lnTo>
                  <a:lnTo>
                    <a:pt x="5956299" y="1066800"/>
                  </a:lnTo>
                  <a:lnTo>
                    <a:pt x="5977128" y="1092200"/>
                  </a:lnTo>
                  <a:lnTo>
                    <a:pt x="5976873" y="1092200"/>
                  </a:lnTo>
                  <a:lnTo>
                    <a:pt x="5996178" y="1130300"/>
                  </a:lnTo>
                  <a:lnTo>
                    <a:pt x="5995796" y="1130300"/>
                  </a:lnTo>
                  <a:lnTo>
                    <a:pt x="6013322" y="1168400"/>
                  </a:lnTo>
                  <a:lnTo>
                    <a:pt x="6013069" y="1168400"/>
                  </a:lnTo>
                  <a:lnTo>
                    <a:pt x="6028690" y="1206500"/>
                  </a:lnTo>
                  <a:lnTo>
                    <a:pt x="6028436" y="1193800"/>
                  </a:lnTo>
                  <a:lnTo>
                    <a:pt x="6055233" y="1193800"/>
                  </a:lnTo>
                  <a:lnTo>
                    <a:pt x="6039231" y="1155700"/>
                  </a:lnTo>
                  <a:lnTo>
                    <a:pt x="6021578" y="1117600"/>
                  </a:lnTo>
                  <a:lnTo>
                    <a:pt x="6002020" y="1079500"/>
                  </a:lnTo>
                  <a:lnTo>
                    <a:pt x="5980938" y="1054100"/>
                  </a:lnTo>
                  <a:lnTo>
                    <a:pt x="5957951" y="1016000"/>
                  </a:lnTo>
                  <a:lnTo>
                    <a:pt x="5933440" y="977900"/>
                  </a:lnTo>
                  <a:lnTo>
                    <a:pt x="5907151" y="952500"/>
                  </a:lnTo>
                  <a:lnTo>
                    <a:pt x="5879338" y="914400"/>
                  </a:lnTo>
                  <a:lnTo>
                    <a:pt x="5849873" y="876300"/>
                  </a:lnTo>
                  <a:lnTo>
                    <a:pt x="5818759" y="850900"/>
                  </a:lnTo>
                  <a:lnTo>
                    <a:pt x="5786120" y="812800"/>
                  </a:lnTo>
                  <a:lnTo>
                    <a:pt x="5769038" y="800100"/>
                  </a:lnTo>
                  <a:close/>
                </a:path>
                <a:path w="6116955" h="2959100">
                  <a:moveTo>
                    <a:pt x="4539149" y="190500"/>
                  </a:moveTo>
                  <a:lnTo>
                    <a:pt x="4443984" y="190500"/>
                  </a:lnTo>
                  <a:lnTo>
                    <a:pt x="4575556" y="228600"/>
                  </a:lnTo>
                  <a:lnTo>
                    <a:pt x="4575175" y="228600"/>
                  </a:lnTo>
                  <a:lnTo>
                    <a:pt x="4702556" y="266700"/>
                  </a:lnTo>
                  <a:lnTo>
                    <a:pt x="4702047" y="266700"/>
                  </a:lnTo>
                  <a:lnTo>
                    <a:pt x="4824984" y="304800"/>
                  </a:lnTo>
                  <a:lnTo>
                    <a:pt x="4824603" y="304800"/>
                  </a:lnTo>
                  <a:lnTo>
                    <a:pt x="4942713" y="355600"/>
                  </a:lnTo>
                  <a:lnTo>
                    <a:pt x="4942332" y="355600"/>
                  </a:lnTo>
                  <a:lnTo>
                    <a:pt x="5055616" y="393700"/>
                  </a:lnTo>
                  <a:lnTo>
                    <a:pt x="5055235" y="393700"/>
                  </a:lnTo>
                  <a:lnTo>
                    <a:pt x="5163566" y="444500"/>
                  </a:lnTo>
                  <a:lnTo>
                    <a:pt x="5163058" y="444500"/>
                  </a:lnTo>
                  <a:lnTo>
                    <a:pt x="5266309" y="495300"/>
                  </a:lnTo>
                  <a:lnTo>
                    <a:pt x="5265801" y="495300"/>
                  </a:lnTo>
                  <a:lnTo>
                    <a:pt x="5363845" y="546100"/>
                  </a:lnTo>
                  <a:lnTo>
                    <a:pt x="5363337" y="546100"/>
                  </a:lnTo>
                  <a:lnTo>
                    <a:pt x="5455920" y="596900"/>
                  </a:lnTo>
                  <a:lnTo>
                    <a:pt x="5455412" y="596900"/>
                  </a:lnTo>
                  <a:lnTo>
                    <a:pt x="5542280" y="660400"/>
                  </a:lnTo>
                  <a:lnTo>
                    <a:pt x="5541771" y="660400"/>
                  </a:lnTo>
                  <a:lnTo>
                    <a:pt x="5623052" y="711200"/>
                  </a:lnTo>
                  <a:lnTo>
                    <a:pt x="5622417" y="711200"/>
                  </a:lnTo>
                  <a:lnTo>
                    <a:pt x="5697728" y="774700"/>
                  </a:lnTo>
                  <a:lnTo>
                    <a:pt x="5697346" y="774700"/>
                  </a:lnTo>
                  <a:lnTo>
                    <a:pt x="5732780" y="812800"/>
                  </a:lnTo>
                  <a:lnTo>
                    <a:pt x="5732398" y="800100"/>
                  </a:lnTo>
                  <a:lnTo>
                    <a:pt x="5769038" y="800100"/>
                  </a:lnTo>
                  <a:lnTo>
                    <a:pt x="5751957" y="787400"/>
                  </a:lnTo>
                  <a:lnTo>
                    <a:pt x="5716143" y="749300"/>
                  </a:lnTo>
                  <a:lnTo>
                    <a:pt x="5640323" y="698500"/>
                  </a:lnTo>
                  <a:lnTo>
                    <a:pt x="5558409" y="635000"/>
                  </a:lnTo>
                  <a:lnTo>
                    <a:pt x="5470906" y="571500"/>
                  </a:lnTo>
                  <a:lnTo>
                    <a:pt x="5377815" y="520700"/>
                  </a:lnTo>
                  <a:lnTo>
                    <a:pt x="5279263" y="469900"/>
                  </a:lnTo>
                  <a:lnTo>
                    <a:pt x="5175504" y="419100"/>
                  </a:lnTo>
                  <a:lnTo>
                    <a:pt x="5066665" y="368300"/>
                  </a:lnTo>
                  <a:lnTo>
                    <a:pt x="4952872" y="330200"/>
                  </a:lnTo>
                  <a:lnTo>
                    <a:pt x="4834255" y="279400"/>
                  </a:lnTo>
                  <a:lnTo>
                    <a:pt x="4710938" y="241300"/>
                  </a:lnTo>
                  <a:lnTo>
                    <a:pt x="4539149" y="190500"/>
                  </a:lnTo>
                  <a:close/>
                </a:path>
                <a:path w="6116955" h="2959100">
                  <a:moveTo>
                    <a:pt x="3731133" y="38100"/>
                  </a:moveTo>
                  <a:lnTo>
                    <a:pt x="3263265" y="38100"/>
                  </a:lnTo>
                  <a:lnTo>
                    <a:pt x="3418586" y="50800"/>
                  </a:lnTo>
                  <a:lnTo>
                    <a:pt x="3573653" y="50800"/>
                  </a:lnTo>
                  <a:lnTo>
                    <a:pt x="3728085" y="76200"/>
                  </a:lnTo>
                  <a:lnTo>
                    <a:pt x="3727830" y="76200"/>
                  </a:lnTo>
                  <a:lnTo>
                    <a:pt x="3878834" y="88900"/>
                  </a:lnTo>
                  <a:lnTo>
                    <a:pt x="3878453" y="88900"/>
                  </a:lnTo>
                  <a:lnTo>
                    <a:pt x="4025900" y="114300"/>
                  </a:lnTo>
                  <a:lnTo>
                    <a:pt x="4025518" y="114300"/>
                  </a:lnTo>
                  <a:lnTo>
                    <a:pt x="4169410" y="139700"/>
                  </a:lnTo>
                  <a:lnTo>
                    <a:pt x="4169029" y="139700"/>
                  </a:lnTo>
                  <a:lnTo>
                    <a:pt x="4308856" y="165100"/>
                  </a:lnTo>
                  <a:lnTo>
                    <a:pt x="4308475" y="165100"/>
                  </a:lnTo>
                  <a:lnTo>
                    <a:pt x="4444365" y="203200"/>
                  </a:lnTo>
                  <a:lnTo>
                    <a:pt x="4443984" y="190500"/>
                  </a:lnTo>
                  <a:lnTo>
                    <a:pt x="4539149" y="190500"/>
                  </a:lnTo>
                  <a:lnTo>
                    <a:pt x="4451096" y="165100"/>
                  </a:lnTo>
                  <a:lnTo>
                    <a:pt x="3882516" y="63500"/>
                  </a:lnTo>
                  <a:lnTo>
                    <a:pt x="3731133" y="38100"/>
                  </a:lnTo>
                  <a:close/>
                </a:path>
                <a:path w="6116955" h="2959100">
                  <a:moveTo>
                    <a:pt x="2146173" y="101600"/>
                  </a:moveTo>
                  <a:lnTo>
                    <a:pt x="2075561" y="101600"/>
                  </a:lnTo>
                  <a:lnTo>
                    <a:pt x="2075307" y="114300"/>
                  </a:lnTo>
                  <a:lnTo>
                    <a:pt x="2146173" y="101600"/>
                  </a:lnTo>
                  <a:close/>
                </a:path>
                <a:path w="6116955" h="2959100">
                  <a:moveTo>
                    <a:pt x="3109849" y="0"/>
                  </a:moveTo>
                  <a:lnTo>
                    <a:pt x="2956305" y="0"/>
                  </a:lnTo>
                  <a:lnTo>
                    <a:pt x="2804160" y="12700"/>
                  </a:lnTo>
                  <a:lnTo>
                    <a:pt x="3264535" y="12700"/>
                  </a:lnTo>
                  <a:lnTo>
                    <a:pt x="3109849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17241" y="3844289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2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2" y="467868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17241" y="3844289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2" y="467868"/>
                  </a:lnTo>
                  <a:lnTo>
                    <a:pt x="1170432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34411" y="3912082"/>
              <a:ext cx="732282" cy="35892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487673" y="3019805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1168908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8" y="467868"/>
                  </a:lnTo>
                  <a:lnTo>
                    <a:pt x="1168908" y="0"/>
                  </a:lnTo>
                  <a:close/>
                </a:path>
              </a:pathLst>
            </a:custGeom>
            <a:solidFill>
              <a:srgbClr val="FF0000">
                <a:alpha val="109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87673" y="3019805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0" y="467868"/>
                  </a:moveTo>
                  <a:lnTo>
                    <a:pt x="1168908" y="467868"/>
                  </a:lnTo>
                  <a:lnTo>
                    <a:pt x="1168908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33216" y="3104387"/>
              <a:ext cx="906030" cy="34061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49417" y="3019805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2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2" y="467868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49417" y="3019805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2" y="467868"/>
                  </a:lnTo>
                  <a:lnTo>
                    <a:pt x="1170432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8008" y="3186683"/>
              <a:ext cx="874013" cy="1623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16802" y="3844289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4" h="467995">
                  <a:moveTo>
                    <a:pt x="1168907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7" y="467868"/>
                  </a:lnTo>
                  <a:lnTo>
                    <a:pt x="116890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16802" y="3844289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4" h="467995">
                  <a:moveTo>
                    <a:pt x="0" y="467868"/>
                  </a:moveTo>
                  <a:lnTo>
                    <a:pt x="1168907" y="467868"/>
                  </a:lnTo>
                  <a:lnTo>
                    <a:pt x="1168907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65035" y="4011167"/>
              <a:ext cx="471677" cy="16230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884678" y="3245865"/>
              <a:ext cx="4131945" cy="1664335"/>
            </a:xfrm>
            <a:custGeom>
              <a:avLst/>
              <a:gdLst/>
              <a:ahLst/>
              <a:cxnLst/>
              <a:rect l="l" t="t" r="r" b="b"/>
              <a:pathLst>
                <a:path w="4131945" h="1664335">
                  <a:moveTo>
                    <a:pt x="591566" y="41402"/>
                  </a:moveTo>
                  <a:lnTo>
                    <a:pt x="586168" y="39116"/>
                  </a:lnTo>
                  <a:lnTo>
                    <a:pt x="513080" y="8128"/>
                  </a:lnTo>
                  <a:lnTo>
                    <a:pt x="515112" y="40284"/>
                  </a:lnTo>
                  <a:lnTo>
                    <a:pt x="472440" y="46355"/>
                  </a:lnTo>
                  <a:lnTo>
                    <a:pt x="415798" y="60198"/>
                  </a:lnTo>
                  <a:lnTo>
                    <a:pt x="361442" y="78994"/>
                  </a:lnTo>
                  <a:lnTo>
                    <a:pt x="309753" y="102489"/>
                  </a:lnTo>
                  <a:lnTo>
                    <a:pt x="260985" y="130556"/>
                  </a:lnTo>
                  <a:lnTo>
                    <a:pt x="215392" y="162687"/>
                  </a:lnTo>
                  <a:lnTo>
                    <a:pt x="173482" y="198755"/>
                  </a:lnTo>
                  <a:lnTo>
                    <a:pt x="135255" y="238633"/>
                  </a:lnTo>
                  <a:lnTo>
                    <a:pt x="101092" y="281686"/>
                  </a:lnTo>
                  <a:lnTo>
                    <a:pt x="71374" y="327787"/>
                  </a:lnTo>
                  <a:lnTo>
                    <a:pt x="46609" y="376682"/>
                  </a:lnTo>
                  <a:lnTo>
                    <a:pt x="26670" y="428117"/>
                  </a:lnTo>
                  <a:lnTo>
                    <a:pt x="12065" y="481711"/>
                  </a:lnTo>
                  <a:lnTo>
                    <a:pt x="3048" y="537337"/>
                  </a:lnTo>
                  <a:lnTo>
                    <a:pt x="0" y="594741"/>
                  </a:lnTo>
                  <a:lnTo>
                    <a:pt x="127" y="597789"/>
                  </a:lnTo>
                  <a:lnTo>
                    <a:pt x="12827" y="597408"/>
                  </a:lnTo>
                  <a:lnTo>
                    <a:pt x="12712" y="594741"/>
                  </a:lnTo>
                  <a:lnTo>
                    <a:pt x="12700" y="594588"/>
                  </a:lnTo>
                  <a:lnTo>
                    <a:pt x="13449" y="566674"/>
                  </a:lnTo>
                  <a:lnTo>
                    <a:pt x="13462" y="566508"/>
                  </a:lnTo>
                  <a:lnTo>
                    <a:pt x="13487" y="566293"/>
                  </a:lnTo>
                  <a:lnTo>
                    <a:pt x="15582" y="538861"/>
                  </a:lnTo>
                  <a:lnTo>
                    <a:pt x="15621" y="538708"/>
                  </a:lnTo>
                  <a:lnTo>
                    <a:pt x="15621" y="538861"/>
                  </a:lnTo>
                  <a:lnTo>
                    <a:pt x="15671" y="538480"/>
                  </a:lnTo>
                  <a:lnTo>
                    <a:pt x="19367" y="511556"/>
                  </a:lnTo>
                  <a:lnTo>
                    <a:pt x="19431" y="511175"/>
                  </a:lnTo>
                  <a:lnTo>
                    <a:pt x="19304" y="511556"/>
                  </a:lnTo>
                  <a:lnTo>
                    <a:pt x="24434" y="484632"/>
                  </a:lnTo>
                  <a:lnTo>
                    <a:pt x="24511" y="484251"/>
                  </a:lnTo>
                  <a:lnTo>
                    <a:pt x="24384" y="484632"/>
                  </a:lnTo>
                  <a:lnTo>
                    <a:pt x="30861" y="457962"/>
                  </a:lnTo>
                  <a:lnTo>
                    <a:pt x="30861" y="458216"/>
                  </a:lnTo>
                  <a:lnTo>
                    <a:pt x="30924" y="457962"/>
                  </a:lnTo>
                  <a:lnTo>
                    <a:pt x="38620" y="432308"/>
                  </a:lnTo>
                  <a:lnTo>
                    <a:pt x="47777" y="406781"/>
                  </a:lnTo>
                  <a:lnTo>
                    <a:pt x="47879" y="406527"/>
                  </a:lnTo>
                  <a:lnTo>
                    <a:pt x="47752" y="406781"/>
                  </a:lnTo>
                  <a:lnTo>
                    <a:pt x="58166" y="381635"/>
                  </a:lnTo>
                  <a:lnTo>
                    <a:pt x="58039" y="382016"/>
                  </a:lnTo>
                  <a:lnTo>
                    <a:pt x="58216" y="381635"/>
                  </a:lnTo>
                  <a:lnTo>
                    <a:pt x="69723" y="357759"/>
                  </a:lnTo>
                  <a:lnTo>
                    <a:pt x="69850" y="357517"/>
                  </a:lnTo>
                  <a:lnTo>
                    <a:pt x="69596" y="357759"/>
                  </a:lnTo>
                  <a:lnTo>
                    <a:pt x="82410" y="334264"/>
                  </a:lnTo>
                  <a:lnTo>
                    <a:pt x="82550" y="334010"/>
                  </a:lnTo>
                  <a:lnTo>
                    <a:pt x="82296" y="334264"/>
                  </a:lnTo>
                  <a:lnTo>
                    <a:pt x="96393" y="311150"/>
                  </a:lnTo>
                  <a:lnTo>
                    <a:pt x="96266" y="311416"/>
                  </a:lnTo>
                  <a:lnTo>
                    <a:pt x="96431" y="311150"/>
                  </a:lnTo>
                  <a:lnTo>
                    <a:pt x="111506" y="288925"/>
                  </a:lnTo>
                  <a:lnTo>
                    <a:pt x="111379" y="289191"/>
                  </a:lnTo>
                  <a:lnTo>
                    <a:pt x="111569" y="288925"/>
                  </a:lnTo>
                  <a:lnTo>
                    <a:pt x="127558" y="267716"/>
                  </a:lnTo>
                  <a:lnTo>
                    <a:pt x="127762" y="267462"/>
                  </a:lnTo>
                  <a:lnTo>
                    <a:pt x="127508" y="267716"/>
                  </a:lnTo>
                  <a:lnTo>
                    <a:pt x="144691" y="247015"/>
                  </a:lnTo>
                  <a:lnTo>
                    <a:pt x="144907" y="246761"/>
                  </a:lnTo>
                  <a:lnTo>
                    <a:pt x="144653" y="247015"/>
                  </a:lnTo>
                  <a:lnTo>
                    <a:pt x="162826" y="227203"/>
                  </a:lnTo>
                  <a:lnTo>
                    <a:pt x="202158" y="189992"/>
                  </a:lnTo>
                  <a:lnTo>
                    <a:pt x="202311" y="189865"/>
                  </a:lnTo>
                  <a:lnTo>
                    <a:pt x="202057" y="189992"/>
                  </a:lnTo>
                  <a:lnTo>
                    <a:pt x="223393" y="172593"/>
                  </a:lnTo>
                  <a:lnTo>
                    <a:pt x="223139" y="172847"/>
                  </a:lnTo>
                  <a:lnTo>
                    <a:pt x="223469" y="172593"/>
                  </a:lnTo>
                  <a:lnTo>
                    <a:pt x="245059" y="156591"/>
                  </a:lnTo>
                  <a:lnTo>
                    <a:pt x="245237" y="156464"/>
                  </a:lnTo>
                  <a:lnTo>
                    <a:pt x="244983" y="156591"/>
                  </a:lnTo>
                  <a:lnTo>
                    <a:pt x="267970" y="141097"/>
                  </a:lnTo>
                  <a:lnTo>
                    <a:pt x="267716" y="141351"/>
                  </a:lnTo>
                  <a:lnTo>
                    <a:pt x="268122" y="141097"/>
                  </a:lnTo>
                  <a:lnTo>
                    <a:pt x="315480" y="113919"/>
                  </a:lnTo>
                  <a:lnTo>
                    <a:pt x="366268" y="90805"/>
                  </a:lnTo>
                  <a:lnTo>
                    <a:pt x="366014" y="90932"/>
                  </a:lnTo>
                  <a:lnTo>
                    <a:pt x="366344" y="90805"/>
                  </a:lnTo>
                  <a:lnTo>
                    <a:pt x="392557" y="81026"/>
                  </a:lnTo>
                  <a:lnTo>
                    <a:pt x="392290" y="81026"/>
                  </a:lnTo>
                  <a:lnTo>
                    <a:pt x="419481" y="72263"/>
                  </a:lnTo>
                  <a:lnTo>
                    <a:pt x="419214" y="72390"/>
                  </a:lnTo>
                  <a:lnTo>
                    <a:pt x="419696" y="72263"/>
                  </a:lnTo>
                  <a:lnTo>
                    <a:pt x="447040" y="65024"/>
                  </a:lnTo>
                  <a:lnTo>
                    <a:pt x="446659" y="65024"/>
                  </a:lnTo>
                  <a:lnTo>
                    <a:pt x="474980" y="58801"/>
                  </a:lnTo>
                  <a:lnTo>
                    <a:pt x="474726" y="58928"/>
                  </a:lnTo>
                  <a:lnTo>
                    <a:pt x="475475" y="58801"/>
                  </a:lnTo>
                  <a:lnTo>
                    <a:pt x="503428" y="54102"/>
                  </a:lnTo>
                  <a:lnTo>
                    <a:pt x="503047" y="54102"/>
                  </a:lnTo>
                  <a:lnTo>
                    <a:pt x="515912" y="52908"/>
                  </a:lnTo>
                  <a:lnTo>
                    <a:pt x="517906" y="84201"/>
                  </a:lnTo>
                  <a:lnTo>
                    <a:pt x="591566" y="41402"/>
                  </a:lnTo>
                  <a:close/>
                </a:path>
                <a:path w="4131945" h="1664335">
                  <a:moveTo>
                    <a:pt x="1202944" y="250444"/>
                  </a:moveTo>
                  <a:lnTo>
                    <a:pt x="1190244" y="250444"/>
                  </a:lnTo>
                  <a:lnTo>
                    <a:pt x="1190231" y="253238"/>
                  </a:lnTo>
                  <a:lnTo>
                    <a:pt x="1190231" y="253365"/>
                  </a:lnTo>
                  <a:lnTo>
                    <a:pt x="1189482" y="281178"/>
                  </a:lnTo>
                  <a:lnTo>
                    <a:pt x="1189443" y="281559"/>
                  </a:lnTo>
                  <a:lnTo>
                    <a:pt x="1189405" y="282067"/>
                  </a:lnTo>
                  <a:lnTo>
                    <a:pt x="1187196" y="309245"/>
                  </a:lnTo>
                  <a:lnTo>
                    <a:pt x="1187196" y="309003"/>
                  </a:lnTo>
                  <a:lnTo>
                    <a:pt x="1187157" y="309245"/>
                  </a:lnTo>
                  <a:lnTo>
                    <a:pt x="1183513" y="336677"/>
                  </a:lnTo>
                  <a:lnTo>
                    <a:pt x="1183640" y="336296"/>
                  </a:lnTo>
                  <a:lnTo>
                    <a:pt x="1178433" y="363601"/>
                  </a:lnTo>
                  <a:lnTo>
                    <a:pt x="1178560" y="363220"/>
                  </a:lnTo>
                  <a:lnTo>
                    <a:pt x="1172083" y="390017"/>
                  </a:lnTo>
                  <a:lnTo>
                    <a:pt x="1172083" y="389763"/>
                  </a:lnTo>
                  <a:lnTo>
                    <a:pt x="1171994" y="390017"/>
                  </a:lnTo>
                  <a:lnTo>
                    <a:pt x="1164259" y="415747"/>
                  </a:lnTo>
                  <a:lnTo>
                    <a:pt x="1155065" y="441325"/>
                  </a:lnTo>
                  <a:lnTo>
                    <a:pt x="1155192" y="441071"/>
                  </a:lnTo>
                  <a:lnTo>
                    <a:pt x="1144778" y="466217"/>
                  </a:lnTo>
                  <a:lnTo>
                    <a:pt x="1144905" y="465836"/>
                  </a:lnTo>
                  <a:lnTo>
                    <a:pt x="1144714" y="466217"/>
                  </a:lnTo>
                  <a:lnTo>
                    <a:pt x="1133170" y="490181"/>
                  </a:lnTo>
                  <a:lnTo>
                    <a:pt x="1120394" y="513969"/>
                  </a:lnTo>
                  <a:lnTo>
                    <a:pt x="1120648" y="513715"/>
                  </a:lnTo>
                  <a:lnTo>
                    <a:pt x="1106551" y="536829"/>
                  </a:lnTo>
                  <a:lnTo>
                    <a:pt x="1106678" y="536575"/>
                  </a:lnTo>
                  <a:lnTo>
                    <a:pt x="1106500" y="536829"/>
                  </a:lnTo>
                  <a:lnTo>
                    <a:pt x="1091438" y="558927"/>
                  </a:lnTo>
                  <a:lnTo>
                    <a:pt x="1091565" y="558673"/>
                  </a:lnTo>
                  <a:lnTo>
                    <a:pt x="1091374" y="558927"/>
                  </a:lnTo>
                  <a:lnTo>
                    <a:pt x="1075309" y="580390"/>
                  </a:lnTo>
                  <a:lnTo>
                    <a:pt x="1075563" y="580136"/>
                  </a:lnTo>
                  <a:lnTo>
                    <a:pt x="1058037" y="601091"/>
                  </a:lnTo>
                  <a:lnTo>
                    <a:pt x="1020953" y="639699"/>
                  </a:lnTo>
                  <a:lnTo>
                    <a:pt x="1020660" y="639953"/>
                  </a:lnTo>
                  <a:lnTo>
                    <a:pt x="1000633" y="657987"/>
                  </a:lnTo>
                  <a:lnTo>
                    <a:pt x="1000887" y="657860"/>
                  </a:lnTo>
                  <a:lnTo>
                    <a:pt x="979551" y="675259"/>
                  </a:lnTo>
                  <a:lnTo>
                    <a:pt x="979805" y="675005"/>
                  </a:lnTo>
                  <a:lnTo>
                    <a:pt x="979462" y="675259"/>
                  </a:lnTo>
                  <a:lnTo>
                    <a:pt x="957707" y="691388"/>
                  </a:lnTo>
                  <a:lnTo>
                    <a:pt x="957961" y="691261"/>
                  </a:lnTo>
                  <a:lnTo>
                    <a:pt x="935101" y="706755"/>
                  </a:lnTo>
                  <a:lnTo>
                    <a:pt x="935355" y="706501"/>
                  </a:lnTo>
                  <a:lnTo>
                    <a:pt x="911606" y="720852"/>
                  </a:lnTo>
                  <a:lnTo>
                    <a:pt x="911860" y="720725"/>
                  </a:lnTo>
                  <a:lnTo>
                    <a:pt x="887412" y="734021"/>
                  </a:lnTo>
                  <a:lnTo>
                    <a:pt x="862584" y="745998"/>
                  </a:lnTo>
                  <a:lnTo>
                    <a:pt x="862279" y="746125"/>
                  </a:lnTo>
                  <a:lnTo>
                    <a:pt x="836676" y="757174"/>
                  </a:lnTo>
                  <a:lnTo>
                    <a:pt x="783463" y="775589"/>
                  </a:lnTo>
                  <a:lnTo>
                    <a:pt x="783717" y="775462"/>
                  </a:lnTo>
                  <a:lnTo>
                    <a:pt x="756031" y="782828"/>
                  </a:lnTo>
                  <a:lnTo>
                    <a:pt x="756285" y="782828"/>
                  </a:lnTo>
                  <a:lnTo>
                    <a:pt x="727964" y="789051"/>
                  </a:lnTo>
                  <a:lnTo>
                    <a:pt x="728218" y="788924"/>
                  </a:lnTo>
                  <a:lnTo>
                    <a:pt x="699516" y="793750"/>
                  </a:lnTo>
                  <a:lnTo>
                    <a:pt x="699897" y="793750"/>
                  </a:lnTo>
                  <a:lnTo>
                    <a:pt x="687019" y="794956"/>
                  </a:lnTo>
                  <a:lnTo>
                    <a:pt x="685038" y="763651"/>
                  </a:lnTo>
                  <a:lnTo>
                    <a:pt x="611378" y="806450"/>
                  </a:lnTo>
                  <a:lnTo>
                    <a:pt x="689864" y="839724"/>
                  </a:lnTo>
                  <a:lnTo>
                    <a:pt x="687895" y="808736"/>
                  </a:lnTo>
                  <a:lnTo>
                    <a:pt x="687819" y="807580"/>
                  </a:lnTo>
                  <a:lnTo>
                    <a:pt x="701294" y="806323"/>
                  </a:lnTo>
                  <a:lnTo>
                    <a:pt x="730504" y="801497"/>
                  </a:lnTo>
                  <a:lnTo>
                    <a:pt x="759206" y="795147"/>
                  </a:lnTo>
                  <a:lnTo>
                    <a:pt x="781926" y="789051"/>
                  </a:lnTo>
                  <a:lnTo>
                    <a:pt x="787146" y="787654"/>
                  </a:lnTo>
                  <a:lnTo>
                    <a:pt x="814705" y="778891"/>
                  </a:lnTo>
                  <a:lnTo>
                    <a:pt x="823556" y="775589"/>
                  </a:lnTo>
                  <a:lnTo>
                    <a:pt x="841629" y="768858"/>
                  </a:lnTo>
                  <a:lnTo>
                    <a:pt x="846378" y="766826"/>
                  </a:lnTo>
                  <a:lnTo>
                    <a:pt x="867791" y="757682"/>
                  </a:lnTo>
                  <a:lnTo>
                    <a:pt x="869099" y="757047"/>
                  </a:lnTo>
                  <a:lnTo>
                    <a:pt x="893318" y="745363"/>
                  </a:lnTo>
                  <a:lnTo>
                    <a:pt x="914234" y="733933"/>
                  </a:lnTo>
                  <a:lnTo>
                    <a:pt x="917956" y="731901"/>
                  </a:lnTo>
                  <a:lnTo>
                    <a:pt x="936409" y="720725"/>
                  </a:lnTo>
                  <a:lnTo>
                    <a:pt x="942086" y="717296"/>
                  </a:lnTo>
                  <a:lnTo>
                    <a:pt x="957681" y="706755"/>
                  </a:lnTo>
                  <a:lnTo>
                    <a:pt x="965200" y="701675"/>
                  </a:lnTo>
                  <a:lnTo>
                    <a:pt x="979297" y="691261"/>
                  </a:lnTo>
                  <a:lnTo>
                    <a:pt x="987552" y="685165"/>
                  </a:lnTo>
                  <a:lnTo>
                    <a:pt x="1009015" y="667512"/>
                  </a:lnTo>
                  <a:lnTo>
                    <a:pt x="1019797" y="657860"/>
                  </a:lnTo>
                  <a:lnTo>
                    <a:pt x="1029589" y="649097"/>
                  </a:lnTo>
                  <a:lnTo>
                    <a:pt x="1049147" y="629539"/>
                  </a:lnTo>
                  <a:lnTo>
                    <a:pt x="1057300" y="620649"/>
                  </a:lnTo>
                  <a:lnTo>
                    <a:pt x="1067689" y="609346"/>
                  </a:lnTo>
                  <a:lnTo>
                    <a:pt x="1074762" y="600837"/>
                  </a:lnTo>
                  <a:lnTo>
                    <a:pt x="1085342" y="588137"/>
                  </a:lnTo>
                  <a:lnTo>
                    <a:pt x="1091349" y="580136"/>
                  </a:lnTo>
                  <a:lnTo>
                    <a:pt x="1101852" y="566166"/>
                  </a:lnTo>
                  <a:lnTo>
                    <a:pt x="1117219" y="543560"/>
                  </a:lnTo>
                  <a:lnTo>
                    <a:pt x="1131570" y="520192"/>
                  </a:lnTo>
                  <a:lnTo>
                    <a:pt x="1135024" y="513715"/>
                  </a:lnTo>
                  <a:lnTo>
                    <a:pt x="1144524" y="495935"/>
                  </a:lnTo>
                  <a:lnTo>
                    <a:pt x="1147305" y="490093"/>
                  </a:lnTo>
                  <a:lnTo>
                    <a:pt x="1156335" y="471170"/>
                  </a:lnTo>
                  <a:lnTo>
                    <a:pt x="1167003" y="445770"/>
                  </a:lnTo>
                  <a:lnTo>
                    <a:pt x="1168666" y="441071"/>
                  </a:lnTo>
                  <a:lnTo>
                    <a:pt x="1176274" y="419735"/>
                  </a:lnTo>
                  <a:lnTo>
                    <a:pt x="1177556" y="415544"/>
                  </a:lnTo>
                  <a:lnTo>
                    <a:pt x="1184402" y="393192"/>
                  </a:lnTo>
                  <a:lnTo>
                    <a:pt x="1190879" y="366141"/>
                  </a:lnTo>
                  <a:lnTo>
                    <a:pt x="1191425" y="363220"/>
                  </a:lnTo>
                  <a:lnTo>
                    <a:pt x="1196086" y="338582"/>
                  </a:lnTo>
                  <a:lnTo>
                    <a:pt x="1196390" y="336296"/>
                  </a:lnTo>
                  <a:lnTo>
                    <a:pt x="1199896" y="310515"/>
                  </a:lnTo>
                  <a:lnTo>
                    <a:pt x="1202182" y="282067"/>
                  </a:lnTo>
                  <a:lnTo>
                    <a:pt x="1202944" y="253365"/>
                  </a:lnTo>
                  <a:lnTo>
                    <a:pt x="1202944" y="250444"/>
                  </a:lnTo>
                  <a:close/>
                </a:path>
                <a:path w="4131945" h="1664335">
                  <a:moveTo>
                    <a:pt x="2362708" y="1411478"/>
                  </a:moveTo>
                  <a:lnTo>
                    <a:pt x="2099818" y="1334008"/>
                  </a:lnTo>
                  <a:lnTo>
                    <a:pt x="1914906" y="1282827"/>
                  </a:lnTo>
                  <a:lnTo>
                    <a:pt x="1767205" y="1244854"/>
                  </a:lnTo>
                  <a:lnTo>
                    <a:pt x="1663065" y="1219708"/>
                  </a:lnTo>
                  <a:lnTo>
                    <a:pt x="1553591" y="1194943"/>
                  </a:lnTo>
                  <a:lnTo>
                    <a:pt x="1319530" y="1146175"/>
                  </a:lnTo>
                  <a:lnTo>
                    <a:pt x="687501" y="1028560"/>
                  </a:lnTo>
                  <a:lnTo>
                    <a:pt x="687908" y="1026287"/>
                  </a:lnTo>
                  <a:lnTo>
                    <a:pt x="693166" y="997331"/>
                  </a:lnTo>
                  <a:lnTo>
                    <a:pt x="611378" y="1021334"/>
                  </a:lnTo>
                  <a:lnTo>
                    <a:pt x="679577" y="1072261"/>
                  </a:lnTo>
                  <a:lnTo>
                    <a:pt x="685228" y="1041107"/>
                  </a:lnTo>
                  <a:lnTo>
                    <a:pt x="1003427" y="1098677"/>
                  </a:lnTo>
                  <a:lnTo>
                    <a:pt x="1436243" y="1182878"/>
                  </a:lnTo>
                  <a:lnTo>
                    <a:pt x="1606169" y="1219708"/>
                  </a:lnTo>
                  <a:lnTo>
                    <a:pt x="1712849" y="1244727"/>
                  </a:lnTo>
                  <a:lnTo>
                    <a:pt x="1712722" y="1244727"/>
                  </a:lnTo>
                  <a:lnTo>
                    <a:pt x="1764157" y="1257173"/>
                  </a:lnTo>
                  <a:lnTo>
                    <a:pt x="1764030" y="1257173"/>
                  </a:lnTo>
                  <a:lnTo>
                    <a:pt x="1863471" y="1282319"/>
                  </a:lnTo>
                  <a:lnTo>
                    <a:pt x="2005457" y="1320673"/>
                  </a:lnTo>
                  <a:lnTo>
                    <a:pt x="2005330" y="1320673"/>
                  </a:lnTo>
                  <a:lnTo>
                    <a:pt x="2096262" y="1346200"/>
                  </a:lnTo>
                  <a:lnTo>
                    <a:pt x="2359152" y="1423670"/>
                  </a:lnTo>
                  <a:lnTo>
                    <a:pt x="2362708" y="1411478"/>
                  </a:lnTo>
                  <a:close/>
                </a:path>
                <a:path w="4131945" h="1664335">
                  <a:moveTo>
                    <a:pt x="3128137" y="668909"/>
                  </a:moveTo>
                  <a:lnTo>
                    <a:pt x="3127895" y="668655"/>
                  </a:lnTo>
                  <a:lnTo>
                    <a:pt x="3128137" y="668909"/>
                  </a:lnTo>
                  <a:close/>
                </a:path>
                <a:path w="4131945" h="1664335">
                  <a:moveTo>
                    <a:pt x="3517519" y="838200"/>
                  </a:moveTo>
                  <a:lnTo>
                    <a:pt x="3514725" y="838200"/>
                  </a:lnTo>
                  <a:lnTo>
                    <a:pt x="3486277" y="837438"/>
                  </a:lnTo>
                  <a:lnTo>
                    <a:pt x="3486658" y="837438"/>
                  </a:lnTo>
                  <a:lnTo>
                    <a:pt x="3458591" y="835152"/>
                  </a:lnTo>
                  <a:lnTo>
                    <a:pt x="3458845" y="835152"/>
                  </a:lnTo>
                  <a:lnTo>
                    <a:pt x="3432111" y="831596"/>
                  </a:lnTo>
                  <a:lnTo>
                    <a:pt x="3431159" y="831469"/>
                  </a:lnTo>
                  <a:lnTo>
                    <a:pt x="3431540" y="831596"/>
                  </a:lnTo>
                  <a:lnTo>
                    <a:pt x="3404895" y="826516"/>
                  </a:lnTo>
                  <a:lnTo>
                    <a:pt x="3404235" y="826389"/>
                  </a:lnTo>
                  <a:lnTo>
                    <a:pt x="3404616" y="826516"/>
                  </a:lnTo>
                  <a:lnTo>
                    <a:pt x="3377946" y="820039"/>
                  </a:lnTo>
                  <a:lnTo>
                    <a:pt x="3378200" y="820039"/>
                  </a:lnTo>
                  <a:lnTo>
                    <a:pt x="3352330" y="812292"/>
                  </a:lnTo>
                  <a:lnTo>
                    <a:pt x="3352076" y="812215"/>
                  </a:lnTo>
                  <a:lnTo>
                    <a:pt x="3351936" y="812165"/>
                  </a:lnTo>
                  <a:lnTo>
                    <a:pt x="3326854" y="803148"/>
                  </a:lnTo>
                  <a:lnTo>
                    <a:pt x="3326511" y="803021"/>
                  </a:lnTo>
                  <a:lnTo>
                    <a:pt x="3326765" y="803148"/>
                  </a:lnTo>
                  <a:lnTo>
                    <a:pt x="3301619" y="792734"/>
                  </a:lnTo>
                  <a:lnTo>
                    <a:pt x="3302000" y="792861"/>
                  </a:lnTo>
                  <a:lnTo>
                    <a:pt x="3301733" y="792734"/>
                  </a:lnTo>
                  <a:lnTo>
                    <a:pt x="3278009" y="781304"/>
                  </a:lnTo>
                  <a:lnTo>
                    <a:pt x="3277489" y="781050"/>
                  </a:lnTo>
                  <a:lnTo>
                    <a:pt x="3277743" y="781304"/>
                  </a:lnTo>
                  <a:lnTo>
                    <a:pt x="3254451" y="768604"/>
                  </a:lnTo>
                  <a:lnTo>
                    <a:pt x="3253994" y="768350"/>
                  </a:lnTo>
                  <a:lnTo>
                    <a:pt x="3254248" y="768604"/>
                  </a:lnTo>
                  <a:lnTo>
                    <a:pt x="3231134" y="754507"/>
                  </a:lnTo>
                  <a:lnTo>
                    <a:pt x="3231388" y="754634"/>
                  </a:lnTo>
                  <a:lnTo>
                    <a:pt x="3231197" y="754507"/>
                  </a:lnTo>
                  <a:lnTo>
                    <a:pt x="3208909" y="739394"/>
                  </a:lnTo>
                  <a:lnTo>
                    <a:pt x="3209163" y="739521"/>
                  </a:lnTo>
                  <a:lnTo>
                    <a:pt x="3208985" y="739394"/>
                  </a:lnTo>
                  <a:lnTo>
                    <a:pt x="3187776" y="723519"/>
                  </a:lnTo>
                  <a:lnTo>
                    <a:pt x="3187446" y="723265"/>
                  </a:lnTo>
                  <a:lnTo>
                    <a:pt x="3187700" y="723519"/>
                  </a:lnTo>
                  <a:lnTo>
                    <a:pt x="3167164" y="706247"/>
                  </a:lnTo>
                  <a:lnTo>
                    <a:pt x="3166872" y="705993"/>
                  </a:lnTo>
                  <a:lnTo>
                    <a:pt x="3166999" y="706247"/>
                  </a:lnTo>
                  <a:lnTo>
                    <a:pt x="3147199" y="688086"/>
                  </a:lnTo>
                  <a:lnTo>
                    <a:pt x="3147072" y="687984"/>
                  </a:lnTo>
                  <a:lnTo>
                    <a:pt x="3146945" y="687857"/>
                  </a:lnTo>
                  <a:lnTo>
                    <a:pt x="3127883" y="668655"/>
                  </a:lnTo>
                  <a:lnTo>
                    <a:pt x="3110065" y="648843"/>
                  </a:lnTo>
                  <a:lnTo>
                    <a:pt x="3109849" y="648589"/>
                  </a:lnTo>
                  <a:lnTo>
                    <a:pt x="3109976" y="648843"/>
                  </a:lnTo>
                  <a:lnTo>
                    <a:pt x="3092577" y="627507"/>
                  </a:lnTo>
                  <a:lnTo>
                    <a:pt x="3092831" y="627761"/>
                  </a:lnTo>
                  <a:lnTo>
                    <a:pt x="3092640" y="627507"/>
                  </a:lnTo>
                  <a:lnTo>
                    <a:pt x="3076625" y="605917"/>
                  </a:lnTo>
                  <a:lnTo>
                    <a:pt x="3076448" y="605663"/>
                  </a:lnTo>
                  <a:lnTo>
                    <a:pt x="3076575" y="605917"/>
                  </a:lnTo>
                  <a:lnTo>
                    <a:pt x="3061081" y="583057"/>
                  </a:lnTo>
                  <a:lnTo>
                    <a:pt x="3061335" y="583311"/>
                  </a:lnTo>
                  <a:lnTo>
                    <a:pt x="3061170" y="583057"/>
                  </a:lnTo>
                  <a:lnTo>
                    <a:pt x="3047136" y="559816"/>
                  </a:lnTo>
                  <a:lnTo>
                    <a:pt x="3046984" y="559562"/>
                  </a:lnTo>
                  <a:lnTo>
                    <a:pt x="3047111" y="559816"/>
                  </a:lnTo>
                  <a:lnTo>
                    <a:pt x="3033903" y="535559"/>
                  </a:lnTo>
                  <a:lnTo>
                    <a:pt x="3033814" y="535381"/>
                  </a:lnTo>
                  <a:lnTo>
                    <a:pt x="3021825" y="510540"/>
                  </a:lnTo>
                  <a:lnTo>
                    <a:pt x="3021749" y="510374"/>
                  </a:lnTo>
                  <a:lnTo>
                    <a:pt x="3010941" y="485013"/>
                  </a:lnTo>
                  <a:lnTo>
                    <a:pt x="3010789" y="484632"/>
                  </a:lnTo>
                  <a:lnTo>
                    <a:pt x="3010916" y="485013"/>
                  </a:lnTo>
                  <a:lnTo>
                    <a:pt x="3001099" y="458597"/>
                  </a:lnTo>
                  <a:lnTo>
                    <a:pt x="3001010" y="458343"/>
                  </a:lnTo>
                  <a:lnTo>
                    <a:pt x="3001010" y="458597"/>
                  </a:lnTo>
                  <a:lnTo>
                    <a:pt x="2992323" y="431673"/>
                  </a:lnTo>
                  <a:lnTo>
                    <a:pt x="2992310" y="431546"/>
                  </a:lnTo>
                  <a:lnTo>
                    <a:pt x="2992374" y="431673"/>
                  </a:lnTo>
                  <a:lnTo>
                    <a:pt x="2992297" y="431419"/>
                  </a:lnTo>
                  <a:lnTo>
                    <a:pt x="2985071" y="404241"/>
                  </a:lnTo>
                  <a:lnTo>
                    <a:pt x="2985008" y="403987"/>
                  </a:lnTo>
                  <a:lnTo>
                    <a:pt x="2985008" y="404241"/>
                  </a:lnTo>
                  <a:lnTo>
                    <a:pt x="2978835" y="376174"/>
                  </a:lnTo>
                  <a:lnTo>
                    <a:pt x="2978848" y="376047"/>
                  </a:lnTo>
                  <a:lnTo>
                    <a:pt x="2978912" y="376174"/>
                  </a:lnTo>
                  <a:lnTo>
                    <a:pt x="2978861" y="375920"/>
                  </a:lnTo>
                  <a:lnTo>
                    <a:pt x="2974149" y="347865"/>
                  </a:lnTo>
                  <a:lnTo>
                    <a:pt x="2974086" y="347472"/>
                  </a:lnTo>
                  <a:lnTo>
                    <a:pt x="2974086" y="347865"/>
                  </a:lnTo>
                  <a:lnTo>
                    <a:pt x="2972879" y="334987"/>
                  </a:lnTo>
                  <a:lnTo>
                    <a:pt x="3004185" y="332994"/>
                  </a:lnTo>
                  <a:lnTo>
                    <a:pt x="2997835" y="322072"/>
                  </a:lnTo>
                  <a:lnTo>
                    <a:pt x="2961386" y="259334"/>
                  </a:lnTo>
                  <a:lnTo>
                    <a:pt x="2928112" y="337820"/>
                  </a:lnTo>
                  <a:lnTo>
                    <a:pt x="2960255" y="335788"/>
                  </a:lnTo>
                  <a:lnTo>
                    <a:pt x="2961513" y="349250"/>
                  </a:lnTo>
                  <a:lnTo>
                    <a:pt x="2972689" y="407162"/>
                  </a:lnTo>
                  <a:lnTo>
                    <a:pt x="2989072" y="462661"/>
                  </a:lnTo>
                  <a:lnTo>
                    <a:pt x="3010154" y="515747"/>
                  </a:lnTo>
                  <a:lnTo>
                    <a:pt x="3035935" y="565912"/>
                  </a:lnTo>
                  <a:lnTo>
                    <a:pt x="3066161" y="613156"/>
                  </a:lnTo>
                  <a:lnTo>
                    <a:pt x="3100324" y="656971"/>
                  </a:lnTo>
                  <a:lnTo>
                    <a:pt x="3138297" y="697103"/>
                  </a:lnTo>
                  <a:lnTo>
                    <a:pt x="3179699" y="733298"/>
                  </a:lnTo>
                  <a:lnTo>
                    <a:pt x="3224403" y="765175"/>
                  </a:lnTo>
                  <a:lnTo>
                    <a:pt x="3271901" y="792480"/>
                  </a:lnTo>
                  <a:lnTo>
                    <a:pt x="3322066" y="814959"/>
                  </a:lnTo>
                  <a:lnTo>
                    <a:pt x="3374771" y="832358"/>
                  </a:lnTo>
                  <a:lnTo>
                    <a:pt x="3429254" y="844042"/>
                  </a:lnTo>
                  <a:lnTo>
                    <a:pt x="3485769" y="850138"/>
                  </a:lnTo>
                  <a:lnTo>
                    <a:pt x="3514471" y="850900"/>
                  </a:lnTo>
                  <a:lnTo>
                    <a:pt x="3517519" y="850900"/>
                  </a:lnTo>
                  <a:lnTo>
                    <a:pt x="3517519" y="838200"/>
                  </a:lnTo>
                  <a:close/>
                </a:path>
                <a:path w="4131945" h="1664335">
                  <a:moveTo>
                    <a:pt x="3659886" y="12700"/>
                  </a:moveTo>
                  <a:lnTo>
                    <a:pt x="3601720" y="3048"/>
                  </a:lnTo>
                  <a:lnTo>
                    <a:pt x="3544316" y="0"/>
                  </a:lnTo>
                  <a:lnTo>
                    <a:pt x="3541268" y="127"/>
                  </a:lnTo>
                  <a:lnTo>
                    <a:pt x="3541649" y="12827"/>
                  </a:lnTo>
                  <a:lnTo>
                    <a:pt x="3544417" y="12712"/>
                  </a:lnTo>
                  <a:lnTo>
                    <a:pt x="3544189" y="12700"/>
                  </a:lnTo>
                  <a:lnTo>
                    <a:pt x="3659886" y="12700"/>
                  </a:lnTo>
                  <a:close/>
                </a:path>
                <a:path w="4131945" h="1664335">
                  <a:moveTo>
                    <a:pt x="4130548" y="1074039"/>
                  </a:moveTo>
                  <a:lnTo>
                    <a:pt x="4117848" y="1074039"/>
                  </a:lnTo>
                  <a:lnTo>
                    <a:pt x="4117835" y="1076960"/>
                  </a:lnTo>
                  <a:lnTo>
                    <a:pt x="4117835" y="1077087"/>
                  </a:lnTo>
                  <a:lnTo>
                    <a:pt x="4117086" y="1104900"/>
                  </a:lnTo>
                  <a:lnTo>
                    <a:pt x="4117048" y="1105281"/>
                  </a:lnTo>
                  <a:lnTo>
                    <a:pt x="4117009" y="1105789"/>
                  </a:lnTo>
                  <a:lnTo>
                    <a:pt x="4114800" y="1133094"/>
                  </a:lnTo>
                  <a:lnTo>
                    <a:pt x="4114800" y="1132840"/>
                  </a:lnTo>
                  <a:lnTo>
                    <a:pt x="4114762" y="1133094"/>
                  </a:lnTo>
                  <a:lnTo>
                    <a:pt x="4111117" y="1160526"/>
                  </a:lnTo>
                  <a:lnTo>
                    <a:pt x="4111244" y="1160145"/>
                  </a:lnTo>
                  <a:lnTo>
                    <a:pt x="4106037" y="1187450"/>
                  </a:lnTo>
                  <a:lnTo>
                    <a:pt x="4106164" y="1187069"/>
                  </a:lnTo>
                  <a:lnTo>
                    <a:pt x="4099687" y="1213993"/>
                  </a:lnTo>
                  <a:lnTo>
                    <a:pt x="4099687" y="1213612"/>
                  </a:lnTo>
                  <a:lnTo>
                    <a:pt x="4099572" y="1213993"/>
                  </a:lnTo>
                  <a:lnTo>
                    <a:pt x="4091813" y="1239901"/>
                  </a:lnTo>
                  <a:lnTo>
                    <a:pt x="4091940" y="1239647"/>
                  </a:lnTo>
                  <a:lnTo>
                    <a:pt x="4082796" y="1265301"/>
                  </a:lnTo>
                  <a:lnTo>
                    <a:pt x="4082923" y="1265047"/>
                  </a:lnTo>
                  <a:lnTo>
                    <a:pt x="4072382" y="1290193"/>
                  </a:lnTo>
                  <a:lnTo>
                    <a:pt x="4072509" y="1289812"/>
                  </a:lnTo>
                  <a:lnTo>
                    <a:pt x="4072318" y="1290193"/>
                  </a:lnTo>
                  <a:lnTo>
                    <a:pt x="4060888" y="1314297"/>
                  </a:lnTo>
                  <a:lnTo>
                    <a:pt x="4048125" y="1337818"/>
                  </a:lnTo>
                  <a:lnTo>
                    <a:pt x="4047960" y="1338072"/>
                  </a:lnTo>
                  <a:lnTo>
                    <a:pt x="4034155" y="1360932"/>
                  </a:lnTo>
                  <a:lnTo>
                    <a:pt x="4034409" y="1360678"/>
                  </a:lnTo>
                  <a:lnTo>
                    <a:pt x="4019169" y="1383157"/>
                  </a:lnTo>
                  <a:lnTo>
                    <a:pt x="4019296" y="1382903"/>
                  </a:lnTo>
                  <a:lnTo>
                    <a:pt x="4019105" y="1383157"/>
                  </a:lnTo>
                  <a:lnTo>
                    <a:pt x="4003040" y="1404620"/>
                  </a:lnTo>
                  <a:lnTo>
                    <a:pt x="4003167" y="1404366"/>
                  </a:lnTo>
                  <a:lnTo>
                    <a:pt x="4002951" y="1404620"/>
                  </a:lnTo>
                  <a:lnTo>
                    <a:pt x="3985895" y="1425321"/>
                  </a:lnTo>
                  <a:lnTo>
                    <a:pt x="3986022" y="1425067"/>
                  </a:lnTo>
                  <a:lnTo>
                    <a:pt x="3985780" y="1425321"/>
                  </a:lnTo>
                  <a:lnTo>
                    <a:pt x="3967734" y="1445260"/>
                  </a:lnTo>
                  <a:lnTo>
                    <a:pt x="3967861" y="1445006"/>
                  </a:lnTo>
                  <a:lnTo>
                    <a:pt x="3948557" y="1464183"/>
                  </a:lnTo>
                  <a:lnTo>
                    <a:pt x="3948811" y="1464056"/>
                  </a:lnTo>
                  <a:lnTo>
                    <a:pt x="3928491" y="1482344"/>
                  </a:lnTo>
                  <a:lnTo>
                    <a:pt x="3928745" y="1482090"/>
                  </a:lnTo>
                  <a:lnTo>
                    <a:pt x="3928427" y="1482344"/>
                  </a:lnTo>
                  <a:lnTo>
                    <a:pt x="3907536" y="1499489"/>
                  </a:lnTo>
                  <a:lnTo>
                    <a:pt x="3907663" y="1499362"/>
                  </a:lnTo>
                  <a:lnTo>
                    <a:pt x="3907485" y="1499489"/>
                  </a:lnTo>
                  <a:lnTo>
                    <a:pt x="3885565" y="1515872"/>
                  </a:lnTo>
                  <a:lnTo>
                    <a:pt x="3885819" y="1515618"/>
                  </a:lnTo>
                  <a:lnTo>
                    <a:pt x="3885438" y="1515872"/>
                  </a:lnTo>
                  <a:lnTo>
                    <a:pt x="3862959" y="1531112"/>
                  </a:lnTo>
                  <a:lnTo>
                    <a:pt x="3863213" y="1530858"/>
                  </a:lnTo>
                  <a:lnTo>
                    <a:pt x="3839591" y="1545336"/>
                  </a:lnTo>
                  <a:lnTo>
                    <a:pt x="3839845" y="1545209"/>
                  </a:lnTo>
                  <a:lnTo>
                    <a:pt x="3815397" y="1558505"/>
                  </a:lnTo>
                  <a:lnTo>
                    <a:pt x="3790569" y="1570482"/>
                  </a:lnTo>
                  <a:lnTo>
                    <a:pt x="3790264" y="1570609"/>
                  </a:lnTo>
                  <a:lnTo>
                    <a:pt x="3764661" y="1581531"/>
                  </a:lnTo>
                  <a:lnTo>
                    <a:pt x="3764915" y="1581404"/>
                  </a:lnTo>
                  <a:lnTo>
                    <a:pt x="3764572" y="1581531"/>
                  </a:lnTo>
                  <a:lnTo>
                    <a:pt x="3738499" y="1591310"/>
                  </a:lnTo>
                  <a:lnTo>
                    <a:pt x="3738753" y="1591310"/>
                  </a:lnTo>
                  <a:lnTo>
                    <a:pt x="3711575" y="1600073"/>
                  </a:lnTo>
                  <a:lnTo>
                    <a:pt x="3711943" y="1599946"/>
                  </a:lnTo>
                  <a:lnTo>
                    <a:pt x="3711473" y="1600073"/>
                  </a:lnTo>
                  <a:lnTo>
                    <a:pt x="3684270" y="1607312"/>
                  </a:lnTo>
                  <a:lnTo>
                    <a:pt x="3684524" y="1607312"/>
                  </a:lnTo>
                  <a:lnTo>
                    <a:pt x="3656203" y="1613535"/>
                  </a:lnTo>
                  <a:lnTo>
                    <a:pt x="3656444" y="1613408"/>
                  </a:lnTo>
                  <a:lnTo>
                    <a:pt x="3627628" y="1618234"/>
                  </a:lnTo>
                  <a:lnTo>
                    <a:pt x="3628136" y="1618234"/>
                  </a:lnTo>
                  <a:lnTo>
                    <a:pt x="3615385" y="1619440"/>
                  </a:lnTo>
                  <a:lnTo>
                    <a:pt x="3613404" y="1588135"/>
                  </a:lnTo>
                  <a:lnTo>
                    <a:pt x="3539744" y="1630934"/>
                  </a:lnTo>
                  <a:lnTo>
                    <a:pt x="3618217" y="1664081"/>
                  </a:lnTo>
                  <a:lnTo>
                    <a:pt x="3616261" y="1633220"/>
                  </a:lnTo>
                  <a:lnTo>
                    <a:pt x="3616185" y="1632064"/>
                  </a:lnTo>
                  <a:lnTo>
                    <a:pt x="3629520" y="1630807"/>
                  </a:lnTo>
                  <a:lnTo>
                    <a:pt x="3658743" y="1625981"/>
                  </a:lnTo>
                  <a:lnTo>
                    <a:pt x="3687318" y="1619631"/>
                  </a:lnTo>
                  <a:lnTo>
                    <a:pt x="3710140" y="1613535"/>
                  </a:lnTo>
                  <a:lnTo>
                    <a:pt x="3715385" y="1612138"/>
                  </a:lnTo>
                  <a:lnTo>
                    <a:pt x="3769614" y="1593342"/>
                  </a:lnTo>
                  <a:lnTo>
                    <a:pt x="3821303" y="1569720"/>
                  </a:lnTo>
                  <a:lnTo>
                    <a:pt x="3841978" y="1558417"/>
                  </a:lnTo>
                  <a:lnTo>
                    <a:pt x="3845941" y="1556258"/>
                  </a:lnTo>
                  <a:lnTo>
                    <a:pt x="3864089" y="1545209"/>
                  </a:lnTo>
                  <a:lnTo>
                    <a:pt x="3869944" y="1541653"/>
                  </a:lnTo>
                  <a:lnTo>
                    <a:pt x="3885666" y="1531112"/>
                  </a:lnTo>
                  <a:lnTo>
                    <a:pt x="3936873" y="1491869"/>
                  </a:lnTo>
                  <a:lnTo>
                    <a:pt x="3966768" y="1464056"/>
                  </a:lnTo>
                  <a:lnTo>
                    <a:pt x="3977005" y="1453896"/>
                  </a:lnTo>
                  <a:lnTo>
                    <a:pt x="3984879" y="1445260"/>
                  </a:lnTo>
                  <a:lnTo>
                    <a:pt x="3995547" y="1433576"/>
                  </a:lnTo>
                  <a:lnTo>
                    <a:pt x="4013073" y="1412367"/>
                  </a:lnTo>
                  <a:lnTo>
                    <a:pt x="4029583" y="1390396"/>
                  </a:lnTo>
                  <a:lnTo>
                    <a:pt x="4044950" y="1367663"/>
                  </a:lnTo>
                  <a:lnTo>
                    <a:pt x="4049191" y="1360678"/>
                  </a:lnTo>
                  <a:lnTo>
                    <a:pt x="4059174" y="1344295"/>
                  </a:lnTo>
                  <a:lnTo>
                    <a:pt x="4072255" y="1320038"/>
                  </a:lnTo>
                  <a:lnTo>
                    <a:pt x="4075023" y="1314196"/>
                  </a:lnTo>
                  <a:lnTo>
                    <a:pt x="4084066" y="1295146"/>
                  </a:lnTo>
                  <a:lnTo>
                    <a:pt x="4094734" y="1269746"/>
                  </a:lnTo>
                  <a:lnTo>
                    <a:pt x="4096397" y="1265047"/>
                  </a:lnTo>
                  <a:lnTo>
                    <a:pt x="4104005" y="1243711"/>
                  </a:lnTo>
                  <a:lnTo>
                    <a:pt x="4105224" y="1239647"/>
                  </a:lnTo>
                  <a:lnTo>
                    <a:pt x="4112006" y="1217168"/>
                  </a:lnTo>
                  <a:lnTo>
                    <a:pt x="4118483" y="1189990"/>
                  </a:lnTo>
                  <a:lnTo>
                    <a:pt x="4119029" y="1187069"/>
                  </a:lnTo>
                  <a:lnTo>
                    <a:pt x="4123690" y="1162304"/>
                  </a:lnTo>
                  <a:lnTo>
                    <a:pt x="4123982" y="1160145"/>
                  </a:lnTo>
                  <a:lnTo>
                    <a:pt x="4127500" y="1134364"/>
                  </a:lnTo>
                  <a:lnTo>
                    <a:pt x="4129786" y="1105789"/>
                  </a:lnTo>
                  <a:lnTo>
                    <a:pt x="4130548" y="1077087"/>
                  </a:lnTo>
                  <a:lnTo>
                    <a:pt x="4130548" y="1074039"/>
                  </a:lnTo>
                  <a:close/>
                </a:path>
                <a:path w="4131945" h="1664335">
                  <a:moveTo>
                    <a:pt x="4131564" y="513080"/>
                  </a:moveTo>
                  <a:lnTo>
                    <a:pt x="4099407" y="515124"/>
                  </a:lnTo>
                  <a:lnTo>
                    <a:pt x="4098290" y="503047"/>
                  </a:lnTo>
                  <a:lnTo>
                    <a:pt x="4098163" y="501650"/>
                  </a:lnTo>
                  <a:lnTo>
                    <a:pt x="4093337" y="472440"/>
                  </a:lnTo>
                  <a:lnTo>
                    <a:pt x="4087596" y="446659"/>
                  </a:lnTo>
                  <a:lnTo>
                    <a:pt x="4086987" y="443865"/>
                  </a:lnTo>
                  <a:lnTo>
                    <a:pt x="4079494" y="415798"/>
                  </a:lnTo>
                  <a:lnTo>
                    <a:pt x="4071874" y="392303"/>
                  </a:lnTo>
                  <a:lnTo>
                    <a:pt x="4070604" y="388366"/>
                  </a:lnTo>
                  <a:lnTo>
                    <a:pt x="4060698" y="361442"/>
                  </a:lnTo>
                  <a:lnTo>
                    <a:pt x="4049522" y="335165"/>
                  </a:lnTo>
                  <a:lnTo>
                    <a:pt x="4039870" y="315480"/>
                  </a:lnTo>
                  <a:lnTo>
                    <a:pt x="4037076" y="309765"/>
                  </a:lnTo>
                  <a:lnTo>
                    <a:pt x="4026916" y="291084"/>
                  </a:lnTo>
                  <a:lnTo>
                    <a:pt x="4023614" y="284988"/>
                  </a:lnTo>
                  <a:lnTo>
                    <a:pt x="4009009" y="260985"/>
                  </a:lnTo>
                  <a:lnTo>
                    <a:pt x="3993515" y="237744"/>
                  </a:lnTo>
                  <a:lnTo>
                    <a:pt x="3982555" y="223139"/>
                  </a:lnTo>
                  <a:lnTo>
                    <a:pt x="3976751" y="215392"/>
                  </a:lnTo>
                  <a:lnTo>
                    <a:pt x="3959225" y="193929"/>
                  </a:lnTo>
                  <a:lnTo>
                    <a:pt x="3948392" y="181991"/>
                  </a:lnTo>
                  <a:lnTo>
                    <a:pt x="3940683" y="173482"/>
                  </a:lnTo>
                  <a:lnTo>
                    <a:pt x="3930142" y="162814"/>
                  </a:lnTo>
                  <a:lnTo>
                    <a:pt x="3921252" y="153797"/>
                  </a:lnTo>
                  <a:lnTo>
                    <a:pt x="3911219" y="144653"/>
                  </a:lnTo>
                  <a:lnTo>
                    <a:pt x="3900932" y="135255"/>
                  </a:lnTo>
                  <a:lnTo>
                    <a:pt x="3891546" y="127508"/>
                  </a:lnTo>
                  <a:lnTo>
                    <a:pt x="3879723" y="117729"/>
                  </a:lnTo>
                  <a:lnTo>
                    <a:pt x="3857752" y="101092"/>
                  </a:lnTo>
                  <a:lnTo>
                    <a:pt x="3835019" y="85725"/>
                  </a:lnTo>
                  <a:lnTo>
                    <a:pt x="3829431" y="82296"/>
                  </a:lnTo>
                  <a:lnTo>
                    <a:pt x="3811651" y="71374"/>
                  </a:lnTo>
                  <a:lnTo>
                    <a:pt x="3808552" y="69723"/>
                  </a:lnTo>
                  <a:lnTo>
                    <a:pt x="3787394" y="58420"/>
                  </a:lnTo>
                  <a:lnTo>
                    <a:pt x="3764902" y="47752"/>
                  </a:lnTo>
                  <a:lnTo>
                    <a:pt x="3762502" y="46609"/>
                  </a:lnTo>
                  <a:lnTo>
                    <a:pt x="3743452" y="38608"/>
                  </a:lnTo>
                  <a:lnTo>
                    <a:pt x="3737102" y="35941"/>
                  </a:lnTo>
                  <a:lnTo>
                    <a:pt x="3711067" y="26543"/>
                  </a:lnTo>
                  <a:lnTo>
                    <a:pt x="3703904" y="24384"/>
                  </a:lnTo>
                  <a:lnTo>
                    <a:pt x="3687051" y="19304"/>
                  </a:lnTo>
                  <a:lnTo>
                    <a:pt x="3684524" y="18542"/>
                  </a:lnTo>
                  <a:lnTo>
                    <a:pt x="3659886" y="12700"/>
                  </a:lnTo>
                  <a:lnTo>
                    <a:pt x="3544417" y="12712"/>
                  </a:lnTo>
                  <a:lnTo>
                    <a:pt x="3572256" y="13462"/>
                  </a:lnTo>
                  <a:lnTo>
                    <a:pt x="3600450" y="15621"/>
                  </a:lnTo>
                  <a:lnTo>
                    <a:pt x="3600069" y="15621"/>
                  </a:lnTo>
                  <a:lnTo>
                    <a:pt x="3627869" y="19431"/>
                  </a:lnTo>
                  <a:lnTo>
                    <a:pt x="3627501" y="19304"/>
                  </a:lnTo>
                  <a:lnTo>
                    <a:pt x="3654793" y="24511"/>
                  </a:lnTo>
                  <a:lnTo>
                    <a:pt x="3654425" y="24384"/>
                  </a:lnTo>
                  <a:lnTo>
                    <a:pt x="3681349" y="30861"/>
                  </a:lnTo>
                  <a:lnTo>
                    <a:pt x="3680968" y="30861"/>
                  </a:lnTo>
                  <a:lnTo>
                    <a:pt x="3707244" y="38735"/>
                  </a:lnTo>
                  <a:lnTo>
                    <a:pt x="3707003" y="38608"/>
                  </a:lnTo>
                  <a:lnTo>
                    <a:pt x="3732644" y="47879"/>
                  </a:lnTo>
                  <a:lnTo>
                    <a:pt x="3732403" y="47752"/>
                  </a:lnTo>
                  <a:lnTo>
                    <a:pt x="3757549" y="58166"/>
                  </a:lnTo>
                  <a:lnTo>
                    <a:pt x="3757168" y="58039"/>
                  </a:lnTo>
                  <a:lnTo>
                    <a:pt x="3757422" y="58166"/>
                  </a:lnTo>
                  <a:lnTo>
                    <a:pt x="3781641" y="69773"/>
                  </a:lnTo>
                  <a:lnTo>
                    <a:pt x="3781780" y="69850"/>
                  </a:lnTo>
                  <a:lnTo>
                    <a:pt x="3805428" y="82550"/>
                  </a:lnTo>
                  <a:lnTo>
                    <a:pt x="3805174" y="82296"/>
                  </a:lnTo>
                  <a:lnTo>
                    <a:pt x="3828288" y="96393"/>
                  </a:lnTo>
                  <a:lnTo>
                    <a:pt x="3828034" y="96266"/>
                  </a:lnTo>
                  <a:lnTo>
                    <a:pt x="3828211" y="96393"/>
                  </a:lnTo>
                  <a:lnTo>
                    <a:pt x="3850513" y="111506"/>
                  </a:lnTo>
                  <a:lnTo>
                    <a:pt x="3850259" y="111379"/>
                  </a:lnTo>
                  <a:lnTo>
                    <a:pt x="3850424" y="111506"/>
                  </a:lnTo>
                  <a:lnTo>
                    <a:pt x="3871976" y="127762"/>
                  </a:lnTo>
                  <a:lnTo>
                    <a:pt x="3871722" y="127508"/>
                  </a:lnTo>
                  <a:lnTo>
                    <a:pt x="3892677" y="144907"/>
                  </a:lnTo>
                  <a:lnTo>
                    <a:pt x="3912489" y="163068"/>
                  </a:lnTo>
                  <a:lnTo>
                    <a:pt x="3912362" y="162814"/>
                  </a:lnTo>
                  <a:lnTo>
                    <a:pt x="3931539" y="182245"/>
                  </a:lnTo>
                  <a:lnTo>
                    <a:pt x="3931412" y="181991"/>
                  </a:lnTo>
                  <a:lnTo>
                    <a:pt x="3949700" y="202311"/>
                  </a:lnTo>
                  <a:lnTo>
                    <a:pt x="3949446" y="202057"/>
                  </a:lnTo>
                  <a:lnTo>
                    <a:pt x="3949649" y="202311"/>
                  </a:lnTo>
                  <a:lnTo>
                    <a:pt x="3966845" y="223393"/>
                  </a:lnTo>
                  <a:lnTo>
                    <a:pt x="3966718" y="223139"/>
                  </a:lnTo>
                  <a:lnTo>
                    <a:pt x="3983228" y="245237"/>
                  </a:lnTo>
                  <a:lnTo>
                    <a:pt x="3982974" y="244983"/>
                  </a:lnTo>
                  <a:lnTo>
                    <a:pt x="3983139" y="245237"/>
                  </a:lnTo>
                  <a:lnTo>
                    <a:pt x="3998468" y="267970"/>
                  </a:lnTo>
                  <a:lnTo>
                    <a:pt x="3998214" y="267716"/>
                  </a:lnTo>
                  <a:lnTo>
                    <a:pt x="3998366" y="267970"/>
                  </a:lnTo>
                  <a:lnTo>
                    <a:pt x="4012692" y="291338"/>
                  </a:lnTo>
                  <a:lnTo>
                    <a:pt x="4025862" y="315658"/>
                  </a:lnTo>
                  <a:lnTo>
                    <a:pt x="4037838" y="340360"/>
                  </a:lnTo>
                  <a:lnTo>
                    <a:pt x="4037939" y="340614"/>
                  </a:lnTo>
                  <a:lnTo>
                    <a:pt x="4048887" y="366268"/>
                  </a:lnTo>
                  <a:lnTo>
                    <a:pt x="4048760" y="366014"/>
                  </a:lnTo>
                  <a:lnTo>
                    <a:pt x="4048849" y="366268"/>
                  </a:lnTo>
                  <a:lnTo>
                    <a:pt x="4058666" y="392557"/>
                  </a:lnTo>
                  <a:lnTo>
                    <a:pt x="4058666" y="392303"/>
                  </a:lnTo>
                  <a:lnTo>
                    <a:pt x="4067429" y="419481"/>
                  </a:lnTo>
                  <a:lnTo>
                    <a:pt x="4067302" y="419227"/>
                  </a:lnTo>
                  <a:lnTo>
                    <a:pt x="4067365" y="419481"/>
                  </a:lnTo>
                  <a:lnTo>
                    <a:pt x="4074668" y="447040"/>
                  </a:lnTo>
                  <a:lnTo>
                    <a:pt x="4074668" y="446659"/>
                  </a:lnTo>
                  <a:lnTo>
                    <a:pt x="4080891" y="474980"/>
                  </a:lnTo>
                  <a:lnTo>
                    <a:pt x="4080764" y="474726"/>
                  </a:lnTo>
                  <a:lnTo>
                    <a:pt x="4080802" y="474980"/>
                  </a:lnTo>
                  <a:lnTo>
                    <a:pt x="4085590" y="503428"/>
                  </a:lnTo>
                  <a:lnTo>
                    <a:pt x="4085590" y="503047"/>
                  </a:lnTo>
                  <a:lnTo>
                    <a:pt x="4086783" y="515924"/>
                  </a:lnTo>
                  <a:lnTo>
                    <a:pt x="4055491" y="517906"/>
                  </a:lnTo>
                  <a:lnTo>
                    <a:pt x="4098290" y="591566"/>
                  </a:lnTo>
                  <a:lnTo>
                    <a:pt x="4124883" y="528828"/>
                  </a:lnTo>
                  <a:lnTo>
                    <a:pt x="4131564" y="51308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86477" y="3807713"/>
              <a:ext cx="731520" cy="585470"/>
            </a:xfrm>
            <a:custGeom>
              <a:avLst/>
              <a:gdLst/>
              <a:ahLst/>
              <a:cxnLst/>
              <a:rect l="l" t="t" r="r" b="b"/>
              <a:pathLst>
                <a:path w="731520" h="585470">
                  <a:moveTo>
                    <a:pt x="365760" y="0"/>
                  </a:moveTo>
                  <a:lnTo>
                    <a:pt x="292031" y="1982"/>
                  </a:lnTo>
                  <a:lnTo>
                    <a:pt x="223367" y="7667"/>
                  </a:lnTo>
                  <a:lnTo>
                    <a:pt x="161236" y="16662"/>
                  </a:lnTo>
                  <a:lnTo>
                    <a:pt x="107108" y="28575"/>
                  </a:lnTo>
                  <a:lnTo>
                    <a:pt x="62452" y="43011"/>
                  </a:lnTo>
                  <a:lnTo>
                    <a:pt x="7428" y="77884"/>
                  </a:lnTo>
                  <a:lnTo>
                    <a:pt x="0" y="97536"/>
                  </a:lnTo>
                  <a:lnTo>
                    <a:pt x="0" y="487680"/>
                  </a:lnTo>
                  <a:lnTo>
                    <a:pt x="28735" y="525637"/>
                  </a:lnTo>
                  <a:lnTo>
                    <a:pt x="107108" y="556641"/>
                  </a:lnTo>
                  <a:lnTo>
                    <a:pt x="161236" y="568553"/>
                  </a:lnTo>
                  <a:lnTo>
                    <a:pt x="223367" y="577548"/>
                  </a:lnTo>
                  <a:lnTo>
                    <a:pt x="292031" y="583233"/>
                  </a:lnTo>
                  <a:lnTo>
                    <a:pt x="365760" y="585216"/>
                  </a:lnTo>
                  <a:lnTo>
                    <a:pt x="439488" y="583233"/>
                  </a:lnTo>
                  <a:lnTo>
                    <a:pt x="508152" y="577548"/>
                  </a:lnTo>
                  <a:lnTo>
                    <a:pt x="570283" y="568553"/>
                  </a:lnTo>
                  <a:lnTo>
                    <a:pt x="624411" y="556641"/>
                  </a:lnTo>
                  <a:lnTo>
                    <a:pt x="669067" y="542204"/>
                  </a:lnTo>
                  <a:lnTo>
                    <a:pt x="724091" y="507331"/>
                  </a:lnTo>
                  <a:lnTo>
                    <a:pt x="731520" y="487680"/>
                  </a:lnTo>
                  <a:lnTo>
                    <a:pt x="731520" y="97536"/>
                  </a:lnTo>
                  <a:lnTo>
                    <a:pt x="702784" y="59578"/>
                  </a:lnTo>
                  <a:lnTo>
                    <a:pt x="624411" y="28575"/>
                  </a:lnTo>
                  <a:lnTo>
                    <a:pt x="570283" y="16662"/>
                  </a:lnTo>
                  <a:lnTo>
                    <a:pt x="508152" y="7667"/>
                  </a:lnTo>
                  <a:lnTo>
                    <a:pt x="439488" y="1982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83DA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86477" y="3807713"/>
              <a:ext cx="731520" cy="585470"/>
            </a:xfrm>
            <a:custGeom>
              <a:avLst/>
              <a:gdLst/>
              <a:ahLst/>
              <a:cxnLst/>
              <a:rect l="l" t="t" r="r" b="b"/>
              <a:pathLst>
                <a:path w="731520" h="585470">
                  <a:moveTo>
                    <a:pt x="731520" y="97536"/>
                  </a:moveTo>
                  <a:lnTo>
                    <a:pt x="702784" y="135493"/>
                  </a:lnTo>
                  <a:lnTo>
                    <a:pt x="624411" y="166497"/>
                  </a:lnTo>
                  <a:lnTo>
                    <a:pt x="570283" y="178409"/>
                  </a:lnTo>
                  <a:lnTo>
                    <a:pt x="508152" y="187404"/>
                  </a:lnTo>
                  <a:lnTo>
                    <a:pt x="439488" y="193089"/>
                  </a:lnTo>
                  <a:lnTo>
                    <a:pt x="365760" y="195072"/>
                  </a:lnTo>
                  <a:lnTo>
                    <a:pt x="292031" y="193089"/>
                  </a:lnTo>
                  <a:lnTo>
                    <a:pt x="223367" y="187404"/>
                  </a:lnTo>
                  <a:lnTo>
                    <a:pt x="161236" y="178409"/>
                  </a:lnTo>
                  <a:lnTo>
                    <a:pt x="107108" y="166497"/>
                  </a:lnTo>
                  <a:lnTo>
                    <a:pt x="62452" y="152060"/>
                  </a:lnTo>
                  <a:lnTo>
                    <a:pt x="7428" y="117187"/>
                  </a:lnTo>
                  <a:lnTo>
                    <a:pt x="0" y="97536"/>
                  </a:lnTo>
                </a:path>
                <a:path w="731520" h="585470">
                  <a:moveTo>
                    <a:pt x="0" y="97536"/>
                  </a:moveTo>
                  <a:lnTo>
                    <a:pt x="28735" y="59578"/>
                  </a:lnTo>
                  <a:lnTo>
                    <a:pt x="107108" y="28575"/>
                  </a:lnTo>
                  <a:lnTo>
                    <a:pt x="161236" y="16662"/>
                  </a:lnTo>
                  <a:lnTo>
                    <a:pt x="223367" y="7667"/>
                  </a:lnTo>
                  <a:lnTo>
                    <a:pt x="292031" y="1982"/>
                  </a:lnTo>
                  <a:lnTo>
                    <a:pt x="365760" y="0"/>
                  </a:lnTo>
                  <a:lnTo>
                    <a:pt x="439488" y="1982"/>
                  </a:lnTo>
                  <a:lnTo>
                    <a:pt x="508152" y="7667"/>
                  </a:lnTo>
                  <a:lnTo>
                    <a:pt x="570283" y="16662"/>
                  </a:lnTo>
                  <a:lnTo>
                    <a:pt x="624411" y="28575"/>
                  </a:lnTo>
                  <a:lnTo>
                    <a:pt x="669067" y="43011"/>
                  </a:lnTo>
                  <a:lnTo>
                    <a:pt x="724091" y="77884"/>
                  </a:lnTo>
                  <a:lnTo>
                    <a:pt x="731520" y="97536"/>
                  </a:lnTo>
                  <a:lnTo>
                    <a:pt x="731520" y="487680"/>
                  </a:lnTo>
                  <a:lnTo>
                    <a:pt x="702784" y="525637"/>
                  </a:lnTo>
                  <a:lnTo>
                    <a:pt x="624411" y="556641"/>
                  </a:lnTo>
                  <a:lnTo>
                    <a:pt x="570283" y="568553"/>
                  </a:lnTo>
                  <a:lnTo>
                    <a:pt x="508152" y="577548"/>
                  </a:lnTo>
                  <a:lnTo>
                    <a:pt x="439488" y="583233"/>
                  </a:lnTo>
                  <a:lnTo>
                    <a:pt x="365760" y="585216"/>
                  </a:lnTo>
                  <a:lnTo>
                    <a:pt x="292031" y="583233"/>
                  </a:lnTo>
                  <a:lnTo>
                    <a:pt x="223367" y="577548"/>
                  </a:lnTo>
                  <a:lnTo>
                    <a:pt x="161236" y="568553"/>
                  </a:lnTo>
                  <a:lnTo>
                    <a:pt x="107108" y="556641"/>
                  </a:lnTo>
                  <a:lnTo>
                    <a:pt x="62452" y="542204"/>
                  </a:lnTo>
                  <a:lnTo>
                    <a:pt x="7428" y="507331"/>
                  </a:lnTo>
                  <a:lnTo>
                    <a:pt x="0" y="487680"/>
                  </a:lnTo>
                  <a:lnTo>
                    <a:pt x="0" y="97536"/>
                  </a:lnTo>
                  <a:close/>
                </a:path>
              </a:pathLst>
            </a:custGeom>
            <a:ln w="25908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88407" y="4093463"/>
              <a:ext cx="336041" cy="12420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542033" y="3963746"/>
            <a:ext cx="6146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252525"/>
                </a:solidFill>
                <a:latin typeface="Arial"/>
                <a:cs typeface="Arial"/>
              </a:rPr>
              <a:t>It</a:t>
            </a:r>
            <a:r>
              <a:rPr sz="1400" b="1" spc="-114" dirty="0">
                <a:solidFill>
                  <a:srgbClr val="252525"/>
                </a:solidFill>
                <a:latin typeface="Arial"/>
                <a:cs typeface="Arial"/>
              </a:rPr>
              <a:t>er</a:t>
            </a:r>
            <a:r>
              <a:rPr sz="1400" b="1" spc="-14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400" b="1" spc="-65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400" b="1" spc="-150" dirty="0">
                <a:solidFill>
                  <a:srgbClr val="252525"/>
                </a:solidFill>
                <a:latin typeface="Arial"/>
                <a:cs typeface="Arial"/>
              </a:rPr>
              <a:t>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474720" y="3215639"/>
            <a:ext cx="2952115" cy="1931035"/>
            <a:chOff x="3474720" y="3215639"/>
            <a:chExt cx="2952115" cy="1931035"/>
          </a:xfrm>
        </p:grpSpPr>
        <p:sp>
          <p:nvSpPr>
            <p:cNvPr id="29" name="object 29"/>
            <p:cNvSpPr/>
            <p:nvPr/>
          </p:nvSpPr>
          <p:spPr>
            <a:xfrm>
              <a:off x="4652772" y="3215639"/>
              <a:ext cx="596265" cy="1725295"/>
            </a:xfrm>
            <a:custGeom>
              <a:avLst/>
              <a:gdLst/>
              <a:ahLst/>
              <a:cxnLst/>
              <a:rect l="l" t="t" r="r" b="b"/>
              <a:pathLst>
                <a:path w="596264" h="1725295">
                  <a:moveTo>
                    <a:pt x="592836" y="1680718"/>
                  </a:moveTo>
                  <a:lnTo>
                    <a:pt x="76200" y="1680718"/>
                  </a:lnTo>
                  <a:lnTo>
                    <a:pt x="76200" y="1648968"/>
                  </a:lnTo>
                  <a:lnTo>
                    <a:pt x="0" y="1687068"/>
                  </a:lnTo>
                  <a:lnTo>
                    <a:pt x="76200" y="1725168"/>
                  </a:lnTo>
                  <a:lnTo>
                    <a:pt x="76200" y="1693418"/>
                  </a:lnTo>
                  <a:lnTo>
                    <a:pt x="592836" y="1693418"/>
                  </a:lnTo>
                  <a:lnTo>
                    <a:pt x="592836" y="1680718"/>
                  </a:lnTo>
                  <a:close/>
                </a:path>
                <a:path w="596264" h="1725295">
                  <a:moveTo>
                    <a:pt x="595884" y="38100"/>
                  </a:moveTo>
                  <a:lnTo>
                    <a:pt x="583184" y="31750"/>
                  </a:lnTo>
                  <a:lnTo>
                    <a:pt x="519684" y="0"/>
                  </a:lnTo>
                  <a:lnTo>
                    <a:pt x="519684" y="31750"/>
                  </a:lnTo>
                  <a:lnTo>
                    <a:pt x="3048" y="31750"/>
                  </a:lnTo>
                  <a:lnTo>
                    <a:pt x="3048" y="44450"/>
                  </a:lnTo>
                  <a:lnTo>
                    <a:pt x="519684" y="44450"/>
                  </a:lnTo>
                  <a:lnTo>
                    <a:pt x="519684" y="76200"/>
                  </a:lnTo>
                  <a:lnTo>
                    <a:pt x="583184" y="44450"/>
                  </a:lnTo>
                  <a:lnTo>
                    <a:pt x="595884" y="3810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84626" y="4668773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1168908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8" y="467868"/>
                  </a:lnTo>
                  <a:lnTo>
                    <a:pt x="11689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84626" y="4668773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0" y="467868"/>
                  </a:moveTo>
                  <a:lnTo>
                    <a:pt x="1168908" y="467868"/>
                  </a:lnTo>
                  <a:lnTo>
                    <a:pt x="1168908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73424" y="4837175"/>
              <a:ext cx="596646" cy="16230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246370" y="4668773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1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1" y="467868"/>
                  </a:lnTo>
                  <a:lnTo>
                    <a:pt x="117043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46370" y="4668773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1" y="467868"/>
                  </a:lnTo>
                  <a:lnTo>
                    <a:pt x="1170431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73268" y="4837175"/>
              <a:ext cx="515874" cy="13335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437489" y="431419"/>
            <a:ext cx="242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Planification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1542262"/>
            <a:ext cx="2614422" cy="3055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7804" y="2074164"/>
            <a:ext cx="3420617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27" y="5818632"/>
            <a:ext cx="5519166" cy="16230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912111" y="2621533"/>
            <a:ext cx="6116955" cy="2959100"/>
            <a:chOff x="1912111" y="2621533"/>
            <a:chExt cx="6116955" cy="2959100"/>
          </a:xfrm>
        </p:grpSpPr>
        <p:sp>
          <p:nvSpPr>
            <p:cNvPr id="10" name="object 10"/>
            <p:cNvSpPr/>
            <p:nvPr/>
          </p:nvSpPr>
          <p:spPr>
            <a:xfrm>
              <a:off x="1912111" y="2621533"/>
              <a:ext cx="6116955" cy="2959100"/>
            </a:xfrm>
            <a:custGeom>
              <a:avLst/>
              <a:gdLst/>
              <a:ahLst/>
              <a:cxnLst/>
              <a:rect l="l" t="t" r="r" b="b"/>
              <a:pathLst>
                <a:path w="6116955" h="2959100">
                  <a:moveTo>
                    <a:pt x="52453" y="1774308"/>
                  </a:moveTo>
                  <a:lnTo>
                    <a:pt x="24855" y="1782932"/>
                  </a:lnTo>
                  <a:lnTo>
                    <a:pt x="42544" y="1816100"/>
                  </a:lnTo>
                  <a:lnTo>
                    <a:pt x="72643" y="1879600"/>
                  </a:lnTo>
                  <a:lnTo>
                    <a:pt x="107442" y="1930400"/>
                  </a:lnTo>
                  <a:lnTo>
                    <a:pt x="146431" y="1993900"/>
                  </a:lnTo>
                  <a:lnTo>
                    <a:pt x="189611" y="2044700"/>
                  </a:lnTo>
                  <a:lnTo>
                    <a:pt x="237236" y="2095500"/>
                  </a:lnTo>
                  <a:lnTo>
                    <a:pt x="288798" y="2146300"/>
                  </a:lnTo>
                  <a:lnTo>
                    <a:pt x="344296" y="2197100"/>
                  </a:lnTo>
                  <a:lnTo>
                    <a:pt x="403860" y="2247900"/>
                  </a:lnTo>
                  <a:lnTo>
                    <a:pt x="467106" y="2298700"/>
                  </a:lnTo>
                  <a:lnTo>
                    <a:pt x="534035" y="2349500"/>
                  </a:lnTo>
                  <a:lnTo>
                    <a:pt x="604519" y="2387600"/>
                  </a:lnTo>
                  <a:lnTo>
                    <a:pt x="678561" y="2438400"/>
                  </a:lnTo>
                  <a:lnTo>
                    <a:pt x="756031" y="2476500"/>
                  </a:lnTo>
                  <a:lnTo>
                    <a:pt x="836802" y="2514600"/>
                  </a:lnTo>
                  <a:lnTo>
                    <a:pt x="920750" y="2565400"/>
                  </a:lnTo>
                  <a:lnTo>
                    <a:pt x="1007744" y="2603500"/>
                  </a:lnTo>
                  <a:lnTo>
                    <a:pt x="1097914" y="2628900"/>
                  </a:lnTo>
                  <a:lnTo>
                    <a:pt x="1191006" y="2667000"/>
                  </a:lnTo>
                  <a:lnTo>
                    <a:pt x="1286890" y="2705100"/>
                  </a:lnTo>
                  <a:lnTo>
                    <a:pt x="1385570" y="2730500"/>
                  </a:lnTo>
                  <a:lnTo>
                    <a:pt x="1486915" y="2768600"/>
                  </a:lnTo>
                  <a:lnTo>
                    <a:pt x="1590675" y="2794000"/>
                  </a:lnTo>
                  <a:lnTo>
                    <a:pt x="1916684" y="2870200"/>
                  </a:lnTo>
                  <a:lnTo>
                    <a:pt x="2029967" y="2882900"/>
                  </a:lnTo>
                  <a:lnTo>
                    <a:pt x="2145157" y="2908300"/>
                  </a:lnTo>
                  <a:lnTo>
                    <a:pt x="2502535" y="2946400"/>
                  </a:lnTo>
                  <a:lnTo>
                    <a:pt x="2658745" y="2959100"/>
                  </a:lnTo>
                  <a:lnTo>
                    <a:pt x="3425316" y="2959100"/>
                  </a:lnTo>
                  <a:lnTo>
                    <a:pt x="3721100" y="2933700"/>
                  </a:lnTo>
                  <a:lnTo>
                    <a:pt x="2815590" y="2933700"/>
                  </a:lnTo>
                  <a:lnTo>
                    <a:pt x="2660268" y="2921000"/>
                  </a:lnTo>
                  <a:lnTo>
                    <a:pt x="2660650" y="2921000"/>
                  </a:lnTo>
                  <a:lnTo>
                    <a:pt x="2504821" y="2908300"/>
                  </a:lnTo>
                  <a:lnTo>
                    <a:pt x="2384805" y="2908300"/>
                  </a:lnTo>
                  <a:lnTo>
                    <a:pt x="2265934" y="2882900"/>
                  </a:lnTo>
                  <a:lnTo>
                    <a:pt x="2266188" y="2882900"/>
                  </a:lnTo>
                  <a:lnTo>
                    <a:pt x="2149221" y="2870200"/>
                  </a:lnTo>
                  <a:lnTo>
                    <a:pt x="2149475" y="2870200"/>
                  </a:lnTo>
                  <a:lnTo>
                    <a:pt x="2034539" y="2857500"/>
                  </a:lnTo>
                  <a:lnTo>
                    <a:pt x="2034793" y="2857500"/>
                  </a:lnTo>
                  <a:lnTo>
                    <a:pt x="1921890" y="2832100"/>
                  </a:lnTo>
                  <a:lnTo>
                    <a:pt x="1922272" y="2832100"/>
                  </a:lnTo>
                  <a:lnTo>
                    <a:pt x="1811527" y="2819400"/>
                  </a:lnTo>
                  <a:lnTo>
                    <a:pt x="1811909" y="2819400"/>
                  </a:lnTo>
                  <a:lnTo>
                    <a:pt x="1703451" y="2794000"/>
                  </a:lnTo>
                  <a:lnTo>
                    <a:pt x="1703832" y="2794000"/>
                  </a:lnTo>
                  <a:lnTo>
                    <a:pt x="1597787" y="2768600"/>
                  </a:lnTo>
                  <a:lnTo>
                    <a:pt x="1598040" y="2768600"/>
                  </a:lnTo>
                  <a:lnTo>
                    <a:pt x="1494536" y="2730500"/>
                  </a:lnTo>
                  <a:lnTo>
                    <a:pt x="1494916" y="2730500"/>
                  </a:lnTo>
                  <a:lnTo>
                    <a:pt x="1393952" y="2705100"/>
                  </a:lnTo>
                  <a:lnTo>
                    <a:pt x="1394205" y="2705100"/>
                  </a:lnTo>
                  <a:lnTo>
                    <a:pt x="1295908" y="2679700"/>
                  </a:lnTo>
                  <a:lnTo>
                    <a:pt x="1296289" y="2679700"/>
                  </a:lnTo>
                  <a:lnTo>
                    <a:pt x="1200658" y="2641600"/>
                  </a:lnTo>
                  <a:lnTo>
                    <a:pt x="1201039" y="2641600"/>
                  </a:lnTo>
                  <a:lnTo>
                    <a:pt x="1108329" y="2603500"/>
                  </a:lnTo>
                  <a:lnTo>
                    <a:pt x="1108710" y="2603500"/>
                  </a:lnTo>
                  <a:lnTo>
                    <a:pt x="1018794" y="2565400"/>
                  </a:lnTo>
                  <a:lnTo>
                    <a:pt x="1019175" y="2565400"/>
                  </a:lnTo>
                  <a:lnTo>
                    <a:pt x="932561" y="2527300"/>
                  </a:lnTo>
                  <a:lnTo>
                    <a:pt x="932942" y="2527300"/>
                  </a:lnTo>
                  <a:lnTo>
                    <a:pt x="849376" y="2489200"/>
                  </a:lnTo>
                  <a:lnTo>
                    <a:pt x="849757" y="2489200"/>
                  </a:lnTo>
                  <a:lnTo>
                    <a:pt x="769365" y="2451100"/>
                  </a:lnTo>
                  <a:lnTo>
                    <a:pt x="769746" y="2451100"/>
                  </a:lnTo>
                  <a:lnTo>
                    <a:pt x="692785" y="2413000"/>
                  </a:lnTo>
                  <a:lnTo>
                    <a:pt x="693165" y="2413000"/>
                  </a:lnTo>
                  <a:lnTo>
                    <a:pt x="619632" y="2362200"/>
                  </a:lnTo>
                  <a:lnTo>
                    <a:pt x="620013" y="2362200"/>
                  </a:lnTo>
                  <a:lnTo>
                    <a:pt x="549910" y="2324100"/>
                  </a:lnTo>
                  <a:lnTo>
                    <a:pt x="550418" y="2324100"/>
                  </a:lnTo>
                  <a:lnTo>
                    <a:pt x="483869" y="2273300"/>
                  </a:lnTo>
                  <a:lnTo>
                    <a:pt x="484377" y="2273300"/>
                  </a:lnTo>
                  <a:lnTo>
                    <a:pt x="421639" y="2222500"/>
                  </a:lnTo>
                  <a:lnTo>
                    <a:pt x="422148" y="2222500"/>
                  </a:lnTo>
                  <a:lnTo>
                    <a:pt x="363093" y="2184400"/>
                  </a:lnTo>
                  <a:lnTo>
                    <a:pt x="363600" y="2184400"/>
                  </a:lnTo>
                  <a:lnTo>
                    <a:pt x="308610" y="2133600"/>
                  </a:lnTo>
                  <a:lnTo>
                    <a:pt x="309118" y="2133600"/>
                  </a:lnTo>
                  <a:lnTo>
                    <a:pt x="258063" y="2082800"/>
                  </a:lnTo>
                  <a:lnTo>
                    <a:pt x="258571" y="2082800"/>
                  </a:lnTo>
                  <a:lnTo>
                    <a:pt x="211455" y="2032000"/>
                  </a:lnTo>
                  <a:lnTo>
                    <a:pt x="212089" y="2032000"/>
                  </a:lnTo>
                  <a:lnTo>
                    <a:pt x="169290" y="1968500"/>
                  </a:lnTo>
                  <a:lnTo>
                    <a:pt x="169799" y="1968500"/>
                  </a:lnTo>
                  <a:lnTo>
                    <a:pt x="131318" y="1917700"/>
                  </a:lnTo>
                  <a:lnTo>
                    <a:pt x="131825" y="1917700"/>
                  </a:lnTo>
                  <a:lnTo>
                    <a:pt x="97662" y="1866900"/>
                  </a:lnTo>
                  <a:lnTo>
                    <a:pt x="98043" y="1866900"/>
                  </a:lnTo>
                  <a:lnTo>
                    <a:pt x="74371" y="1816100"/>
                  </a:lnTo>
                  <a:lnTo>
                    <a:pt x="68961" y="1816100"/>
                  </a:lnTo>
                  <a:lnTo>
                    <a:pt x="52453" y="1774308"/>
                  </a:lnTo>
                  <a:close/>
                </a:path>
                <a:path w="6116955" h="2959100">
                  <a:moveTo>
                    <a:pt x="4788281" y="2667000"/>
                  </a:moveTo>
                  <a:lnTo>
                    <a:pt x="4665980" y="2717800"/>
                  </a:lnTo>
                  <a:lnTo>
                    <a:pt x="4666361" y="2717800"/>
                  </a:lnTo>
                  <a:lnTo>
                    <a:pt x="4539996" y="2743200"/>
                  </a:lnTo>
                  <a:lnTo>
                    <a:pt x="4540504" y="2743200"/>
                  </a:lnTo>
                  <a:lnTo>
                    <a:pt x="4410710" y="2781300"/>
                  </a:lnTo>
                  <a:lnTo>
                    <a:pt x="4411091" y="2781300"/>
                  </a:lnTo>
                  <a:lnTo>
                    <a:pt x="4277995" y="2806700"/>
                  </a:lnTo>
                  <a:lnTo>
                    <a:pt x="4278249" y="2806700"/>
                  </a:lnTo>
                  <a:lnTo>
                    <a:pt x="4141978" y="2832100"/>
                  </a:lnTo>
                  <a:lnTo>
                    <a:pt x="4142359" y="2832100"/>
                  </a:lnTo>
                  <a:lnTo>
                    <a:pt x="4003166" y="2857500"/>
                  </a:lnTo>
                  <a:lnTo>
                    <a:pt x="4003548" y="2857500"/>
                  </a:lnTo>
                  <a:lnTo>
                    <a:pt x="3861689" y="2882900"/>
                  </a:lnTo>
                  <a:lnTo>
                    <a:pt x="3862070" y="2882900"/>
                  </a:lnTo>
                  <a:lnTo>
                    <a:pt x="3717798" y="2895600"/>
                  </a:lnTo>
                  <a:lnTo>
                    <a:pt x="3718179" y="2895600"/>
                  </a:lnTo>
                  <a:lnTo>
                    <a:pt x="3571621" y="2921000"/>
                  </a:lnTo>
                  <a:lnTo>
                    <a:pt x="3423792" y="2921000"/>
                  </a:lnTo>
                  <a:lnTo>
                    <a:pt x="3273425" y="2933700"/>
                  </a:lnTo>
                  <a:lnTo>
                    <a:pt x="3721100" y="2933700"/>
                  </a:lnTo>
                  <a:lnTo>
                    <a:pt x="3865753" y="2908300"/>
                  </a:lnTo>
                  <a:lnTo>
                    <a:pt x="4007992" y="2895600"/>
                  </a:lnTo>
                  <a:lnTo>
                    <a:pt x="4284091" y="2844800"/>
                  </a:lnTo>
                  <a:lnTo>
                    <a:pt x="4417695" y="2806700"/>
                  </a:lnTo>
                  <a:lnTo>
                    <a:pt x="4547870" y="2781300"/>
                  </a:lnTo>
                  <a:lnTo>
                    <a:pt x="4797297" y="2705100"/>
                  </a:lnTo>
                  <a:lnTo>
                    <a:pt x="4856797" y="2679700"/>
                  </a:lnTo>
                  <a:lnTo>
                    <a:pt x="4787899" y="2679700"/>
                  </a:lnTo>
                  <a:lnTo>
                    <a:pt x="4788281" y="2667000"/>
                  </a:lnTo>
                  <a:close/>
                </a:path>
                <a:path w="6116955" h="2959100">
                  <a:moveTo>
                    <a:pt x="6101207" y="1333500"/>
                  </a:moveTo>
                  <a:lnTo>
                    <a:pt x="6072759" y="1333500"/>
                  </a:lnTo>
                  <a:lnTo>
                    <a:pt x="6079363" y="1371600"/>
                  </a:lnTo>
                  <a:lnTo>
                    <a:pt x="6084062" y="1409700"/>
                  </a:lnTo>
                  <a:lnTo>
                    <a:pt x="6086983" y="1447800"/>
                  </a:lnTo>
                  <a:lnTo>
                    <a:pt x="6087998" y="1485900"/>
                  </a:lnTo>
                  <a:lnTo>
                    <a:pt x="6087110" y="1524000"/>
                  </a:lnTo>
                  <a:lnTo>
                    <a:pt x="6084316" y="1549400"/>
                  </a:lnTo>
                  <a:lnTo>
                    <a:pt x="6079617" y="1587500"/>
                  </a:lnTo>
                  <a:lnTo>
                    <a:pt x="6072886" y="1625600"/>
                  </a:lnTo>
                  <a:lnTo>
                    <a:pt x="6064249" y="1663700"/>
                  </a:lnTo>
                  <a:lnTo>
                    <a:pt x="6064377" y="1663700"/>
                  </a:lnTo>
                  <a:lnTo>
                    <a:pt x="6053582" y="1701800"/>
                  </a:lnTo>
                  <a:lnTo>
                    <a:pt x="6053836" y="1701800"/>
                  </a:lnTo>
                  <a:lnTo>
                    <a:pt x="6041009" y="1739900"/>
                  </a:lnTo>
                  <a:lnTo>
                    <a:pt x="6041263" y="1739900"/>
                  </a:lnTo>
                  <a:lnTo>
                    <a:pt x="6026531" y="1778000"/>
                  </a:lnTo>
                  <a:lnTo>
                    <a:pt x="6026785" y="1778000"/>
                  </a:lnTo>
                  <a:lnTo>
                    <a:pt x="6010020" y="1803400"/>
                  </a:lnTo>
                  <a:lnTo>
                    <a:pt x="6010274" y="1803400"/>
                  </a:lnTo>
                  <a:lnTo>
                    <a:pt x="5991733" y="1841500"/>
                  </a:lnTo>
                  <a:lnTo>
                    <a:pt x="5992114" y="1841500"/>
                  </a:lnTo>
                  <a:lnTo>
                    <a:pt x="5971794" y="1879600"/>
                  </a:lnTo>
                  <a:lnTo>
                    <a:pt x="5972174" y="1879600"/>
                  </a:lnTo>
                  <a:lnTo>
                    <a:pt x="5949949" y="1917700"/>
                  </a:lnTo>
                  <a:lnTo>
                    <a:pt x="5950204" y="1917700"/>
                  </a:lnTo>
                  <a:lnTo>
                    <a:pt x="5926455" y="1955800"/>
                  </a:lnTo>
                  <a:lnTo>
                    <a:pt x="5926709" y="1955800"/>
                  </a:lnTo>
                  <a:lnTo>
                    <a:pt x="5901182" y="1981200"/>
                  </a:lnTo>
                  <a:lnTo>
                    <a:pt x="5901436" y="1981200"/>
                  </a:lnTo>
                  <a:lnTo>
                    <a:pt x="5874131" y="2019300"/>
                  </a:lnTo>
                  <a:lnTo>
                    <a:pt x="5874512" y="2019300"/>
                  </a:lnTo>
                  <a:lnTo>
                    <a:pt x="5845556" y="2057400"/>
                  </a:lnTo>
                  <a:lnTo>
                    <a:pt x="5845810" y="2057400"/>
                  </a:lnTo>
                  <a:lnTo>
                    <a:pt x="5815203" y="2082800"/>
                  </a:lnTo>
                  <a:lnTo>
                    <a:pt x="5815584" y="2082800"/>
                  </a:lnTo>
                  <a:lnTo>
                    <a:pt x="5783326" y="2120900"/>
                  </a:lnTo>
                  <a:lnTo>
                    <a:pt x="5783580" y="2120900"/>
                  </a:lnTo>
                  <a:lnTo>
                    <a:pt x="5749797" y="2146300"/>
                  </a:lnTo>
                  <a:lnTo>
                    <a:pt x="5750052" y="2146300"/>
                  </a:lnTo>
                  <a:lnTo>
                    <a:pt x="5714745" y="2184400"/>
                  </a:lnTo>
                  <a:lnTo>
                    <a:pt x="5715127" y="2184400"/>
                  </a:lnTo>
                  <a:lnTo>
                    <a:pt x="5678170" y="2209800"/>
                  </a:lnTo>
                  <a:lnTo>
                    <a:pt x="5678551" y="2209800"/>
                  </a:lnTo>
                  <a:lnTo>
                    <a:pt x="5600319" y="2273300"/>
                  </a:lnTo>
                  <a:lnTo>
                    <a:pt x="5600954" y="2273300"/>
                  </a:lnTo>
                  <a:lnTo>
                    <a:pt x="5516753" y="2324100"/>
                  </a:lnTo>
                  <a:lnTo>
                    <a:pt x="5517388" y="2324100"/>
                  </a:lnTo>
                  <a:lnTo>
                    <a:pt x="5427726" y="2387600"/>
                  </a:lnTo>
                  <a:lnTo>
                    <a:pt x="5428234" y="2387600"/>
                  </a:lnTo>
                  <a:lnTo>
                    <a:pt x="5333238" y="2438400"/>
                  </a:lnTo>
                  <a:lnTo>
                    <a:pt x="5333745" y="2438400"/>
                  </a:lnTo>
                  <a:lnTo>
                    <a:pt x="5233543" y="2489200"/>
                  </a:lnTo>
                  <a:lnTo>
                    <a:pt x="5234051" y="2489200"/>
                  </a:lnTo>
                  <a:lnTo>
                    <a:pt x="5129021" y="2540000"/>
                  </a:lnTo>
                  <a:lnTo>
                    <a:pt x="5129403" y="2540000"/>
                  </a:lnTo>
                  <a:lnTo>
                    <a:pt x="5019674" y="2590800"/>
                  </a:lnTo>
                  <a:lnTo>
                    <a:pt x="5020183" y="2590800"/>
                  </a:lnTo>
                  <a:lnTo>
                    <a:pt x="4906010" y="2628900"/>
                  </a:lnTo>
                  <a:lnTo>
                    <a:pt x="4906391" y="2628900"/>
                  </a:lnTo>
                  <a:lnTo>
                    <a:pt x="4787899" y="2679700"/>
                  </a:lnTo>
                  <a:lnTo>
                    <a:pt x="4856797" y="2679700"/>
                  </a:lnTo>
                  <a:lnTo>
                    <a:pt x="4916296" y="2654300"/>
                  </a:lnTo>
                  <a:lnTo>
                    <a:pt x="5030851" y="2616200"/>
                  </a:lnTo>
                  <a:lnTo>
                    <a:pt x="5141087" y="2565400"/>
                  </a:lnTo>
                  <a:lnTo>
                    <a:pt x="5246623" y="2514600"/>
                  </a:lnTo>
                  <a:lnTo>
                    <a:pt x="5347335" y="2463800"/>
                  </a:lnTo>
                  <a:lnTo>
                    <a:pt x="5442966" y="2413000"/>
                  </a:lnTo>
                  <a:lnTo>
                    <a:pt x="5533136" y="2349500"/>
                  </a:lnTo>
                  <a:lnTo>
                    <a:pt x="5617845" y="2298700"/>
                  </a:lnTo>
                  <a:lnTo>
                    <a:pt x="5696585" y="2235200"/>
                  </a:lnTo>
                  <a:lnTo>
                    <a:pt x="5733922" y="2197100"/>
                  </a:lnTo>
                  <a:lnTo>
                    <a:pt x="5769610" y="2171700"/>
                  </a:lnTo>
                  <a:lnTo>
                    <a:pt x="5803772" y="2133600"/>
                  </a:lnTo>
                  <a:lnTo>
                    <a:pt x="5836412" y="2108200"/>
                  </a:lnTo>
                  <a:lnTo>
                    <a:pt x="5867272" y="2070100"/>
                  </a:lnTo>
                  <a:lnTo>
                    <a:pt x="5896610" y="2032000"/>
                  </a:lnTo>
                  <a:lnTo>
                    <a:pt x="5924295" y="2006600"/>
                  </a:lnTo>
                  <a:lnTo>
                    <a:pt x="5950204" y="1968500"/>
                  </a:lnTo>
                  <a:lnTo>
                    <a:pt x="5974334" y="1930400"/>
                  </a:lnTo>
                  <a:lnTo>
                    <a:pt x="5996813" y="1892300"/>
                  </a:lnTo>
                  <a:lnTo>
                    <a:pt x="6017387" y="1854200"/>
                  </a:lnTo>
                  <a:lnTo>
                    <a:pt x="6036183" y="1816100"/>
                  </a:lnTo>
                  <a:lnTo>
                    <a:pt x="6053201" y="1790700"/>
                  </a:lnTo>
                  <a:lnTo>
                    <a:pt x="6068314" y="1752600"/>
                  </a:lnTo>
                  <a:lnTo>
                    <a:pt x="6081395" y="1714500"/>
                  </a:lnTo>
                  <a:lnTo>
                    <a:pt x="6092317" y="1676400"/>
                  </a:lnTo>
                  <a:lnTo>
                    <a:pt x="6101207" y="1638300"/>
                  </a:lnTo>
                  <a:lnTo>
                    <a:pt x="6108192" y="1600200"/>
                  </a:lnTo>
                  <a:lnTo>
                    <a:pt x="6113145" y="1562100"/>
                  </a:lnTo>
                  <a:lnTo>
                    <a:pt x="6116066" y="1524000"/>
                  </a:lnTo>
                  <a:lnTo>
                    <a:pt x="6116955" y="1485900"/>
                  </a:lnTo>
                  <a:lnTo>
                    <a:pt x="6115812" y="1447800"/>
                  </a:lnTo>
                  <a:lnTo>
                    <a:pt x="6112764" y="1409700"/>
                  </a:lnTo>
                  <a:lnTo>
                    <a:pt x="6107938" y="1371600"/>
                  </a:lnTo>
                  <a:lnTo>
                    <a:pt x="6101207" y="1333500"/>
                  </a:lnTo>
                  <a:close/>
                </a:path>
                <a:path w="6116955" h="2959100">
                  <a:moveTo>
                    <a:pt x="68452" y="1803400"/>
                  </a:moveTo>
                  <a:lnTo>
                    <a:pt x="68961" y="1816100"/>
                  </a:lnTo>
                  <a:lnTo>
                    <a:pt x="74371" y="1816100"/>
                  </a:lnTo>
                  <a:lnTo>
                    <a:pt x="68452" y="1803400"/>
                  </a:lnTo>
                  <a:close/>
                </a:path>
                <a:path w="6116955" h="2959100">
                  <a:moveTo>
                    <a:pt x="10032" y="1701800"/>
                  </a:moveTo>
                  <a:lnTo>
                    <a:pt x="0" y="1790700"/>
                  </a:lnTo>
                  <a:lnTo>
                    <a:pt x="24855" y="1782932"/>
                  </a:lnTo>
                  <a:lnTo>
                    <a:pt x="22225" y="1778000"/>
                  </a:lnTo>
                  <a:lnTo>
                    <a:pt x="48894" y="1765300"/>
                  </a:lnTo>
                  <a:lnTo>
                    <a:pt x="81280" y="1765300"/>
                  </a:lnTo>
                  <a:lnTo>
                    <a:pt x="10032" y="1701800"/>
                  </a:lnTo>
                  <a:close/>
                </a:path>
                <a:path w="6116955" h="2959100">
                  <a:moveTo>
                    <a:pt x="48894" y="1765300"/>
                  </a:moveTo>
                  <a:lnTo>
                    <a:pt x="22225" y="1778000"/>
                  </a:lnTo>
                  <a:lnTo>
                    <a:pt x="24855" y="1782932"/>
                  </a:lnTo>
                  <a:lnTo>
                    <a:pt x="52453" y="1774308"/>
                  </a:lnTo>
                  <a:lnTo>
                    <a:pt x="48894" y="1765300"/>
                  </a:lnTo>
                  <a:close/>
                </a:path>
                <a:path w="6116955" h="2959100">
                  <a:moveTo>
                    <a:pt x="81280" y="1765300"/>
                  </a:moveTo>
                  <a:lnTo>
                    <a:pt x="48894" y="1765300"/>
                  </a:lnTo>
                  <a:lnTo>
                    <a:pt x="52453" y="1774308"/>
                  </a:lnTo>
                  <a:lnTo>
                    <a:pt x="81280" y="1765300"/>
                  </a:lnTo>
                  <a:close/>
                </a:path>
                <a:path w="6116955" h="2959100">
                  <a:moveTo>
                    <a:pt x="6055233" y="1193800"/>
                  </a:moveTo>
                  <a:lnTo>
                    <a:pt x="6028436" y="1193800"/>
                  </a:lnTo>
                  <a:lnTo>
                    <a:pt x="6042533" y="1231900"/>
                  </a:lnTo>
                  <a:lnTo>
                    <a:pt x="6042279" y="1231900"/>
                  </a:lnTo>
                  <a:lnTo>
                    <a:pt x="6054344" y="1270000"/>
                  </a:lnTo>
                  <a:lnTo>
                    <a:pt x="6054090" y="1270000"/>
                  </a:lnTo>
                  <a:lnTo>
                    <a:pt x="6064504" y="1308100"/>
                  </a:lnTo>
                  <a:lnTo>
                    <a:pt x="6072886" y="1346200"/>
                  </a:lnTo>
                  <a:lnTo>
                    <a:pt x="6072759" y="1333500"/>
                  </a:lnTo>
                  <a:lnTo>
                    <a:pt x="6101207" y="1333500"/>
                  </a:lnTo>
                  <a:lnTo>
                    <a:pt x="6092444" y="1295400"/>
                  </a:lnTo>
                  <a:lnTo>
                    <a:pt x="6081776" y="1257300"/>
                  </a:lnTo>
                  <a:lnTo>
                    <a:pt x="6069457" y="1219200"/>
                  </a:lnTo>
                  <a:lnTo>
                    <a:pt x="6055233" y="1193800"/>
                  </a:lnTo>
                  <a:close/>
                </a:path>
                <a:path w="6116955" h="2959100">
                  <a:moveTo>
                    <a:pt x="3420110" y="12700"/>
                  </a:moveTo>
                  <a:lnTo>
                    <a:pt x="2653538" y="12700"/>
                  </a:lnTo>
                  <a:lnTo>
                    <a:pt x="2357754" y="38100"/>
                  </a:lnTo>
                  <a:lnTo>
                    <a:pt x="2213102" y="63500"/>
                  </a:lnTo>
                  <a:lnTo>
                    <a:pt x="2070862" y="76200"/>
                  </a:lnTo>
                  <a:lnTo>
                    <a:pt x="1794637" y="127000"/>
                  </a:lnTo>
                  <a:lnTo>
                    <a:pt x="1661160" y="165100"/>
                  </a:lnTo>
                  <a:lnTo>
                    <a:pt x="1530985" y="190500"/>
                  </a:lnTo>
                  <a:lnTo>
                    <a:pt x="1281557" y="266700"/>
                  </a:lnTo>
                  <a:lnTo>
                    <a:pt x="1162558" y="317500"/>
                  </a:lnTo>
                  <a:lnTo>
                    <a:pt x="1047876" y="355600"/>
                  </a:lnTo>
                  <a:lnTo>
                    <a:pt x="937768" y="406400"/>
                  </a:lnTo>
                  <a:lnTo>
                    <a:pt x="832231" y="457200"/>
                  </a:lnTo>
                  <a:lnTo>
                    <a:pt x="731519" y="508000"/>
                  </a:lnTo>
                  <a:lnTo>
                    <a:pt x="635888" y="558800"/>
                  </a:lnTo>
                  <a:lnTo>
                    <a:pt x="545719" y="622300"/>
                  </a:lnTo>
                  <a:lnTo>
                    <a:pt x="461010" y="673100"/>
                  </a:lnTo>
                  <a:lnTo>
                    <a:pt x="382143" y="736600"/>
                  </a:lnTo>
                  <a:lnTo>
                    <a:pt x="344805" y="762000"/>
                  </a:lnTo>
                  <a:lnTo>
                    <a:pt x="309118" y="800100"/>
                  </a:lnTo>
                  <a:lnTo>
                    <a:pt x="275081" y="838200"/>
                  </a:lnTo>
                  <a:lnTo>
                    <a:pt x="242443" y="863600"/>
                  </a:lnTo>
                  <a:lnTo>
                    <a:pt x="211581" y="901700"/>
                  </a:lnTo>
                  <a:lnTo>
                    <a:pt x="182244" y="939800"/>
                  </a:lnTo>
                  <a:lnTo>
                    <a:pt x="154558" y="965200"/>
                  </a:lnTo>
                  <a:lnTo>
                    <a:pt x="128650" y="1003300"/>
                  </a:lnTo>
                  <a:lnTo>
                    <a:pt x="104520" y="1041400"/>
                  </a:lnTo>
                  <a:lnTo>
                    <a:pt x="81914" y="1079500"/>
                  </a:lnTo>
                  <a:lnTo>
                    <a:pt x="61340" y="1117600"/>
                  </a:lnTo>
                  <a:lnTo>
                    <a:pt x="42671" y="1143000"/>
                  </a:lnTo>
                  <a:lnTo>
                    <a:pt x="25526" y="1181100"/>
                  </a:lnTo>
                  <a:lnTo>
                    <a:pt x="10668" y="1219200"/>
                  </a:lnTo>
                  <a:lnTo>
                    <a:pt x="37592" y="1231900"/>
                  </a:lnTo>
                  <a:lnTo>
                    <a:pt x="52324" y="1193800"/>
                  </a:lnTo>
                  <a:lnTo>
                    <a:pt x="52069" y="1193800"/>
                  </a:lnTo>
                  <a:lnTo>
                    <a:pt x="68833" y="1155700"/>
                  </a:lnTo>
                  <a:lnTo>
                    <a:pt x="68580" y="1155700"/>
                  </a:lnTo>
                  <a:lnTo>
                    <a:pt x="86994" y="1130300"/>
                  </a:lnTo>
                  <a:lnTo>
                    <a:pt x="86740" y="1130300"/>
                  </a:lnTo>
                  <a:lnTo>
                    <a:pt x="107061" y="1092200"/>
                  </a:lnTo>
                  <a:lnTo>
                    <a:pt x="106680" y="1092200"/>
                  </a:lnTo>
                  <a:lnTo>
                    <a:pt x="128905" y="1054100"/>
                  </a:lnTo>
                  <a:lnTo>
                    <a:pt x="128650" y="1054100"/>
                  </a:lnTo>
                  <a:lnTo>
                    <a:pt x="152400" y="1016000"/>
                  </a:lnTo>
                  <a:lnTo>
                    <a:pt x="152019" y="1016000"/>
                  </a:lnTo>
                  <a:lnTo>
                    <a:pt x="177673" y="990600"/>
                  </a:lnTo>
                  <a:lnTo>
                    <a:pt x="177419" y="990600"/>
                  </a:lnTo>
                  <a:lnTo>
                    <a:pt x="204724" y="952500"/>
                  </a:lnTo>
                  <a:lnTo>
                    <a:pt x="204343" y="952500"/>
                  </a:lnTo>
                  <a:lnTo>
                    <a:pt x="233299" y="914400"/>
                  </a:lnTo>
                  <a:lnTo>
                    <a:pt x="233044" y="914400"/>
                  </a:lnTo>
                  <a:lnTo>
                    <a:pt x="263525" y="889000"/>
                  </a:lnTo>
                  <a:lnTo>
                    <a:pt x="263270" y="889000"/>
                  </a:lnTo>
                  <a:lnTo>
                    <a:pt x="295529" y="850900"/>
                  </a:lnTo>
                  <a:lnTo>
                    <a:pt x="295148" y="850900"/>
                  </a:lnTo>
                  <a:lnTo>
                    <a:pt x="329056" y="825500"/>
                  </a:lnTo>
                  <a:lnTo>
                    <a:pt x="328675" y="825500"/>
                  </a:lnTo>
                  <a:lnTo>
                    <a:pt x="364108" y="787400"/>
                  </a:lnTo>
                  <a:lnTo>
                    <a:pt x="363727" y="787400"/>
                  </a:lnTo>
                  <a:lnTo>
                    <a:pt x="400685" y="762000"/>
                  </a:lnTo>
                  <a:lnTo>
                    <a:pt x="400176" y="762000"/>
                  </a:lnTo>
                  <a:lnTo>
                    <a:pt x="478536" y="698500"/>
                  </a:lnTo>
                  <a:lnTo>
                    <a:pt x="477900" y="698500"/>
                  </a:lnTo>
                  <a:lnTo>
                    <a:pt x="561975" y="635000"/>
                  </a:lnTo>
                  <a:lnTo>
                    <a:pt x="561467" y="635000"/>
                  </a:lnTo>
                  <a:lnTo>
                    <a:pt x="651129" y="584200"/>
                  </a:lnTo>
                  <a:lnTo>
                    <a:pt x="650494" y="584200"/>
                  </a:lnTo>
                  <a:lnTo>
                    <a:pt x="745617" y="533400"/>
                  </a:lnTo>
                  <a:lnTo>
                    <a:pt x="745108" y="533400"/>
                  </a:lnTo>
                  <a:lnTo>
                    <a:pt x="845312" y="482600"/>
                  </a:lnTo>
                  <a:lnTo>
                    <a:pt x="844804" y="482600"/>
                  </a:lnTo>
                  <a:lnTo>
                    <a:pt x="949832" y="431800"/>
                  </a:lnTo>
                  <a:lnTo>
                    <a:pt x="949325" y="431800"/>
                  </a:lnTo>
                  <a:lnTo>
                    <a:pt x="1059052" y="381000"/>
                  </a:lnTo>
                  <a:lnTo>
                    <a:pt x="1058671" y="381000"/>
                  </a:lnTo>
                  <a:lnTo>
                    <a:pt x="1172845" y="342900"/>
                  </a:lnTo>
                  <a:lnTo>
                    <a:pt x="1172464" y="342900"/>
                  </a:lnTo>
                  <a:lnTo>
                    <a:pt x="1290955" y="292100"/>
                  </a:lnTo>
                  <a:lnTo>
                    <a:pt x="1290446" y="292100"/>
                  </a:lnTo>
                  <a:lnTo>
                    <a:pt x="1412875" y="254000"/>
                  </a:lnTo>
                  <a:lnTo>
                    <a:pt x="1412493" y="254000"/>
                  </a:lnTo>
                  <a:lnTo>
                    <a:pt x="1538732" y="215900"/>
                  </a:lnTo>
                  <a:lnTo>
                    <a:pt x="1538351" y="215900"/>
                  </a:lnTo>
                  <a:lnTo>
                    <a:pt x="1668145" y="190500"/>
                  </a:lnTo>
                  <a:lnTo>
                    <a:pt x="1667764" y="190500"/>
                  </a:lnTo>
                  <a:lnTo>
                    <a:pt x="1800860" y="165100"/>
                  </a:lnTo>
                  <a:lnTo>
                    <a:pt x="1800478" y="165100"/>
                  </a:lnTo>
                  <a:lnTo>
                    <a:pt x="1936877" y="127000"/>
                  </a:lnTo>
                  <a:lnTo>
                    <a:pt x="1936496" y="127000"/>
                  </a:lnTo>
                  <a:lnTo>
                    <a:pt x="2075561" y="101600"/>
                  </a:lnTo>
                  <a:lnTo>
                    <a:pt x="2146173" y="101600"/>
                  </a:lnTo>
                  <a:lnTo>
                    <a:pt x="2217039" y="88900"/>
                  </a:lnTo>
                  <a:lnTo>
                    <a:pt x="2216658" y="88900"/>
                  </a:lnTo>
                  <a:lnTo>
                    <a:pt x="2361057" y="63500"/>
                  </a:lnTo>
                  <a:lnTo>
                    <a:pt x="2360676" y="63500"/>
                  </a:lnTo>
                  <a:lnTo>
                    <a:pt x="2507107" y="50800"/>
                  </a:lnTo>
                  <a:lnTo>
                    <a:pt x="2655062" y="50800"/>
                  </a:lnTo>
                  <a:lnTo>
                    <a:pt x="2805429" y="38100"/>
                  </a:lnTo>
                  <a:lnTo>
                    <a:pt x="3731133" y="38100"/>
                  </a:lnTo>
                  <a:lnTo>
                    <a:pt x="3420110" y="12700"/>
                  </a:lnTo>
                  <a:close/>
                </a:path>
                <a:path w="6116955" h="2959100">
                  <a:moveTo>
                    <a:pt x="5769038" y="800100"/>
                  </a:moveTo>
                  <a:lnTo>
                    <a:pt x="5732398" y="800100"/>
                  </a:lnTo>
                  <a:lnTo>
                    <a:pt x="5766308" y="838200"/>
                  </a:lnTo>
                  <a:lnTo>
                    <a:pt x="5766054" y="838200"/>
                  </a:lnTo>
                  <a:lnTo>
                    <a:pt x="5798312" y="863600"/>
                  </a:lnTo>
                  <a:lnTo>
                    <a:pt x="5798058" y="863600"/>
                  </a:lnTo>
                  <a:lnTo>
                    <a:pt x="5828792" y="901700"/>
                  </a:lnTo>
                  <a:lnTo>
                    <a:pt x="5828411" y="901700"/>
                  </a:lnTo>
                  <a:lnTo>
                    <a:pt x="5857620" y="927100"/>
                  </a:lnTo>
                  <a:lnTo>
                    <a:pt x="5857240" y="927100"/>
                  </a:lnTo>
                  <a:lnTo>
                    <a:pt x="5884798" y="965200"/>
                  </a:lnTo>
                  <a:lnTo>
                    <a:pt x="5884545" y="965200"/>
                  </a:lnTo>
                  <a:lnTo>
                    <a:pt x="5910453" y="1003300"/>
                  </a:lnTo>
                  <a:lnTo>
                    <a:pt x="5910071" y="1003300"/>
                  </a:lnTo>
                  <a:lnTo>
                    <a:pt x="5934456" y="1028700"/>
                  </a:lnTo>
                  <a:lnTo>
                    <a:pt x="5934074" y="1028700"/>
                  </a:lnTo>
                  <a:lnTo>
                    <a:pt x="5956681" y="1066800"/>
                  </a:lnTo>
                  <a:lnTo>
                    <a:pt x="5956299" y="1066800"/>
                  </a:lnTo>
                  <a:lnTo>
                    <a:pt x="5977128" y="1092200"/>
                  </a:lnTo>
                  <a:lnTo>
                    <a:pt x="5976873" y="1092200"/>
                  </a:lnTo>
                  <a:lnTo>
                    <a:pt x="5996178" y="1130300"/>
                  </a:lnTo>
                  <a:lnTo>
                    <a:pt x="5995796" y="1130300"/>
                  </a:lnTo>
                  <a:lnTo>
                    <a:pt x="6013322" y="1168400"/>
                  </a:lnTo>
                  <a:lnTo>
                    <a:pt x="6013069" y="1168400"/>
                  </a:lnTo>
                  <a:lnTo>
                    <a:pt x="6028690" y="1206500"/>
                  </a:lnTo>
                  <a:lnTo>
                    <a:pt x="6028436" y="1193800"/>
                  </a:lnTo>
                  <a:lnTo>
                    <a:pt x="6055233" y="1193800"/>
                  </a:lnTo>
                  <a:lnTo>
                    <a:pt x="6039231" y="1155700"/>
                  </a:lnTo>
                  <a:lnTo>
                    <a:pt x="6021578" y="1117600"/>
                  </a:lnTo>
                  <a:lnTo>
                    <a:pt x="6002020" y="1079500"/>
                  </a:lnTo>
                  <a:lnTo>
                    <a:pt x="5980938" y="1054100"/>
                  </a:lnTo>
                  <a:lnTo>
                    <a:pt x="5957951" y="1016000"/>
                  </a:lnTo>
                  <a:lnTo>
                    <a:pt x="5933440" y="977900"/>
                  </a:lnTo>
                  <a:lnTo>
                    <a:pt x="5907151" y="952500"/>
                  </a:lnTo>
                  <a:lnTo>
                    <a:pt x="5879338" y="914400"/>
                  </a:lnTo>
                  <a:lnTo>
                    <a:pt x="5849873" y="876300"/>
                  </a:lnTo>
                  <a:lnTo>
                    <a:pt x="5818759" y="850900"/>
                  </a:lnTo>
                  <a:lnTo>
                    <a:pt x="5786120" y="812800"/>
                  </a:lnTo>
                  <a:lnTo>
                    <a:pt x="5769038" y="800100"/>
                  </a:lnTo>
                  <a:close/>
                </a:path>
                <a:path w="6116955" h="2959100">
                  <a:moveTo>
                    <a:pt x="4539149" y="190500"/>
                  </a:moveTo>
                  <a:lnTo>
                    <a:pt x="4443984" y="190500"/>
                  </a:lnTo>
                  <a:lnTo>
                    <a:pt x="4575556" y="228600"/>
                  </a:lnTo>
                  <a:lnTo>
                    <a:pt x="4575175" y="228600"/>
                  </a:lnTo>
                  <a:lnTo>
                    <a:pt x="4702556" y="266700"/>
                  </a:lnTo>
                  <a:lnTo>
                    <a:pt x="4702047" y="266700"/>
                  </a:lnTo>
                  <a:lnTo>
                    <a:pt x="4824984" y="304800"/>
                  </a:lnTo>
                  <a:lnTo>
                    <a:pt x="4824603" y="304800"/>
                  </a:lnTo>
                  <a:lnTo>
                    <a:pt x="4942713" y="355600"/>
                  </a:lnTo>
                  <a:lnTo>
                    <a:pt x="4942332" y="355600"/>
                  </a:lnTo>
                  <a:lnTo>
                    <a:pt x="5055616" y="393700"/>
                  </a:lnTo>
                  <a:lnTo>
                    <a:pt x="5055235" y="393700"/>
                  </a:lnTo>
                  <a:lnTo>
                    <a:pt x="5163566" y="444500"/>
                  </a:lnTo>
                  <a:lnTo>
                    <a:pt x="5163058" y="444500"/>
                  </a:lnTo>
                  <a:lnTo>
                    <a:pt x="5266309" y="495300"/>
                  </a:lnTo>
                  <a:lnTo>
                    <a:pt x="5265801" y="495300"/>
                  </a:lnTo>
                  <a:lnTo>
                    <a:pt x="5363845" y="546100"/>
                  </a:lnTo>
                  <a:lnTo>
                    <a:pt x="5363337" y="546100"/>
                  </a:lnTo>
                  <a:lnTo>
                    <a:pt x="5455920" y="596900"/>
                  </a:lnTo>
                  <a:lnTo>
                    <a:pt x="5455412" y="596900"/>
                  </a:lnTo>
                  <a:lnTo>
                    <a:pt x="5542280" y="660400"/>
                  </a:lnTo>
                  <a:lnTo>
                    <a:pt x="5541771" y="660400"/>
                  </a:lnTo>
                  <a:lnTo>
                    <a:pt x="5623052" y="711200"/>
                  </a:lnTo>
                  <a:lnTo>
                    <a:pt x="5622417" y="711200"/>
                  </a:lnTo>
                  <a:lnTo>
                    <a:pt x="5697728" y="774700"/>
                  </a:lnTo>
                  <a:lnTo>
                    <a:pt x="5697346" y="774700"/>
                  </a:lnTo>
                  <a:lnTo>
                    <a:pt x="5732780" y="812800"/>
                  </a:lnTo>
                  <a:lnTo>
                    <a:pt x="5732398" y="800100"/>
                  </a:lnTo>
                  <a:lnTo>
                    <a:pt x="5769038" y="800100"/>
                  </a:lnTo>
                  <a:lnTo>
                    <a:pt x="5751957" y="787400"/>
                  </a:lnTo>
                  <a:lnTo>
                    <a:pt x="5716143" y="749300"/>
                  </a:lnTo>
                  <a:lnTo>
                    <a:pt x="5640323" y="698500"/>
                  </a:lnTo>
                  <a:lnTo>
                    <a:pt x="5558409" y="635000"/>
                  </a:lnTo>
                  <a:lnTo>
                    <a:pt x="5470906" y="571500"/>
                  </a:lnTo>
                  <a:lnTo>
                    <a:pt x="5377815" y="520700"/>
                  </a:lnTo>
                  <a:lnTo>
                    <a:pt x="5279263" y="469900"/>
                  </a:lnTo>
                  <a:lnTo>
                    <a:pt x="5175504" y="419100"/>
                  </a:lnTo>
                  <a:lnTo>
                    <a:pt x="5066665" y="368300"/>
                  </a:lnTo>
                  <a:lnTo>
                    <a:pt x="4952872" y="330200"/>
                  </a:lnTo>
                  <a:lnTo>
                    <a:pt x="4834255" y="279400"/>
                  </a:lnTo>
                  <a:lnTo>
                    <a:pt x="4710938" y="241300"/>
                  </a:lnTo>
                  <a:lnTo>
                    <a:pt x="4539149" y="190500"/>
                  </a:lnTo>
                  <a:close/>
                </a:path>
                <a:path w="6116955" h="2959100">
                  <a:moveTo>
                    <a:pt x="3731133" y="38100"/>
                  </a:moveTo>
                  <a:lnTo>
                    <a:pt x="3263265" y="38100"/>
                  </a:lnTo>
                  <a:lnTo>
                    <a:pt x="3418586" y="50800"/>
                  </a:lnTo>
                  <a:lnTo>
                    <a:pt x="3573653" y="50800"/>
                  </a:lnTo>
                  <a:lnTo>
                    <a:pt x="3728085" y="76200"/>
                  </a:lnTo>
                  <a:lnTo>
                    <a:pt x="3727830" y="76200"/>
                  </a:lnTo>
                  <a:lnTo>
                    <a:pt x="3878834" y="88900"/>
                  </a:lnTo>
                  <a:lnTo>
                    <a:pt x="3878453" y="88900"/>
                  </a:lnTo>
                  <a:lnTo>
                    <a:pt x="4025900" y="114300"/>
                  </a:lnTo>
                  <a:lnTo>
                    <a:pt x="4025518" y="114300"/>
                  </a:lnTo>
                  <a:lnTo>
                    <a:pt x="4169410" y="139700"/>
                  </a:lnTo>
                  <a:lnTo>
                    <a:pt x="4169029" y="139700"/>
                  </a:lnTo>
                  <a:lnTo>
                    <a:pt x="4308856" y="165100"/>
                  </a:lnTo>
                  <a:lnTo>
                    <a:pt x="4308475" y="165100"/>
                  </a:lnTo>
                  <a:lnTo>
                    <a:pt x="4444365" y="203200"/>
                  </a:lnTo>
                  <a:lnTo>
                    <a:pt x="4443984" y="190500"/>
                  </a:lnTo>
                  <a:lnTo>
                    <a:pt x="4539149" y="190500"/>
                  </a:lnTo>
                  <a:lnTo>
                    <a:pt x="4451096" y="165100"/>
                  </a:lnTo>
                  <a:lnTo>
                    <a:pt x="3882516" y="63500"/>
                  </a:lnTo>
                  <a:lnTo>
                    <a:pt x="3731133" y="38100"/>
                  </a:lnTo>
                  <a:close/>
                </a:path>
                <a:path w="6116955" h="2959100">
                  <a:moveTo>
                    <a:pt x="2146173" y="101600"/>
                  </a:moveTo>
                  <a:lnTo>
                    <a:pt x="2075561" y="101600"/>
                  </a:lnTo>
                  <a:lnTo>
                    <a:pt x="2075307" y="114300"/>
                  </a:lnTo>
                  <a:lnTo>
                    <a:pt x="2146173" y="101600"/>
                  </a:lnTo>
                  <a:close/>
                </a:path>
                <a:path w="6116955" h="2959100">
                  <a:moveTo>
                    <a:pt x="3109849" y="0"/>
                  </a:moveTo>
                  <a:lnTo>
                    <a:pt x="2956305" y="0"/>
                  </a:lnTo>
                  <a:lnTo>
                    <a:pt x="2804160" y="12700"/>
                  </a:lnTo>
                  <a:lnTo>
                    <a:pt x="3264535" y="12700"/>
                  </a:lnTo>
                  <a:lnTo>
                    <a:pt x="3109849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17241" y="3844289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2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2" y="467868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17241" y="3844289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2" y="467868"/>
                  </a:lnTo>
                  <a:lnTo>
                    <a:pt x="1170432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34411" y="3912082"/>
              <a:ext cx="732282" cy="35892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487673" y="3019805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1168908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8" y="467868"/>
                  </a:lnTo>
                  <a:lnTo>
                    <a:pt x="11689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87673" y="3019805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0" y="467868"/>
                  </a:moveTo>
                  <a:lnTo>
                    <a:pt x="1168908" y="467868"/>
                  </a:lnTo>
                  <a:lnTo>
                    <a:pt x="1168908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70732" y="3186683"/>
              <a:ext cx="1002030" cy="1623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49417" y="3019805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2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2" y="467868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FF0000">
                <a:alpha val="109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49417" y="3019805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2" y="467868"/>
                  </a:lnTo>
                  <a:lnTo>
                    <a:pt x="1170432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08091" y="3201923"/>
              <a:ext cx="1075182" cy="14554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16802" y="3844289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4" h="467995">
                  <a:moveTo>
                    <a:pt x="1168907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7" y="467868"/>
                  </a:lnTo>
                  <a:lnTo>
                    <a:pt x="116890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16802" y="3844289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4" h="467995">
                  <a:moveTo>
                    <a:pt x="0" y="467868"/>
                  </a:moveTo>
                  <a:lnTo>
                    <a:pt x="1168907" y="467868"/>
                  </a:lnTo>
                  <a:lnTo>
                    <a:pt x="1168907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65035" y="4011167"/>
              <a:ext cx="471677" cy="16230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884678" y="3245865"/>
              <a:ext cx="4131945" cy="1664335"/>
            </a:xfrm>
            <a:custGeom>
              <a:avLst/>
              <a:gdLst/>
              <a:ahLst/>
              <a:cxnLst/>
              <a:rect l="l" t="t" r="r" b="b"/>
              <a:pathLst>
                <a:path w="4131945" h="1664335">
                  <a:moveTo>
                    <a:pt x="591566" y="41402"/>
                  </a:moveTo>
                  <a:lnTo>
                    <a:pt x="586168" y="39116"/>
                  </a:lnTo>
                  <a:lnTo>
                    <a:pt x="513080" y="8128"/>
                  </a:lnTo>
                  <a:lnTo>
                    <a:pt x="515112" y="40284"/>
                  </a:lnTo>
                  <a:lnTo>
                    <a:pt x="472440" y="46355"/>
                  </a:lnTo>
                  <a:lnTo>
                    <a:pt x="415798" y="60198"/>
                  </a:lnTo>
                  <a:lnTo>
                    <a:pt x="361442" y="78994"/>
                  </a:lnTo>
                  <a:lnTo>
                    <a:pt x="309753" y="102489"/>
                  </a:lnTo>
                  <a:lnTo>
                    <a:pt x="260985" y="130556"/>
                  </a:lnTo>
                  <a:lnTo>
                    <a:pt x="215392" y="162687"/>
                  </a:lnTo>
                  <a:lnTo>
                    <a:pt x="173482" y="198755"/>
                  </a:lnTo>
                  <a:lnTo>
                    <a:pt x="135255" y="238633"/>
                  </a:lnTo>
                  <a:lnTo>
                    <a:pt x="101092" y="281686"/>
                  </a:lnTo>
                  <a:lnTo>
                    <a:pt x="71374" y="327787"/>
                  </a:lnTo>
                  <a:lnTo>
                    <a:pt x="46609" y="376682"/>
                  </a:lnTo>
                  <a:lnTo>
                    <a:pt x="26670" y="428117"/>
                  </a:lnTo>
                  <a:lnTo>
                    <a:pt x="12065" y="481711"/>
                  </a:lnTo>
                  <a:lnTo>
                    <a:pt x="3048" y="537337"/>
                  </a:lnTo>
                  <a:lnTo>
                    <a:pt x="0" y="594741"/>
                  </a:lnTo>
                  <a:lnTo>
                    <a:pt x="127" y="597789"/>
                  </a:lnTo>
                  <a:lnTo>
                    <a:pt x="12827" y="597408"/>
                  </a:lnTo>
                  <a:lnTo>
                    <a:pt x="12712" y="594741"/>
                  </a:lnTo>
                  <a:lnTo>
                    <a:pt x="12700" y="594588"/>
                  </a:lnTo>
                  <a:lnTo>
                    <a:pt x="13449" y="566674"/>
                  </a:lnTo>
                  <a:lnTo>
                    <a:pt x="13462" y="566508"/>
                  </a:lnTo>
                  <a:lnTo>
                    <a:pt x="13487" y="566293"/>
                  </a:lnTo>
                  <a:lnTo>
                    <a:pt x="15582" y="538861"/>
                  </a:lnTo>
                  <a:lnTo>
                    <a:pt x="15621" y="538708"/>
                  </a:lnTo>
                  <a:lnTo>
                    <a:pt x="15621" y="538861"/>
                  </a:lnTo>
                  <a:lnTo>
                    <a:pt x="15671" y="538480"/>
                  </a:lnTo>
                  <a:lnTo>
                    <a:pt x="19367" y="511556"/>
                  </a:lnTo>
                  <a:lnTo>
                    <a:pt x="19431" y="511175"/>
                  </a:lnTo>
                  <a:lnTo>
                    <a:pt x="19304" y="511556"/>
                  </a:lnTo>
                  <a:lnTo>
                    <a:pt x="24434" y="484632"/>
                  </a:lnTo>
                  <a:lnTo>
                    <a:pt x="24511" y="484251"/>
                  </a:lnTo>
                  <a:lnTo>
                    <a:pt x="24384" y="484632"/>
                  </a:lnTo>
                  <a:lnTo>
                    <a:pt x="30861" y="457962"/>
                  </a:lnTo>
                  <a:lnTo>
                    <a:pt x="30861" y="458216"/>
                  </a:lnTo>
                  <a:lnTo>
                    <a:pt x="30924" y="457962"/>
                  </a:lnTo>
                  <a:lnTo>
                    <a:pt x="38620" y="432308"/>
                  </a:lnTo>
                  <a:lnTo>
                    <a:pt x="47777" y="406781"/>
                  </a:lnTo>
                  <a:lnTo>
                    <a:pt x="47879" y="406527"/>
                  </a:lnTo>
                  <a:lnTo>
                    <a:pt x="47752" y="406781"/>
                  </a:lnTo>
                  <a:lnTo>
                    <a:pt x="58166" y="381635"/>
                  </a:lnTo>
                  <a:lnTo>
                    <a:pt x="58039" y="382016"/>
                  </a:lnTo>
                  <a:lnTo>
                    <a:pt x="58216" y="381635"/>
                  </a:lnTo>
                  <a:lnTo>
                    <a:pt x="69723" y="357759"/>
                  </a:lnTo>
                  <a:lnTo>
                    <a:pt x="69850" y="357517"/>
                  </a:lnTo>
                  <a:lnTo>
                    <a:pt x="69596" y="357759"/>
                  </a:lnTo>
                  <a:lnTo>
                    <a:pt x="82410" y="334264"/>
                  </a:lnTo>
                  <a:lnTo>
                    <a:pt x="82550" y="334010"/>
                  </a:lnTo>
                  <a:lnTo>
                    <a:pt x="82296" y="334264"/>
                  </a:lnTo>
                  <a:lnTo>
                    <a:pt x="96393" y="311150"/>
                  </a:lnTo>
                  <a:lnTo>
                    <a:pt x="96266" y="311416"/>
                  </a:lnTo>
                  <a:lnTo>
                    <a:pt x="96431" y="311150"/>
                  </a:lnTo>
                  <a:lnTo>
                    <a:pt x="111506" y="288925"/>
                  </a:lnTo>
                  <a:lnTo>
                    <a:pt x="111379" y="289191"/>
                  </a:lnTo>
                  <a:lnTo>
                    <a:pt x="111569" y="288925"/>
                  </a:lnTo>
                  <a:lnTo>
                    <a:pt x="127558" y="267716"/>
                  </a:lnTo>
                  <a:lnTo>
                    <a:pt x="127762" y="267462"/>
                  </a:lnTo>
                  <a:lnTo>
                    <a:pt x="127508" y="267716"/>
                  </a:lnTo>
                  <a:lnTo>
                    <a:pt x="144691" y="247015"/>
                  </a:lnTo>
                  <a:lnTo>
                    <a:pt x="144907" y="246761"/>
                  </a:lnTo>
                  <a:lnTo>
                    <a:pt x="144653" y="247015"/>
                  </a:lnTo>
                  <a:lnTo>
                    <a:pt x="162826" y="227203"/>
                  </a:lnTo>
                  <a:lnTo>
                    <a:pt x="202158" y="189992"/>
                  </a:lnTo>
                  <a:lnTo>
                    <a:pt x="202311" y="189865"/>
                  </a:lnTo>
                  <a:lnTo>
                    <a:pt x="202057" y="189992"/>
                  </a:lnTo>
                  <a:lnTo>
                    <a:pt x="223393" y="172593"/>
                  </a:lnTo>
                  <a:lnTo>
                    <a:pt x="223139" y="172847"/>
                  </a:lnTo>
                  <a:lnTo>
                    <a:pt x="223469" y="172593"/>
                  </a:lnTo>
                  <a:lnTo>
                    <a:pt x="245059" y="156591"/>
                  </a:lnTo>
                  <a:lnTo>
                    <a:pt x="245237" y="156464"/>
                  </a:lnTo>
                  <a:lnTo>
                    <a:pt x="244983" y="156591"/>
                  </a:lnTo>
                  <a:lnTo>
                    <a:pt x="267970" y="141097"/>
                  </a:lnTo>
                  <a:lnTo>
                    <a:pt x="267716" y="141351"/>
                  </a:lnTo>
                  <a:lnTo>
                    <a:pt x="268122" y="141097"/>
                  </a:lnTo>
                  <a:lnTo>
                    <a:pt x="315480" y="113919"/>
                  </a:lnTo>
                  <a:lnTo>
                    <a:pt x="366268" y="90805"/>
                  </a:lnTo>
                  <a:lnTo>
                    <a:pt x="366014" y="90932"/>
                  </a:lnTo>
                  <a:lnTo>
                    <a:pt x="366344" y="90805"/>
                  </a:lnTo>
                  <a:lnTo>
                    <a:pt x="392557" y="81026"/>
                  </a:lnTo>
                  <a:lnTo>
                    <a:pt x="392290" y="81026"/>
                  </a:lnTo>
                  <a:lnTo>
                    <a:pt x="419481" y="72263"/>
                  </a:lnTo>
                  <a:lnTo>
                    <a:pt x="419214" y="72390"/>
                  </a:lnTo>
                  <a:lnTo>
                    <a:pt x="419696" y="72263"/>
                  </a:lnTo>
                  <a:lnTo>
                    <a:pt x="447040" y="65024"/>
                  </a:lnTo>
                  <a:lnTo>
                    <a:pt x="446659" y="65024"/>
                  </a:lnTo>
                  <a:lnTo>
                    <a:pt x="474980" y="58801"/>
                  </a:lnTo>
                  <a:lnTo>
                    <a:pt x="474726" y="58928"/>
                  </a:lnTo>
                  <a:lnTo>
                    <a:pt x="475475" y="58801"/>
                  </a:lnTo>
                  <a:lnTo>
                    <a:pt x="503428" y="54102"/>
                  </a:lnTo>
                  <a:lnTo>
                    <a:pt x="503047" y="54102"/>
                  </a:lnTo>
                  <a:lnTo>
                    <a:pt x="515912" y="52908"/>
                  </a:lnTo>
                  <a:lnTo>
                    <a:pt x="517906" y="84201"/>
                  </a:lnTo>
                  <a:lnTo>
                    <a:pt x="591566" y="41402"/>
                  </a:lnTo>
                  <a:close/>
                </a:path>
                <a:path w="4131945" h="1664335">
                  <a:moveTo>
                    <a:pt x="1202944" y="250444"/>
                  </a:moveTo>
                  <a:lnTo>
                    <a:pt x="1190244" y="250444"/>
                  </a:lnTo>
                  <a:lnTo>
                    <a:pt x="1190231" y="253238"/>
                  </a:lnTo>
                  <a:lnTo>
                    <a:pt x="1190231" y="253365"/>
                  </a:lnTo>
                  <a:lnTo>
                    <a:pt x="1189482" y="281178"/>
                  </a:lnTo>
                  <a:lnTo>
                    <a:pt x="1189443" y="281559"/>
                  </a:lnTo>
                  <a:lnTo>
                    <a:pt x="1189405" y="282067"/>
                  </a:lnTo>
                  <a:lnTo>
                    <a:pt x="1187196" y="309245"/>
                  </a:lnTo>
                  <a:lnTo>
                    <a:pt x="1187196" y="309003"/>
                  </a:lnTo>
                  <a:lnTo>
                    <a:pt x="1187157" y="309245"/>
                  </a:lnTo>
                  <a:lnTo>
                    <a:pt x="1183513" y="336677"/>
                  </a:lnTo>
                  <a:lnTo>
                    <a:pt x="1183640" y="336296"/>
                  </a:lnTo>
                  <a:lnTo>
                    <a:pt x="1178433" y="363601"/>
                  </a:lnTo>
                  <a:lnTo>
                    <a:pt x="1178560" y="363220"/>
                  </a:lnTo>
                  <a:lnTo>
                    <a:pt x="1172083" y="390017"/>
                  </a:lnTo>
                  <a:lnTo>
                    <a:pt x="1172083" y="389763"/>
                  </a:lnTo>
                  <a:lnTo>
                    <a:pt x="1171994" y="390017"/>
                  </a:lnTo>
                  <a:lnTo>
                    <a:pt x="1164259" y="415747"/>
                  </a:lnTo>
                  <a:lnTo>
                    <a:pt x="1155065" y="441325"/>
                  </a:lnTo>
                  <a:lnTo>
                    <a:pt x="1155192" y="441071"/>
                  </a:lnTo>
                  <a:lnTo>
                    <a:pt x="1144778" y="466217"/>
                  </a:lnTo>
                  <a:lnTo>
                    <a:pt x="1144905" y="465836"/>
                  </a:lnTo>
                  <a:lnTo>
                    <a:pt x="1144714" y="466217"/>
                  </a:lnTo>
                  <a:lnTo>
                    <a:pt x="1133170" y="490181"/>
                  </a:lnTo>
                  <a:lnTo>
                    <a:pt x="1120394" y="513969"/>
                  </a:lnTo>
                  <a:lnTo>
                    <a:pt x="1120648" y="513715"/>
                  </a:lnTo>
                  <a:lnTo>
                    <a:pt x="1106551" y="536829"/>
                  </a:lnTo>
                  <a:lnTo>
                    <a:pt x="1106678" y="536575"/>
                  </a:lnTo>
                  <a:lnTo>
                    <a:pt x="1106500" y="536829"/>
                  </a:lnTo>
                  <a:lnTo>
                    <a:pt x="1091438" y="558927"/>
                  </a:lnTo>
                  <a:lnTo>
                    <a:pt x="1091565" y="558673"/>
                  </a:lnTo>
                  <a:lnTo>
                    <a:pt x="1091374" y="558927"/>
                  </a:lnTo>
                  <a:lnTo>
                    <a:pt x="1075309" y="580390"/>
                  </a:lnTo>
                  <a:lnTo>
                    <a:pt x="1075563" y="580136"/>
                  </a:lnTo>
                  <a:lnTo>
                    <a:pt x="1058037" y="601091"/>
                  </a:lnTo>
                  <a:lnTo>
                    <a:pt x="1020953" y="639699"/>
                  </a:lnTo>
                  <a:lnTo>
                    <a:pt x="1020660" y="639953"/>
                  </a:lnTo>
                  <a:lnTo>
                    <a:pt x="1000633" y="657987"/>
                  </a:lnTo>
                  <a:lnTo>
                    <a:pt x="1000887" y="657860"/>
                  </a:lnTo>
                  <a:lnTo>
                    <a:pt x="979551" y="675259"/>
                  </a:lnTo>
                  <a:lnTo>
                    <a:pt x="979805" y="675005"/>
                  </a:lnTo>
                  <a:lnTo>
                    <a:pt x="979462" y="675259"/>
                  </a:lnTo>
                  <a:lnTo>
                    <a:pt x="957707" y="691388"/>
                  </a:lnTo>
                  <a:lnTo>
                    <a:pt x="957961" y="691261"/>
                  </a:lnTo>
                  <a:lnTo>
                    <a:pt x="935101" y="706755"/>
                  </a:lnTo>
                  <a:lnTo>
                    <a:pt x="935355" y="706501"/>
                  </a:lnTo>
                  <a:lnTo>
                    <a:pt x="911606" y="720852"/>
                  </a:lnTo>
                  <a:lnTo>
                    <a:pt x="911860" y="720725"/>
                  </a:lnTo>
                  <a:lnTo>
                    <a:pt x="887412" y="734021"/>
                  </a:lnTo>
                  <a:lnTo>
                    <a:pt x="862584" y="745998"/>
                  </a:lnTo>
                  <a:lnTo>
                    <a:pt x="862279" y="746125"/>
                  </a:lnTo>
                  <a:lnTo>
                    <a:pt x="836676" y="757174"/>
                  </a:lnTo>
                  <a:lnTo>
                    <a:pt x="783463" y="775589"/>
                  </a:lnTo>
                  <a:lnTo>
                    <a:pt x="783717" y="775462"/>
                  </a:lnTo>
                  <a:lnTo>
                    <a:pt x="756031" y="782828"/>
                  </a:lnTo>
                  <a:lnTo>
                    <a:pt x="756285" y="782828"/>
                  </a:lnTo>
                  <a:lnTo>
                    <a:pt x="727964" y="789051"/>
                  </a:lnTo>
                  <a:lnTo>
                    <a:pt x="728218" y="788924"/>
                  </a:lnTo>
                  <a:lnTo>
                    <a:pt x="699516" y="793750"/>
                  </a:lnTo>
                  <a:lnTo>
                    <a:pt x="699897" y="793750"/>
                  </a:lnTo>
                  <a:lnTo>
                    <a:pt x="687019" y="794956"/>
                  </a:lnTo>
                  <a:lnTo>
                    <a:pt x="685038" y="763651"/>
                  </a:lnTo>
                  <a:lnTo>
                    <a:pt x="611378" y="806450"/>
                  </a:lnTo>
                  <a:lnTo>
                    <a:pt x="689864" y="839724"/>
                  </a:lnTo>
                  <a:lnTo>
                    <a:pt x="687895" y="808736"/>
                  </a:lnTo>
                  <a:lnTo>
                    <a:pt x="687819" y="807580"/>
                  </a:lnTo>
                  <a:lnTo>
                    <a:pt x="701294" y="806323"/>
                  </a:lnTo>
                  <a:lnTo>
                    <a:pt x="730504" y="801497"/>
                  </a:lnTo>
                  <a:lnTo>
                    <a:pt x="759206" y="795147"/>
                  </a:lnTo>
                  <a:lnTo>
                    <a:pt x="781926" y="789051"/>
                  </a:lnTo>
                  <a:lnTo>
                    <a:pt x="787146" y="787654"/>
                  </a:lnTo>
                  <a:lnTo>
                    <a:pt x="814705" y="778891"/>
                  </a:lnTo>
                  <a:lnTo>
                    <a:pt x="823556" y="775589"/>
                  </a:lnTo>
                  <a:lnTo>
                    <a:pt x="841629" y="768858"/>
                  </a:lnTo>
                  <a:lnTo>
                    <a:pt x="846378" y="766826"/>
                  </a:lnTo>
                  <a:lnTo>
                    <a:pt x="867791" y="757682"/>
                  </a:lnTo>
                  <a:lnTo>
                    <a:pt x="869099" y="757047"/>
                  </a:lnTo>
                  <a:lnTo>
                    <a:pt x="893318" y="745363"/>
                  </a:lnTo>
                  <a:lnTo>
                    <a:pt x="914234" y="733933"/>
                  </a:lnTo>
                  <a:lnTo>
                    <a:pt x="917956" y="731901"/>
                  </a:lnTo>
                  <a:lnTo>
                    <a:pt x="936409" y="720725"/>
                  </a:lnTo>
                  <a:lnTo>
                    <a:pt x="942086" y="717296"/>
                  </a:lnTo>
                  <a:lnTo>
                    <a:pt x="957681" y="706755"/>
                  </a:lnTo>
                  <a:lnTo>
                    <a:pt x="965200" y="701675"/>
                  </a:lnTo>
                  <a:lnTo>
                    <a:pt x="979297" y="691261"/>
                  </a:lnTo>
                  <a:lnTo>
                    <a:pt x="987552" y="685165"/>
                  </a:lnTo>
                  <a:lnTo>
                    <a:pt x="1009015" y="667512"/>
                  </a:lnTo>
                  <a:lnTo>
                    <a:pt x="1019797" y="657860"/>
                  </a:lnTo>
                  <a:lnTo>
                    <a:pt x="1029589" y="649097"/>
                  </a:lnTo>
                  <a:lnTo>
                    <a:pt x="1049147" y="629539"/>
                  </a:lnTo>
                  <a:lnTo>
                    <a:pt x="1057300" y="620649"/>
                  </a:lnTo>
                  <a:lnTo>
                    <a:pt x="1067689" y="609346"/>
                  </a:lnTo>
                  <a:lnTo>
                    <a:pt x="1074762" y="600837"/>
                  </a:lnTo>
                  <a:lnTo>
                    <a:pt x="1085342" y="588137"/>
                  </a:lnTo>
                  <a:lnTo>
                    <a:pt x="1091349" y="580136"/>
                  </a:lnTo>
                  <a:lnTo>
                    <a:pt x="1101852" y="566166"/>
                  </a:lnTo>
                  <a:lnTo>
                    <a:pt x="1117219" y="543560"/>
                  </a:lnTo>
                  <a:lnTo>
                    <a:pt x="1131570" y="520192"/>
                  </a:lnTo>
                  <a:lnTo>
                    <a:pt x="1135024" y="513715"/>
                  </a:lnTo>
                  <a:lnTo>
                    <a:pt x="1144524" y="495935"/>
                  </a:lnTo>
                  <a:lnTo>
                    <a:pt x="1147305" y="490093"/>
                  </a:lnTo>
                  <a:lnTo>
                    <a:pt x="1156335" y="471170"/>
                  </a:lnTo>
                  <a:lnTo>
                    <a:pt x="1167003" y="445770"/>
                  </a:lnTo>
                  <a:lnTo>
                    <a:pt x="1168666" y="441071"/>
                  </a:lnTo>
                  <a:lnTo>
                    <a:pt x="1176274" y="419735"/>
                  </a:lnTo>
                  <a:lnTo>
                    <a:pt x="1177556" y="415544"/>
                  </a:lnTo>
                  <a:lnTo>
                    <a:pt x="1184402" y="393192"/>
                  </a:lnTo>
                  <a:lnTo>
                    <a:pt x="1190879" y="366141"/>
                  </a:lnTo>
                  <a:lnTo>
                    <a:pt x="1191425" y="363220"/>
                  </a:lnTo>
                  <a:lnTo>
                    <a:pt x="1196086" y="338582"/>
                  </a:lnTo>
                  <a:lnTo>
                    <a:pt x="1196390" y="336296"/>
                  </a:lnTo>
                  <a:lnTo>
                    <a:pt x="1199896" y="310515"/>
                  </a:lnTo>
                  <a:lnTo>
                    <a:pt x="1202182" y="282067"/>
                  </a:lnTo>
                  <a:lnTo>
                    <a:pt x="1202944" y="253365"/>
                  </a:lnTo>
                  <a:lnTo>
                    <a:pt x="1202944" y="250444"/>
                  </a:lnTo>
                  <a:close/>
                </a:path>
                <a:path w="4131945" h="1664335">
                  <a:moveTo>
                    <a:pt x="2362708" y="1411478"/>
                  </a:moveTo>
                  <a:lnTo>
                    <a:pt x="2099818" y="1334008"/>
                  </a:lnTo>
                  <a:lnTo>
                    <a:pt x="1914906" y="1282827"/>
                  </a:lnTo>
                  <a:lnTo>
                    <a:pt x="1767205" y="1244854"/>
                  </a:lnTo>
                  <a:lnTo>
                    <a:pt x="1663065" y="1219708"/>
                  </a:lnTo>
                  <a:lnTo>
                    <a:pt x="1553591" y="1194943"/>
                  </a:lnTo>
                  <a:lnTo>
                    <a:pt x="1319530" y="1146175"/>
                  </a:lnTo>
                  <a:lnTo>
                    <a:pt x="687501" y="1028560"/>
                  </a:lnTo>
                  <a:lnTo>
                    <a:pt x="687908" y="1026287"/>
                  </a:lnTo>
                  <a:lnTo>
                    <a:pt x="693166" y="997331"/>
                  </a:lnTo>
                  <a:lnTo>
                    <a:pt x="611378" y="1021334"/>
                  </a:lnTo>
                  <a:lnTo>
                    <a:pt x="679577" y="1072261"/>
                  </a:lnTo>
                  <a:lnTo>
                    <a:pt x="685228" y="1041107"/>
                  </a:lnTo>
                  <a:lnTo>
                    <a:pt x="1003427" y="1098677"/>
                  </a:lnTo>
                  <a:lnTo>
                    <a:pt x="1436243" y="1182878"/>
                  </a:lnTo>
                  <a:lnTo>
                    <a:pt x="1606169" y="1219708"/>
                  </a:lnTo>
                  <a:lnTo>
                    <a:pt x="1712849" y="1244727"/>
                  </a:lnTo>
                  <a:lnTo>
                    <a:pt x="1712722" y="1244727"/>
                  </a:lnTo>
                  <a:lnTo>
                    <a:pt x="1764157" y="1257173"/>
                  </a:lnTo>
                  <a:lnTo>
                    <a:pt x="1764030" y="1257173"/>
                  </a:lnTo>
                  <a:lnTo>
                    <a:pt x="1863471" y="1282319"/>
                  </a:lnTo>
                  <a:lnTo>
                    <a:pt x="2005457" y="1320673"/>
                  </a:lnTo>
                  <a:lnTo>
                    <a:pt x="2005330" y="1320673"/>
                  </a:lnTo>
                  <a:lnTo>
                    <a:pt x="2096262" y="1346200"/>
                  </a:lnTo>
                  <a:lnTo>
                    <a:pt x="2359152" y="1423670"/>
                  </a:lnTo>
                  <a:lnTo>
                    <a:pt x="2362708" y="1411478"/>
                  </a:lnTo>
                  <a:close/>
                </a:path>
                <a:path w="4131945" h="1664335">
                  <a:moveTo>
                    <a:pt x="3128137" y="668909"/>
                  </a:moveTo>
                  <a:lnTo>
                    <a:pt x="3127895" y="668655"/>
                  </a:lnTo>
                  <a:lnTo>
                    <a:pt x="3128137" y="668909"/>
                  </a:lnTo>
                  <a:close/>
                </a:path>
                <a:path w="4131945" h="1664335">
                  <a:moveTo>
                    <a:pt x="3517519" y="838200"/>
                  </a:moveTo>
                  <a:lnTo>
                    <a:pt x="3514725" y="838200"/>
                  </a:lnTo>
                  <a:lnTo>
                    <a:pt x="3486277" y="837438"/>
                  </a:lnTo>
                  <a:lnTo>
                    <a:pt x="3486658" y="837438"/>
                  </a:lnTo>
                  <a:lnTo>
                    <a:pt x="3458591" y="835152"/>
                  </a:lnTo>
                  <a:lnTo>
                    <a:pt x="3458845" y="835152"/>
                  </a:lnTo>
                  <a:lnTo>
                    <a:pt x="3432111" y="831596"/>
                  </a:lnTo>
                  <a:lnTo>
                    <a:pt x="3431159" y="831469"/>
                  </a:lnTo>
                  <a:lnTo>
                    <a:pt x="3431540" y="831596"/>
                  </a:lnTo>
                  <a:lnTo>
                    <a:pt x="3404895" y="826516"/>
                  </a:lnTo>
                  <a:lnTo>
                    <a:pt x="3404235" y="826389"/>
                  </a:lnTo>
                  <a:lnTo>
                    <a:pt x="3404616" y="826516"/>
                  </a:lnTo>
                  <a:lnTo>
                    <a:pt x="3377946" y="820039"/>
                  </a:lnTo>
                  <a:lnTo>
                    <a:pt x="3378200" y="820039"/>
                  </a:lnTo>
                  <a:lnTo>
                    <a:pt x="3352330" y="812292"/>
                  </a:lnTo>
                  <a:lnTo>
                    <a:pt x="3352076" y="812215"/>
                  </a:lnTo>
                  <a:lnTo>
                    <a:pt x="3351936" y="812165"/>
                  </a:lnTo>
                  <a:lnTo>
                    <a:pt x="3326854" y="803148"/>
                  </a:lnTo>
                  <a:lnTo>
                    <a:pt x="3326511" y="803021"/>
                  </a:lnTo>
                  <a:lnTo>
                    <a:pt x="3326765" y="803148"/>
                  </a:lnTo>
                  <a:lnTo>
                    <a:pt x="3301619" y="792734"/>
                  </a:lnTo>
                  <a:lnTo>
                    <a:pt x="3302000" y="792861"/>
                  </a:lnTo>
                  <a:lnTo>
                    <a:pt x="3301733" y="792734"/>
                  </a:lnTo>
                  <a:lnTo>
                    <a:pt x="3278009" y="781304"/>
                  </a:lnTo>
                  <a:lnTo>
                    <a:pt x="3277489" y="781050"/>
                  </a:lnTo>
                  <a:lnTo>
                    <a:pt x="3277743" y="781304"/>
                  </a:lnTo>
                  <a:lnTo>
                    <a:pt x="3254451" y="768604"/>
                  </a:lnTo>
                  <a:lnTo>
                    <a:pt x="3253994" y="768350"/>
                  </a:lnTo>
                  <a:lnTo>
                    <a:pt x="3254248" y="768604"/>
                  </a:lnTo>
                  <a:lnTo>
                    <a:pt x="3231134" y="754507"/>
                  </a:lnTo>
                  <a:lnTo>
                    <a:pt x="3231388" y="754634"/>
                  </a:lnTo>
                  <a:lnTo>
                    <a:pt x="3231197" y="754507"/>
                  </a:lnTo>
                  <a:lnTo>
                    <a:pt x="3208909" y="739394"/>
                  </a:lnTo>
                  <a:lnTo>
                    <a:pt x="3209163" y="739521"/>
                  </a:lnTo>
                  <a:lnTo>
                    <a:pt x="3208985" y="739394"/>
                  </a:lnTo>
                  <a:lnTo>
                    <a:pt x="3187776" y="723519"/>
                  </a:lnTo>
                  <a:lnTo>
                    <a:pt x="3187446" y="723265"/>
                  </a:lnTo>
                  <a:lnTo>
                    <a:pt x="3187700" y="723519"/>
                  </a:lnTo>
                  <a:lnTo>
                    <a:pt x="3167164" y="706247"/>
                  </a:lnTo>
                  <a:lnTo>
                    <a:pt x="3166872" y="705993"/>
                  </a:lnTo>
                  <a:lnTo>
                    <a:pt x="3166999" y="706247"/>
                  </a:lnTo>
                  <a:lnTo>
                    <a:pt x="3147199" y="688086"/>
                  </a:lnTo>
                  <a:lnTo>
                    <a:pt x="3147072" y="687984"/>
                  </a:lnTo>
                  <a:lnTo>
                    <a:pt x="3146945" y="687857"/>
                  </a:lnTo>
                  <a:lnTo>
                    <a:pt x="3127883" y="668655"/>
                  </a:lnTo>
                  <a:lnTo>
                    <a:pt x="3110065" y="648843"/>
                  </a:lnTo>
                  <a:lnTo>
                    <a:pt x="3109849" y="648589"/>
                  </a:lnTo>
                  <a:lnTo>
                    <a:pt x="3109976" y="648843"/>
                  </a:lnTo>
                  <a:lnTo>
                    <a:pt x="3092577" y="627507"/>
                  </a:lnTo>
                  <a:lnTo>
                    <a:pt x="3092831" y="627761"/>
                  </a:lnTo>
                  <a:lnTo>
                    <a:pt x="3092640" y="627507"/>
                  </a:lnTo>
                  <a:lnTo>
                    <a:pt x="3076625" y="605917"/>
                  </a:lnTo>
                  <a:lnTo>
                    <a:pt x="3076448" y="605663"/>
                  </a:lnTo>
                  <a:lnTo>
                    <a:pt x="3076575" y="605917"/>
                  </a:lnTo>
                  <a:lnTo>
                    <a:pt x="3061081" y="583057"/>
                  </a:lnTo>
                  <a:lnTo>
                    <a:pt x="3061335" y="583311"/>
                  </a:lnTo>
                  <a:lnTo>
                    <a:pt x="3061170" y="583057"/>
                  </a:lnTo>
                  <a:lnTo>
                    <a:pt x="3047136" y="559816"/>
                  </a:lnTo>
                  <a:lnTo>
                    <a:pt x="3046984" y="559562"/>
                  </a:lnTo>
                  <a:lnTo>
                    <a:pt x="3047111" y="559816"/>
                  </a:lnTo>
                  <a:lnTo>
                    <a:pt x="3033903" y="535559"/>
                  </a:lnTo>
                  <a:lnTo>
                    <a:pt x="3033814" y="535381"/>
                  </a:lnTo>
                  <a:lnTo>
                    <a:pt x="3021825" y="510540"/>
                  </a:lnTo>
                  <a:lnTo>
                    <a:pt x="3021749" y="510374"/>
                  </a:lnTo>
                  <a:lnTo>
                    <a:pt x="3010941" y="485013"/>
                  </a:lnTo>
                  <a:lnTo>
                    <a:pt x="3010789" y="484632"/>
                  </a:lnTo>
                  <a:lnTo>
                    <a:pt x="3010916" y="485013"/>
                  </a:lnTo>
                  <a:lnTo>
                    <a:pt x="3001099" y="458597"/>
                  </a:lnTo>
                  <a:lnTo>
                    <a:pt x="3001010" y="458343"/>
                  </a:lnTo>
                  <a:lnTo>
                    <a:pt x="3001010" y="458597"/>
                  </a:lnTo>
                  <a:lnTo>
                    <a:pt x="2992323" y="431673"/>
                  </a:lnTo>
                  <a:lnTo>
                    <a:pt x="2992310" y="431546"/>
                  </a:lnTo>
                  <a:lnTo>
                    <a:pt x="2992374" y="431673"/>
                  </a:lnTo>
                  <a:lnTo>
                    <a:pt x="2992297" y="431419"/>
                  </a:lnTo>
                  <a:lnTo>
                    <a:pt x="2985071" y="404241"/>
                  </a:lnTo>
                  <a:lnTo>
                    <a:pt x="2985008" y="403987"/>
                  </a:lnTo>
                  <a:lnTo>
                    <a:pt x="2985008" y="404241"/>
                  </a:lnTo>
                  <a:lnTo>
                    <a:pt x="2978835" y="376174"/>
                  </a:lnTo>
                  <a:lnTo>
                    <a:pt x="2978848" y="376047"/>
                  </a:lnTo>
                  <a:lnTo>
                    <a:pt x="2978912" y="376174"/>
                  </a:lnTo>
                  <a:lnTo>
                    <a:pt x="2978861" y="375920"/>
                  </a:lnTo>
                  <a:lnTo>
                    <a:pt x="2974149" y="347865"/>
                  </a:lnTo>
                  <a:lnTo>
                    <a:pt x="2974086" y="347472"/>
                  </a:lnTo>
                  <a:lnTo>
                    <a:pt x="2974086" y="347865"/>
                  </a:lnTo>
                  <a:lnTo>
                    <a:pt x="2972879" y="334987"/>
                  </a:lnTo>
                  <a:lnTo>
                    <a:pt x="3004185" y="332994"/>
                  </a:lnTo>
                  <a:lnTo>
                    <a:pt x="2997835" y="322072"/>
                  </a:lnTo>
                  <a:lnTo>
                    <a:pt x="2961386" y="259334"/>
                  </a:lnTo>
                  <a:lnTo>
                    <a:pt x="2928112" y="337820"/>
                  </a:lnTo>
                  <a:lnTo>
                    <a:pt x="2960255" y="335788"/>
                  </a:lnTo>
                  <a:lnTo>
                    <a:pt x="2961513" y="349250"/>
                  </a:lnTo>
                  <a:lnTo>
                    <a:pt x="2972689" y="407162"/>
                  </a:lnTo>
                  <a:lnTo>
                    <a:pt x="2989072" y="462661"/>
                  </a:lnTo>
                  <a:lnTo>
                    <a:pt x="3010154" y="515747"/>
                  </a:lnTo>
                  <a:lnTo>
                    <a:pt x="3035935" y="565912"/>
                  </a:lnTo>
                  <a:lnTo>
                    <a:pt x="3066161" y="613156"/>
                  </a:lnTo>
                  <a:lnTo>
                    <a:pt x="3100324" y="656971"/>
                  </a:lnTo>
                  <a:lnTo>
                    <a:pt x="3138297" y="697103"/>
                  </a:lnTo>
                  <a:lnTo>
                    <a:pt x="3179699" y="733298"/>
                  </a:lnTo>
                  <a:lnTo>
                    <a:pt x="3224403" y="765175"/>
                  </a:lnTo>
                  <a:lnTo>
                    <a:pt x="3271901" y="792480"/>
                  </a:lnTo>
                  <a:lnTo>
                    <a:pt x="3322066" y="814959"/>
                  </a:lnTo>
                  <a:lnTo>
                    <a:pt x="3374771" y="832358"/>
                  </a:lnTo>
                  <a:lnTo>
                    <a:pt x="3429254" y="844042"/>
                  </a:lnTo>
                  <a:lnTo>
                    <a:pt x="3485769" y="850138"/>
                  </a:lnTo>
                  <a:lnTo>
                    <a:pt x="3514471" y="850900"/>
                  </a:lnTo>
                  <a:lnTo>
                    <a:pt x="3517519" y="850900"/>
                  </a:lnTo>
                  <a:lnTo>
                    <a:pt x="3517519" y="838200"/>
                  </a:lnTo>
                  <a:close/>
                </a:path>
                <a:path w="4131945" h="1664335">
                  <a:moveTo>
                    <a:pt x="3659886" y="12700"/>
                  </a:moveTo>
                  <a:lnTo>
                    <a:pt x="3601720" y="3048"/>
                  </a:lnTo>
                  <a:lnTo>
                    <a:pt x="3544316" y="0"/>
                  </a:lnTo>
                  <a:lnTo>
                    <a:pt x="3541268" y="127"/>
                  </a:lnTo>
                  <a:lnTo>
                    <a:pt x="3541649" y="12827"/>
                  </a:lnTo>
                  <a:lnTo>
                    <a:pt x="3544417" y="12712"/>
                  </a:lnTo>
                  <a:lnTo>
                    <a:pt x="3544189" y="12700"/>
                  </a:lnTo>
                  <a:lnTo>
                    <a:pt x="3659886" y="12700"/>
                  </a:lnTo>
                  <a:close/>
                </a:path>
                <a:path w="4131945" h="1664335">
                  <a:moveTo>
                    <a:pt x="4130548" y="1074039"/>
                  </a:moveTo>
                  <a:lnTo>
                    <a:pt x="4117848" y="1074039"/>
                  </a:lnTo>
                  <a:lnTo>
                    <a:pt x="4117835" y="1076960"/>
                  </a:lnTo>
                  <a:lnTo>
                    <a:pt x="4117835" y="1077087"/>
                  </a:lnTo>
                  <a:lnTo>
                    <a:pt x="4117086" y="1104900"/>
                  </a:lnTo>
                  <a:lnTo>
                    <a:pt x="4117048" y="1105281"/>
                  </a:lnTo>
                  <a:lnTo>
                    <a:pt x="4117009" y="1105789"/>
                  </a:lnTo>
                  <a:lnTo>
                    <a:pt x="4114800" y="1133094"/>
                  </a:lnTo>
                  <a:lnTo>
                    <a:pt x="4114800" y="1132840"/>
                  </a:lnTo>
                  <a:lnTo>
                    <a:pt x="4114762" y="1133094"/>
                  </a:lnTo>
                  <a:lnTo>
                    <a:pt x="4111117" y="1160526"/>
                  </a:lnTo>
                  <a:lnTo>
                    <a:pt x="4111244" y="1160145"/>
                  </a:lnTo>
                  <a:lnTo>
                    <a:pt x="4106037" y="1187450"/>
                  </a:lnTo>
                  <a:lnTo>
                    <a:pt x="4106164" y="1187069"/>
                  </a:lnTo>
                  <a:lnTo>
                    <a:pt x="4099687" y="1213993"/>
                  </a:lnTo>
                  <a:lnTo>
                    <a:pt x="4099687" y="1213612"/>
                  </a:lnTo>
                  <a:lnTo>
                    <a:pt x="4099572" y="1213993"/>
                  </a:lnTo>
                  <a:lnTo>
                    <a:pt x="4091813" y="1239901"/>
                  </a:lnTo>
                  <a:lnTo>
                    <a:pt x="4091940" y="1239647"/>
                  </a:lnTo>
                  <a:lnTo>
                    <a:pt x="4082796" y="1265301"/>
                  </a:lnTo>
                  <a:lnTo>
                    <a:pt x="4082923" y="1265047"/>
                  </a:lnTo>
                  <a:lnTo>
                    <a:pt x="4072382" y="1290193"/>
                  </a:lnTo>
                  <a:lnTo>
                    <a:pt x="4072509" y="1289812"/>
                  </a:lnTo>
                  <a:lnTo>
                    <a:pt x="4072318" y="1290193"/>
                  </a:lnTo>
                  <a:lnTo>
                    <a:pt x="4060888" y="1314297"/>
                  </a:lnTo>
                  <a:lnTo>
                    <a:pt x="4048125" y="1337818"/>
                  </a:lnTo>
                  <a:lnTo>
                    <a:pt x="4047960" y="1338072"/>
                  </a:lnTo>
                  <a:lnTo>
                    <a:pt x="4034155" y="1360932"/>
                  </a:lnTo>
                  <a:lnTo>
                    <a:pt x="4034409" y="1360678"/>
                  </a:lnTo>
                  <a:lnTo>
                    <a:pt x="4019169" y="1383157"/>
                  </a:lnTo>
                  <a:lnTo>
                    <a:pt x="4019296" y="1382903"/>
                  </a:lnTo>
                  <a:lnTo>
                    <a:pt x="4019105" y="1383157"/>
                  </a:lnTo>
                  <a:lnTo>
                    <a:pt x="4003040" y="1404620"/>
                  </a:lnTo>
                  <a:lnTo>
                    <a:pt x="4003167" y="1404366"/>
                  </a:lnTo>
                  <a:lnTo>
                    <a:pt x="4002951" y="1404620"/>
                  </a:lnTo>
                  <a:lnTo>
                    <a:pt x="3985895" y="1425321"/>
                  </a:lnTo>
                  <a:lnTo>
                    <a:pt x="3986022" y="1425067"/>
                  </a:lnTo>
                  <a:lnTo>
                    <a:pt x="3985780" y="1425321"/>
                  </a:lnTo>
                  <a:lnTo>
                    <a:pt x="3967734" y="1445260"/>
                  </a:lnTo>
                  <a:lnTo>
                    <a:pt x="3967861" y="1445006"/>
                  </a:lnTo>
                  <a:lnTo>
                    <a:pt x="3948557" y="1464183"/>
                  </a:lnTo>
                  <a:lnTo>
                    <a:pt x="3948811" y="1464056"/>
                  </a:lnTo>
                  <a:lnTo>
                    <a:pt x="3928491" y="1482344"/>
                  </a:lnTo>
                  <a:lnTo>
                    <a:pt x="3928745" y="1482090"/>
                  </a:lnTo>
                  <a:lnTo>
                    <a:pt x="3928427" y="1482344"/>
                  </a:lnTo>
                  <a:lnTo>
                    <a:pt x="3907536" y="1499489"/>
                  </a:lnTo>
                  <a:lnTo>
                    <a:pt x="3907663" y="1499362"/>
                  </a:lnTo>
                  <a:lnTo>
                    <a:pt x="3907485" y="1499489"/>
                  </a:lnTo>
                  <a:lnTo>
                    <a:pt x="3885565" y="1515872"/>
                  </a:lnTo>
                  <a:lnTo>
                    <a:pt x="3885819" y="1515618"/>
                  </a:lnTo>
                  <a:lnTo>
                    <a:pt x="3885438" y="1515872"/>
                  </a:lnTo>
                  <a:lnTo>
                    <a:pt x="3862959" y="1531112"/>
                  </a:lnTo>
                  <a:lnTo>
                    <a:pt x="3863213" y="1530858"/>
                  </a:lnTo>
                  <a:lnTo>
                    <a:pt x="3839591" y="1545336"/>
                  </a:lnTo>
                  <a:lnTo>
                    <a:pt x="3839845" y="1545209"/>
                  </a:lnTo>
                  <a:lnTo>
                    <a:pt x="3815397" y="1558505"/>
                  </a:lnTo>
                  <a:lnTo>
                    <a:pt x="3790569" y="1570482"/>
                  </a:lnTo>
                  <a:lnTo>
                    <a:pt x="3790264" y="1570609"/>
                  </a:lnTo>
                  <a:lnTo>
                    <a:pt x="3764661" y="1581531"/>
                  </a:lnTo>
                  <a:lnTo>
                    <a:pt x="3764915" y="1581404"/>
                  </a:lnTo>
                  <a:lnTo>
                    <a:pt x="3764572" y="1581531"/>
                  </a:lnTo>
                  <a:lnTo>
                    <a:pt x="3738499" y="1591310"/>
                  </a:lnTo>
                  <a:lnTo>
                    <a:pt x="3738753" y="1591310"/>
                  </a:lnTo>
                  <a:lnTo>
                    <a:pt x="3711575" y="1600073"/>
                  </a:lnTo>
                  <a:lnTo>
                    <a:pt x="3711943" y="1599946"/>
                  </a:lnTo>
                  <a:lnTo>
                    <a:pt x="3711473" y="1600073"/>
                  </a:lnTo>
                  <a:lnTo>
                    <a:pt x="3684270" y="1607312"/>
                  </a:lnTo>
                  <a:lnTo>
                    <a:pt x="3684524" y="1607312"/>
                  </a:lnTo>
                  <a:lnTo>
                    <a:pt x="3656203" y="1613535"/>
                  </a:lnTo>
                  <a:lnTo>
                    <a:pt x="3656444" y="1613408"/>
                  </a:lnTo>
                  <a:lnTo>
                    <a:pt x="3627628" y="1618234"/>
                  </a:lnTo>
                  <a:lnTo>
                    <a:pt x="3628136" y="1618234"/>
                  </a:lnTo>
                  <a:lnTo>
                    <a:pt x="3615385" y="1619440"/>
                  </a:lnTo>
                  <a:lnTo>
                    <a:pt x="3613404" y="1588135"/>
                  </a:lnTo>
                  <a:lnTo>
                    <a:pt x="3539744" y="1630934"/>
                  </a:lnTo>
                  <a:lnTo>
                    <a:pt x="3618217" y="1664081"/>
                  </a:lnTo>
                  <a:lnTo>
                    <a:pt x="3616261" y="1633220"/>
                  </a:lnTo>
                  <a:lnTo>
                    <a:pt x="3616185" y="1632064"/>
                  </a:lnTo>
                  <a:lnTo>
                    <a:pt x="3629520" y="1630807"/>
                  </a:lnTo>
                  <a:lnTo>
                    <a:pt x="3658743" y="1625981"/>
                  </a:lnTo>
                  <a:lnTo>
                    <a:pt x="3687318" y="1619631"/>
                  </a:lnTo>
                  <a:lnTo>
                    <a:pt x="3710140" y="1613535"/>
                  </a:lnTo>
                  <a:lnTo>
                    <a:pt x="3715385" y="1612138"/>
                  </a:lnTo>
                  <a:lnTo>
                    <a:pt x="3769614" y="1593342"/>
                  </a:lnTo>
                  <a:lnTo>
                    <a:pt x="3821303" y="1569720"/>
                  </a:lnTo>
                  <a:lnTo>
                    <a:pt x="3841978" y="1558417"/>
                  </a:lnTo>
                  <a:lnTo>
                    <a:pt x="3845941" y="1556258"/>
                  </a:lnTo>
                  <a:lnTo>
                    <a:pt x="3864089" y="1545209"/>
                  </a:lnTo>
                  <a:lnTo>
                    <a:pt x="3869944" y="1541653"/>
                  </a:lnTo>
                  <a:lnTo>
                    <a:pt x="3885666" y="1531112"/>
                  </a:lnTo>
                  <a:lnTo>
                    <a:pt x="3936873" y="1491869"/>
                  </a:lnTo>
                  <a:lnTo>
                    <a:pt x="3966768" y="1464056"/>
                  </a:lnTo>
                  <a:lnTo>
                    <a:pt x="3977005" y="1453896"/>
                  </a:lnTo>
                  <a:lnTo>
                    <a:pt x="3984879" y="1445260"/>
                  </a:lnTo>
                  <a:lnTo>
                    <a:pt x="3995547" y="1433576"/>
                  </a:lnTo>
                  <a:lnTo>
                    <a:pt x="4013073" y="1412367"/>
                  </a:lnTo>
                  <a:lnTo>
                    <a:pt x="4029583" y="1390396"/>
                  </a:lnTo>
                  <a:lnTo>
                    <a:pt x="4044950" y="1367663"/>
                  </a:lnTo>
                  <a:lnTo>
                    <a:pt x="4049191" y="1360678"/>
                  </a:lnTo>
                  <a:lnTo>
                    <a:pt x="4059174" y="1344295"/>
                  </a:lnTo>
                  <a:lnTo>
                    <a:pt x="4072255" y="1320038"/>
                  </a:lnTo>
                  <a:lnTo>
                    <a:pt x="4075023" y="1314196"/>
                  </a:lnTo>
                  <a:lnTo>
                    <a:pt x="4084066" y="1295146"/>
                  </a:lnTo>
                  <a:lnTo>
                    <a:pt x="4094734" y="1269746"/>
                  </a:lnTo>
                  <a:lnTo>
                    <a:pt x="4096397" y="1265047"/>
                  </a:lnTo>
                  <a:lnTo>
                    <a:pt x="4104005" y="1243711"/>
                  </a:lnTo>
                  <a:lnTo>
                    <a:pt x="4105224" y="1239647"/>
                  </a:lnTo>
                  <a:lnTo>
                    <a:pt x="4112006" y="1217168"/>
                  </a:lnTo>
                  <a:lnTo>
                    <a:pt x="4118483" y="1189990"/>
                  </a:lnTo>
                  <a:lnTo>
                    <a:pt x="4119029" y="1187069"/>
                  </a:lnTo>
                  <a:lnTo>
                    <a:pt x="4123690" y="1162304"/>
                  </a:lnTo>
                  <a:lnTo>
                    <a:pt x="4123982" y="1160145"/>
                  </a:lnTo>
                  <a:lnTo>
                    <a:pt x="4127500" y="1134364"/>
                  </a:lnTo>
                  <a:lnTo>
                    <a:pt x="4129786" y="1105789"/>
                  </a:lnTo>
                  <a:lnTo>
                    <a:pt x="4130548" y="1077087"/>
                  </a:lnTo>
                  <a:lnTo>
                    <a:pt x="4130548" y="1074039"/>
                  </a:lnTo>
                  <a:close/>
                </a:path>
                <a:path w="4131945" h="1664335">
                  <a:moveTo>
                    <a:pt x="4131564" y="513080"/>
                  </a:moveTo>
                  <a:lnTo>
                    <a:pt x="4099407" y="515124"/>
                  </a:lnTo>
                  <a:lnTo>
                    <a:pt x="4098290" y="503047"/>
                  </a:lnTo>
                  <a:lnTo>
                    <a:pt x="4098163" y="501650"/>
                  </a:lnTo>
                  <a:lnTo>
                    <a:pt x="4093337" y="472440"/>
                  </a:lnTo>
                  <a:lnTo>
                    <a:pt x="4087596" y="446659"/>
                  </a:lnTo>
                  <a:lnTo>
                    <a:pt x="4086987" y="443865"/>
                  </a:lnTo>
                  <a:lnTo>
                    <a:pt x="4079494" y="415798"/>
                  </a:lnTo>
                  <a:lnTo>
                    <a:pt x="4071874" y="392303"/>
                  </a:lnTo>
                  <a:lnTo>
                    <a:pt x="4070604" y="388366"/>
                  </a:lnTo>
                  <a:lnTo>
                    <a:pt x="4060698" y="361442"/>
                  </a:lnTo>
                  <a:lnTo>
                    <a:pt x="4049522" y="335165"/>
                  </a:lnTo>
                  <a:lnTo>
                    <a:pt x="4039870" y="315480"/>
                  </a:lnTo>
                  <a:lnTo>
                    <a:pt x="4037076" y="309765"/>
                  </a:lnTo>
                  <a:lnTo>
                    <a:pt x="4026916" y="291084"/>
                  </a:lnTo>
                  <a:lnTo>
                    <a:pt x="4023614" y="284988"/>
                  </a:lnTo>
                  <a:lnTo>
                    <a:pt x="4009009" y="260985"/>
                  </a:lnTo>
                  <a:lnTo>
                    <a:pt x="3993515" y="237744"/>
                  </a:lnTo>
                  <a:lnTo>
                    <a:pt x="3982555" y="223139"/>
                  </a:lnTo>
                  <a:lnTo>
                    <a:pt x="3976751" y="215392"/>
                  </a:lnTo>
                  <a:lnTo>
                    <a:pt x="3959225" y="193929"/>
                  </a:lnTo>
                  <a:lnTo>
                    <a:pt x="3948392" y="181991"/>
                  </a:lnTo>
                  <a:lnTo>
                    <a:pt x="3940683" y="173482"/>
                  </a:lnTo>
                  <a:lnTo>
                    <a:pt x="3930142" y="162814"/>
                  </a:lnTo>
                  <a:lnTo>
                    <a:pt x="3921252" y="153797"/>
                  </a:lnTo>
                  <a:lnTo>
                    <a:pt x="3911219" y="144653"/>
                  </a:lnTo>
                  <a:lnTo>
                    <a:pt x="3900932" y="135255"/>
                  </a:lnTo>
                  <a:lnTo>
                    <a:pt x="3891546" y="127508"/>
                  </a:lnTo>
                  <a:lnTo>
                    <a:pt x="3879723" y="117729"/>
                  </a:lnTo>
                  <a:lnTo>
                    <a:pt x="3857752" y="101092"/>
                  </a:lnTo>
                  <a:lnTo>
                    <a:pt x="3835019" y="85725"/>
                  </a:lnTo>
                  <a:lnTo>
                    <a:pt x="3829431" y="82296"/>
                  </a:lnTo>
                  <a:lnTo>
                    <a:pt x="3811651" y="71374"/>
                  </a:lnTo>
                  <a:lnTo>
                    <a:pt x="3808552" y="69723"/>
                  </a:lnTo>
                  <a:lnTo>
                    <a:pt x="3787394" y="58420"/>
                  </a:lnTo>
                  <a:lnTo>
                    <a:pt x="3764902" y="47752"/>
                  </a:lnTo>
                  <a:lnTo>
                    <a:pt x="3762502" y="46609"/>
                  </a:lnTo>
                  <a:lnTo>
                    <a:pt x="3743452" y="38608"/>
                  </a:lnTo>
                  <a:lnTo>
                    <a:pt x="3737102" y="35941"/>
                  </a:lnTo>
                  <a:lnTo>
                    <a:pt x="3711067" y="26543"/>
                  </a:lnTo>
                  <a:lnTo>
                    <a:pt x="3703904" y="24384"/>
                  </a:lnTo>
                  <a:lnTo>
                    <a:pt x="3687051" y="19304"/>
                  </a:lnTo>
                  <a:lnTo>
                    <a:pt x="3684524" y="18542"/>
                  </a:lnTo>
                  <a:lnTo>
                    <a:pt x="3659886" y="12700"/>
                  </a:lnTo>
                  <a:lnTo>
                    <a:pt x="3544417" y="12712"/>
                  </a:lnTo>
                  <a:lnTo>
                    <a:pt x="3572256" y="13462"/>
                  </a:lnTo>
                  <a:lnTo>
                    <a:pt x="3600450" y="15621"/>
                  </a:lnTo>
                  <a:lnTo>
                    <a:pt x="3600069" y="15621"/>
                  </a:lnTo>
                  <a:lnTo>
                    <a:pt x="3627869" y="19431"/>
                  </a:lnTo>
                  <a:lnTo>
                    <a:pt x="3627501" y="19304"/>
                  </a:lnTo>
                  <a:lnTo>
                    <a:pt x="3654793" y="24511"/>
                  </a:lnTo>
                  <a:lnTo>
                    <a:pt x="3654425" y="24384"/>
                  </a:lnTo>
                  <a:lnTo>
                    <a:pt x="3681349" y="30861"/>
                  </a:lnTo>
                  <a:lnTo>
                    <a:pt x="3680968" y="30861"/>
                  </a:lnTo>
                  <a:lnTo>
                    <a:pt x="3707244" y="38735"/>
                  </a:lnTo>
                  <a:lnTo>
                    <a:pt x="3707003" y="38608"/>
                  </a:lnTo>
                  <a:lnTo>
                    <a:pt x="3732644" y="47879"/>
                  </a:lnTo>
                  <a:lnTo>
                    <a:pt x="3732403" y="47752"/>
                  </a:lnTo>
                  <a:lnTo>
                    <a:pt x="3757549" y="58166"/>
                  </a:lnTo>
                  <a:lnTo>
                    <a:pt x="3757168" y="58039"/>
                  </a:lnTo>
                  <a:lnTo>
                    <a:pt x="3757422" y="58166"/>
                  </a:lnTo>
                  <a:lnTo>
                    <a:pt x="3781641" y="69773"/>
                  </a:lnTo>
                  <a:lnTo>
                    <a:pt x="3781780" y="69850"/>
                  </a:lnTo>
                  <a:lnTo>
                    <a:pt x="3805428" y="82550"/>
                  </a:lnTo>
                  <a:lnTo>
                    <a:pt x="3805174" y="82296"/>
                  </a:lnTo>
                  <a:lnTo>
                    <a:pt x="3828288" y="96393"/>
                  </a:lnTo>
                  <a:lnTo>
                    <a:pt x="3828034" y="96266"/>
                  </a:lnTo>
                  <a:lnTo>
                    <a:pt x="3828211" y="96393"/>
                  </a:lnTo>
                  <a:lnTo>
                    <a:pt x="3850513" y="111506"/>
                  </a:lnTo>
                  <a:lnTo>
                    <a:pt x="3850259" y="111379"/>
                  </a:lnTo>
                  <a:lnTo>
                    <a:pt x="3850424" y="111506"/>
                  </a:lnTo>
                  <a:lnTo>
                    <a:pt x="3871976" y="127762"/>
                  </a:lnTo>
                  <a:lnTo>
                    <a:pt x="3871722" y="127508"/>
                  </a:lnTo>
                  <a:lnTo>
                    <a:pt x="3892677" y="144907"/>
                  </a:lnTo>
                  <a:lnTo>
                    <a:pt x="3912489" y="163068"/>
                  </a:lnTo>
                  <a:lnTo>
                    <a:pt x="3912362" y="162814"/>
                  </a:lnTo>
                  <a:lnTo>
                    <a:pt x="3931539" y="182245"/>
                  </a:lnTo>
                  <a:lnTo>
                    <a:pt x="3931412" y="181991"/>
                  </a:lnTo>
                  <a:lnTo>
                    <a:pt x="3949700" y="202311"/>
                  </a:lnTo>
                  <a:lnTo>
                    <a:pt x="3949446" y="202057"/>
                  </a:lnTo>
                  <a:lnTo>
                    <a:pt x="3949649" y="202311"/>
                  </a:lnTo>
                  <a:lnTo>
                    <a:pt x="3966845" y="223393"/>
                  </a:lnTo>
                  <a:lnTo>
                    <a:pt x="3966718" y="223139"/>
                  </a:lnTo>
                  <a:lnTo>
                    <a:pt x="3983228" y="245237"/>
                  </a:lnTo>
                  <a:lnTo>
                    <a:pt x="3982974" y="244983"/>
                  </a:lnTo>
                  <a:lnTo>
                    <a:pt x="3983139" y="245237"/>
                  </a:lnTo>
                  <a:lnTo>
                    <a:pt x="3998468" y="267970"/>
                  </a:lnTo>
                  <a:lnTo>
                    <a:pt x="3998214" y="267716"/>
                  </a:lnTo>
                  <a:lnTo>
                    <a:pt x="3998366" y="267970"/>
                  </a:lnTo>
                  <a:lnTo>
                    <a:pt x="4012692" y="291338"/>
                  </a:lnTo>
                  <a:lnTo>
                    <a:pt x="4025862" y="315658"/>
                  </a:lnTo>
                  <a:lnTo>
                    <a:pt x="4037838" y="340360"/>
                  </a:lnTo>
                  <a:lnTo>
                    <a:pt x="4037939" y="340614"/>
                  </a:lnTo>
                  <a:lnTo>
                    <a:pt x="4048887" y="366268"/>
                  </a:lnTo>
                  <a:lnTo>
                    <a:pt x="4048760" y="366014"/>
                  </a:lnTo>
                  <a:lnTo>
                    <a:pt x="4048849" y="366268"/>
                  </a:lnTo>
                  <a:lnTo>
                    <a:pt x="4058666" y="392557"/>
                  </a:lnTo>
                  <a:lnTo>
                    <a:pt x="4058666" y="392303"/>
                  </a:lnTo>
                  <a:lnTo>
                    <a:pt x="4067429" y="419481"/>
                  </a:lnTo>
                  <a:lnTo>
                    <a:pt x="4067302" y="419227"/>
                  </a:lnTo>
                  <a:lnTo>
                    <a:pt x="4067365" y="419481"/>
                  </a:lnTo>
                  <a:lnTo>
                    <a:pt x="4074668" y="447040"/>
                  </a:lnTo>
                  <a:lnTo>
                    <a:pt x="4074668" y="446659"/>
                  </a:lnTo>
                  <a:lnTo>
                    <a:pt x="4080891" y="474980"/>
                  </a:lnTo>
                  <a:lnTo>
                    <a:pt x="4080764" y="474726"/>
                  </a:lnTo>
                  <a:lnTo>
                    <a:pt x="4080802" y="474980"/>
                  </a:lnTo>
                  <a:lnTo>
                    <a:pt x="4085590" y="503428"/>
                  </a:lnTo>
                  <a:lnTo>
                    <a:pt x="4085590" y="503047"/>
                  </a:lnTo>
                  <a:lnTo>
                    <a:pt x="4086783" y="515924"/>
                  </a:lnTo>
                  <a:lnTo>
                    <a:pt x="4055491" y="517906"/>
                  </a:lnTo>
                  <a:lnTo>
                    <a:pt x="4098290" y="591566"/>
                  </a:lnTo>
                  <a:lnTo>
                    <a:pt x="4124883" y="528828"/>
                  </a:lnTo>
                  <a:lnTo>
                    <a:pt x="4131564" y="51308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86477" y="3807713"/>
              <a:ext cx="731520" cy="585470"/>
            </a:xfrm>
            <a:custGeom>
              <a:avLst/>
              <a:gdLst/>
              <a:ahLst/>
              <a:cxnLst/>
              <a:rect l="l" t="t" r="r" b="b"/>
              <a:pathLst>
                <a:path w="731520" h="585470">
                  <a:moveTo>
                    <a:pt x="365760" y="0"/>
                  </a:moveTo>
                  <a:lnTo>
                    <a:pt x="292031" y="1982"/>
                  </a:lnTo>
                  <a:lnTo>
                    <a:pt x="223367" y="7667"/>
                  </a:lnTo>
                  <a:lnTo>
                    <a:pt x="161236" y="16662"/>
                  </a:lnTo>
                  <a:lnTo>
                    <a:pt x="107108" y="28575"/>
                  </a:lnTo>
                  <a:lnTo>
                    <a:pt x="62452" y="43011"/>
                  </a:lnTo>
                  <a:lnTo>
                    <a:pt x="7428" y="77884"/>
                  </a:lnTo>
                  <a:lnTo>
                    <a:pt x="0" y="97536"/>
                  </a:lnTo>
                  <a:lnTo>
                    <a:pt x="0" y="487680"/>
                  </a:lnTo>
                  <a:lnTo>
                    <a:pt x="28735" y="525637"/>
                  </a:lnTo>
                  <a:lnTo>
                    <a:pt x="107108" y="556641"/>
                  </a:lnTo>
                  <a:lnTo>
                    <a:pt x="161236" y="568553"/>
                  </a:lnTo>
                  <a:lnTo>
                    <a:pt x="223367" y="577548"/>
                  </a:lnTo>
                  <a:lnTo>
                    <a:pt x="292031" y="583233"/>
                  </a:lnTo>
                  <a:lnTo>
                    <a:pt x="365760" y="585216"/>
                  </a:lnTo>
                  <a:lnTo>
                    <a:pt x="439488" y="583233"/>
                  </a:lnTo>
                  <a:lnTo>
                    <a:pt x="508152" y="577548"/>
                  </a:lnTo>
                  <a:lnTo>
                    <a:pt x="570283" y="568553"/>
                  </a:lnTo>
                  <a:lnTo>
                    <a:pt x="624411" y="556641"/>
                  </a:lnTo>
                  <a:lnTo>
                    <a:pt x="669067" y="542204"/>
                  </a:lnTo>
                  <a:lnTo>
                    <a:pt x="724091" y="507331"/>
                  </a:lnTo>
                  <a:lnTo>
                    <a:pt x="731520" y="487680"/>
                  </a:lnTo>
                  <a:lnTo>
                    <a:pt x="731520" y="97536"/>
                  </a:lnTo>
                  <a:lnTo>
                    <a:pt x="702784" y="59578"/>
                  </a:lnTo>
                  <a:lnTo>
                    <a:pt x="624411" y="28575"/>
                  </a:lnTo>
                  <a:lnTo>
                    <a:pt x="570283" y="16662"/>
                  </a:lnTo>
                  <a:lnTo>
                    <a:pt x="508152" y="7667"/>
                  </a:lnTo>
                  <a:lnTo>
                    <a:pt x="439488" y="1982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83DA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86477" y="3807713"/>
              <a:ext cx="731520" cy="585470"/>
            </a:xfrm>
            <a:custGeom>
              <a:avLst/>
              <a:gdLst/>
              <a:ahLst/>
              <a:cxnLst/>
              <a:rect l="l" t="t" r="r" b="b"/>
              <a:pathLst>
                <a:path w="731520" h="585470">
                  <a:moveTo>
                    <a:pt x="731520" y="97536"/>
                  </a:moveTo>
                  <a:lnTo>
                    <a:pt x="702784" y="135493"/>
                  </a:lnTo>
                  <a:lnTo>
                    <a:pt x="624411" y="166497"/>
                  </a:lnTo>
                  <a:lnTo>
                    <a:pt x="570283" y="178409"/>
                  </a:lnTo>
                  <a:lnTo>
                    <a:pt x="508152" y="187404"/>
                  </a:lnTo>
                  <a:lnTo>
                    <a:pt x="439488" y="193089"/>
                  </a:lnTo>
                  <a:lnTo>
                    <a:pt x="365760" y="195072"/>
                  </a:lnTo>
                  <a:lnTo>
                    <a:pt x="292031" y="193089"/>
                  </a:lnTo>
                  <a:lnTo>
                    <a:pt x="223367" y="187404"/>
                  </a:lnTo>
                  <a:lnTo>
                    <a:pt x="161236" y="178409"/>
                  </a:lnTo>
                  <a:lnTo>
                    <a:pt x="107108" y="166497"/>
                  </a:lnTo>
                  <a:lnTo>
                    <a:pt x="62452" y="152060"/>
                  </a:lnTo>
                  <a:lnTo>
                    <a:pt x="7428" y="117187"/>
                  </a:lnTo>
                  <a:lnTo>
                    <a:pt x="0" y="97536"/>
                  </a:lnTo>
                </a:path>
                <a:path w="731520" h="585470">
                  <a:moveTo>
                    <a:pt x="0" y="97536"/>
                  </a:moveTo>
                  <a:lnTo>
                    <a:pt x="28735" y="59578"/>
                  </a:lnTo>
                  <a:lnTo>
                    <a:pt x="107108" y="28575"/>
                  </a:lnTo>
                  <a:lnTo>
                    <a:pt x="161236" y="16662"/>
                  </a:lnTo>
                  <a:lnTo>
                    <a:pt x="223367" y="7667"/>
                  </a:lnTo>
                  <a:lnTo>
                    <a:pt x="292031" y="1982"/>
                  </a:lnTo>
                  <a:lnTo>
                    <a:pt x="365760" y="0"/>
                  </a:lnTo>
                  <a:lnTo>
                    <a:pt x="439488" y="1982"/>
                  </a:lnTo>
                  <a:lnTo>
                    <a:pt x="508152" y="7667"/>
                  </a:lnTo>
                  <a:lnTo>
                    <a:pt x="570283" y="16662"/>
                  </a:lnTo>
                  <a:lnTo>
                    <a:pt x="624411" y="28575"/>
                  </a:lnTo>
                  <a:lnTo>
                    <a:pt x="669067" y="43011"/>
                  </a:lnTo>
                  <a:lnTo>
                    <a:pt x="724091" y="77884"/>
                  </a:lnTo>
                  <a:lnTo>
                    <a:pt x="731520" y="97536"/>
                  </a:lnTo>
                  <a:lnTo>
                    <a:pt x="731520" y="487680"/>
                  </a:lnTo>
                  <a:lnTo>
                    <a:pt x="702784" y="525637"/>
                  </a:lnTo>
                  <a:lnTo>
                    <a:pt x="624411" y="556641"/>
                  </a:lnTo>
                  <a:lnTo>
                    <a:pt x="570283" y="568553"/>
                  </a:lnTo>
                  <a:lnTo>
                    <a:pt x="508152" y="577548"/>
                  </a:lnTo>
                  <a:lnTo>
                    <a:pt x="439488" y="583233"/>
                  </a:lnTo>
                  <a:lnTo>
                    <a:pt x="365760" y="585216"/>
                  </a:lnTo>
                  <a:lnTo>
                    <a:pt x="292031" y="583233"/>
                  </a:lnTo>
                  <a:lnTo>
                    <a:pt x="223367" y="577548"/>
                  </a:lnTo>
                  <a:lnTo>
                    <a:pt x="161236" y="568553"/>
                  </a:lnTo>
                  <a:lnTo>
                    <a:pt x="107108" y="556641"/>
                  </a:lnTo>
                  <a:lnTo>
                    <a:pt x="62452" y="542204"/>
                  </a:lnTo>
                  <a:lnTo>
                    <a:pt x="7428" y="507331"/>
                  </a:lnTo>
                  <a:lnTo>
                    <a:pt x="0" y="487680"/>
                  </a:lnTo>
                  <a:lnTo>
                    <a:pt x="0" y="97536"/>
                  </a:lnTo>
                  <a:close/>
                </a:path>
              </a:pathLst>
            </a:custGeom>
            <a:ln w="25908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88407" y="4093463"/>
              <a:ext cx="336041" cy="12420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542033" y="3963746"/>
            <a:ext cx="6146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252525"/>
                </a:solidFill>
                <a:latin typeface="Arial"/>
                <a:cs typeface="Arial"/>
              </a:rPr>
              <a:t>It</a:t>
            </a:r>
            <a:r>
              <a:rPr sz="1400" b="1" spc="-114" dirty="0">
                <a:solidFill>
                  <a:srgbClr val="252525"/>
                </a:solidFill>
                <a:latin typeface="Arial"/>
                <a:cs typeface="Arial"/>
              </a:rPr>
              <a:t>er</a:t>
            </a:r>
            <a:r>
              <a:rPr sz="1400" b="1" spc="-14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400" b="1" spc="-65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400" b="1" spc="-150" dirty="0">
                <a:solidFill>
                  <a:srgbClr val="252525"/>
                </a:solidFill>
                <a:latin typeface="Arial"/>
                <a:cs typeface="Arial"/>
              </a:rPr>
              <a:t>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474720" y="3215639"/>
            <a:ext cx="2952115" cy="1931035"/>
            <a:chOff x="3474720" y="3215639"/>
            <a:chExt cx="2952115" cy="1931035"/>
          </a:xfrm>
        </p:grpSpPr>
        <p:sp>
          <p:nvSpPr>
            <p:cNvPr id="29" name="object 29"/>
            <p:cNvSpPr/>
            <p:nvPr/>
          </p:nvSpPr>
          <p:spPr>
            <a:xfrm>
              <a:off x="4652772" y="3215639"/>
              <a:ext cx="596265" cy="1725295"/>
            </a:xfrm>
            <a:custGeom>
              <a:avLst/>
              <a:gdLst/>
              <a:ahLst/>
              <a:cxnLst/>
              <a:rect l="l" t="t" r="r" b="b"/>
              <a:pathLst>
                <a:path w="596264" h="1725295">
                  <a:moveTo>
                    <a:pt x="592836" y="1680718"/>
                  </a:moveTo>
                  <a:lnTo>
                    <a:pt x="76200" y="1680718"/>
                  </a:lnTo>
                  <a:lnTo>
                    <a:pt x="76200" y="1648968"/>
                  </a:lnTo>
                  <a:lnTo>
                    <a:pt x="0" y="1687068"/>
                  </a:lnTo>
                  <a:lnTo>
                    <a:pt x="76200" y="1725168"/>
                  </a:lnTo>
                  <a:lnTo>
                    <a:pt x="76200" y="1693418"/>
                  </a:lnTo>
                  <a:lnTo>
                    <a:pt x="592836" y="1693418"/>
                  </a:lnTo>
                  <a:lnTo>
                    <a:pt x="592836" y="1680718"/>
                  </a:lnTo>
                  <a:close/>
                </a:path>
                <a:path w="596264" h="1725295">
                  <a:moveTo>
                    <a:pt x="595884" y="38100"/>
                  </a:moveTo>
                  <a:lnTo>
                    <a:pt x="583184" y="31750"/>
                  </a:lnTo>
                  <a:lnTo>
                    <a:pt x="519684" y="0"/>
                  </a:lnTo>
                  <a:lnTo>
                    <a:pt x="519684" y="31750"/>
                  </a:lnTo>
                  <a:lnTo>
                    <a:pt x="3048" y="31750"/>
                  </a:lnTo>
                  <a:lnTo>
                    <a:pt x="3048" y="44450"/>
                  </a:lnTo>
                  <a:lnTo>
                    <a:pt x="519684" y="44450"/>
                  </a:lnTo>
                  <a:lnTo>
                    <a:pt x="519684" y="76200"/>
                  </a:lnTo>
                  <a:lnTo>
                    <a:pt x="583184" y="44450"/>
                  </a:lnTo>
                  <a:lnTo>
                    <a:pt x="595884" y="3810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84626" y="4668773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1168908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8" y="467868"/>
                  </a:lnTo>
                  <a:lnTo>
                    <a:pt x="11689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84626" y="4668773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0" y="467868"/>
                  </a:moveTo>
                  <a:lnTo>
                    <a:pt x="1168908" y="467868"/>
                  </a:lnTo>
                  <a:lnTo>
                    <a:pt x="1168908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73424" y="4837175"/>
              <a:ext cx="596646" cy="16230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246370" y="4668773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1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1" y="467868"/>
                  </a:lnTo>
                  <a:lnTo>
                    <a:pt x="117043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46370" y="4668773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1" y="467868"/>
                  </a:lnTo>
                  <a:lnTo>
                    <a:pt x="1170431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73268" y="4837175"/>
              <a:ext cx="515874" cy="13335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437489" y="431419"/>
            <a:ext cx="242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Planification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8002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1542262"/>
            <a:ext cx="2614422" cy="3055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7804" y="2074164"/>
            <a:ext cx="3420617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27" y="5818632"/>
            <a:ext cx="4210050" cy="16230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912111" y="2621533"/>
            <a:ext cx="6116955" cy="2959100"/>
            <a:chOff x="1912111" y="2621533"/>
            <a:chExt cx="6116955" cy="2959100"/>
          </a:xfrm>
        </p:grpSpPr>
        <p:sp>
          <p:nvSpPr>
            <p:cNvPr id="10" name="object 10"/>
            <p:cNvSpPr/>
            <p:nvPr/>
          </p:nvSpPr>
          <p:spPr>
            <a:xfrm>
              <a:off x="1912111" y="2621533"/>
              <a:ext cx="6116955" cy="2959100"/>
            </a:xfrm>
            <a:custGeom>
              <a:avLst/>
              <a:gdLst/>
              <a:ahLst/>
              <a:cxnLst/>
              <a:rect l="l" t="t" r="r" b="b"/>
              <a:pathLst>
                <a:path w="6116955" h="2959100">
                  <a:moveTo>
                    <a:pt x="52453" y="1774308"/>
                  </a:moveTo>
                  <a:lnTo>
                    <a:pt x="24855" y="1782932"/>
                  </a:lnTo>
                  <a:lnTo>
                    <a:pt x="42544" y="1816100"/>
                  </a:lnTo>
                  <a:lnTo>
                    <a:pt x="72643" y="1879600"/>
                  </a:lnTo>
                  <a:lnTo>
                    <a:pt x="107442" y="1930400"/>
                  </a:lnTo>
                  <a:lnTo>
                    <a:pt x="146431" y="1993900"/>
                  </a:lnTo>
                  <a:lnTo>
                    <a:pt x="189611" y="2044700"/>
                  </a:lnTo>
                  <a:lnTo>
                    <a:pt x="237236" y="2095500"/>
                  </a:lnTo>
                  <a:lnTo>
                    <a:pt x="288798" y="2146300"/>
                  </a:lnTo>
                  <a:lnTo>
                    <a:pt x="344296" y="2197100"/>
                  </a:lnTo>
                  <a:lnTo>
                    <a:pt x="403860" y="2247900"/>
                  </a:lnTo>
                  <a:lnTo>
                    <a:pt x="467106" y="2298700"/>
                  </a:lnTo>
                  <a:lnTo>
                    <a:pt x="534035" y="2349500"/>
                  </a:lnTo>
                  <a:lnTo>
                    <a:pt x="604519" y="2387600"/>
                  </a:lnTo>
                  <a:lnTo>
                    <a:pt x="678561" y="2438400"/>
                  </a:lnTo>
                  <a:lnTo>
                    <a:pt x="756031" y="2476500"/>
                  </a:lnTo>
                  <a:lnTo>
                    <a:pt x="836802" y="2514600"/>
                  </a:lnTo>
                  <a:lnTo>
                    <a:pt x="920750" y="2565400"/>
                  </a:lnTo>
                  <a:lnTo>
                    <a:pt x="1007744" y="2603500"/>
                  </a:lnTo>
                  <a:lnTo>
                    <a:pt x="1097914" y="2628900"/>
                  </a:lnTo>
                  <a:lnTo>
                    <a:pt x="1191006" y="2667000"/>
                  </a:lnTo>
                  <a:lnTo>
                    <a:pt x="1286890" y="2705100"/>
                  </a:lnTo>
                  <a:lnTo>
                    <a:pt x="1385570" y="2730500"/>
                  </a:lnTo>
                  <a:lnTo>
                    <a:pt x="1486915" y="2768600"/>
                  </a:lnTo>
                  <a:lnTo>
                    <a:pt x="1590675" y="2794000"/>
                  </a:lnTo>
                  <a:lnTo>
                    <a:pt x="1916684" y="2870200"/>
                  </a:lnTo>
                  <a:lnTo>
                    <a:pt x="2029967" y="2882900"/>
                  </a:lnTo>
                  <a:lnTo>
                    <a:pt x="2145157" y="2908300"/>
                  </a:lnTo>
                  <a:lnTo>
                    <a:pt x="2502535" y="2946400"/>
                  </a:lnTo>
                  <a:lnTo>
                    <a:pt x="2658745" y="2959100"/>
                  </a:lnTo>
                  <a:lnTo>
                    <a:pt x="3425316" y="2959100"/>
                  </a:lnTo>
                  <a:lnTo>
                    <a:pt x="3721100" y="2933700"/>
                  </a:lnTo>
                  <a:lnTo>
                    <a:pt x="2815590" y="2933700"/>
                  </a:lnTo>
                  <a:lnTo>
                    <a:pt x="2660268" y="2921000"/>
                  </a:lnTo>
                  <a:lnTo>
                    <a:pt x="2660650" y="2921000"/>
                  </a:lnTo>
                  <a:lnTo>
                    <a:pt x="2504821" y="2908300"/>
                  </a:lnTo>
                  <a:lnTo>
                    <a:pt x="2384805" y="2908300"/>
                  </a:lnTo>
                  <a:lnTo>
                    <a:pt x="2265934" y="2882900"/>
                  </a:lnTo>
                  <a:lnTo>
                    <a:pt x="2266188" y="2882900"/>
                  </a:lnTo>
                  <a:lnTo>
                    <a:pt x="2149221" y="2870200"/>
                  </a:lnTo>
                  <a:lnTo>
                    <a:pt x="2149475" y="2870200"/>
                  </a:lnTo>
                  <a:lnTo>
                    <a:pt x="2034539" y="2857500"/>
                  </a:lnTo>
                  <a:lnTo>
                    <a:pt x="2034793" y="2857500"/>
                  </a:lnTo>
                  <a:lnTo>
                    <a:pt x="1921890" y="2832100"/>
                  </a:lnTo>
                  <a:lnTo>
                    <a:pt x="1922272" y="2832100"/>
                  </a:lnTo>
                  <a:lnTo>
                    <a:pt x="1811527" y="2819400"/>
                  </a:lnTo>
                  <a:lnTo>
                    <a:pt x="1811909" y="2819400"/>
                  </a:lnTo>
                  <a:lnTo>
                    <a:pt x="1703451" y="2794000"/>
                  </a:lnTo>
                  <a:lnTo>
                    <a:pt x="1703832" y="2794000"/>
                  </a:lnTo>
                  <a:lnTo>
                    <a:pt x="1597787" y="2768600"/>
                  </a:lnTo>
                  <a:lnTo>
                    <a:pt x="1598040" y="2768600"/>
                  </a:lnTo>
                  <a:lnTo>
                    <a:pt x="1494536" y="2730500"/>
                  </a:lnTo>
                  <a:lnTo>
                    <a:pt x="1494916" y="2730500"/>
                  </a:lnTo>
                  <a:lnTo>
                    <a:pt x="1393952" y="2705100"/>
                  </a:lnTo>
                  <a:lnTo>
                    <a:pt x="1394205" y="2705100"/>
                  </a:lnTo>
                  <a:lnTo>
                    <a:pt x="1295908" y="2679700"/>
                  </a:lnTo>
                  <a:lnTo>
                    <a:pt x="1296289" y="2679700"/>
                  </a:lnTo>
                  <a:lnTo>
                    <a:pt x="1200658" y="2641600"/>
                  </a:lnTo>
                  <a:lnTo>
                    <a:pt x="1201039" y="2641600"/>
                  </a:lnTo>
                  <a:lnTo>
                    <a:pt x="1108329" y="2603500"/>
                  </a:lnTo>
                  <a:lnTo>
                    <a:pt x="1108710" y="2603500"/>
                  </a:lnTo>
                  <a:lnTo>
                    <a:pt x="1018794" y="2565400"/>
                  </a:lnTo>
                  <a:lnTo>
                    <a:pt x="1019175" y="2565400"/>
                  </a:lnTo>
                  <a:lnTo>
                    <a:pt x="932561" y="2527300"/>
                  </a:lnTo>
                  <a:lnTo>
                    <a:pt x="932942" y="2527300"/>
                  </a:lnTo>
                  <a:lnTo>
                    <a:pt x="849376" y="2489200"/>
                  </a:lnTo>
                  <a:lnTo>
                    <a:pt x="849757" y="2489200"/>
                  </a:lnTo>
                  <a:lnTo>
                    <a:pt x="769365" y="2451100"/>
                  </a:lnTo>
                  <a:lnTo>
                    <a:pt x="769746" y="2451100"/>
                  </a:lnTo>
                  <a:lnTo>
                    <a:pt x="692785" y="2413000"/>
                  </a:lnTo>
                  <a:lnTo>
                    <a:pt x="693165" y="2413000"/>
                  </a:lnTo>
                  <a:lnTo>
                    <a:pt x="619632" y="2362200"/>
                  </a:lnTo>
                  <a:lnTo>
                    <a:pt x="620013" y="2362200"/>
                  </a:lnTo>
                  <a:lnTo>
                    <a:pt x="549910" y="2324100"/>
                  </a:lnTo>
                  <a:lnTo>
                    <a:pt x="550418" y="2324100"/>
                  </a:lnTo>
                  <a:lnTo>
                    <a:pt x="483869" y="2273300"/>
                  </a:lnTo>
                  <a:lnTo>
                    <a:pt x="484377" y="2273300"/>
                  </a:lnTo>
                  <a:lnTo>
                    <a:pt x="421639" y="2222500"/>
                  </a:lnTo>
                  <a:lnTo>
                    <a:pt x="422148" y="2222500"/>
                  </a:lnTo>
                  <a:lnTo>
                    <a:pt x="363093" y="2184400"/>
                  </a:lnTo>
                  <a:lnTo>
                    <a:pt x="363600" y="2184400"/>
                  </a:lnTo>
                  <a:lnTo>
                    <a:pt x="308610" y="2133600"/>
                  </a:lnTo>
                  <a:lnTo>
                    <a:pt x="309118" y="2133600"/>
                  </a:lnTo>
                  <a:lnTo>
                    <a:pt x="258063" y="2082800"/>
                  </a:lnTo>
                  <a:lnTo>
                    <a:pt x="258571" y="2082800"/>
                  </a:lnTo>
                  <a:lnTo>
                    <a:pt x="211455" y="2032000"/>
                  </a:lnTo>
                  <a:lnTo>
                    <a:pt x="212089" y="2032000"/>
                  </a:lnTo>
                  <a:lnTo>
                    <a:pt x="169290" y="1968500"/>
                  </a:lnTo>
                  <a:lnTo>
                    <a:pt x="169799" y="1968500"/>
                  </a:lnTo>
                  <a:lnTo>
                    <a:pt x="131318" y="1917700"/>
                  </a:lnTo>
                  <a:lnTo>
                    <a:pt x="131825" y="1917700"/>
                  </a:lnTo>
                  <a:lnTo>
                    <a:pt x="97662" y="1866900"/>
                  </a:lnTo>
                  <a:lnTo>
                    <a:pt x="98043" y="1866900"/>
                  </a:lnTo>
                  <a:lnTo>
                    <a:pt x="74371" y="1816100"/>
                  </a:lnTo>
                  <a:lnTo>
                    <a:pt x="68961" y="1816100"/>
                  </a:lnTo>
                  <a:lnTo>
                    <a:pt x="52453" y="1774308"/>
                  </a:lnTo>
                  <a:close/>
                </a:path>
                <a:path w="6116955" h="2959100">
                  <a:moveTo>
                    <a:pt x="4788281" y="2667000"/>
                  </a:moveTo>
                  <a:lnTo>
                    <a:pt x="4665980" y="2717800"/>
                  </a:lnTo>
                  <a:lnTo>
                    <a:pt x="4666361" y="2717800"/>
                  </a:lnTo>
                  <a:lnTo>
                    <a:pt x="4539996" y="2743200"/>
                  </a:lnTo>
                  <a:lnTo>
                    <a:pt x="4540504" y="2743200"/>
                  </a:lnTo>
                  <a:lnTo>
                    <a:pt x="4410710" y="2781300"/>
                  </a:lnTo>
                  <a:lnTo>
                    <a:pt x="4411091" y="2781300"/>
                  </a:lnTo>
                  <a:lnTo>
                    <a:pt x="4277995" y="2806700"/>
                  </a:lnTo>
                  <a:lnTo>
                    <a:pt x="4278249" y="2806700"/>
                  </a:lnTo>
                  <a:lnTo>
                    <a:pt x="4141978" y="2832100"/>
                  </a:lnTo>
                  <a:lnTo>
                    <a:pt x="4142359" y="2832100"/>
                  </a:lnTo>
                  <a:lnTo>
                    <a:pt x="4003166" y="2857500"/>
                  </a:lnTo>
                  <a:lnTo>
                    <a:pt x="4003548" y="2857500"/>
                  </a:lnTo>
                  <a:lnTo>
                    <a:pt x="3861689" y="2882900"/>
                  </a:lnTo>
                  <a:lnTo>
                    <a:pt x="3862070" y="2882900"/>
                  </a:lnTo>
                  <a:lnTo>
                    <a:pt x="3717798" y="2895600"/>
                  </a:lnTo>
                  <a:lnTo>
                    <a:pt x="3718179" y="2895600"/>
                  </a:lnTo>
                  <a:lnTo>
                    <a:pt x="3571621" y="2921000"/>
                  </a:lnTo>
                  <a:lnTo>
                    <a:pt x="3423792" y="2921000"/>
                  </a:lnTo>
                  <a:lnTo>
                    <a:pt x="3273425" y="2933700"/>
                  </a:lnTo>
                  <a:lnTo>
                    <a:pt x="3721100" y="2933700"/>
                  </a:lnTo>
                  <a:lnTo>
                    <a:pt x="3865753" y="2908300"/>
                  </a:lnTo>
                  <a:lnTo>
                    <a:pt x="4007992" y="2895600"/>
                  </a:lnTo>
                  <a:lnTo>
                    <a:pt x="4284091" y="2844800"/>
                  </a:lnTo>
                  <a:lnTo>
                    <a:pt x="4417695" y="2806700"/>
                  </a:lnTo>
                  <a:lnTo>
                    <a:pt x="4547870" y="2781300"/>
                  </a:lnTo>
                  <a:lnTo>
                    <a:pt x="4797297" y="2705100"/>
                  </a:lnTo>
                  <a:lnTo>
                    <a:pt x="4856797" y="2679700"/>
                  </a:lnTo>
                  <a:lnTo>
                    <a:pt x="4787899" y="2679700"/>
                  </a:lnTo>
                  <a:lnTo>
                    <a:pt x="4788281" y="2667000"/>
                  </a:lnTo>
                  <a:close/>
                </a:path>
                <a:path w="6116955" h="2959100">
                  <a:moveTo>
                    <a:pt x="6101207" y="1333500"/>
                  </a:moveTo>
                  <a:lnTo>
                    <a:pt x="6072759" y="1333500"/>
                  </a:lnTo>
                  <a:lnTo>
                    <a:pt x="6079363" y="1371600"/>
                  </a:lnTo>
                  <a:lnTo>
                    <a:pt x="6084062" y="1409700"/>
                  </a:lnTo>
                  <a:lnTo>
                    <a:pt x="6086983" y="1447800"/>
                  </a:lnTo>
                  <a:lnTo>
                    <a:pt x="6087998" y="1485900"/>
                  </a:lnTo>
                  <a:lnTo>
                    <a:pt x="6087110" y="1524000"/>
                  </a:lnTo>
                  <a:lnTo>
                    <a:pt x="6084316" y="1549400"/>
                  </a:lnTo>
                  <a:lnTo>
                    <a:pt x="6079617" y="1587500"/>
                  </a:lnTo>
                  <a:lnTo>
                    <a:pt x="6072886" y="1625600"/>
                  </a:lnTo>
                  <a:lnTo>
                    <a:pt x="6064249" y="1663700"/>
                  </a:lnTo>
                  <a:lnTo>
                    <a:pt x="6064377" y="1663700"/>
                  </a:lnTo>
                  <a:lnTo>
                    <a:pt x="6053582" y="1701800"/>
                  </a:lnTo>
                  <a:lnTo>
                    <a:pt x="6053836" y="1701800"/>
                  </a:lnTo>
                  <a:lnTo>
                    <a:pt x="6041009" y="1739900"/>
                  </a:lnTo>
                  <a:lnTo>
                    <a:pt x="6041263" y="1739900"/>
                  </a:lnTo>
                  <a:lnTo>
                    <a:pt x="6026531" y="1778000"/>
                  </a:lnTo>
                  <a:lnTo>
                    <a:pt x="6026785" y="1778000"/>
                  </a:lnTo>
                  <a:lnTo>
                    <a:pt x="6010020" y="1803400"/>
                  </a:lnTo>
                  <a:lnTo>
                    <a:pt x="6010274" y="1803400"/>
                  </a:lnTo>
                  <a:lnTo>
                    <a:pt x="5991733" y="1841500"/>
                  </a:lnTo>
                  <a:lnTo>
                    <a:pt x="5992114" y="1841500"/>
                  </a:lnTo>
                  <a:lnTo>
                    <a:pt x="5971794" y="1879600"/>
                  </a:lnTo>
                  <a:lnTo>
                    <a:pt x="5972174" y="1879600"/>
                  </a:lnTo>
                  <a:lnTo>
                    <a:pt x="5949949" y="1917700"/>
                  </a:lnTo>
                  <a:lnTo>
                    <a:pt x="5950204" y="1917700"/>
                  </a:lnTo>
                  <a:lnTo>
                    <a:pt x="5926455" y="1955800"/>
                  </a:lnTo>
                  <a:lnTo>
                    <a:pt x="5926709" y="1955800"/>
                  </a:lnTo>
                  <a:lnTo>
                    <a:pt x="5901182" y="1981200"/>
                  </a:lnTo>
                  <a:lnTo>
                    <a:pt x="5901436" y="1981200"/>
                  </a:lnTo>
                  <a:lnTo>
                    <a:pt x="5874131" y="2019300"/>
                  </a:lnTo>
                  <a:lnTo>
                    <a:pt x="5874512" y="2019300"/>
                  </a:lnTo>
                  <a:lnTo>
                    <a:pt x="5845556" y="2057400"/>
                  </a:lnTo>
                  <a:lnTo>
                    <a:pt x="5845810" y="2057400"/>
                  </a:lnTo>
                  <a:lnTo>
                    <a:pt x="5815203" y="2082800"/>
                  </a:lnTo>
                  <a:lnTo>
                    <a:pt x="5815584" y="2082800"/>
                  </a:lnTo>
                  <a:lnTo>
                    <a:pt x="5783326" y="2120900"/>
                  </a:lnTo>
                  <a:lnTo>
                    <a:pt x="5783580" y="2120900"/>
                  </a:lnTo>
                  <a:lnTo>
                    <a:pt x="5749797" y="2146300"/>
                  </a:lnTo>
                  <a:lnTo>
                    <a:pt x="5750052" y="2146300"/>
                  </a:lnTo>
                  <a:lnTo>
                    <a:pt x="5714745" y="2184400"/>
                  </a:lnTo>
                  <a:lnTo>
                    <a:pt x="5715127" y="2184400"/>
                  </a:lnTo>
                  <a:lnTo>
                    <a:pt x="5678170" y="2209800"/>
                  </a:lnTo>
                  <a:lnTo>
                    <a:pt x="5678551" y="2209800"/>
                  </a:lnTo>
                  <a:lnTo>
                    <a:pt x="5600319" y="2273300"/>
                  </a:lnTo>
                  <a:lnTo>
                    <a:pt x="5600954" y="2273300"/>
                  </a:lnTo>
                  <a:lnTo>
                    <a:pt x="5516753" y="2324100"/>
                  </a:lnTo>
                  <a:lnTo>
                    <a:pt x="5517388" y="2324100"/>
                  </a:lnTo>
                  <a:lnTo>
                    <a:pt x="5427726" y="2387600"/>
                  </a:lnTo>
                  <a:lnTo>
                    <a:pt x="5428234" y="2387600"/>
                  </a:lnTo>
                  <a:lnTo>
                    <a:pt x="5333238" y="2438400"/>
                  </a:lnTo>
                  <a:lnTo>
                    <a:pt x="5333745" y="2438400"/>
                  </a:lnTo>
                  <a:lnTo>
                    <a:pt x="5233543" y="2489200"/>
                  </a:lnTo>
                  <a:lnTo>
                    <a:pt x="5234051" y="2489200"/>
                  </a:lnTo>
                  <a:lnTo>
                    <a:pt x="5129021" y="2540000"/>
                  </a:lnTo>
                  <a:lnTo>
                    <a:pt x="5129403" y="2540000"/>
                  </a:lnTo>
                  <a:lnTo>
                    <a:pt x="5019674" y="2590800"/>
                  </a:lnTo>
                  <a:lnTo>
                    <a:pt x="5020183" y="2590800"/>
                  </a:lnTo>
                  <a:lnTo>
                    <a:pt x="4906010" y="2628900"/>
                  </a:lnTo>
                  <a:lnTo>
                    <a:pt x="4906391" y="2628900"/>
                  </a:lnTo>
                  <a:lnTo>
                    <a:pt x="4787899" y="2679700"/>
                  </a:lnTo>
                  <a:lnTo>
                    <a:pt x="4856797" y="2679700"/>
                  </a:lnTo>
                  <a:lnTo>
                    <a:pt x="4916296" y="2654300"/>
                  </a:lnTo>
                  <a:lnTo>
                    <a:pt x="5030851" y="2616200"/>
                  </a:lnTo>
                  <a:lnTo>
                    <a:pt x="5141087" y="2565400"/>
                  </a:lnTo>
                  <a:lnTo>
                    <a:pt x="5246623" y="2514600"/>
                  </a:lnTo>
                  <a:lnTo>
                    <a:pt x="5347335" y="2463800"/>
                  </a:lnTo>
                  <a:lnTo>
                    <a:pt x="5442966" y="2413000"/>
                  </a:lnTo>
                  <a:lnTo>
                    <a:pt x="5533136" y="2349500"/>
                  </a:lnTo>
                  <a:lnTo>
                    <a:pt x="5617845" y="2298700"/>
                  </a:lnTo>
                  <a:lnTo>
                    <a:pt x="5696585" y="2235200"/>
                  </a:lnTo>
                  <a:lnTo>
                    <a:pt x="5733922" y="2197100"/>
                  </a:lnTo>
                  <a:lnTo>
                    <a:pt x="5769610" y="2171700"/>
                  </a:lnTo>
                  <a:lnTo>
                    <a:pt x="5803772" y="2133600"/>
                  </a:lnTo>
                  <a:lnTo>
                    <a:pt x="5836412" y="2108200"/>
                  </a:lnTo>
                  <a:lnTo>
                    <a:pt x="5867272" y="2070100"/>
                  </a:lnTo>
                  <a:lnTo>
                    <a:pt x="5896610" y="2032000"/>
                  </a:lnTo>
                  <a:lnTo>
                    <a:pt x="5924295" y="2006600"/>
                  </a:lnTo>
                  <a:lnTo>
                    <a:pt x="5950204" y="1968500"/>
                  </a:lnTo>
                  <a:lnTo>
                    <a:pt x="5974334" y="1930400"/>
                  </a:lnTo>
                  <a:lnTo>
                    <a:pt x="5996813" y="1892300"/>
                  </a:lnTo>
                  <a:lnTo>
                    <a:pt x="6017387" y="1854200"/>
                  </a:lnTo>
                  <a:lnTo>
                    <a:pt x="6036183" y="1816100"/>
                  </a:lnTo>
                  <a:lnTo>
                    <a:pt x="6053201" y="1790700"/>
                  </a:lnTo>
                  <a:lnTo>
                    <a:pt x="6068314" y="1752600"/>
                  </a:lnTo>
                  <a:lnTo>
                    <a:pt x="6081395" y="1714500"/>
                  </a:lnTo>
                  <a:lnTo>
                    <a:pt x="6092317" y="1676400"/>
                  </a:lnTo>
                  <a:lnTo>
                    <a:pt x="6101207" y="1638300"/>
                  </a:lnTo>
                  <a:lnTo>
                    <a:pt x="6108192" y="1600200"/>
                  </a:lnTo>
                  <a:lnTo>
                    <a:pt x="6113145" y="1562100"/>
                  </a:lnTo>
                  <a:lnTo>
                    <a:pt x="6116066" y="1524000"/>
                  </a:lnTo>
                  <a:lnTo>
                    <a:pt x="6116955" y="1485900"/>
                  </a:lnTo>
                  <a:lnTo>
                    <a:pt x="6115812" y="1447800"/>
                  </a:lnTo>
                  <a:lnTo>
                    <a:pt x="6112764" y="1409700"/>
                  </a:lnTo>
                  <a:lnTo>
                    <a:pt x="6107938" y="1371600"/>
                  </a:lnTo>
                  <a:lnTo>
                    <a:pt x="6101207" y="1333500"/>
                  </a:lnTo>
                  <a:close/>
                </a:path>
                <a:path w="6116955" h="2959100">
                  <a:moveTo>
                    <a:pt x="68452" y="1803400"/>
                  </a:moveTo>
                  <a:lnTo>
                    <a:pt x="68961" y="1816100"/>
                  </a:lnTo>
                  <a:lnTo>
                    <a:pt x="74371" y="1816100"/>
                  </a:lnTo>
                  <a:lnTo>
                    <a:pt x="68452" y="1803400"/>
                  </a:lnTo>
                  <a:close/>
                </a:path>
                <a:path w="6116955" h="2959100">
                  <a:moveTo>
                    <a:pt x="10032" y="1701800"/>
                  </a:moveTo>
                  <a:lnTo>
                    <a:pt x="0" y="1790700"/>
                  </a:lnTo>
                  <a:lnTo>
                    <a:pt x="24855" y="1782932"/>
                  </a:lnTo>
                  <a:lnTo>
                    <a:pt x="22225" y="1778000"/>
                  </a:lnTo>
                  <a:lnTo>
                    <a:pt x="48894" y="1765300"/>
                  </a:lnTo>
                  <a:lnTo>
                    <a:pt x="81280" y="1765300"/>
                  </a:lnTo>
                  <a:lnTo>
                    <a:pt x="10032" y="1701800"/>
                  </a:lnTo>
                  <a:close/>
                </a:path>
                <a:path w="6116955" h="2959100">
                  <a:moveTo>
                    <a:pt x="48894" y="1765300"/>
                  </a:moveTo>
                  <a:lnTo>
                    <a:pt x="22225" y="1778000"/>
                  </a:lnTo>
                  <a:lnTo>
                    <a:pt x="24855" y="1782932"/>
                  </a:lnTo>
                  <a:lnTo>
                    <a:pt x="52453" y="1774308"/>
                  </a:lnTo>
                  <a:lnTo>
                    <a:pt x="48894" y="1765300"/>
                  </a:lnTo>
                  <a:close/>
                </a:path>
                <a:path w="6116955" h="2959100">
                  <a:moveTo>
                    <a:pt x="81280" y="1765300"/>
                  </a:moveTo>
                  <a:lnTo>
                    <a:pt x="48894" y="1765300"/>
                  </a:lnTo>
                  <a:lnTo>
                    <a:pt x="52453" y="1774308"/>
                  </a:lnTo>
                  <a:lnTo>
                    <a:pt x="81280" y="1765300"/>
                  </a:lnTo>
                  <a:close/>
                </a:path>
                <a:path w="6116955" h="2959100">
                  <a:moveTo>
                    <a:pt x="6055233" y="1193800"/>
                  </a:moveTo>
                  <a:lnTo>
                    <a:pt x="6028436" y="1193800"/>
                  </a:lnTo>
                  <a:lnTo>
                    <a:pt x="6042533" y="1231900"/>
                  </a:lnTo>
                  <a:lnTo>
                    <a:pt x="6042279" y="1231900"/>
                  </a:lnTo>
                  <a:lnTo>
                    <a:pt x="6054344" y="1270000"/>
                  </a:lnTo>
                  <a:lnTo>
                    <a:pt x="6054090" y="1270000"/>
                  </a:lnTo>
                  <a:lnTo>
                    <a:pt x="6064504" y="1308100"/>
                  </a:lnTo>
                  <a:lnTo>
                    <a:pt x="6072886" y="1346200"/>
                  </a:lnTo>
                  <a:lnTo>
                    <a:pt x="6072759" y="1333500"/>
                  </a:lnTo>
                  <a:lnTo>
                    <a:pt x="6101207" y="1333500"/>
                  </a:lnTo>
                  <a:lnTo>
                    <a:pt x="6092444" y="1295400"/>
                  </a:lnTo>
                  <a:lnTo>
                    <a:pt x="6081776" y="1257300"/>
                  </a:lnTo>
                  <a:lnTo>
                    <a:pt x="6069457" y="1219200"/>
                  </a:lnTo>
                  <a:lnTo>
                    <a:pt x="6055233" y="1193800"/>
                  </a:lnTo>
                  <a:close/>
                </a:path>
                <a:path w="6116955" h="2959100">
                  <a:moveTo>
                    <a:pt x="3420110" y="12700"/>
                  </a:moveTo>
                  <a:lnTo>
                    <a:pt x="2653538" y="12700"/>
                  </a:lnTo>
                  <a:lnTo>
                    <a:pt x="2357754" y="38100"/>
                  </a:lnTo>
                  <a:lnTo>
                    <a:pt x="2213102" y="63500"/>
                  </a:lnTo>
                  <a:lnTo>
                    <a:pt x="2070862" y="76200"/>
                  </a:lnTo>
                  <a:lnTo>
                    <a:pt x="1794637" y="127000"/>
                  </a:lnTo>
                  <a:lnTo>
                    <a:pt x="1661160" y="165100"/>
                  </a:lnTo>
                  <a:lnTo>
                    <a:pt x="1530985" y="190500"/>
                  </a:lnTo>
                  <a:lnTo>
                    <a:pt x="1281557" y="266700"/>
                  </a:lnTo>
                  <a:lnTo>
                    <a:pt x="1162558" y="317500"/>
                  </a:lnTo>
                  <a:lnTo>
                    <a:pt x="1047876" y="355600"/>
                  </a:lnTo>
                  <a:lnTo>
                    <a:pt x="937768" y="406400"/>
                  </a:lnTo>
                  <a:lnTo>
                    <a:pt x="832231" y="457200"/>
                  </a:lnTo>
                  <a:lnTo>
                    <a:pt x="731519" y="508000"/>
                  </a:lnTo>
                  <a:lnTo>
                    <a:pt x="635888" y="558800"/>
                  </a:lnTo>
                  <a:lnTo>
                    <a:pt x="545719" y="622300"/>
                  </a:lnTo>
                  <a:lnTo>
                    <a:pt x="461010" y="673100"/>
                  </a:lnTo>
                  <a:lnTo>
                    <a:pt x="382143" y="736600"/>
                  </a:lnTo>
                  <a:lnTo>
                    <a:pt x="344805" y="762000"/>
                  </a:lnTo>
                  <a:lnTo>
                    <a:pt x="309118" y="800100"/>
                  </a:lnTo>
                  <a:lnTo>
                    <a:pt x="275081" y="838200"/>
                  </a:lnTo>
                  <a:lnTo>
                    <a:pt x="242443" y="863600"/>
                  </a:lnTo>
                  <a:lnTo>
                    <a:pt x="211581" y="901700"/>
                  </a:lnTo>
                  <a:lnTo>
                    <a:pt x="182244" y="939800"/>
                  </a:lnTo>
                  <a:lnTo>
                    <a:pt x="154558" y="965200"/>
                  </a:lnTo>
                  <a:lnTo>
                    <a:pt x="128650" y="1003300"/>
                  </a:lnTo>
                  <a:lnTo>
                    <a:pt x="104520" y="1041400"/>
                  </a:lnTo>
                  <a:lnTo>
                    <a:pt x="81914" y="1079500"/>
                  </a:lnTo>
                  <a:lnTo>
                    <a:pt x="61340" y="1117600"/>
                  </a:lnTo>
                  <a:lnTo>
                    <a:pt x="42671" y="1143000"/>
                  </a:lnTo>
                  <a:lnTo>
                    <a:pt x="25526" y="1181100"/>
                  </a:lnTo>
                  <a:lnTo>
                    <a:pt x="10668" y="1219200"/>
                  </a:lnTo>
                  <a:lnTo>
                    <a:pt x="37592" y="1231900"/>
                  </a:lnTo>
                  <a:lnTo>
                    <a:pt x="52324" y="1193800"/>
                  </a:lnTo>
                  <a:lnTo>
                    <a:pt x="52069" y="1193800"/>
                  </a:lnTo>
                  <a:lnTo>
                    <a:pt x="68833" y="1155700"/>
                  </a:lnTo>
                  <a:lnTo>
                    <a:pt x="68580" y="1155700"/>
                  </a:lnTo>
                  <a:lnTo>
                    <a:pt x="86994" y="1130300"/>
                  </a:lnTo>
                  <a:lnTo>
                    <a:pt x="86740" y="1130300"/>
                  </a:lnTo>
                  <a:lnTo>
                    <a:pt x="107061" y="1092200"/>
                  </a:lnTo>
                  <a:lnTo>
                    <a:pt x="106680" y="1092200"/>
                  </a:lnTo>
                  <a:lnTo>
                    <a:pt x="128905" y="1054100"/>
                  </a:lnTo>
                  <a:lnTo>
                    <a:pt x="128650" y="1054100"/>
                  </a:lnTo>
                  <a:lnTo>
                    <a:pt x="152400" y="1016000"/>
                  </a:lnTo>
                  <a:lnTo>
                    <a:pt x="152019" y="1016000"/>
                  </a:lnTo>
                  <a:lnTo>
                    <a:pt x="177673" y="990600"/>
                  </a:lnTo>
                  <a:lnTo>
                    <a:pt x="177419" y="990600"/>
                  </a:lnTo>
                  <a:lnTo>
                    <a:pt x="204724" y="952500"/>
                  </a:lnTo>
                  <a:lnTo>
                    <a:pt x="204343" y="952500"/>
                  </a:lnTo>
                  <a:lnTo>
                    <a:pt x="233299" y="914400"/>
                  </a:lnTo>
                  <a:lnTo>
                    <a:pt x="233044" y="914400"/>
                  </a:lnTo>
                  <a:lnTo>
                    <a:pt x="263525" y="889000"/>
                  </a:lnTo>
                  <a:lnTo>
                    <a:pt x="263270" y="889000"/>
                  </a:lnTo>
                  <a:lnTo>
                    <a:pt x="295529" y="850900"/>
                  </a:lnTo>
                  <a:lnTo>
                    <a:pt x="295148" y="850900"/>
                  </a:lnTo>
                  <a:lnTo>
                    <a:pt x="329056" y="825500"/>
                  </a:lnTo>
                  <a:lnTo>
                    <a:pt x="328675" y="825500"/>
                  </a:lnTo>
                  <a:lnTo>
                    <a:pt x="364108" y="787400"/>
                  </a:lnTo>
                  <a:lnTo>
                    <a:pt x="363727" y="787400"/>
                  </a:lnTo>
                  <a:lnTo>
                    <a:pt x="400685" y="762000"/>
                  </a:lnTo>
                  <a:lnTo>
                    <a:pt x="400176" y="762000"/>
                  </a:lnTo>
                  <a:lnTo>
                    <a:pt x="478536" y="698500"/>
                  </a:lnTo>
                  <a:lnTo>
                    <a:pt x="477900" y="698500"/>
                  </a:lnTo>
                  <a:lnTo>
                    <a:pt x="561975" y="635000"/>
                  </a:lnTo>
                  <a:lnTo>
                    <a:pt x="561467" y="635000"/>
                  </a:lnTo>
                  <a:lnTo>
                    <a:pt x="651129" y="584200"/>
                  </a:lnTo>
                  <a:lnTo>
                    <a:pt x="650494" y="584200"/>
                  </a:lnTo>
                  <a:lnTo>
                    <a:pt x="745617" y="533400"/>
                  </a:lnTo>
                  <a:lnTo>
                    <a:pt x="745108" y="533400"/>
                  </a:lnTo>
                  <a:lnTo>
                    <a:pt x="845312" y="482600"/>
                  </a:lnTo>
                  <a:lnTo>
                    <a:pt x="844804" y="482600"/>
                  </a:lnTo>
                  <a:lnTo>
                    <a:pt x="949832" y="431800"/>
                  </a:lnTo>
                  <a:lnTo>
                    <a:pt x="949325" y="431800"/>
                  </a:lnTo>
                  <a:lnTo>
                    <a:pt x="1059052" y="381000"/>
                  </a:lnTo>
                  <a:lnTo>
                    <a:pt x="1058671" y="381000"/>
                  </a:lnTo>
                  <a:lnTo>
                    <a:pt x="1172845" y="342900"/>
                  </a:lnTo>
                  <a:lnTo>
                    <a:pt x="1172464" y="342900"/>
                  </a:lnTo>
                  <a:lnTo>
                    <a:pt x="1290955" y="292100"/>
                  </a:lnTo>
                  <a:lnTo>
                    <a:pt x="1290446" y="292100"/>
                  </a:lnTo>
                  <a:lnTo>
                    <a:pt x="1412875" y="254000"/>
                  </a:lnTo>
                  <a:lnTo>
                    <a:pt x="1412493" y="254000"/>
                  </a:lnTo>
                  <a:lnTo>
                    <a:pt x="1538732" y="215900"/>
                  </a:lnTo>
                  <a:lnTo>
                    <a:pt x="1538351" y="215900"/>
                  </a:lnTo>
                  <a:lnTo>
                    <a:pt x="1668145" y="190500"/>
                  </a:lnTo>
                  <a:lnTo>
                    <a:pt x="1667764" y="190500"/>
                  </a:lnTo>
                  <a:lnTo>
                    <a:pt x="1800860" y="165100"/>
                  </a:lnTo>
                  <a:lnTo>
                    <a:pt x="1800478" y="165100"/>
                  </a:lnTo>
                  <a:lnTo>
                    <a:pt x="1936877" y="127000"/>
                  </a:lnTo>
                  <a:lnTo>
                    <a:pt x="1936496" y="127000"/>
                  </a:lnTo>
                  <a:lnTo>
                    <a:pt x="2075561" y="101600"/>
                  </a:lnTo>
                  <a:lnTo>
                    <a:pt x="2146173" y="101600"/>
                  </a:lnTo>
                  <a:lnTo>
                    <a:pt x="2217039" y="88900"/>
                  </a:lnTo>
                  <a:lnTo>
                    <a:pt x="2216658" y="88900"/>
                  </a:lnTo>
                  <a:lnTo>
                    <a:pt x="2361057" y="63500"/>
                  </a:lnTo>
                  <a:lnTo>
                    <a:pt x="2360676" y="63500"/>
                  </a:lnTo>
                  <a:lnTo>
                    <a:pt x="2507107" y="50800"/>
                  </a:lnTo>
                  <a:lnTo>
                    <a:pt x="2655062" y="50800"/>
                  </a:lnTo>
                  <a:lnTo>
                    <a:pt x="2805429" y="38100"/>
                  </a:lnTo>
                  <a:lnTo>
                    <a:pt x="3731133" y="38100"/>
                  </a:lnTo>
                  <a:lnTo>
                    <a:pt x="3420110" y="12700"/>
                  </a:lnTo>
                  <a:close/>
                </a:path>
                <a:path w="6116955" h="2959100">
                  <a:moveTo>
                    <a:pt x="5769038" y="800100"/>
                  </a:moveTo>
                  <a:lnTo>
                    <a:pt x="5732398" y="800100"/>
                  </a:lnTo>
                  <a:lnTo>
                    <a:pt x="5766308" y="838200"/>
                  </a:lnTo>
                  <a:lnTo>
                    <a:pt x="5766054" y="838200"/>
                  </a:lnTo>
                  <a:lnTo>
                    <a:pt x="5798312" y="863600"/>
                  </a:lnTo>
                  <a:lnTo>
                    <a:pt x="5798058" y="863600"/>
                  </a:lnTo>
                  <a:lnTo>
                    <a:pt x="5828792" y="901700"/>
                  </a:lnTo>
                  <a:lnTo>
                    <a:pt x="5828411" y="901700"/>
                  </a:lnTo>
                  <a:lnTo>
                    <a:pt x="5857620" y="927100"/>
                  </a:lnTo>
                  <a:lnTo>
                    <a:pt x="5857240" y="927100"/>
                  </a:lnTo>
                  <a:lnTo>
                    <a:pt x="5884798" y="965200"/>
                  </a:lnTo>
                  <a:lnTo>
                    <a:pt x="5884545" y="965200"/>
                  </a:lnTo>
                  <a:lnTo>
                    <a:pt x="5910453" y="1003300"/>
                  </a:lnTo>
                  <a:lnTo>
                    <a:pt x="5910071" y="1003300"/>
                  </a:lnTo>
                  <a:lnTo>
                    <a:pt x="5934456" y="1028700"/>
                  </a:lnTo>
                  <a:lnTo>
                    <a:pt x="5934074" y="1028700"/>
                  </a:lnTo>
                  <a:lnTo>
                    <a:pt x="5956681" y="1066800"/>
                  </a:lnTo>
                  <a:lnTo>
                    <a:pt x="5956299" y="1066800"/>
                  </a:lnTo>
                  <a:lnTo>
                    <a:pt x="5977128" y="1092200"/>
                  </a:lnTo>
                  <a:lnTo>
                    <a:pt x="5976873" y="1092200"/>
                  </a:lnTo>
                  <a:lnTo>
                    <a:pt x="5996178" y="1130300"/>
                  </a:lnTo>
                  <a:lnTo>
                    <a:pt x="5995796" y="1130300"/>
                  </a:lnTo>
                  <a:lnTo>
                    <a:pt x="6013322" y="1168400"/>
                  </a:lnTo>
                  <a:lnTo>
                    <a:pt x="6013069" y="1168400"/>
                  </a:lnTo>
                  <a:lnTo>
                    <a:pt x="6028690" y="1206500"/>
                  </a:lnTo>
                  <a:lnTo>
                    <a:pt x="6028436" y="1193800"/>
                  </a:lnTo>
                  <a:lnTo>
                    <a:pt x="6055233" y="1193800"/>
                  </a:lnTo>
                  <a:lnTo>
                    <a:pt x="6039231" y="1155700"/>
                  </a:lnTo>
                  <a:lnTo>
                    <a:pt x="6021578" y="1117600"/>
                  </a:lnTo>
                  <a:lnTo>
                    <a:pt x="6002020" y="1079500"/>
                  </a:lnTo>
                  <a:lnTo>
                    <a:pt x="5980938" y="1054100"/>
                  </a:lnTo>
                  <a:lnTo>
                    <a:pt x="5957951" y="1016000"/>
                  </a:lnTo>
                  <a:lnTo>
                    <a:pt x="5933440" y="977900"/>
                  </a:lnTo>
                  <a:lnTo>
                    <a:pt x="5907151" y="952500"/>
                  </a:lnTo>
                  <a:lnTo>
                    <a:pt x="5879338" y="914400"/>
                  </a:lnTo>
                  <a:lnTo>
                    <a:pt x="5849873" y="876300"/>
                  </a:lnTo>
                  <a:lnTo>
                    <a:pt x="5818759" y="850900"/>
                  </a:lnTo>
                  <a:lnTo>
                    <a:pt x="5786120" y="812800"/>
                  </a:lnTo>
                  <a:lnTo>
                    <a:pt x="5769038" y="800100"/>
                  </a:lnTo>
                  <a:close/>
                </a:path>
                <a:path w="6116955" h="2959100">
                  <a:moveTo>
                    <a:pt x="4539149" y="190500"/>
                  </a:moveTo>
                  <a:lnTo>
                    <a:pt x="4443984" y="190500"/>
                  </a:lnTo>
                  <a:lnTo>
                    <a:pt x="4575556" y="228600"/>
                  </a:lnTo>
                  <a:lnTo>
                    <a:pt x="4575175" y="228600"/>
                  </a:lnTo>
                  <a:lnTo>
                    <a:pt x="4702556" y="266700"/>
                  </a:lnTo>
                  <a:lnTo>
                    <a:pt x="4702047" y="266700"/>
                  </a:lnTo>
                  <a:lnTo>
                    <a:pt x="4824984" y="304800"/>
                  </a:lnTo>
                  <a:lnTo>
                    <a:pt x="4824603" y="304800"/>
                  </a:lnTo>
                  <a:lnTo>
                    <a:pt x="4942713" y="355600"/>
                  </a:lnTo>
                  <a:lnTo>
                    <a:pt x="4942332" y="355600"/>
                  </a:lnTo>
                  <a:lnTo>
                    <a:pt x="5055616" y="393700"/>
                  </a:lnTo>
                  <a:lnTo>
                    <a:pt x="5055235" y="393700"/>
                  </a:lnTo>
                  <a:lnTo>
                    <a:pt x="5163566" y="444500"/>
                  </a:lnTo>
                  <a:lnTo>
                    <a:pt x="5163058" y="444500"/>
                  </a:lnTo>
                  <a:lnTo>
                    <a:pt x="5266309" y="495300"/>
                  </a:lnTo>
                  <a:lnTo>
                    <a:pt x="5265801" y="495300"/>
                  </a:lnTo>
                  <a:lnTo>
                    <a:pt x="5363845" y="546100"/>
                  </a:lnTo>
                  <a:lnTo>
                    <a:pt x="5363337" y="546100"/>
                  </a:lnTo>
                  <a:lnTo>
                    <a:pt x="5455920" y="596900"/>
                  </a:lnTo>
                  <a:lnTo>
                    <a:pt x="5455412" y="596900"/>
                  </a:lnTo>
                  <a:lnTo>
                    <a:pt x="5542280" y="660400"/>
                  </a:lnTo>
                  <a:lnTo>
                    <a:pt x="5541771" y="660400"/>
                  </a:lnTo>
                  <a:lnTo>
                    <a:pt x="5623052" y="711200"/>
                  </a:lnTo>
                  <a:lnTo>
                    <a:pt x="5622417" y="711200"/>
                  </a:lnTo>
                  <a:lnTo>
                    <a:pt x="5697728" y="774700"/>
                  </a:lnTo>
                  <a:lnTo>
                    <a:pt x="5697346" y="774700"/>
                  </a:lnTo>
                  <a:lnTo>
                    <a:pt x="5732780" y="812800"/>
                  </a:lnTo>
                  <a:lnTo>
                    <a:pt x="5732398" y="800100"/>
                  </a:lnTo>
                  <a:lnTo>
                    <a:pt x="5769038" y="800100"/>
                  </a:lnTo>
                  <a:lnTo>
                    <a:pt x="5751957" y="787400"/>
                  </a:lnTo>
                  <a:lnTo>
                    <a:pt x="5716143" y="749300"/>
                  </a:lnTo>
                  <a:lnTo>
                    <a:pt x="5640323" y="698500"/>
                  </a:lnTo>
                  <a:lnTo>
                    <a:pt x="5558409" y="635000"/>
                  </a:lnTo>
                  <a:lnTo>
                    <a:pt x="5470906" y="571500"/>
                  </a:lnTo>
                  <a:lnTo>
                    <a:pt x="5377815" y="520700"/>
                  </a:lnTo>
                  <a:lnTo>
                    <a:pt x="5279263" y="469900"/>
                  </a:lnTo>
                  <a:lnTo>
                    <a:pt x="5175504" y="419100"/>
                  </a:lnTo>
                  <a:lnTo>
                    <a:pt x="5066665" y="368300"/>
                  </a:lnTo>
                  <a:lnTo>
                    <a:pt x="4952872" y="330200"/>
                  </a:lnTo>
                  <a:lnTo>
                    <a:pt x="4834255" y="279400"/>
                  </a:lnTo>
                  <a:lnTo>
                    <a:pt x="4710938" y="241300"/>
                  </a:lnTo>
                  <a:lnTo>
                    <a:pt x="4539149" y="190500"/>
                  </a:lnTo>
                  <a:close/>
                </a:path>
                <a:path w="6116955" h="2959100">
                  <a:moveTo>
                    <a:pt x="3731133" y="38100"/>
                  </a:moveTo>
                  <a:lnTo>
                    <a:pt x="3263265" y="38100"/>
                  </a:lnTo>
                  <a:lnTo>
                    <a:pt x="3418586" y="50800"/>
                  </a:lnTo>
                  <a:lnTo>
                    <a:pt x="3573653" y="50800"/>
                  </a:lnTo>
                  <a:lnTo>
                    <a:pt x="3728085" y="76200"/>
                  </a:lnTo>
                  <a:lnTo>
                    <a:pt x="3727830" y="76200"/>
                  </a:lnTo>
                  <a:lnTo>
                    <a:pt x="3878834" y="88900"/>
                  </a:lnTo>
                  <a:lnTo>
                    <a:pt x="3878453" y="88900"/>
                  </a:lnTo>
                  <a:lnTo>
                    <a:pt x="4025900" y="114300"/>
                  </a:lnTo>
                  <a:lnTo>
                    <a:pt x="4025518" y="114300"/>
                  </a:lnTo>
                  <a:lnTo>
                    <a:pt x="4169410" y="139700"/>
                  </a:lnTo>
                  <a:lnTo>
                    <a:pt x="4169029" y="139700"/>
                  </a:lnTo>
                  <a:lnTo>
                    <a:pt x="4308856" y="165100"/>
                  </a:lnTo>
                  <a:lnTo>
                    <a:pt x="4308475" y="165100"/>
                  </a:lnTo>
                  <a:lnTo>
                    <a:pt x="4444365" y="203200"/>
                  </a:lnTo>
                  <a:lnTo>
                    <a:pt x="4443984" y="190500"/>
                  </a:lnTo>
                  <a:lnTo>
                    <a:pt x="4539149" y="190500"/>
                  </a:lnTo>
                  <a:lnTo>
                    <a:pt x="4451096" y="165100"/>
                  </a:lnTo>
                  <a:lnTo>
                    <a:pt x="3882516" y="63500"/>
                  </a:lnTo>
                  <a:lnTo>
                    <a:pt x="3731133" y="38100"/>
                  </a:lnTo>
                  <a:close/>
                </a:path>
                <a:path w="6116955" h="2959100">
                  <a:moveTo>
                    <a:pt x="2146173" y="101600"/>
                  </a:moveTo>
                  <a:lnTo>
                    <a:pt x="2075561" y="101600"/>
                  </a:lnTo>
                  <a:lnTo>
                    <a:pt x="2075307" y="114300"/>
                  </a:lnTo>
                  <a:lnTo>
                    <a:pt x="2146173" y="101600"/>
                  </a:lnTo>
                  <a:close/>
                </a:path>
                <a:path w="6116955" h="2959100">
                  <a:moveTo>
                    <a:pt x="3109849" y="0"/>
                  </a:moveTo>
                  <a:lnTo>
                    <a:pt x="2956305" y="0"/>
                  </a:lnTo>
                  <a:lnTo>
                    <a:pt x="2804160" y="12700"/>
                  </a:lnTo>
                  <a:lnTo>
                    <a:pt x="3264535" y="12700"/>
                  </a:lnTo>
                  <a:lnTo>
                    <a:pt x="3109849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17241" y="3844289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2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2" y="467868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17241" y="3844289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2" y="467868"/>
                  </a:lnTo>
                  <a:lnTo>
                    <a:pt x="1170432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34411" y="3912082"/>
              <a:ext cx="732282" cy="35892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487673" y="3019805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1168908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8" y="467868"/>
                  </a:lnTo>
                  <a:lnTo>
                    <a:pt x="11689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87673" y="3019805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0" y="467868"/>
                  </a:moveTo>
                  <a:lnTo>
                    <a:pt x="1168908" y="467868"/>
                  </a:lnTo>
                  <a:lnTo>
                    <a:pt x="1168908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70732" y="3186683"/>
              <a:ext cx="1002030" cy="1623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49417" y="3019805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2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2" y="467868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49417" y="3019805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2" y="467868"/>
                  </a:lnTo>
                  <a:lnTo>
                    <a:pt x="1170432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8008" y="3186683"/>
              <a:ext cx="874013" cy="1623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16802" y="3844289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4" h="467995">
                  <a:moveTo>
                    <a:pt x="1168907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7" y="467868"/>
                  </a:lnTo>
                  <a:lnTo>
                    <a:pt x="1168907" y="0"/>
                  </a:lnTo>
                  <a:close/>
                </a:path>
              </a:pathLst>
            </a:custGeom>
            <a:solidFill>
              <a:srgbClr val="FF0000">
                <a:alpha val="109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16802" y="3844289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4" h="467995">
                  <a:moveTo>
                    <a:pt x="0" y="467868"/>
                  </a:moveTo>
                  <a:lnTo>
                    <a:pt x="1168907" y="467868"/>
                  </a:lnTo>
                  <a:lnTo>
                    <a:pt x="1168907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90359" y="4020311"/>
              <a:ext cx="643890" cy="15163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884678" y="3245865"/>
              <a:ext cx="4131945" cy="1664335"/>
            </a:xfrm>
            <a:custGeom>
              <a:avLst/>
              <a:gdLst/>
              <a:ahLst/>
              <a:cxnLst/>
              <a:rect l="l" t="t" r="r" b="b"/>
              <a:pathLst>
                <a:path w="4131945" h="1664335">
                  <a:moveTo>
                    <a:pt x="591566" y="41402"/>
                  </a:moveTo>
                  <a:lnTo>
                    <a:pt x="586168" y="39116"/>
                  </a:lnTo>
                  <a:lnTo>
                    <a:pt x="513080" y="8128"/>
                  </a:lnTo>
                  <a:lnTo>
                    <a:pt x="515112" y="40284"/>
                  </a:lnTo>
                  <a:lnTo>
                    <a:pt x="472440" y="46355"/>
                  </a:lnTo>
                  <a:lnTo>
                    <a:pt x="415798" y="60198"/>
                  </a:lnTo>
                  <a:lnTo>
                    <a:pt x="361442" y="78994"/>
                  </a:lnTo>
                  <a:lnTo>
                    <a:pt x="309753" y="102489"/>
                  </a:lnTo>
                  <a:lnTo>
                    <a:pt x="260985" y="130556"/>
                  </a:lnTo>
                  <a:lnTo>
                    <a:pt x="215392" y="162687"/>
                  </a:lnTo>
                  <a:lnTo>
                    <a:pt x="173482" y="198755"/>
                  </a:lnTo>
                  <a:lnTo>
                    <a:pt x="135255" y="238633"/>
                  </a:lnTo>
                  <a:lnTo>
                    <a:pt x="101092" y="281686"/>
                  </a:lnTo>
                  <a:lnTo>
                    <a:pt x="71374" y="327787"/>
                  </a:lnTo>
                  <a:lnTo>
                    <a:pt x="46609" y="376682"/>
                  </a:lnTo>
                  <a:lnTo>
                    <a:pt x="26670" y="428117"/>
                  </a:lnTo>
                  <a:lnTo>
                    <a:pt x="12065" y="481711"/>
                  </a:lnTo>
                  <a:lnTo>
                    <a:pt x="3048" y="537337"/>
                  </a:lnTo>
                  <a:lnTo>
                    <a:pt x="0" y="594741"/>
                  </a:lnTo>
                  <a:lnTo>
                    <a:pt x="127" y="597789"/>
                  </a:lnTo>
                  <a:lnTo>
                    <a:pt x="12827" y="597408"/>
                  </a:lnTo>
                  <a:lnTo>
                    <a:pt x="12712" y="594741"/>
                  </a:lnTo>
                  <a:lnTo>
                    <a:pt x="12700" y="594588"/>
                  </a:lnTo>
                  <a:lnTo>
                    <a:pt x="13449" y="566674"/>
                  </a:lnTo>
                  <a:lnTo>
                    <a:pt x="13462" y="566508"/>
                  </a:lnTo>
                  <a:lnTo>
                    <a:pt x="13487" y="566293"/>
                  </a:lnTo>
                  <a:lnTo>
                    <a:pt x="15582" y="538861"/>
                  </a:lnTo>
                  <a:lnTo>
                    <a:pt x="15621" y="538708"/>
                  </a:lnTo>
                  <a:lnTo>
                    <a:pt x="15621" y="538861"/>
                  </a:lnTo>
                  <a:lnTo>
                    <a:pt x="15671" y="538480"/>
                  </a:lnTo>
                  <a:lnTo>
                    <a:pt x="19367" y="511556"/>
                  </a:lnTo>
                  <a:lnTo>
                    <a:pt x="19431" y="511175"/>
                  </a:lnTo>
                  <a:lnTo>
                    <a:pt x="19304" y="511556"/>
                  </a:lnTo>
                  <a:lnTo>
                    <a:pt x="24434" y="484632"/>
                  </a:lnTo>
                  <a:lnTo>
                    <a:pt x="24511" y="484251"/>
                  </a:lnTo>
                  <a:lnTo>
                    <a:pt x="24384" y="484632"/>
                  </a:lnTo>
                  <a:lnTo>
                    <a:pt x="30861" y="457962"/>
                  </a:lnTo>
                  <a:lnTo>
                    <a:pt x="30861" y="458216"/>
                  </a:lnTo>
                  <a:lnTo>
                    <a:pt x="30924" y="457962"/>
                  </a:lnTo>
                  <a:lnTo>
                    <a:pt x="38620" y="432308"/>
                  </a:lnTo>
                  <a:lnTo>
                    <a:pt x="47777" y="406781"/>
                  </a:lnTo>
                  <a:lnTo>
                    <a:pt x="47879" y="406527"/>
                  </a:lnTo>
                  <a:lnTo>
                    <a:pt x="47752" y="406781"/>
                  </a:lnTo>
                  <a:lnTo>
                    <a:pt x="58166" y="381635"/>
                  </a:lnTo>
                  <a:lnTo>
                    <a:pt x="58039" y="382016"/>
                  </a:lnTo>
                  <a:lnTo>
                    <a:pt x="58216" y="381635"/>
                  </a:lnTo>
                  <a:lnTo>
                    <a:pt x="69723" y="357759"/>
                  </a:lnTo>
                  <a:lnTo>
                    <a:pt x="69850" y="357517"/>
                  </a:lnTo>
                  <a:lnTo>
                    <a:pt x="69596" y="357759"/>
                  </a:lnTo>
                  <a:lnTo>
                    <a:pt x="82410" y="334264"/>
                  </a:lnTo>
                  <a:lnTo>
                    <a:pt x="82550" y="334010"/>
                  </a:lnTo>
                  <a:lnTo>
                    <a:pt x="82296" y="334264"/>
                  </a:lnTo>
                  <a:lnTo>
                    <a:pt x="96393" y="311150"/>
                  </a:lnTo>
                  <a:lnTo>
                    <a:pt x="96266" y="311416"/>
                  </a:lnTo>
                  <a:lnTo>
                    <a:pt x="96431" y="311150"/>
                  </a:lnTo>
                  <a:lnTo>
                    <a:pt x="111506" y="288925"/>
                  </a:lnTo>
                  <a:lnTo>
                    <a:pt x="111379" y="289191"/>
                  </a:lnTo>
                  <a:lnTo>
                    <a:pt x="111569" y="288925"/>
                  </a:lnTo>
                  <a:lnTo>
                    <a:pt x="127558" y="267716"/>
                  </a:lnTo>
                  <a:lnTo>
                    <a:pt x="127762" y="267462"/>
                  </a:lnTo>
                  <a:lnTo>
                    <a:pt x="127508" y="267716"/>
                  </a:lnTo>
                  <a:lnTo>
                    <a:pt x="144691" y="247015"/>
                  </a:lnTo>
                  <a:lnTo>
                    <a:pt x="144907" y="246761"/>
                  </a:lnTo>
                  <a:lnTo>
                    <a:pt x="144653" y="247015"/>
                  </a:lnTo>
                  <a:lnTo>
                    <a:pt x="162826" y="227203"/>
                  </a:lnTo>
                  <a:lnTo>
                    <a:pt x="202158" y="189992"/>
                  </a:lnTo>
                  <a:lnTo>
                    <a:pt x="202311" y="189865"/>
                  </a:lnTo>
                  <a:lnTo>
                    <a:pt x="202057" y="189992"/>
                  </a:lnTo>
                  <a:lnTo>
                    <a:pt x="223393" y="172593"/>
                  </a:lnTo>
                  <a:lnTo>
                    <a:pt x="223139" y="172847"/>
                  </a:lnTo>
                  <a:lnTo>
                    <a:pt x="223469" y="172593"/>
                  </a:lnTo>
                  <a:lnTo>
                    <a:pt x="245059" y="156591"/>
                  </a:lnTo>
                  <a:lnTo>
                    <a:pt x="245237" y="156464"/>
                  </a:lnTo>
                  <a:lnTo>
                    <a:pt x="244983" y="156591"/>
                  </a:lnTo>
                  <a:lnTo>
                    <a:pt x="267970" y="141097"/>
                  </a:lnTo>
                  <a:lnTo>
                    <a:pt x="267716" y="141351"/>
                  </a:lnTo>
                  <a:lnTo>
                    <a:pt x="268122" y="141097"/>
                  </a:lnTo>
                  <a:lnTo>
                    <a:pt x="315480" y="113919"/>
                  </a:lnTo>
                  <a:lnTo>
                    <a:pt x="366268" y="90805"/>
                  </a:lnTo>
                  <a:lnTo>
                    <a:pt x="366014" y="90932"/>
                  </a:lnTo>
                  <a:lnTo>
                    <a:pt x="366344" y="90805"/>
                  </a:lnTo>
                  <a:lnTo>
                    <a:pt x="392557" y="81026"/>
                  </a:lnTo>
                  <a:lnTo>
                    <a:pt x="392290" y="81026"/>
                  </a:lnTo>
                  <a:lnTo>
                    <a:pt x="419481" y="72263"/>
                  </a:lnTo>
                  <a:lnTo>
                    <a:pt x="419214" y="72390"/>
                  </a:lnTo>
                  <a:lnTo>
                    <a:pt x="419696" y="72263"/>
                  </a:lnTo>
                  <a:lnTo>
                    <a:pt x="447040" y="65024"/>
                  </a:lnTo>
                  <a:lnTo>
                    <a:pt x="446659" y="65024"/>
                  </a:lnTo>
                  <a:lnTo>
                    <a:pt x="474980" y="58801"/>
                  </a:lnTo>
                  <a:lnTo>
                    <a:pt x="474726" y="58928"/>
                  </a:lnTo>
                  <a:lnTo>
                    <a:pt x="475475" y="58801"/>
                  </a:lnTo>
                  <a:lnTo>
                    <a:pt x="503428" y="54102"/>
                  </a:lnTo>
                  <a:lnTo>
                    <a:pt x="503047" y="54102"/>
                  </a:lnTo>
                  <a:lnTo>
                    <a:pt x="515912" y="52908"/>
                  </a:lnTo>
                  <a:lnTo>
                    <a:pt x="517906" y="84201"/>
                  </a:lnTo>
                  <a:lnTo>
                    <a:pt x="591566" y="41402"/>
                  </a:lnTo>
                  <a:close/>
                </a:path>
                <a:path w="4131945" h="1664335">
                  <a:moveTo>
                    <a:pt x="1202944" y="250444"/>
                  </a:moveTo>
                  <a:lnTo>
                    <a:pt x="1190244" y="250444"/>
                  </a:lnTo>
                  <a:lnTo>
                    <a:pt x="1190231" y="253238"/>
                  </a:lnTo>
                  <a:lnTo>
                    <a:pt x="1190231" y="253365"/>
                  </a:lnTo>
                  <a:lnTo>
                    <a:pt x="1189482" y="281178"/>
                  </a:lnTo>
                  <a:lnTo>
                    <a:pt x="1189443" y="281559"/>
                  </a:lnTo>
                  <a:lnTo>
                    <a:pt x="1189405" y="282067"/>
                  </a:lnTo>
                  <a:lnTo>
                    <a:pt x="1187196" y="309245"/>
                  </a:lnTo>
                  <a:lnTo>
                    <a:pt x="1187196" y="309003"/>
                  </a:lnTo>
                  <a:lnTo>
                    <a:pt x="1187157" y="309245"/>
                  </a:lnTo>
                  <a:lnTo>
                    <a:pt x="1183513" y="336677"/>
                  </a:lnTo>
                  <a:lnTo>
                    <a:pt x="1183640" y="336296"/>
                  </a:lnTo>
                  <a:lnTo>
                    <a:pt x="1178433" y="363601"/>
                  </a:lnTo>
                  <a:lnTo>
                    <a:pt x="1178560" y="363220"/>
                  </a:lnTo>
                  <a:lnTo>
                    <a:pt x="1172083" y="390017"/>
                  </a:lnTo>
                  <a:lnTo>
                    <a:pt x="1172083" y="389763"/>
                  </a:lnTo>
                  <a:lnTo>
                    <a:pt x="1171994" y="390017"/>
                  </a:lnTo>
                  <a:lnTo>
                    <a:pt x="1164259" y="415747"/>
                  </a:lnTo>
                  <a:lnTo>
                    <a:pt x="1155065" y="441325"/>
                  </a:lnTo>
                  <a:lnTo>
                    <a:pt x="1155192" y="441071"/>
                  </a:lnTo>
                  <a:lnTo>
                    <a:pt x="1144778" y="466217"/>
                  </a:lnTo>
                  <a:lnTo>
                    <a:pt x="1144905" y="465836"/>
                  </a:lnTo>
                  <a:lnTo>
                    <a:pt x="1144714" y="466217"/>
                  </a:lnTo>
                  <a:lnTo>
                    <a:pt x="1133170" y="490181"/>
                  </a:lnTo>
                  <a:lnTo>
                    <a:pt x="1120394" y="513969"/>
                  </a:lnTo>
                  <a:lnTo>
                    <a:pt x="1120648" y="513715"/>
                  </a:lnTo>
                  <a:lnTo>
                    <a:pt x="1106551" y="536829"/>
                  </a:lnTo>
                  <a:lnTo>
                    <a:pt x="1106678" y="536575"/>
                  </a:lnTo>
                  <a:lnTo>
                    <a:pt x="1106500" y="536829"/>
                  </a:lnTo>
                  <a:lnTo>
                    <a:pt x="1091438" y="558927"/>
                  </a:lnTo>
                  <a:lnTo>
                    <a:pt x="1091565" y="558673"/>
                  </a:lnTo>
                  <a:lnTo>
                    <a:pt x="1091374" y="558927"/>
                  </a:lnTo>
                  <a:lnTo>
                    <a:pt x="1075309" y="580390"/>
                  </a:lnTo>
                  <a:lnTo>
                    <a:pt x="1075563" y="580136"/>
                  </a:lnTo>
                  <a:lnTo>
                    <a:pt x="1058037" y="601091"/>
                  </a:lnTo>
                  <a:lnTo>
                    <a:pt x="1020953" y="639699"/>
                  </a:lnTo>
                  <a:lnTo>
                    <a:pt x="1020660" y="639953"/>
                  </a:lnTo>
                  <a:lnTo>
                    <a:pt x="1000633" y="657987"/>
                  </a:lnTo>
                  <a:lnTo>
                    <a:pt x="1000887" y="657860"/>
                  </a:lnTo>
                  <a:lnTo>
                    <a:pt x="979551" y="675259"/>
                  </a:lnTo>
                  <a:lnTo>
                    <a:pt x="979805" y="675005"/>
                  </a:lnTo>
                  <a:lnTo>
                    <a:pt x="979462" y="675259"/>
                  </a:lnTo>
                  <a:lnTo>
                    <a:pt x="957707" y="691388"/>
                  </a:lnTo>
                  <a:lnTo>
                    <a:pt x="957961" y="691261"/>
                  </a:lnTo>
                  <a:lnTo>
                    <a:pt x="935101" y="706755"/>
                  </a:lnTo>
                  <a:lnTo>
                    <a:pt x="935355" y="706501"/>
                  </a:lnTo>
                  <a:lnTo>
                    <a:pt x="911606" y="720852"/>
                  </a:lnTo>
                  <a:lnTo>
                    <a:pt x="911860" y="720725"/>
                  </a:lnTo>
                  <a:lnTo>
                    <a:pt x="887412" y="734021"/>
                  </a:lnTo>
                  <a:lnTo>
                    <a:pt x="862584" y="745998"/>
                  </a:lnTo>
                  <a:lnTo>
                    <a:pt x="862279" y="746125"/>
                  </a:lnTo>
                  <a:lnTo>
                    <a:pt x="836676" y="757174"/>
                  </a:lnTo>
                  <a:lnTo>
                    <a:pt x="783463" y="775589"/>
                  </a:lnTo>
                  <a:lnTo>
                    <a:pt x="783717" y="775462"/>
                  </a:lnTo>
                  <a:lnTo>
                    <a:pt x="756031" y="782828"/>
                  </a:lnTo>
                  <a:lnTo>
                    <a:pt x="756285" y="782828"/>
                  </a:lnTo>
                  <a:lnTo>
                    <a:pt x="727964" y="789051"/>
                  </a:lnTo>
                  <a:lnTo>
                    <a:pt x="728218" y="788924"/>
                  </a:lnTo>
                  <a:lnTo>
                    <a:pt x="699516" y="793750"/>
                  </a:lnTo>
                  <a:lnTo>
                    <a:pt x="699897" y="793750"/>
                  </a:lnTo>
                  <a:lnTo>
                    <a:pt x="687019" y="794956"/>
                  </a:lnTo>
                  <a:lnTo>
                    <a:pt x="685038" y="763651"/>
                  </a:lnTo>
                  <a:lnTo>
                    <a:pt x="611378" y="806450"/>
                  </a:lnTo>
                  <a:lnTo>
                    <a:pt x="689864" y="839724"/>
                  </a:lnTo>
                  <a:lnTo>
                    <a:pt x="687895" y="808736"/>
                  </a:lnTo>
                  <a:lnTo>
                    <a:pt x="687819" y="807580"/>
                  </a:lnTo>
                  <a:lnTo>
                    <a:pt x="701294" y="806323"/>
                  </a:lnTo>
                  <a:lnTo>
                    <a:pt x="730504" y="801497"/>
                  </a:lnTo>
                  <a:lnTo>
                    <a:pt x="759206" y="795147"/>
                  </a:lnTo>
                  <a:lnTo>
                    <a:pt x="781926" y="789051"/>
                  </a:lnTo>
                  <a:lnTo>
                    <a:pt x="787146" y="787654"/>
                  </a:lnTo>
                  <a:lnTo>
                    <a:pt x="814705" y="778891"/>
                  </a:lnTo>
                  <a:lnTo>
                    <a:pt x="823556" y="775589"/>
                  </a:lnTo>
                  <a:lnTo>
                    <a:pt x="841629" y="768858"/>
                  </a:lnTo>
                  <a:lnTo>
                    <a:pt x="846378" y="766826"/>
                  </a:lnTo>
                  <a:lnTo>
                    <a:pt x="867791" y="757682"/>
                  </a:lnTo>
                  <a:lnTo>
                    <a:pt x="869099" y="757047"/>
                  </a:lnTo>
                  <a:lnTo>
                    <a:pt x="893318" y="745363"/>
                  </a:lnTo>
                  <a:lnTo>
                    <a:pt x="914234" y="733933"/>
                  </a:lnTo>
                  <a:lnTo>
                    <a:pt x="917956" y="731901"/>
                  </a:lnTo>
                  <a:lnTo>
                    <a:pt x="936409" y="720725"/>
                  </a:lnTo>
                  <a:lnTo>
                    <a:pt x="942086" y="717296"/>
                  </a:lnTo>
                  <a:lnTo>
                    <a:pt x="957681" y="706755"/>
                  </a:lnTo>
                  <a:lnTo>
                    <a:pt x="965200" y="701675"/>
                  </a:lnTo>
                  <a:lnTo>
                    <a:pt x="979297" y="691261"/>
                  </a:lnTo>
                  <a:lnTo>
                    <a:pt x="987552" y="685165"/>
                  </a:lnTo>
                  <a:lnTo>
                    <a:pt x="1009015" y="667512"/>
                  </a:lnTo>
                  <a:lnTo>
                    <a:pt x="1019797" y="657860"/>
                  </a:lnTo>
                  <a:lnTo>
                    <a:pt x="1029589" y="649097"/>
                  </a:lnTo>
                  <a:lnTo>
                    <a:pt x="1049147" y="629539"/>
                  </a:lnTo>
                  <a:lnTo>
                    <a:pt x="1057300" y="620649"/>
                  </a:lnTo>
                  <a:lnTo>
                    <a:pt x="1067689" y="609346"/>
                  </a:lnTo>
                  <a:lnTo>
                    <a:pt x="1074762" y="600837"/>
                  </a:lnTo>
                  <a:lnTo>
                    <a:pt x="1085342" y="588137"/>
                  </a:lnTo>
                  <a:lnTo>
                    <a:pt x="1091349" y="580136"/>
                  </a:lnTo>
                  <a:lnTo>
                    <a:pt x="1101852" y="566166"/>
                  </a:lnTo>
                  <a:lnTo>
                    <a:pt x="1117219" y="543560"/>
                  </a:lnTo>
                  <a:lnTo>
                    <a:pt x="1131570" y="520192"/>
                  </a:lnTo>
                  <a:lnTo>
                    <a:pt x="1135024" y="513715"/>
                  </a:lnTo>
                  <a:lnTo>
                    <a:pt x="1144524" y="495935"/>
                  </a:lnTo>
                  <a:lnTo>
                    <a:pt x="1147305" y="490093"/>
                  </a:lnTo>
                  <a:lnTo>
                    <a:pt x="1156335" y="471170"/>
                  </a:lnTo>
                  <a:lnTo>
                    <a:pt x="1167003" y="445770"/>
                  </a:lnTo>
                  <a:lnTo>
                    <a:pt x="1168666" y="441071"/>
                  </a:lnTo>
                  <a:lnTo>
                    <a:pt x="1176274" y="419735"/>
                  </a:lnTo>
                  <a:lnTo>
                    <a:pt x="1177556" y="415544"/>
                  </a:lnTo>
                  <a:lnTo>
                    <a:pt x="1184402" y="393192"/>
                  </a:lnTo>
                  <a:lnTo>
                    <a:pt x="1190879" y="366141"/>
                  </a:lnTo>
                  <a:lnTo>
                    <a:pt x="1191425" y="363220"/>
                  </a:lnTo>
                  <a:lnTo>
                    <a:pt x="1196086" y="338582"/>
                  </a:lnTo>
                  <a:lnTo>
                    <a:pt x="1196390" y="336296"/>
                  </a:lnTo>
                  <a:lnTo>
                    <a:pt x="1199896" y="310515"/>
                  </a:lnTo>
                  <a:lnTo>
                    <a:pt x="1202182" y="282067"/>
                  </a:lnTo>
                  <a:lnTo>
                    <a:pt x="1202944" y="253365"/>
                  </a:lnTo>
                  <a:lnTo>
                    <a:pt x="1202944" y="250444"/>
                  </a:lnTo>
                  <a:close/>
                </a:path>
                <a:path w="4131945" h="1664335">
                  <a:moveTo>
                    <a:pt x="2362708" y="1411478"/>
                  </a:moveTo>
                  <a:lnTo>
                    <a:pt x="2099818" y="1334008"/>
                  </a:lnTo>
                  <a:lnTo>
                    <a:pt x="1914906" y="1282827"/>
                  </a:lnTo>
                  <a:lnTo>
                    <a:pt x="1767205" y="1244854"/>
                  </a:lnTo>
                  <a:lnTo>
                    <a:pt x="1663065" y="1219708"/>
                  </a:lnTo>
                  <a:lnTo>
                    <a:pt x="1553591" y="1194943"/>
                  </a:lnTo>
                  <a:lnTo>
                    <a:pt x="1319530" y="1146175"/>
                  </a:lnTo>
                  <a:lnTo>
                    <a:pt x="687501" y="1028560"/>
                  </a:lnTo>
                  <a:lnTo>
                    <a:pt x="687908" y="1026287"/>
                  </a:lnTo>
                  <a:lnTo>
                    <a:pt x="693166" y="997331"/>
                  </a:lnTo>
                  <a:lnTo>
                    <a:pt x="611378" y="1021334"/>
                  </a:lnTo>
                  <a:lnTo>
                    <a:pt x="679577" y="1072261"/>
                  </a:lnTo>
                  <a:lnTo>
                    <a:pt x="685228" y="1041107"/>
                  </a:lnTo>
                  <a:lnTo>
                    <a:pt x="1003427" y="1098677"/>
                  </a:lnTo>
                  <a:lnTo>
                    <a:pt x="1436243" y="1182878"/>
                  </a:lnTo>
                  <a:lnTo>
                    <a:pt x="1606169" y="1219708"/>
                  </a:lnTo>
                  <a:lnTo>
                    <a:pt x="1712849" y="1244727"/>
                  </a:lnTo>
                  <a:lnTo>
                    <a:pt x="1712722" y="1244727"/>
                  </a:lnTo>
                  <a:lnTo>
                    <a:pt x="1764157" y="1257173"/>
                  </a:lnTo>
                  <a:lnTo>
                    <a:pt x="1764030" y="1257173"/>
                  </a:lnTo>
                  <a:lnTo>
                    <a:pt x="1863471" y="1282319"/>
                  </a:lnTo>
                  <a:lnTo>
                    <a:pt x="2005457" y="1320673"/>
                  </a:lnTo>
                  <a:lnTo>
                    <a:pt x="2005330" y="1320673"/>
                  </a:lnTo>
                  <a:lnTo>
                    <a:pt x="2096262" y="1346200"/>
                  </a:lnTo>
                  <a:lnTo>
                    <a:pt x="2359152" y="1423670"/>
                  </a:lnTo>
                  <a:lnTo>
                    <a:pt x="2362708" y="1411478"/>
                  </a:lnTo>
                  <a:close/>
                </a:path>
                <a:path w="4131945" h="1664335">
                  <a:moveTo>
                    <a:pt x="3128137" y="668909"/>
                  </a:moveTo>
                  <a:lnTo>
                    <a:pt x="3127895" y="668655"/>
                  </a:lnTo>
                  <a:lnTo>
                    <a:pt x="3128137" y="668909"/>
                  </a:lnTo>
                  <a:close/>
                </a:path>
                <a:path w="4131945" h="1664335">
                  <a:moveTo>
                    <a:pt x="3517519" y="838200"/>
                  </a:moveTo>
                  <a:lnTo>
                    <a:pt x="3514725" y="838200"/>
                  </a:lnTo>
                  <a:lnTo>
                    <a:pt x="3486277" y="837438"/>
                  </a:lnTo>
                  <a:lnTo>
                    <a:pt x="3486658" y="837438"/>
                  </a:lnTo>
                  <a:lnTo>
                    <a:pt x="3458591" y="835152"/>
                  </a:lnTo>
                  <a:lnTo>
                    <a:pt x="3458845" y="835152"/>
                  </a:lnTo>
                  <a:lnTo>
                    <a:pt x="3432111" y="831596"/>
                  </a:lnTo>
                  <a:lnTo>
                    <a:pt x="3431159" y="831469"/>
                  </a:lnTo>
                  <a:lnTo>
                    <a:pt x="3431540" y="831596"/>
                  </a:lnTo>
                  <a:lnTo>
                    <a:pt x="3404895" y="826516"/>
                  </a:lnTo>
                  <a:lnTo>
                    <a:pt x="3404235" y="826389"/>
                  </a:lnTo>
                  <a:lnTo>
                    <a:pt x="3404616" y="826516"/>
                  </a:lnTo>
                  <a:lnTo>
                    <a:pt x="3377946" y="820039"/>
                  </a:lnTo>
                  <a:lnTo>
                    <a:pt x="3378200" y="820039"/>
                  </a:lnTo>
                  <a:lnTo>
                    <a:pt x="3352330" y="812292"/>
                  </a:lnTo>
                  <a:lnTo>
                    <a:pt x="3352076" y="812215"/>
                  </a:lnTo>
                  <a:lnTo>
                    <a:pt x="3351936" y="812165"/>
                  </a:lnTo>
                  <a:lnTo>
                    <a:pt x="3326854" y="803148"/>
                  </a:lnTo>
                  <a:lnTo>
                    <a:pt x="3326511" y="803021"/>
                  </a:lnTo>
                  <a:lnTo>
                    <a:pt x="3326765" y="803148"/>
                  </a:lnTo>
                  <a:lnTo>
                    <a:pt x="3301619" y="792734"/>
                  </a:lnTo>
                  <a:lnTo>
                    <a:pt x="3302000" y="792861"/>
                  </a:lnTo>
                  <a:lnTo>
                    <a:pt x="3301733" y="792734"/>
                  </a:lnTo>
                  <a:lnTo>
                    <a:pt x="3278009" y="781304"/>
                  </a:lnTo>
                  <a:lnTo>
                    <a:pt x="3277489" y="781050"/>
                  </a:lnTo>
                  <a:lnTo>
                    <a:pt x="3277743" y="781304"/>
                  </a:lnTo>
                  <a:lnTo>
                    <a:pt x="3254451" y="768604"/>
                  </a:lnTo>
                  <a:lnTo>
                    <a:pt x="3253994" y="768350"/>
                  </a:lnTo>
                  <a:lnTo>
                    <a:pt x="3254248" y="768604"/>
                  </a:lnTo>
                  <a:lnTo>
                    <a:pt x="3231134" y="754507"/>
                  </a:lnTo>
                  <a:lnTo>
                    <a:pt x="3231388" y="754634"/>
                  </a:lnTo>
                  <a:lnTo>
                    <a:pt x="3231197" y="754507"/>
                  </a:lnTo>
                  <a:lnTo>
                    <a:pt x="3208909" y="739394"/>
                  </a:lnTo>
                  <a:lnTo>
                    <a:pt x="3209163" y="739521"/>
                  </a:lnTo>
                  <a:lnTo>
                    <a:pt x="3208985" y="739394"/>
                  </a:lnTo>
                  <a:lnTo>
                    <a:pt x="3187776" y="723519"/>
                  </a:lnTo>
                  <a:lnTo>
                    <a:pt x="3187446" y="723265"/>
                  </a:lnTo>
                  <a:lnTo>
                    <a:pt x="3187700" y="723519"/>
                  </a:lnTo>
                  <a:lnTo>
                    <a:pt x="3167164" y="706247"/>
                  </a:lnTo>
                  <a:lnTo>
                    <a:pt x="3166872" y="705993"/>
                  </a:lnTo>
                  <a:lnTo>
                    <a:pt x="3166999" y="706247"/>
                  </a:lnTo>
                  <a:lnTo>
                    <a:pt x="3147199" y="688086"/>
                  </a:lnTo>
                  <a:lnTo>
                    <a:pt x="3147072" y="687984"/>
                  </a:lnTo>
                  <a:lnTo>
                    <a:pt x="3146945" y="687857"/>
                  </a:lnTo>
                  <a:lnTo>
                    <a:pt x="3127883" y="668655"/>
                  </a:lnTo>
                  <a:lnTo>
                    <a:pt x="3110065" y="648843"/>
                  </a:lnTo>
                  <a:lnTo>
                    <a:pt x="3109849" y="648589"/>
                  </a:lnTo>
                  <a:lnTo>
                    <a:pt x="3109976" y="648843"/>
                  </a:lnTo>
                  <a:lnTo>
                    <a:pt x="3092577" y="627507"/>
                  </a:lnTo>
                  <a:lnTo>
                    <a:pt x="3092831" y="627761"/>
                  </a:lnTo>
                  <a:lnTo>
                    <a:pt x="3092640" y="627507"/>
                  </a:lnTo>
                  <a:lnTo>
                    <a:pt x="3076625" y="605917"/>
                  </a:lnTo>
                  <a:lnTo>
                    <a:pt x="3076448" y="605663"/>
                  </a:lnTo>
                  <a:lnTo>
                    <a:pt x="3076575" y="605917"/>
                  </a:lnTo>
                  <a:lnTo>
                    <a:pt x="3061081" y="583057"/>
                  </a:lnTo>
                  <a:lnTo>
                    <a:pt x="3061335" y="583311"/>
                  </a:lnTo>
                  <a:lnTo>
                    <a:pt x="3061170" y="583057"/>
                  </a:lnTo>
                  <a:lnTo>
                    <a:pt x="3047136" y="559816"/>
                  </a:lnTo>
                  <a:lnTo>
                    <a:pt x="3046984" y="559562"/>
                  </a:lnTo>
                  <a:lnTo>
                    <a:pt x="3047111" y="559816"/>
                  </a:lnTo>
                  <a:lnTo>
                    <a:pt x="3033903" y="535559"/>
                  </a:lnTo>
                  <a:lnTo>
                    <a:pt x="3033814" y="535381"/>
                  </a:lnTo>
                  <a:lnTo>
                    <a:pt x="3021825" y="510540"/>
                  </a:lnTo>
                  <a:lnTo>
                    <a:pt x="3021749" y="510374"/>
                  </a:lnTo>
                  <a:lnTo>
                    <a:pt x="3010941" y="485013"/>
                  </a:lnTo>
                  <a:lnTo>
                    <a:pt x="3010789" y="484632"/>
                  </a:lnTo>
                  <a:lnTo>
                    <a:pt x="3010916" y="485013"/>
                  </a:lnTo>
                  <a:lnTo>
                    <a:pt x="3001099" y="458597"/>
                  </a:lnTo>
                  <a:lnTo>
                    <a:pt x="3001010" y="458343"/>
                  </a:lnTo>
                  <a:lnTo>
                    <a:pt x="3001010" y="458597"/>
                  </a:lnTo>
                  <a:lnTo>
                    <a:pt x="2992323" y="431673"/>
                  </a:lnTo>
                  <a:lnTo>
                    <a:pt x="2992310" y="431546"/>
                  </a:lnTo>
                  <a:lnTo>
                    <a:pt x="2992374" y="431673"/>
                  </a:lnTo>
                  <a:lnTo>
                    <a:pt x="2992297" y="431419"/>
                  </a:lnTo>
                  <a:lnTo>
                    <a:pt x="2985071" y="404241"/>
                  </a:lnTo>
                  <a:lnTo>
                    <a:pt x="2985008" y="403987"/>
                  </a:lnTo>
                  <a:lnTo>
                    <a:pt x="2985008" y="404241"/>
                  </a:lnTo>
                  <a:lnTo>
                    <a:pt x="2978835" y="376174"/>
                  </a:lnTo>
                  <a:lnTo>
                    <a:pt x="2978848" y="376047"/>
                  </a:lnTo>
                  <a:lnTo>
                    <a:pt x="2978912" y="376174"/>
                  </a:lnTo>
                  <a:lnTo>
                    <a:pt x="2978861" y="375920"/>
                  </a:lnTo>
                  <a:lnTo>
                    <a:pt x="2974149" y="347865"/>
                  </a:lnTo>
                  <a:lnTo>
                    <a:pt x="2974086" y="347472"/>
                  </a:lnTo>
                  <a:lnTo>
                    <a:pt x="2974086" y="347865"/>
                  </a:lnTo>
                  <a:lnTo>
                    <a:pt x="2972879" y="334987"/>
                  </a:lnTo>
                  <a:lnTo>
                    <a:pt x="3004185" y="332994"/>
                  </a:lnTo>
                  <a:lnTo>
                    <a:pt x="2997835" y="322072"/>
                  </a:lnTo>
                  <a:lnTo>
                    <a:pt x="2961386" y="259334"/>
                  </a:lnTo>
                  <a:lnTo>
                    <a:pt x="2928112" y="337820"/>
                  </a:lnTo>
                  <a:lnTo>
                    <a:pt x="2960255" y="335788"/>
                  </a:lnTo>
                  <a:lnTo>
                    <a:pt x="2961513" y="349250"/>
                  </a:lnTo>
                  <a:lnTo>
                    <a:pt x="2972689" y="407162"/>
                  </a:lnTo>
                  <a:lnTo>
                    <a:pt x="2989072" y="462661"/>
                  </a:lnTo>
                  <a:lnTo>
                    <a:pt x="3010154" y="515747"/>
                  </a:lnTo>
                  <a:lnTo>
                    <a:pt x="3035935" y="565912"/>
                  </a:lnTo>
                  <a:lnTo>
                    <a:pt x="3066161" y="613156"/>
                  </a:lnTo>
                  <a:lnTo>
                    <a:pt x="3100324" y="656971"/>
                  </a:lnTo>
                  <a:lnTo>
                    <a:pt x="3138297" y="697103"/>
                  </a:lnTo>
                  <a:lnTo>
                    <a:pt x="3179699" y="733298"/>
                  </a:lnTo>
                  <a:lnTo>
                    <a:pt x="3224403" y="765175"/>
                  </a:lnTo>
                  <a:lnTo>
                    <a:pt x="3271901" y="792480"/>
                  </a:lnTo>
                  <a:lnTo>
                    <a:pt x="3322066" y="814959"/>
                  </a:lnTo>
                  <a:lnTo>
                    <a:pt x="3374771" y="832358"/>
                  </a:lnTo>
                  <a:lnTo>
                    <a:pt x="3429254" y="844042"/>
                  </a:lnTo>
                  <a:lnTo>
                    <a:pt x="3485769" y="850138"/>
                  </a:lnTo>
                  <a:lnTo>
                    <a:pt x="3514471" y="850900"/>
                  </a:lnTo>
                  <a:lnTo>
                    <a:pt x="3517519" y="850900"/>
                  </a:lnTo>
                  <a:lnTo>
                    <a:pt x="3517519" y="838200"/>
                  </a:lnTo>
                  <a:close/>
                </a:path>
                <a:path w="4131945" h="1664335">
                  <a:moveTo>
                    <a:pt x="3659886" y="12700"/>
                  </a:moveTo>
                  <a:lnTo>
                    <a:pt x="3601720" y="3048"/>
                  </a:lnTo>
                  <a:lnTo>
                    <a:pt x="3544316" y="0"/>
                  </a:lnTo>
                  <a:lnTo>
                    <a:pt x="3541268" y="127"/>
                  </a:lnTo>
                  <a:lnTo>
                    <a:pt x="3541649" y="12827"/>
                  </a:lnTo>
                  <a:lnTo>
                    <a:pt x="3544417" y="12712"/>
                  </a:lnTo>
                  <a:lnTo>
                    <a:pt x="3544189" y="12700"/>
                  </a:lnTo>
                  <a:lnTo>
                    <a:pt x="3659886" y="12700"/>
                  </a:lnTo>
                  <a:close/>
                </a:path>
                <a:path w="4131945" h="1664335">
                  <a:moveTo>
                    <a:pt x="4130548" y="1074039"/>
                  </a:moveTo>
                  <a:lnTo>
                    <a:pt x="4117848" y="1074039"/>
                  </a:lnTo>
                  <a:lnTo>
                    <a:pt x="4117835" y="1076960"/>
                  </a:lnTo>
                  <a:lnTo>
                    <a:pt x="4117835" y="1077087"/>
                  </a:lnTo>
                  <a:lnTo>
                    <a:pt x="4117086" y="1104900"/>
                  </a:lnTo>
                  <a:lnTo>
                    <a:pt x="4117048" y="1105281"/>
                  </a:lnTo>
                  <a:lnTo>
                    <a:pt x="4117009" y="1105789"/>
                  </a:lnTo>
                  <a:lnTo>
                    <a:pt x="4114800" y="1133094"/>
                  </a:lnTo>
                  <a:lnTo>
                    <a:pt x="4114800" y="1132840"/>
                  </a:lnTo>
                  <a:lnTo>
                    <a:pt x="4114762" y="1133094"/>
                  </a:lnTo>
                  <a:lnTo>
                    <a:pt x="4111117" y="1160526"/>
                  </a:lnTo>
                  <a:lnTo>
                    <a:pt x="4111244" y="1160145"/>
                  </a:lnTo>
                  <a:lnTo>
                    <a:pt x="4106037" y="1187450"/>
                  </a:lnTo>
                  <a:lnTo>
                    <a:pt x="4106164" y="1187069"/>
                  </a:lnTo>
                  <a:lnTo>
                    <a:pt x="4099687" y="1213993"/>
                  </a:lnTo>
                  <a:lnTo>
                    <a:pt x="4099687" y="1213612"/>
                  </a:lnTo>
                  <a:lnTo>
                    <a:pt x="4099572" y="1213993"/>
                  </a:lnTo>
                  <a:lnTo>
                    <a:pt x="4091813" y="1239901"/>
                  </a:lnTo>
                  <a:lnTo>
                    <a:pt x="4091940" y="1239647"/>
                  </a:lnTo>
                  <a:lnTo>
                    <a:pt x="4082796" y="1265301"/>
                  </a:lnTo>
                  <a:lnTo>
                    <a:pt x="4082923" y="1265047"/>
                  </a:lnTo>
                  <a:lnTo>
                    <a:pt x="4072382" y="1290193"/>
                  </a:lnTo>
                  <a:lnTo>
                    <a:pt x="4072509" y="1289812"/>
                  </a:lnTo>
                  <a:lnTo>
                    <a:pt x="4072318" y="1290193"/>
                  </a:lnTo>
                  <a:lnTo>
                    <a:pt x="4060888" y="1314297"/>
                  </a:lnTo>
                  <a:lnTo>
                    <a:pt x="4048125" y="1337818"/>
                  </a:lnTo>
                  <a:lnTo>
                    <a:pt x="4047960" y="1338072"/>
                  </a:lnTo>
                  <a:lnTo>
                    <a:pt x="4034155" y="1360932"/>
                  </a:lnTo>
                  <a:lnTo>
                    <a:pt x="4034409" y="1360678"/>
                  </a:lnTo>
                  <a:lnTo>
                    <a:pt x="4019169" y="1383157"/>
                  </a:lnTo>
                  <a:lnTo>
                    <a:pt x="4019296" y="1382903"/>
                  </a:lnTo>
                  <a:lnTo>
                    <a:pt x="4019105" y="1383157"/>
                  </a:lnTo>
                  <a:lnTo>
                    <a:pt x="4003040" y="1404620"/>
                  </a:lnTo>
                  <a:lnTo>
                    <a:pt x="4003167" y="1404366"/>
                  </a:lnTo>
                  <a:lnTo>
                    <a:pt x="4002951" y="1404620"/>
                  </a:lnTo>
                  <a:lnTo>
                    <a:pt x="3985895" y="1425321"/>
                  </a:lnTo>
                  <a:lnTo>
                    <a:pt x="3986022" y="1425067"/>
                  </a:lnTo>
                  <a:lnTo>
                    <a:pt x="3985780" y="1425321"/>
                  </a:lnTo>
                  <a:lnTo>
                    <a:pt x="3967734" y="1445260"/>
                  </a:lnTo>
                  <a:lnTo>
                    <a:pt x="3967861" y="1445006"/>
                  </a:lnTo>
                  <a:lnTo>
                    <a:pt x="3948557" y="1464183"/>
                  </a:lnTo>
                  <a:lnTo>
                    <a:pt x="3948811" y="1464056"/>
                  </a:lnTo>
                  <a:lnTo>
                    <a:pt x="3928491" y="1482344"/>
                  </a:lnTo>
                  <a:lnTo>
                    <a:pt x="3928745" y="1482090"/>
                  </a:lnTo>
                  <a:lnTo>
                    <a:pt x="3928427" y="1482344"/>
                  </a:lnTo>
                  <a:lnTo>
                    <a:pt x="3907536" y="1499489"/>
                  </a:lnTo>
                  <a:lnTo>
                    <a:pt x="3907663" y="1499362"/>
                  </a:lnTo>
                  <a:lnTo>
                    <a:pt x="3907485" y="1499489"/>
                  </a:lnTo>
                  <a:lnTo>
                    <a:pt x="3885565" y="1515872"/>
                  </a:lnTo>
                  <a:lnTo>
                    <a:pt x="3885819" y="1515618"/>
                  </a:lnTo>
                  <a:lnTo>
                    <a:pt x="3885438" y="1515872"/>
                  </a:lnTo>
                  <a:lnTo>
                    <a:pt x="3862959" y="1531112"/>
                  </a:lnTo>
                  <a:lnTo>
                    <a:pt x="3863213" y="1530858"/>
                  </a:lnTo>
                  <a:lnTo>
                    <a:pt x="3839591" y="1545336"/>
                  </a:lnTo>
                  <a:lnTo>
                    <a:pt x="3839845" y="1545209"/>
                  </a:lnTo>
                  <a:lnTo>
                    <a:pt x="3815397" y="1558505"/>
                  </a:lnTo>
                  <a:lnTo>
                    <a:pt x="3790569" y="1570482"/>
                  </a:lnTo>
                  <a:lnTo>
                    <a:pt x="3790264" y="1570609"/>
                  </a:lnTo>
                  <a:lnTo>
                    <a:pt x="3764661" y="1581531"/>
                  </a:lnTo>
                  <a:lnTo>
                    <a:pt x="3764915" y="1581404"/>
                  </a:lnTo>
                  <a:lnTo>
                    <a:pt x="3764572" y="1581531"/>
                  </a:lnTo>
                  <a:lnTo>
                    <a:pt x="3738499" y="1591310"/>
                  </a:lnTo>
                  <a:lnTo>
                    <a:pt x="3738753" y="1591310"/>
                  </a:lnTo>
                  <a:lnTo>
                    <a:pt x="3711575" y="1600073"/>
                  </a:lnTo>
                  <a:lnTo>
                    <a:pt x="3711943" y="1599946"/>
                  </a:lnTo>
                  <a:lnTo>
                    <a:pt x="3711473" y="1600073"/>
                  </a:lnTo>
                  <a:lnTo>
                    <a:pt x="3684270" y="1607312"/>
                  </a:lnTo>
                  <a:lnTo>
                    <a:pt x="3684524" y="1607312"/>
                  </a:lnTo>
                  <a:lnTo>
                    <a:pt x="3656203" y="1613535"/>
                  </a:lnTo>
                  <a:lnTo>
                    <a:pt x="3656444" y="1613408"/>
                  </a:lnTo>
                  <a:lnTo>
                    <a:pt x="3627628" y="1618234"/>
                  </a:lnTo>
                  <a:lnTo>
                    <a:pt x="3628136" y="1618234"/>
                  </a:lnTo>
                  <a:lnTo>
                    <a:pt x="3615385" y="1619440"/>
                  </a:lnTo>
                  <a:lnTo>
                    <a:pt x="3613404" y="1588135"/>
                  </a:lnTo>
                  <a:lnTo>
                    <a:pt x="3539744" y="1630934"/>
                  </a:lnTo>
                  <a:lnTo>
                    <a:pt x="3618217" y="1664081"/>
                  </a:lnTo>
                  <a:lnTo>
                    <a:pt x="3616261" y="1633220"/>
                  </a:lnTo>
                  <a:lnTo>
                    <a:pt x="3616185" y="1632064"/>
                  </a:lnTo>
                  <a:lnTo>
                    <a:pt x="3629520" y="1630807"/>
                  </a:lnTo>
                  <a:lnTo>
                    <a:pt x="3658743" y="1625981"/>
                  </a:lnTo>
                  <a:lnTo>
                    <a:pt x="3687318" y="1619631"/>
                  </a:lnTo>
                  <a:lnTo>
                    <a:pt x="3710140" y="1613535"/>
                  </a:lnTo>
                  <a:lnTo>
                    <a:pt x="3715385" y="1612138"/>
                  </a:lnTo>
                  <a:lnTo>
                    <a:pt x="3769614" y="1593342"/>
                  </a:lnTo>
                  <a:lnTo>
                    <a:pt x="3821303" y="1569720"/>
                  </a:lnTo>
                  <a:lnTo>
                    <a:pt x="3841978" y="1558417"/>
                  </a:lnTo>
                  <a:lnTo>
                    <a:pt x="3845941" y="1556258"/>
                  </a:lnTo>
                  <a:lnTo>
                    <a:pt x="3864089" y="1545209"/>
                  </a:lnTo>
                  <a:lnTo>
                    <a:pt x="3869944" y="1541653"/>
                  </a:lnTo>
                  <a:lnTo>
                    <a:pt x="3885666" y="1531112"/>
                  </a:lnTo>
                  <a:lnTo>
                    <a:pt x="3936873" y="1491869"/>
                  </a:lnTo>
                  <a:lnTo>
                    <a:pt x="3966768" y="1464056"/>
                  </a:lnTo>
                  <a:lnTo>
                    <a:pt x="3977005" y="1453896"/>
                  </a:lnTo>
                  <a:lnTo>
                    <a:pt x="3984879" y="1445260"/>
                  </a:lnTo>
                  <a:lnTo>
                    <a:pt x="3995547" y="1433576"/>
                  </a:lnTo>
                  <a:lnTo>
                    <a:pt x="4013073" y="1412367"/>
                  </a:lnTo>
                  <a:lnTo>
                    <a:pt x="4029583" y="1390396"/>
                  </a:lnTo>
                  <a:lnTo>
                    <a:pt x="4044950" y="1367663"/>
                  </a:lnTo>
                  <a:lnTo>
                    <a:pt x="4049191" y="1360678"/>
                  </a:lnTo>
                  <a:lnTo>
                    <a:pt x="4059174" y="1344295"/>
                  </a:lnTo>
                  <a:lnTo>
                    <a:pt x="4072255" y="1320038"/>
                  </a:lnTo>
                  <a:lnTo>
                    <a:pt x="4075023" y="1314196"/>
                  </a:lnTo>
                  <a:lnTo>
                    <a:pt x="4084066" y="1295146"/>
                  </a:lnTo>
                  <a:lnTo>
                    <a:pt x="4094734" y="1269746"/>
                  </a:lnTo>
                  <a:lnTo>
                    <a:pt x="4096397" y="1265047"/>
                  </a:lnTo>
                  <a:lnTo>
                    <a:pt x="4104005" y="1243711"/>
                  </a:lnTo>
                  <a:lnTo>
                    <a:pt x="4105224" y="1239647"/>
                  </a:lnTo>
                  <a:lnTo>
                    <a:pt x="4112006" y="1217168"/>
                  </a:lnTo>
                  <a:lnTo>
                    <a:pt x="4118483" y="1189990"/>
                  </a:lnTo>
                  <a:lnTo>
                    <a:pt x="4119029" y="1187069"/>
                  </a:lnTo>
                  <a:lnTo>
                    <a:pt x="4123690" y="1162304"/>
                  </a:lnTo>
                  <a:lnTo>
                    <a:pt x="4123982" y="1160145"/>
                  </a:lnTo>
                  <a:lnTo>
                    <a:pt x="4127500" y="1134364"/>
                  </a:lnTo>
                  <a:lnTo>
                    <a:pt x="4129786" y="1105789"/>
                  </a:lnTo>
                  <a:lnTo>
                    <a:pt x="4130548" y="1077087"/>
                  </a:lnTo>
                  <a:lnTo>
                    <a:pt x="4130548" y="1074039"/>
                  </a:lnTo>
                  <a:close/>
                </a:path>
                <a:path w="4131945" h="1664335">
                  <a:moveTo>
                    <a:pt x="4131564" y="513080"/>
                  </a:moveTo>
                  <a:lnTo>
                    <a:pt x="4099407" y="515124"/>
                  </a:lnTo>
                  <a:lnTo>
                    <a:pt x="4098290" y="503047"/>
                  </a:lnTo>
                  <a:lnTo>
                    <a:pt x="4098163" y="501650"/>
                  </a:lnTo>
                  <a:lnTo>
                    <a:pt x="4093337" y="472440"/>
                  </a:lnTo>
                  <a:lnTo>
                    <a:pt x="4087596" y="446659"/>
                  </a:lnTo>
                  <a:lnTo>
                    <a:pt x="4086987" y="443865"/>
                  </a:lnTo>
                  <a:lnTo>
                    <a:pt x="4079494" y="415798"/>
                  </a:lnTo>
                  <a:lnTo>
                    <a:pt x="4071874" y="392303"/>
                  </a:lnTo>
                  <a:lnTo>
                    <a:pt x="4070604" y="388366"/>
                  </a:lnTo>
                  <a:lnTo>
                    <a:pt x="4060698" y="361442"/>
                  </a:lnTo>
                  <a:lnTo>
                    <a:pt x="4049522" y="335165"/>
                  </a:lnTo>
                  <a:lnTo>
                    <a:pt x="4039870" y="315480"/>
                  </a:lnTo>
                  <a:lnTo>
                    <a:pt x="4037076" y="309765"/>
                  </a:lnTo>
                  <a:lnTo>
                    <a:pt x="4026916" y="291084"/>
                  </a:lnTo>
                  <a:lnTo>
                    <a:pt x="4023614" y="284988"/>
                  </a:lnTo>
                  <a:lnTo>
                    <a:pt x="4009009" y="260985"/>
                  </a:lnTo>
                  <a:lnTo>
                    <a:pt x="3993515" y="237744"/>
                  </a:lnTo>
                  <a:lnTo>
                    <a:pt x="3982555" y="223139"/>
                  </a:lnTo>
                  <a:lnTo>
                    <a:pt x="3976751" y="215392"/>
                  </a:lnTo>
                  <a:lnTo>
                    <a:pt x="3959225" y="193929"/>
                  </a:lnTo>
                  <a:lnTo>
                    <a:pt x="3948392" y="181991"/>
                  </a:lnTo>
                  <a:lnTo>
                    <a:pt x="3940683" y="173482"/>
                  </a:lnTo>
                  <a:lnTo>
                    <a:pt x="3930142" y="162814"/>
                  </a:lnTo>
                  <a:lnTo>
                    <a:pt x="3921252" y="153797"/>
                  </a:lnTo>
                  <a:lnTo>
                    <a:pt x="3911219" y="144653"/>
                  </a:lnTo>
                  <a:lnTo>
                    <a:pt x="3900932" y="135255"/>
                  </a:lnTo>
                  <a:lnTo>
                    <a:pt x="3891546" y="127508"/>
                  </a:lnTo>
                  <a:lnTo>
                    <a:pt x="3879723" y="117729"/>
                  </a:lnTo>
                  <a:lnTo>
                    <a:pt x="3857752" y="101092"/>
                  </a:lnTo>
                  <a:lnTo>
                    <a:pt x="3835019" y="85725"/>
                  </a:lnTo>
                  <a:lnTo>
                    <a:pt x="3829431" y="82296"/>
                  </a:lnTo>
                  <a:lnTo>
                    <a:pt x="3811651" y="71374"/>
                  </a:lnTo>
                  <a:lnTo>
                    <a:pt x="3808552" y="69723"/>
                  </a:lnTo>
                  <a:lnTo>
                    <a:pt x="3787394" y="58420"/>
                  </a:lnTo>
                  <a:lnTo>
                    <a:pt x="3764902" y="47752"/>
                  </a:lnTo>
                  <a:lnTo>
                    <a:pt x="3762502" y="46609"/>
                  </a:lnTo>
                  <a:lnTo>
                    <a:pt x="3743452" y="38608"/>
                  </a:lnTo>
                  <a:lnTo>
                    <a:pt x="3737102" y="35941"/>
                  </a:lnTo>
                  <a:lnTo>
                    <a:pt x="3711067" y="26543"/>
                  </a:lnTo>
                  <a:lnTo>
                    <a:pt x="3703904" y="24384"/>
                  </a:lnTo>
                  <a:lnTo>
                    <a:pt x="3687051" y="19304"/>
                  </a:lnTo>
                  <a:lnTo>
                    <a:pt x="3684524" y="18542"/>
                  </a:lnTo>
                  <a:lnTo>
                    <a:pt x="3659886" y="12700"/>
                  </a:lnTo>
                  <a:lnTo>
                    <a:pt x="3544417" y="12712"/>
                  </a:lnTo>
                  <a:lnTo>
                    <a:pt x="3572256" y="13462"/>
                  </a:lnTo>
                  <a:lnTo>
                    <a:pt x="3600450" y="15621"/>
                  </a:lnTo>
                  <a:lnTo>
                    <a:pt x="3600069" y="15621"/>
                  </a:lnTo>
                  <a:lnTo>
                    <a:pt x="3627869" y="19431"/>
                  </a:lnTo>
                  <a:lnTo>
                    <a:pt x="3627501" y="19304"/>
                  </a:lnTo>
                  <a:lnTo>
                    <a:pt x="3654793" y="24511"/>
                  </a:lnTo>
                  <a:lnTo>
                    <a:pt x="3654425" y="24384"/>
                  </a:lnTo>
                  <a:lnTo>
                    <a:pt x="3681349" y="30861"/>
                  </a:lnTo>
                  <a:lnTo>
                    <a:pt x="3680968" y="30861"/>
                  </a:lnTo>
                  <a:lnTo>
                    <a:pt x="3707244" y="38735"/>
                  </a:lnTo>
                  <a:lnTo>
                    <a:pt x="3707003" y="38608"/>
                  </a:lnTo>
                  <a:lnTo>
                    <a:pt x="3732644" y="47879"/>
                  </a:lnTo>
                  <a:lnTo>
                    <a:pt x="3732403" y="47752"/>
                  </a:lnTo>
                  <a:lnTo>
                    <a:pt x="3757549" y="58166"/>
                  </a:lnTo>
                  <a:lnTo>
                    <a:pt x="3757168" y="58039"/>
                  </a:lnTo>
                  <a:lnTo>
                    <a:pt x="3757422" y="58166"/>
                  </a:lnTo>
                  <a:lnTo>
                    <a:pt x="3781641" y="69773"/>
                  </a:lnTo>
                  <a:lnTo>
                    <a:pt x="3781780" y="69850"/>
                  </a:lnTo>
                  <a:lnTo>
                    <a:pt x="3805428" y="82550"/>
                  </a:lnTo>
                  <a:lnTo>
                    <a:pt x="3805174" y="82296"/>
                  </a:lnTo>
                  <a:lnTo>
                    <a:pt x="3828288" y="96393"/>
                  </a:lnTo>
                  <a:lnTo>
                    <a:pt x="3828034" y="96266"/>
                  </a:lnTo>
                  <a:lnTo>
                    <a:pt x="3828211" y="96393"/>
                  </a:lnTo>
                  <a:lnTo>
                    <a:pt x="3850513" y="111506"/>
                  </a:lnTo>
                  <a:lnTo>
                    <a:pt x="3850259" y="111379"/>
                  </a:lnTo>
                  <a:lnTo>
                    <a:pt x="3850424" y="111506"/>
                  </a:lnTo>
                  <a:lnTo>
                    <a:pt x="3871976" y="127762"/>
                  </a:lnTo>
                  <a:lnTo>
                    <a:pt x="3871722" y="127508"/>
                  </a:lnTo>
                  <a:lnTo>
                    <a:pt x="3892677" y="144907"/>
                  </a:lnTo>
                  <a:lnTo>
                    <a:pt x="3912489" y="163068"/>
                  </a:lnTo>
                  <a:lnTo>
                    <a:pt x="3912362" y="162814"/>
                  </a:lnTo>
                  <a:lnTo>
                    <a:pt x="3931539" y="182245"/>
                  </a:lnTo>
                  <a:lnTo>
                    <a:pt x="3931412" y="181991"/>
                  </a:lnTo>
                  <a:lnTo>
                    <a:pt x="3949700" y="202311"/>
                  </a:lnTo>
                  <a:lnTo>
                    <a:pt x="3949446" y="202057"/>
                  </a:lnTo>
                  <a:lnTo>
                    <a:pt x="3949649" y="202311"/>
                  </a:lnTo>
                  <a:lnTo>
                    <a:pt x="3966845" y="223393"/>
                  </a:lnTo>
                  <a:lnTo>
                    <a:pt x="3966718" y="223139"/>
                  </a:lnTo>
                  <a:lnTo>
                    <a:pt x="3983228" y="245237"/>
                  </a:lnTo>
                  <a:lnTo>
                    <a:pt x="3982974" y="244983"/>
                  </a:lnTo>
                  <a:lnTo>
                    <a:pt x="3983139" y="245237"/>
                  </a:lnTo>
                  <a:lnTo>
                    <a:pt x="3998468" y="267970"/>
                  </a:lnTo>
                  <a:lnTo>
                    <a:pt x="3998214" y="267716"/>
                  </a:lnTo>
                  <a:lnTo>
                    <a:pt x="3998366" y="267970"/>
                  </a:lnTo>
                  <a:lnTo>
                    <a:pt x="4012692" y="291338"/>
                  </a:lnTo>
                  <a:lnTo>
                    <a:pt x="4025862" y="315658"/>
                  </a:lnTo>
                  <a:lnTo>
                    <a:pt x="4037838" y="340360"/>
                  </a:lnTo>
                  <a:lnTo>
                    <a:pt x="4037939" y="340614"/>
                  </a:lnTo>
                  <a:lnTo>
                    <a:pt x="4048887" y="366268"/>
                  </a:lnTo>
                  <a:lnTo>
                    <a:pt x="4048760" y="366014"/>
                  </a:lnTo>
                  <a:lnTo>
                    <a:pt x="4048849" y="366268"/>
                  </a:lnTo>
                  <a:lnTo>
                    <a:pt x="4058666" y="392557"/>
                  </a:lnTo>
                  <a:lnTo>
                    <a:pt x="4058666" y="392303"/>
                  </a:lnTo>
                  <a:lnTo>
                    <a:pt x="4067429" y="419481"/>
                  </a:lnTo>
                  <a:lnTo>
                    <a:pt x="4067302" y="419227"/>
                  </a:lnTo>
                  <a:lnTo>
                    <a:pt x="4067365" y="419481"/>
                  </a:lnTo>
                  <a:lnTo>
                    <a:pt x="4074668" y="447040"/>
                  </a:lnTo>
                  <a:lnTo>
                    <a:pt x="4074668" y="446659"/>
                  </a:lnTo>
                  <a:lnTo>
                    <a:pt x="4080891" y="474980"/>
                  </a:lnTo>
                  <a:lnTo>
                    <a:pt x="4080764" y="474726"/>
                  </a:lnTo>
                  <a:lnTo>
                    <a:pt x="4080802" y="474980"/>
                  </a:lnTo>
                  <a:lnTo>
                    <a:pt x="4085590" y="503428"/>
                  </a:lnTo>
                  <a:lnTo>
                    <a:pt x="4085590" y="503047"/>
                  </a:lnTo>
                  <a:lnTo>
                    <a:pt x="4086783" y="515924"/>
                  </a:lnTo>
                  <a:lnTo>
                    <a:pt x="4055491" y="517906"/>
                  </a:lnTo>
                  <a:lnTo>
                    <a:pt x="4098290" y="591566"/>
                  </a:lnTo>
                  <a:lnTo>
                    <a:pt x="4124883" y="528828"/>
                  </a:lnTo>
                  <a:lnTo>
                    <a:pt x="4131564" y="51308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86477" y="3807713"/>
              <a:ext cx="731520" cy="585470"/>
            </a:xfrm>
            <a:custGeom>
              <a:avLst/>
              <a:gdLst/>
              <a:ahLst/>
              <a:cxnLst/>
              <a:rect l="l" t="t" r="r" b="b"/>
              <a:pathLst>
                <a:path w="731520" h="585470">
                  <a:moveTo>
                    <a:pt x="365760" y="0"/>
                  </a:moveTo>
                  <a:lnTo>
                    <a:pt x="292031" y="1982"/>
                  </a:lnTo>
                  <a:lnTo>
                    <a:pt x="223367" y="7667"/>
                  </a:lnTo>
                  <a:lnTo>
                    <a:pt x="161236" y="16662"/>
                  </a:lnTo>
                  <a:lnTo>
                    <a:pt x="107108" y="28575"/>
                  </a:lnTo>
                  <a:lnTo>
                    <a:pt x="62452" y="43011"/>
                  </a:lnTo>
                  <a:lnTo>
                    <a:pt x="7428" y="77884"/>
                  </a:lnTo>
                  <a:lnTo>
                    <a:pt x="0" y="97536"/>
                  </a:lnTo>
                  <a:lnTo>
                    <a:pt x="0" y="487680"/>
                  </a:lnTo>
                  <a:lnTo>
                    <a:pt x="28735" y="525637"/>
                  </a:lnTo>
                  <a:lnTo>
                    <a:pt x="107108" y="556641"/>
                  </a:lnTo>
                  <a:lnTo>
                    <a:pt x="161236" y="568553"/>
                  </a:lnTo>
                  <a:lnTo>
                    <a:pt x="223367" y="577548"/>
                  </a:lnTo>
                  <a:lnTo>
                    <a:pt x="292031" y="583233"/>
                  </a:lnTo>
                  <a:lnTo>
                    <a:pt x="365760" y="585216"/>
                  </a:lnTo>
                  <a:lnTo>
                    <a:pt x="439488" y="583233"/>
                  </a:lnTo>
                  <a:lnTo>
                    <a:pt x="508152" y="577548"/>
                  </a:lnTo>
                  <a:lnTo>
                    <a:pt x="570283" y="568553"/>
                  </a:lnTo>
                  <a:lnTo>
                    <a:pt x="624411" y="556641"/>
                  </a:lnTo>
                  <a:lnTo>
                    <a:pt x="669067" y="542204"/>
                  </a:lnTo>
                  <a:lnTo>
                    <a:pt x="724091" y="507331"/>
                  </a:lnTo>
                  <a:lnTo>
                    <a:pt x="731520" y="487680"/>
                  </a:lnTo>
                  <a:lnTo>
                    <a:pt x="731520" y="97536"/>
                  </a:lnTo>
                  <a:lnTo>
                    <a:pt x="702784" y="59578"/>
                  </a:lnTo>
                  <a:lnTo>
                    <a:pt x="624411" y="28575"/>
                  </a:lnTo>
                  <a:lnTo>
                    <a:pt x="570283" y="16662"/>
                  </a:lnTo>
                  <a:lnTo>
                    <a:pt x="508152" y="7667"/>
                  </a:lnTo>
                  <a:lnTo>
                    <a:pt x="439488" y="1982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83DA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86477" y="3807713"/>
              <a:ext cx="731520" cy="585470"/>
            </a:xfrm>
            <a:custGeom>
              <a:avLst/>
              <a:gdLst/>
              <a:ahLst/>
              <a:cxnLst/>
              <a:rect l="l" t="t" r="r" b="b"/>
              <a:pathLst>
                <a:path w="731520" h="585470">
                  <a:moveTo>
                    <a:pt x="731520" y="97536"/>
                  </a:moveTo>
                  <a:lnTo>
                    <a:pt x="702784" y="135493"/>
                  </a:lnTo>
                  <a:lnTo>
                    <a:pt x="624411" y="166497"/>
                  </a:lnTo>
                  <a:lnTo>
                    <a:pt x="570283" y="178409"/>
                  </a:lnTo>
                  <a:lnTo>
                    <a:pt x="508152" y="187404"/>
                  </a:lnTo>
                  <a:lnTo>
                    <a:pt x="439488" y="193089"/>
                  </a:lnTo>
                  <a:lnTo>
                    <a:pt x="365760" y="195072"/>
                  </a:lnTo>
                  <a:lnTo>
                    <a:pt x="292031" y="193089"/>
                  </a:lnTo>
                  <a:lnTo>
                    <a:pt x="223367" y="187404"/>
                  </a:lnTo>
                  <a:lnTo>
                    <a:pt x="161236" y="178409"/>
                  </a:lnTo>
                  <a:lnTo>
                    <a:pt x="107108" y="166497"/>
                  </a:lnTo>
                  <a:lnTo>
                    <a:pt x="62452" y="152060"/>
                  </a:lnTo>
                  <a:lnTo>
                    <a:pt x="7428" y="117187"/>
                  </a:lnTo>
                  <a:lnTo>
                    <a:pt x="0" y="97536"/>
                  </a:lnTo>
                </a:path>
                <a:path w="731520" h="585470">
                  <a:moveTo>
                    <a:pt x="0" y="97536"/>
                  </a:moveTo>
                  <a:lnTo>
                    <a:pt x="28735" y="59578"/>
                  </a:lnTo>
                  <a:lnTo>
                    <a:pt x="107108" y="28575"/>
                  </a:lnTo>
                  <a:lnTo>
                    <a:pt x="161236" y="16662"/>
                  </a:lnTo>
                  <a:lnTo>
                    <a:pt x="223367" y="7667"/>
                  </a:lnTo>
                  <a:lnTo>
                    <a:pt x="292031" y="1982"/>
                  </a:lnTo>
                  <a:lnTo>
                    <a:pt x="365760" y="0"/>
                  </a:lnTo>
                  <a:lnTo>
                    <a:pt x="439488" y="1982"/>
                  </a:lnTo>
                  <a:lnTo>
                    <a:pt x="508152" y="7667"/>
                  </a:lnTo>
                  <a:lnTo>
                    <a:pt x="570283" y="16662"/>
                  </a:lnTo>
                  <a:lnTo>
                    <a:pt x="624411" y="28575"/>
                  </a:lnTo>
                  <a:lnTo>
                    <a:pt x="669067" y="43011"/>
                  </a:lnTo>
                  <a:lnTo>
                    <a:pt x="724091" y="77884"/>
                  </a:lnTo>
                  <a:lnTo>
                    <a:pt x="731520" y="97536"/>
                  </a:lnTo>
                  <a:lnTo>
                    <a:pt x="731520" y="487680"/>
                  </a:lnTo>
                  <a:lnTo>
                    <a:pt x="702784" y="525637"/>
                  </a:lnTo>
                  <a:lnTo>
                    <a:pt x="624411" y="556641"/>
                  </a:lnTo>
                  <a:lnTo>
                    <a:pt x="570283" y="568553"/>
                  </a:lnTo>
                  <a:lnTo>
                    <a:pt x="508152" y="577548"/>
                  </a:lnTo>
                  <a:lnTo>
                    <a:pt x="439488" y="583233"/>
                  </a:lnTo>
                  <a:lnTo>
                    <a:pt x="365760" y="585216"/>
                  </a:lnTo>
                  <a:lnTo>
                    <a:pt x="292031" y="583233"/>
                  </a:lnTo>
                  <a:lnTo>
                    <a:pt x="223367" y="577548"/>
                  </a:lnTo>
                  <a:lnTo>
                    <a:pt x="161236" y="568553"/>
                  </a:lnTo>
                  <a:lnTo>
                    <a:pt x="107108" y="556641"/>
                  </a:lnTo>
                  <a:lnTo>
                    <a:pt x="62452" y="542204"/>
                  </a:lnTo>
                  <a:lnTo>
                    <a:pt x="7428" y="507331"/>
                  </a:lnTo>
                  <a:lnTo>
                    <a:pt x="0" y="487680"/>
                  </a:lnTo>
                  <a:lnTo>
                    <a:pt x="0" y="97536"/>
                  </a:lnTo>
                  <a:close/>
                </a:path>
              </a:pathLst>
            </a:custGeom>
            <a:ln w="25908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88407" y="4093463"/>
              <a:ext cx="336041" cy="12420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542033" y="3963746"/>
            <a:ext cx="6146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252525"/>
                </a:solidFill>
                <a:latin typeface="Arial"/>
                <a:cs typeface="Arial"/>
              </a:rPr>
              <a:t>It</a:t>
            </a:r>
            <a:r>
              <a:rPr sz="1400" b="1" spc="-114" dirty="0">
                <a:solidFill>
                  <a:srgbClr val="252525"/>
                </a:solidFill>
                <a:latin typeface="Arial"/>
                <a:cs typeface="Arial"/>
              </a:rPr>
              <a:t>er</a:t>
            </a:r>
            <a:r>
              <a:rPr sz="1400" b="1" spc="-14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400" b="1" spc="-65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400" b="1" spc="-150" dirty="0">
                <a:solidFill>
                  <a:srgbClr val="252525"/>
                </a:solidFill>
                <a:latin typeface="Arial"/>
                <a:cs typeface="Arial"/>
              </a:rPr>
              <a:t>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474720" y="3215639"/>
            <a:ext cx="2952115" cy="1931035"/>
            <a:chOff x="3474720" y="3215639"/>
            <a:chExt cx="2952115" cy="1931035"/>
          </a:xfrm>
        </p:grpSpPr>
        <p:sp>
          <p:nvSpPr>
            <p:cNvPr id="29" name="object 29"/>
            <p:cNvSpPr/>
            <p:nvPr/>
          </p:nvSpPr>
          <p:spPr>
            <a:xfrm>
              <a:off x="4652772" y="3215639"/>
              <a:ext cx="596265" cy="1725295"/>
            </a:xfrm>
            <a:custGeom>
              <a:avLst/>
              <a:gdLst/>
              <a:ahLst/>
              <a:cxnLst/>
              <a:rect l="l" t="t" r="r" b="b"/>
              <a:pathLst>
                <a:path w="596264" h="1725295">
                  <a:moveTo>
                    <a:pt x="592836" y="1680718"/>
                  </a:moveTo>
                  <a:lnTo>
                    <a:pt x="76200" y="1680718"/>
                  </a:lnTo>
                  <a:lnTo>
                    <a:pt x="76200" y="1648968"/>
                  </a:lnTo>
                  <a:lnTo>
                    <a:pt x="0" y="1687068"/>
                  </a:lnTo>
                  <a:lnTo>
                    <a:pt x="76200" y="1725168"/>
                  </a:lnTo>
                  <a:lnTo>
                    <a:pt x="76200" y="1693418"/>
                  </a:lnTo>
                  <a:lnTo>
                    <a:pt x="592836" y="1693418"/>
                  </a:lnTo>
                  <a:lnTo>
                    <a:pt x="592836" y="1680718"/>
                  </a:lnTo>
                  <a:close/>
                </a:path>
                <a:path w="596264" h="1725295">
                  <a:moveTo>
                    <a:pt x="595884" y="38100"/>
                  </a:moveTo>
                  <a:lnTo>
                    <a:pt x="583184" y="31750"/>
                  </a:lnTo>
                  <a:lnTo>
                    <a:pt x="519684" y="0"/>
                  </a:lnTo>
                  <a:lnTo>
                    <a:pt x="519684" y="31750"/>
                  </a:lnTo>
                  <a:lnTo>
                    <a:pt x="3048" y="31750"/>
                  </a:lnTo>
                  <a:lnTo>
                    <a:pt x="3048" y="44450"/>
                  </a:lnTo>
                  <a:lnTo>
                    <a:pt x="519684" y="44450"/>
                  </a:lnTo>
                  <a:lnTo>
                    <a:pt x="519684" y="76200"/>
                  </a:lnTo>
                  <a:lnTo>
                    <a:pt x="583184" y="44450"/>
                  </a:lnTo>
                  <a:lnTo>
                    <a:pt x="595884" y="3810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84626" y="4668773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1168908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8" y="467868"/>
                  </a:lnTo>
                  <a:lnTo>
                    <a:pt x="11689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84626" y="4668773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0" y="467868"/>
                  </a:moveTo>
                  <a:lnTo>
                    <a:pt x="1168908" y="467868"/>
                  </a:lnTo>
                  <a:lnTo>
                    <a:pt x="1168908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73424" y="4837175"/>
              <a:ext cx="596646" cy="16230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246370" y="4668773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1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1" y="467868"/>
                  </a:lnTo>
                  <a:lnTo>
                    <a:pt x="117043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46370" y="4668773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1" y="467868"/>
                  </a:lnTo>
                  <a:lnTo>
                    <a:pt x="1170431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73268" y="4837175"/>
              <a:ext cx="515874" cy="13335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437489" y="431419"/>
            <a:ext cx="242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Planification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798" y="6524434"/>
            <a:ext cx="6014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5818632"/>
            <a:ext cx="4331970" cy="16230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912111" y="2621533"/>
            <a:ext cx="6116955" cy="2959100"/>
            <a:chOff x="1912111" y="2621533"/>
            <a:chExt cx="6116955" cy="2959100"/>
          </a:xfrm>
        </p:grpSpPr>
        <p:sp>
          <p:nvSpPr>
            <p:cNvPr id="7" name="object 7"/>
            <p:cNvSpPr/>
            <p:nvPr/>
          </p:nvSpPr>
          <p:spPr>
            <a:xfrm>
              <a:off x="1912111" y="2621533"/>
              <a:ext cx="6116955" cy="2959100"/>
            </a:xfrm>
            <a:custGeom>
              <a:avLst/>
              <a:gdLst/>
              <a:ahLst/>
              <a:cxnLst/>
              <a:rect l="l" t="t" r="r" b="b"/>
              <a:pathLst>
                <a:path w="6116955" h="2959100">
                  <a:moveTo>
                    <a:pt x="52453" y="1774308"/>
                  </a:moveTo>
                  <a:lnTo>
                    <a:pt x="24855" y="1782932"/>
                  </a:lnTo>
                  <a:lnTo>
                    <a:pt x="42544" y="1816100"/>
                  </a:lnTo>
                  <a:lnTo>
                    <a:pt x="72643" y="1879600"/>
                  </a:lnTo>
                  <a:lnTo>
                    <a:pt x="107442" y="1930400"/>
                  </a:lnTo>
                  <a:lnTo>
                    <a:pt x="146431" y="1993900"/>
                  </a:lnTo>
                  <a:lnTo>
                    <a:pt x="189611" y="2044700"/>
                  </a:lnTo>
                  <a:lnTo>
                    <a:pt x="237236" y="2095500"/>
                  </a:lnTo>
                  <a:lnTo>
                    <a:pt x="288798" y="2146300"/>
                  </a:lnTo>
                  <a:lnTo>
                    <a:pt x="344296" y="2197100"/>
                  </a:lnTo>
                  <a:lnTo>
                    <a:pt x="403860" y="2247900"/>
                  </a:lnTo>
                  <a:lnTo>
                    <a:pt x="467106" y="2298700"/>
                  </a:lnTo>
                  <a:lnTo>
                    <a:pt x="534035" y="2349500"/>
                  </a:lnTo>
                  <a:lnTo>
                    <a:pt x="604519" y="2387600"/>
                  </a:lnTo>
                  <a:lnTo>
                    <a:pt x="678561" y="2438400"/>
                  </a:lnTo>
                  <a:lnTo>
                    <a:pt x="756031" y="2476500"/>
                  </a:lnTo>
                  <a:lnTo>
                    <a:pt x="836802" y="2514600"/>
                  </a:lnTo>
                  <a:lnTo>
                    <a:pt x="920750" y="2565400"/>
                  </a:lnTo>
                  <a:lnTo>
                    <a:pt x="1007744" y="2603500"/>
                  </a:lnTo>
                  <a:lnTo>
                    <a:pt x="1097914" y="2628900"/>
                  </a:lnTo>
                  <a:lnTo>
                    <a:pt x="1191006" y="2667000"/>
                  </a:lnTo>
                  <a:lnTo>
                    <a:pt x="1286890" y="2705100"/>
                  </a:lnTo>
                  <a:lnTo>
                    <a:pt x="1385570" y="2730500"/>
                  </a:lnTo>
                  <a:lnTo>
                    <a:pt x="1486915" y="2768600"/>
                  </a:lnTo>
                  <a:lnTo>
                    <a:pt x="1590675" y="2794000"/>
                  </a:lnTo>
                  <a:lnTo>
                    <a:pt x="1916684" y="2870200"/>
                  </a:lnTo>
                  <a:lnTo>
                    <a:pt x="2029967" y="2882900"/>
                  </a:lnTo>
                  <a:lnTo>
                    <a:pt x="2145157" y="2908300"/>
                  </a:lnTo>
                  <a:lnTo>
                    <a:pt x="2502535" y="2946400"/>
                  </a:lnTo>
                  <a:lnTo>
                    <a:pt x="2658745" y="2959100"/>
                  </a:lnTo>
                  <a:lnTo>
                    <a:pt x="3425316" y="2959100"/>
                  </a:lnTo>
                  <a:lnTo>
                    <a:pt x="3721100" y="2933700"/>
                  </a:lnTo>
                  <a:lnTo>
                    <a:pt x="2815590" y="2933700"/>
                  </a:lnTo>
                  <a:lnTo>
                    <a:pt x="2660268" y="2921000"/>
                  </a:lnTo>
                  <a:lnTo>
                    <a:pt x="2660650" y="2921000"/>
                  </a:lnTo>
                  <a:lnTo>
                    <a:pt x="2504821" y="2908300"/>
                  </a:lnTo>
                  <a:lnTo>
                    <a:pt x="2384805" y="2908300"/>
                  </a:lnTo>
                  <a:lnTo>
                    <a:pt x="2265934" y="2882900"/>
                  </a:lnTo>
                  <a:lnTo>
                    <a:pt x="2266188" y="2882900"/>
                  </a:lnTo>
                  <a:lnTo>
                    <a:pt x="2149221" y="2870200"/>
                  </a:lnTo>
                  <a:lnTo>
                    <a:pt x="2149475" y="2870200"/>
                  </a:lnTo>
                  <a:lnTo>
                    <a:pt x="2034539" y="2857500"/>
                  </a:lnTo>
                  <a:lnTo>
                    <a:pt x="2034793" y="2857500"/>
                  </a:lnTo>
                  <a:lnTo>
                    <a:pt x="1921890" y="2832100"/>
                  </a:lnTo>
                  <a:lnTo>
                    <a:pt x="1922272" y="2832100"/>
                  </a:lnTo>
                  <a:lnTo>
                    <a:pt x="1811527" y="2819400"/>
                  </a:lnTo>
                  <a:lnTo>
                    <a:pt x="1811909" y="2819400"/>
                  </a:lnTo>
                  <a:lnTo>
                    <a:pt x="1703451" y="2794000"/>
                  </a:lnTo>
                  <a:lnTo>
                    <a:pt x="1703832" y="2794000"/>
                  </a:lnTo>
                  <a:lnTo>
                    <a:pt x="1597787" y="2768600"/>
                  </a:lnTo>
                  <a:lnTo>
                    <a:pt x="1598040" y="2768600"/>
                  </a:lnTo>
                  <a:lnTo>
                    <a:pt x="1494536" y="2730500"/>
                  </a:lnTo>
                  <a:lnTo>
                    <a:pt x="1494916" y="2730500"/>
                  </a:lnTo>
                  <a:lnTo>
                    <a:pt x="1393952" y="2705100"/>
                  </a:lnTo>
                  <a:lnTo>
                    <a:pt x="1394205" y="2705100"/>
                  </a:lnTo>
                  <a:lnTo>
                    <a:pt x="1295908" y="2679700"/>
                  </a:lnTo>
                  <a:lnTo>
                    <a:pt x="1296289" y="2679700"/>
                  </a:lnTo>
                  <a:lnTo>
                    <a:pt x="1200658" y="2641600"/>
                  </a:lnTo>
                  <a:lnTo>
                    <a:pt x="1201039" y="2641600"/>
                  </a:lnTo>
                  <a:lnTo>
                    <a:pt x="1108329" y="2603500"/>
                  </a:lnTo>
                  <a:lnTo>
                    <a:pt x="1108710" y="2603500"/>
                  </a:lnTo>
                  <a:lnTo>
                    <a:pt x="1018794" y="2565400"/>
                  </a:lnTo>
                  <a:lnTo>
                    <a:pt x="1019175" y="2565400"/>
                  </a:lnTo>
                  <a:lnTo>
                    <a:pt x="932561" y="2527300"/>
                  </a:lnTo>
                  <a:lnTo>
                    <a:pt x="932942" y="2527300"/>
                  </a:lnTo>
                  <a:lnTo>
                    <a:pt x="849376" y="2489200"/>
                  </a:lnTo>
                  <a:lnTo>
                    <a:pt x="849757" y="2489200"/>
                  </a:lnTo>
                  <a:lnTo>
                    <a:pt x="769365" y="2451100"/>
                  </a:lnTo>
                  <a:lnTo>
                    <a:pt x="769746" y="2451100"/>
                  </a:lnTo>
                  <a:lnTo>
                    <a:pt x="692785" y="2413000"/>
                  </a:lnTo>
                  <a:lnTo>
                    <a:pt x="693165" y="2413000"/>
                  </a:lnTo>
                  <a:lnTo>
                    <a:pt x="619632" y="2362200"/>
                  </a:lnTo>
                  <a:lnTo>
                    <a:pt x="620013" y="2362200"/>
                  </a:lnTo>
                  <a:lnTo>
                    <a:pt x="549910" y="2324100"/>
                  </a:lnTo>
                  <a:lnTo>
                    <a:pt x="550418" y="2324100"/>
                  </a:lnTo>
                  <a:lnTo>
                    <a:pt x="483869" y="2273300"/>
                  </a:lnTo>
                  <a:lnTo>
                    <a:pt x="484377" y="2273300"/>
                  </a:lnTo>
                  <a:lnTo>
                    <a:pt x="421639" y="2222500"/>
                  </a:lnTo>
                  <a:lnTo>
                    <a:pt x="422148" y="2222500"/>
                  </a:lnTo>
                  <a:lnTo>
                    <a:pt x="363093" y="2184400"/>
                  </a:lnTo>
                  <a:lnTo>
                    <a:pt x="363600" y="2184400"/>
                  </a:lnTo>
                  <a:lnTo>
                    <a:pt x="308610" y="2133600"/>
                  </a:lnTo>
                  <a:lnTo>
                    <a:pt x="309118" y="2133600"/>
                  </a:lnTo>
                  <a:lnTo>
                    <a:pt x="258063" y="2082800"/>
                  </a:lnTo>
                  <a:lnTo>
                    <a:pt x="258571" y="2082800"/>
                  </a:lnTo>
                  <a:lnTo>
                    <a:pt x="211455" y="2032000"/>
                  </a:lnTo>
                  <a:lnTo>
                    <a:pt x="212089" y="2032000"/>
                  </a:lnTo>
                  <a:lnTo>
                    <a:pt x="169290" y="1968500"/>
                  </a:lnTo>
                  <a:lnTo>
                    <a:pt x="169799" y="1968500"/>
                  </a:lnTo>
                  <a:lnTo>
                    <a:pt x="131318" y="1917700"/>
                  </a:lnTo>
                  <a:lnTo>
                    <a:pt x="131825" y="1917700"/>
                  </a:lnTo>
                  <a:lnTo>
                    <a:pt x="97662" y="1866900"/>
                  </a:lnTo>
                  <a:lnTo>
                    <a:pt x="98043" y="1866900"/>
                  </a:lnTo>
                  <a:lnTo>
                    <a:pt x="74371" y="1816100"/>
                  </a:lnTo>
                  <a:lnTo>
                    <a:pt x="68961" y="1816100"/>
                  </a:lnTo>
                  <a:lnTo>
                    <a:pt x="52453" y="1774308"/>
                  </a:lnTo>
                  <a:close/>
                </a:path>
                <a:path w="6116955" h="2959100">
                  <a:moveTo>
                    <a:pt x="4788281" y="2667000"/>
                  </a:moveTo>
                  <a:lnTo>
                    <a:pt x="4665980" y="2717800"/>
                  </a:lnTo>
                  <a:lnTo>
                    <a:pt x="4666361" y="2717800"/>
                  </a:lnTo>
                  <a:lnTo>
                    <a:pt x="4539996" y="2743200"/>
                  </a:lnTo>
                  <a:lnTo>
                    <a:pt x="4540504" y="2743200"/>
                  </a:lnTo>
                  <a:lnTo>
                    <a:pt x="4410710" y="2781300"/>
                  </a:lnTo>
                  <a:lnTo>
                    <a:pt x="4411091" y="2781300"/>
                  </a:lnTo>
                  <a:lnTo>
                    <a:pt x="4277995" y="2806700"/>
                  </a:lnTo>
                  <a:lnTo>
                    <a:pt x="4278249" y="2806700"/>
                  </a:lnTo>
                  <a:lnTo>
                    <a:pt x="4141978" y="2832100"/>
                  </a:lnTo>
                  <a:lnTo>
                    <a:pt x="4142359" y="2832100"/>
                  </a:lnTo>
                  <a:lnTo>
                    <a:pt x="4003166" y="2857500"/>
                  </a:lnTo>
                  <a:lnTo>
                    <a:pt x="4003548" y="2857500"/>
                  </a:lnTo>
                  <a:lnTo>
                    <a:pt x="3861689" y="2882900"/>
                  </a:lnTo>
                  <a:lnTo>
                    <a:pt x="3862070" y="2882900"/>
                  </a:lnTo>
                  <a:lnTo>
                    <a:pt x="3717798" y="2895600"/>
                  </a:lnTo>
                  <a:lnTo>
                    <a:pt x="3718179" y="2895600"/>
                  </a:lnTo>
                  <a:lnTo>
                    <a:pt x="3571621" y="2921000"/>
                  </a:lnTo>
                  <a:lnTo>
                    <a:pt x="3423792" y="2921000"/>
                  </a:lnTo>
                  <a:lnTo>
                    <a:pt x="3273425" y="2933700"/>
                  </a:lnTo>
                  <a:lnTo>
                    <a:pt x="3721100" y="2933700"/>
                  </a:lnTo>
                  <a:lnTo>
                    <a:pt x="3865753" y="2908300"/>
                  </a:lnTo>
                  <a:lnTo>
                    <a:pt x="4007992" y="2895600"/>
                  </a:lnTo>
                  <a:lnTo>
                    <a:pt x="4284091" y="2844800"/>
                  </a:lnTo>
                  <a:lnTo>
                    <a:pt x="4417695" y="2806700"/>
                  </a:lnTo>
                  <a:lnTo>
                    <a:pt x="4547870" y="2781300"/>
                  </a:lnTo>
                  <a:lnTo>
                    <a:pt x="4797297" y="2705100"/>
                  </a:lnTo>
                  <a:lnTo>
                    <a:pt x="4856797" y="2679700"/>
                  </a:lnTo>
                  <a:lnTo>
                    <a:pt x="4787899" y="2679700"/>
                  </a:lnTo>
                  <a:lnTo>
                    <a:pt x="4788281" y="2667000"/>
                  </a:lnTo>
                  <a:close/>
                </a:path>
                <a:path w="6116955" h="2959100">
                  <a:moveTo>
                    <a:pt x="6101207" y="1333500"/>
                  </a:moveTo>
                  <a:lnTo>
                    <a:pt x="6072759" y="1333500"/>
                  </a:lnTo>
                  <a:lnTo>
                    <a:pt x="6079363" y="1371600"/>
                  </a:lnTo>
                  <a:lnTo>
                    <a:pt x="6084062" y="1409700"/>
                  </a:lnTo>
                  <a:lnTo>
                    <a:pt x="6086983" y="1447800"/>
                  </a:lnTo>
                  <a:lnTo>
                    <a:pt x="6087998" y="1485900"/>
                  </a:lnTo>
                  <a:lnTo>
                    <a:pt x="6087110" y="1524000"/>
                  </a:lnTo>
                  <a:lnTo>
                    <a:pt x="6084316" y="1549400"/>
                  </a:lnTo>
                  <a:lnTo>
                    <a:pt x="6079617" y="1587500"/>
                  </a:lnTo>
                  <a:lnTo>
                    <a:pt x="6072886" y="1625600"/>
                  </a:lnTo>
                  <a:lnTo>
                    <a:pt x="6064249" y="1663700"/>
                  </a:lnTo>
                  <a:lnTo>
                    <a:pt x="6064377" y="1663700"/>
                  </a:lnTo>
                  <a:lnTo>
                    <a:pt x="6053582" y="1701800"/>
                  </a:lnTo>
                  <a:lnTo>
                    <a:pt x="6053836" y="1701800"/>
                  </a:lnTo>
                  <a:lnTo>
                    <a:pt x="6041009" y="1739900"/>
                  </a:lnTo>
                  <a:lnTo>
                    <a:pt x="6041263" y="1739900"/>
                  </a:lnTo>
                  <a:lnTo>
                    <a:pt x="6026531" y="1778000"/>
                  </a:lnTo>
                  <a:lnTo>
                    <a:pt x="6026785" y="1778000"/>
                  </a:lnTo>
                  <a:lnTo>
                    <a:pt x="6010020" y="1803400"/>
                  </a:lnTo>
                  <a:lnTo>
                    <a:pt x="6010274" y="1803400"/>
                  </a:lnTo>
                  <a:lnTo>
                    <a:pt x="5991733" y="1841500"/>
                  </a:lnTo>
                  <a:lnTo>
                    <a:pt x="5992114" y="1841500"/>
                  </a:lnTo>
                  <a:lnTo>
                    <a:pt x="5971794" y="1879600"/>
                  </a:lnTo>
                  <a:lnTo>
                    <a:pt x="5972174" y="1879600"/>
                  </a:lnTo>
                  <a:lnTo>
                    <a:pt x="5949949" y="1917700"/>
                  </a:lnTo>
                  <a:lnTo>
                    <a:pt x="5950204" y="1917700"/>
                  </a:lnTo>
                  <a:lnTo>
                    <a:pt x="5926455" y="1955800"/>
                  </a:lnTo>
                  <a:lnTo>
                    <a:pt x="5926709" y="1955800"/>
                  </a:lnTo>
                  <a:lnTo>
                    <a:pt x="5901182" y="1981200"/>
                  </a:lnTo>
                  <a:lnTo>
                    <a:pt x="5901436" y="1981200"/>
                  </a:lnTo>
                  <a:lnTo>
                    <a:pt x="5874131" y="2019300"/>
                  </a:lnTo>
                  <a:lnTo>
                    <a:pt x="5874512" y="2019300"/>
                  </a:lnTo>
                  <a:lnTo>
                    <a:pt x="5845556" y="2057400"/>
                  </a:lnTo>
                  <a:lnTo>
                    <a:pt x="5845810" y="2057400"/>
                  </a:lnTo>
                  <a:lnTo>
                    <a:pt x="5815203" y="2082800"/>
                  </a:lnTo>
                  <a:lnTo>
                    <a:pt x="5815584" y="2082800"/>
                  </a:lnTo>
                  <a:lnTo>
                    <a:pt x="5783326" y="2120900"/>
                  </a:lnTo>
                  <a:lnTo>
                    <a:pt x="5783580" y="2120900"/>
                  </a:lnTo>
                  <a:lnTo>
                    <a:pt x="5749797" y="2146300"/>
                  </a:lnTo>
                  <a:lnTo>
                    <a:pt x="5750052" y="2146300"/>
                  </a:lnTo>
                  <a:lnTo>
                    <a:pt x="5714745" y="2184400"/>
                  </a:lnTo>
                  <a:lnTo>
                    <a:pt x="5715127" y="2184400"/>
                  </a:lnTo>
                  <a:lnTo>
                    <a:pt x="5678170" y="2209800"/>
                  </a:lnTo>
                  <a:lnTo>
                    <a:pt x="5678551" y="2209800"/>
                  </a:lnTo>
                  <a:lnTo>
                    <a:pt x="5600319" y="2273300"/>
                  </a:lnTo>
                  <a:lnTo>
                    <a:pt x="5600954" y="2273300"/>
                  </a:lnTo>
                  <a:lnTo>
                    <a:pt x="5516753" y="2324100"/>
                  </a:lnTo>
                  <a:lnTo>
                    <a:pt x="5517388" y="2324100"/>
                  </a:lnTo>
                  <a:lnTo>
                    <a:pt x="5427726" y="2387600"/>
                  </a:lnTo>
                  <a:lnTo>
                    <a:pt x="5428234" y="2387600"/>
                  </a:lnTo>
                  <a:lnTo>
                    <a:pt x="5333238" y="2438400"/>
                  </a:lnTo>
                  <a:lnTo>
                    <a:pt x="5333745" y="2438400"/>
                  </a:lnTo>
                  <a:lnTo>
                    <a:pt x="5233543" y="2489200"/>
                  </a:lnTo>
                  <a:lnTo>
                    <a:pt x="5234051" y="2489200"/>
                  </a:lnTo>
                  <a:lnTo>
                    <a:pt x="5129021" y="2540000"/>
                  </a:lnTo>
                  <a:lnTo>
                    <a:pt x="5129403" y="2540000"/>
                  </a:lnTo>
                  <a:lnTo>
                    <a:pt x="5019674" y="2590800"/>
                  </a:lnTo>
                  <a:lnTo>
                    <a:pt x="5020183" y="2590800"/>
                  </a:lnTo>
                  <a:lnTo>
                    <a:pt x="4906010" y="2628900"/>
                  </a:lnTo>
                  <a:lnTo>
                    <a:pt x="4906391" y="2628900"/>
                  </a:lnTo>
                  <a:lnTo>
                    <a:pt x="4787899" y="2679700"/>
                  </a:lnTo>
                  <a:lnTo>
                    <a:pt x="4856797" y="2679700"/>
                  </a:lnTo>
                  <a:lnTo>
                    <a:pt x="4916296" y="2654300"/>
                  </a:lnTo>
                  <a:lnTo>
                    <a:pt x="5030851" y="2616200"/>
                  </a:lnTo>
                  <a:lnTo>
                    <a:pt x="5141087" y="2565400"/>
                  </a:lnTo>
                  <a:lnTo>
                    <a:pt x="5246623" y="2514600"/>
                  </a:lnTo>
                  <a:lnTo>
                    <a:pt x="5347335" y="2463800"/>
                  </a:lnTo>
                  <a:lnTo>
                    <a:pt x="5442966" y="2413000"/>
                  </a:lnTo>
                  <a:lnTo>
                    <a:pt x="5533136" y="2349500"/>
                  </a:lnTo>
                  <a:lnTo>
                    <a:pt x="5617845" y="2298700"/>
                  </a:lnTo>
                  <a:lnTo>
                    <a:pt x="5696585" y="2235200"/>
                  </a:lnTo>
                  <a:lnTo>
                    <a:pt x="5733922" y="2197100"/>
                  </a:lnTo>
                  <a:lnTo>
                    <a:pt x="5769610" y="2171700"/>
                  </a:lnTo>
                  <a:lnTo>
                    <a:pt x="5803772" y="2133600"/>
                  </a:lnTo>
                  <a:lnTo>
                    <a:pt x="5836412" y="2108200"/>
                  </a:lnTo>
                  <a:lnTo>
                    <a:pt x="5867272" y="2070100"/>
                  </a:lnTo>
                  <a:lnTo>
                    <a:pt x="5896610" y="2032000"/>
                  </a:lnTo>
                  <a:lnTo>
                    <a:pt x="5924295" y="2006600"/>
                  </a:lnTo>
                  <a:lnTo>
                    <a:pt x="5950204" y="1968500"/>
                  </a:lnTo>
                  <a:lnTo>
                    <a:pt x="5974334" y="1930400"/>
                  </a:lnTo>
                  <a:lnTo>
                    <a:pt x="5996813" y="1892300"/>
                  </a:lnTo>
                  <a:lnTo>
                    <a:pt x="6017387" y="1854200"/>
                  </a:lnTo>
                  <a:lnTo>
                    <a:pt x="6036183" y="1816100"/>
                  </a:lnTo>
                  <a:lnTo>
                    <a:pt x="6053201" y="1790700"/>
                  </a:lnTo>
                  <a:lnTo>
                    <a:pt x="6068314" y="1752600"/>
                  </a:lnTo>
                  <a:lnTo>
                    <a:pt x="6081395" y="1714500"/>
                  </a:lnTo>
                  <a:lnTo>
                    <a:pt x="6092317" y="1676400"/>
                  </a:lnTo>
                  <a:lnTo>
                    <a:pt x="6101207" y="1638300"/>
                  </a:lnTo>
                  <a:lnTo>
                    <a:pt x="6108192" y="1600200"/>
                  </a:lnTo>
                  <a:lnTo>
                    <a:pt x="6113145" y="1562100"/>
                  </a:lnTo>
                  <a:lnTo>
                    <a:pt x="6116066" y="1524000"/>
                  </a:lnTo>
                  <a:lnTo>
                    <a:pt x="6116955" y="1485900"/>
                  </a:lnTo>
                  <a:lnTo>
                    <a:pt x="6115812" y="1447800"/>
                  </a:lnTo>
                  <a:lnTo>
                    <a:pt x="6112764" y="1409700"/>
                  </a:lnTo>
                  <a:lnTo>
                    <a:pt x="6107938" y="1371600"/>
                  </a:lnTo>
                  <a:lnTo>
                    <a:pt x="6101207" y="1333500"/>
                  </a:lnTo>
                  <a:close/>
                </a:path>
                <a:path w="6116955" h="2959100">
                  <a:moveTo>
                    <a:pt x="68452" y="1803400"/>
                  </a:moveTo>
                  <a:lnTo>
                    <a:pt x="68961" y="1816100"/>
                  </a:lnTo>
                  <a:lnTo>
                    <a:pt x="74371" y="1816100"/>
                  </a:lnTo>
                  <a:lnTo>
                    <a:pt x="68452" y="1803400"/>
                  </a:lnTo>
                  <a:close/>
                </a:path>
                <a:path w="6116955" h="2959100">
                  <a:moveTo>
                    <a:pt x="10032" y="1701800"/>
                  </a:moveTo>
                  <a:lnTo>
                    <a:pt x="0" y="1790700"/>
                  </a:lnTo>
                  <a:lnTo>
                    <a:pt x="24855" y="1782932"/>
                  </a:lnTo>
                  <a:lnTo>
                    <a:pt x="22225" y="1778000"/>
                  </a:lnTo>
                  <a:lnTo>
                    <a:pt x="48894" y="1765300"/>
                  </a:lnTo>
                  <a:lnTo>
                    <a:pt x="81280" y="1765300"/>
                  </a:lnTo>
                  <a:lnTo>
                    <a:pt x="10032" y="1701800"/>
                  </a:lnTo>
                  <a:close/>
                </a:path>
                <a:path w="6116955" h="2959100">
                  <a:moveTo>
                    <a:pt x="48894" y="1765300"/>
                  </a:moveTo>
                  <a:lnTo>
                    <a:pt x="22225" y="1778000"/>
                  </a:lnTo>
                  <a:lnTo>
                    <a:pt x="24855" y="1782932"/>
                  </a:lnTo>
                  <a:lnTo>
                    <a:pt x="52453" y="1774308"/>
                  </a:lnTo>
                  <a:lnTo>
                    <a:pt x="48894" y="1765300"/>
                  </a:lnTo>
                  <a:close/>
                </a:path>
                <a:path w="6116955" h="2959100">
                  <a:moveTo>
                    <a:pt x="81280" y="1765300"/>
                  </a:moveTo>
                  <a:lnTo>
                    <a:pt x="48894" y="1765300"/>
                  </a:lnTo>
                  <a:lnTo>
                    <a:pt x="52453" y="1774308"/>
                  </a:lnTo>
                  <a:lnTo>
                    <a:pt x="81280" y="1765300"/>
                  </a:lnTo>
                  <a:close/>
                </a:path>
                <a:path w="6116955" h="2959100">
                  <a:moveTo>
                    <a:pt x="6055233" y="1193800"/>
                  </a:moveTo>
                  <a:lnTo>
                    <a:pt x="6028436" y="1193800"/>
                  </a:lnTo>
                  <a:lnTo>
                    <a:pt x="6042533" y="1231900"/>
                  </a:lnTo>
                  <a:lnTo>
                    <a:pt x="6042279" y="1231900"/>
                  </a:lnTo>
                  <a:lnTo>
                    <a:pt x="6054344" y="1270000"/>
                  </a:lnTo>
                  <a:lnTo>
                    <a:pt x="6054090" y="1270000"/>
                  </a:lnTo>
                  <a:lnTo>
                    <a:pt x="6064504" y="1308100"/>
                  </a:lnTo>
                  <a:lnTo>
                    <a:pt x="6072886" y="1346200"/>
                  </a:lnTo>
                  <a:lnTo>
                    <a:pt x="6072759" y="1333500"/>
                  </a:lnTo>
                  <a:lnTo>
                    <a:pt x="6101207" y="1333500"/>
                  </a:lnTo>
                  <a:lnTo>
                    <a:pt x="6092444" y="1295400"/>
                  </a:lnTo>
                  <a:lnTo>
                    <a:pt x="6081776" y="1257300"/>
                  </a:lnTo>
                  <a:lnTo>
                    <a:pt x="6069457" y="1219200"/>
                  </a:lnTo>
                  <a:lnTo>
                    <a:pt x="6055233" y="1193800"/>
                  </a:lnTo>
                  <a:close/>
                </a:path>
                <a:path w="6116955" h="2959100">
                  <a:moveTo>
                    <a:pt x="3420110" y="12700"/>
                  </a:moveTo>
                  <a:lnTo>
                    <a:pt x="2653538" y="12700"/>
                  </a:lnTo>
                  <a:lnTo>
                    <a:pt x="2357754" y="38100"/>
                  </a:lnTo>
                  <a:lnTo>
                    <a:pt x="2213102" y="63500"/>
                  </a:lnTo>
                  <a:lnTo>
                    <a:pt x="2070862" y="76200"/>
                  </a:lnTo>
                  <a:lnTo>
                    <a:pt x="1794637" y="127000"/>
                  </a:lnTo>
                  <a:lnTo>
                    <a:pt x="1661160" y="165100"/>
                  </a:lnTo>
                  <a:lnTo>
                    <a:pt x="1530985" y="190500"/>
                  </a:lnTo>
                  <a:lnTo>
                    <a:pt x="1281557" y="266700"/>
                  </a:lnTo>
                  <a:lnTo>
                    <a:pt x="1162558" y="317500"/>
                  </a:lnTo>
                  <a:lnTo>
                    <a:pt x="1047876" y="355600"/>
                  </a:lnTo>
                  <a:lnTo>
                    <a:pt x="937768" y="406400"/>
                  </a:lnTo>
                  <a:lnTo>
                    <a:pt x="832231" y="457200"/>
                  </a:lnTo>
                  <a:lnTo>
                    <a:pt x="731519" y="508000"/>
                  </a:lnTo>
                  <a:lnTo>
                    <a:pt x="635888" y="558800"/>
                  </a:lnTo>
                  <a:lnTo>
                    <a:pt x="545719" y="622300"/>
                  </a:lnTo>
                  <a:lnTo>
                    <a:pt x="461010" y="673100"/>
                  </a:lnTo>
                  <a:lnTo>
                    <a:pt x="382143" y="736600"/>
                  </a:lnTo>
                  <a:lnTo>
                    <a:pt x="344805" y="762000"/>
                  </a:lnTo>
                  <a:lnTo>
                    <a:pt x="309118" y="800100"/>
                  </a:lnTo>
                  <a:lnTo>
                    <a:pt x="275081" y="838200"/>
                  </a:lnTo>
                  <a:lnTo>
                    <a:pt x="242443" y="863600"/>
                  </a:lnTo>
                  <a:lnTo>
                    <a:pt x="211581" y="901700"/>
                  </a:lnTo>
                  <a:lnTo>
                    <a:pt x="182244" y="939800"/>
                  </a:lnTo>
                  <a:lnTo>
                    <a:pt x="154558" y="965200"/>
                  </a:lnTo>
                  <a:lnTo>
                    <a:pt x="128650" y="1003300"/>
                  </a:lnTo>
                  <a:lnTo>
                    <a:pt x="104520" y="1041400"/>
                  </a:lnTo>
                  <a:lnTo>
                    <a:pt x="81914" y="1079500"/>
                  </a:lnTo>
                  <a:lnTo>
                    <a:pt x="61340" y="1117600"/>
                  </a:lnTo>
                  <a:lnTo>
                    <a:pt x="42671" y="1143000"/>
                  </a:lnTo>
                  <a:lnTo>
                    <a:pt x="25526" y="1181100"/>
                  </a:lnTo>
                  <a:lnTo>
                    <a:pt x="10668" y="1219200"/>
                  </a:lnTo>
                  <a:lnTo>
                    <a:pt x="37592" y="1231900"/>
                  </a:lnTo>
                  <a:lnTo>
                    <a:pt x="52324" y="1193800"/>
                  </a:lnTo>
                  <a:lnTo>
                    <a:pt x="52069" y="1193800"/>
                  </a:lnTo>
                  <a:lnTo>
                    <a:pt x="68833" y="1155700"/>
                  </a:lnTo>
                  <a:lnTo>
                    <a:pt x="68580" y="1155700"/>
                  </a:lnTo>
                  <a:lnTo>
                    <a:pt x="86994" y="1130300"/>
                  </a:lnTo>
                  <a:lnTo>
                    <a:pt x="86740" y="1130300"/>
                  </a:lnTo>
                  <a:lnTo>
                    <a:pt x="107061" y="1092200"/>
                  </a:lnTo>
                  <a:lnTo>
                    <a:pt x="106680" y="1092200"/>
                  </a:lnTo>
                  <a:lnTo>
                    <a:pt x="128905" y="1054100"/>
                  </a:lnTo>
                  <a:lnTo>
                    <a:pt x="128650" y="1054100"/>
                  </a:lnTo>
                  <a:lnTo>
                    <a:pt x="152400" y="1016000"/>
                  </a:lnTo>
                  <a:lnTo>
                    <a:pt x="152019" y="1016000"/>
                  </a:lnTo>
                  <a:lnTo>
                    <a:pt x="177673" y="990600"/>
                  </a:lnTo>
                  <a:lnTo>
                    <a:pt x="177419" y="990600"/>
                  </a:lnTo>
                  <a:lnTo>
                    <a:pt x="204724" y="952500"/>
                  </a:lnTo>
                  <a:lnTo>
                    <a:pt x="204343" y="952500"/>
                  </a:lnTo>
                  <a:lnTo>
                    <a:pt x="233299" y="914400"/>
                  </a:lnTo>
                  <a:lnTo>
                    <a:pt x="233044" y="914400"/>
                  </a:lnTo>
                  <a:lnTo>
                    <a:pt x="263525" y="889000"/>
                  </a:lnTo>
                  <a:lnTo>
                    <a:pt x="263270" y="889000"/>
                  </a:lnTo>
                  <a:lnTo>
                    <a:pt x="295529" y="850900"/>
                  </a:lnTo>
                  <a:lnTo>
                    <a:pt x="295148" y="850900"/>
                  </a:lnTo>
                  <a:lnTo>
                    <a:pt x="329056" y="825500"/>
                  </a:lnTo>
                  <a:lnTo>
                    <a:pt x="328675" y="825500"/>
                  </a:lnTo>
                  <a:lnTo>
                    <a:pt x="364108" y="787400"/>
                  </a:lnTo>
                  <a:lnTo>
                    <a:pt x="363727" y="787400"/>
                  </a:lnTo>
                  <a:lnTo>
                    <a:pt x="400685" y="762000"/>
                  </a:lnTo>
                  <a:lnTo>
                    <a:pt x="400176" y="762000"/>
                  </a:lnTo>
                  <a:lnTo>
                    <a:pt x="478536" y="698500"/>
                  </a:lnTo>
                  <a:lnTo>
                    <a:pt x="477900" y="698500"/>
                  </a:lnTo>
                  <a:lnTo>
                    <a:pt x="561975" y="635000"/>
                  </a:lnTo>
                  <a:lnTo>
                    <a:pt x="561467" y="635000"/>
                  </a:lnTo>
                  <a:lnTo>
                    <a:pt x="651129" y="584200"/>
                  </a:lnTo>
                  <a:lnTo>
                    <a:pt x="650494" y="584200"/>
                  </a:lnTo>
                  <a:lnTo>
                    <a:pt x="745617" y="533400"/>
                  </a:lnTo>
                  <a:lnTo>
                    <a:pt x="745108" y="533400"/>
                  </a:lnTo>
                  <a:lnTo>
                    <a:pt x="845312" y="482600"/>
                  </a:lnTo>
                  <a:lnTo>
                    <a:pt x="844804" y="482600"/>
                  </a:lnTo>
                  <a:lnTo>
                    <a:pt x="949832" y="431800"/>
                  </a:lnTo>
                  <a:lnTo>
                    <a:pt x="949325" y="431800"/>
                  </a:lnTo>
                  <a:lnTo>
                    <a:pt x="1059052" y="381000"/>
                  </a:lnTo>
                  <a:lnTo>
                    <a:pt x="1058671" y="381000"/>
                  </a:lnTo>
                  <a:lnTo>
                    <a:pt x="1172845" y="342900"/>
                  </a:lnTo>
                  <a:lnTo>
                    <a:pt x="1172464" y="342900"/>
                  </a:lnTo>
                  <a:lnTo>
                    <a:pt x="1290955" y="292100"/>
                  </a:lnTo>
                  <a:lnTo>
                    <a:pt x="1290446" y="292100"/>
                  </a:lnTo>
                  <a:lnTo>
                    <a:pt x="1412875" y="254000"/>
                  </a:lnTo>
                  <a:lnTo>
                    <a:pt x="1412493" y="254000"/>
                  </a:lnTo>
                  <a:lnTo>
                    <a:pt x="1538732" y="215900"/>
                  </a:lnTo>
                  <a:lnTo>
                    <a:pt x="1538351" y="215900"/>
                  </a:lnTo>
                  <a:lnTo>
                    <a:pt x="1668145" y="190500"/>
                  </a:lnTo>
                  <a:lnTo>
                    <a:pt x="1667764" y="190500"/>
                  </a:lnTo>
                  <a:lnTo>
                    <a:pt x="1800860" y="165100"/>
                  </a:lnTo>
                  <a:lnTo>
                    <a:pt x="1800478" y="165100"/>
                  </a:lnTo>
                  <a:lnTo>
                    <a:pt x="1936877" y="127000"/>
                  </a:lnTo>
                  <a:lnTo>
                    <a:pt x="1936496" y="127000"/>
                  </a:lnTo>
                  <a:lnTo>
                    <a:pt x="2075561" y="101600"/>
                  </a:lnTo>
                  <a:lnTo>
                    <a:pt x="2146173" y="101600"/>
                  </a:lnTo>
                  <a:lnTo>
                    <a:pt x="2217039" y="88900"/>
                  </a:lnTo>
                  <a:lnTo>
                    <a:pt x="2216658" y="88900"/>
                  </a:lnTo>
                  <a:lnTo>
                    <a:pt x="2361057" y="63500"/>
                  </a:lnTo>
                  <a:lnTo>
                    <a:pt x="2360676" y="63500"/>
                  </a:lnTo>
                  <a:lnTo>
                    <a:pt x="2507107" y="50800"/>
                  </a:lnTo>
                  <a:lnTo>
                    <a:pt x="2655062" y="50800"/>
                  </a:lnTo>
                  <a:lnTo>
                    <a:pt x="2805429" y="38100"/>
                  </a:lnTo>
                  <a:lnTo>
                    <a:pt x="3731133" y="38100"/>
                  </a:lnTo>
                  <a:lnTo>
                    <a:pt x="3420110" y="12700"/>
                  </a:lnTo>
                  <a:close/>
                </a:path>
                <a:path w="6116955" h="2959100">
                  <a:moveTo>
                    <a:pt x="5769038" y="800100"/>
                  </a:moveTo>
                  <a:lnTo>
                    <a:pt x="5732398" y="800100"/>
                  </a:lnTo>
                  <a:lnTo>
                    <a:pt x="5766308" y="838200"/>
                  </a:lnTo>
                  <a:lnTo>
                    <a:pt x="5766054" y="838200"/>
                  </a:lnTo>
                  <a:lnTo>
                    <a:pt x="5798312" y="863600"/>
                  </a:lnTo>
                  <a:lnTo>
                    <a:pt x="5798058" y="863600"/>
                  </a:lnTo>
                  <a:lnTo>
                    <a:pt x="5828792" y="901700"/>
                  </a:lnTo>
                  <a:lnTo>
                    <a:pt x="5828411" y="901700"/>
                  </a:lnTo>
                  <a:lnTo>
                    <a:pt x="5857620" y="927100"/>
                  </a:lnTo>
                  <a:lnTo>
                    <a:pt x="5857240" y="927100"/>
                  </a:lnTo>
                  <a:lnTo>
                    <a:pt x="5884798" y="965200"/>
                  </a:lnTo>
                  <a:lnTo>
                    <a:pt x="5884545" y="965200"/>
                  </a:lnTo>
                  <a:lnTo>
                    <a:pt x="5910453" y="1003300"/>
                  </a:lnTo>
                  <a:lnTo>
                    <a:pt x="5910071" y="1003300"/>
                  </a:lnTo>
                  <a:lnTo>
                    <a:pt x="5934456" y="1028700"/>
                  </a:lnTo>
                  <a:lnTo>
                    <a:pt x="5934074" y="1028700"/>
                  </a:lnTo>
                  <a:lnTo>
                    <a:pt x="5956681" y="1066800"/>
                  </a:lnTo>
                  <a:lnTo>
                    <a:pt x="5956299" y="1066800"/>
                  </a:lnTo>
                  <a:lnTo>
                    <a:pt x="5977128" y="1092200"/>
                  </a:lnTo>
                  <a:lnTo>
                    <a:pt x="5976873" y="1092200"/>
                  </a:lnTo>
                  <a:lnTo>
                    <a:pt x="5996178" y="1130300"/>
                  </a:lnTo>
                  <a:lnTo>
                    <a:pt x="5995796" y="1130300"/>
                  </a:lnTo>
                  <a:lnTo>
                    <a:pt x="6013322" y="1168400"/>
                  </a:lnTo>
                  <a:lnTo>
                    <a:pt x="6013069" y="1168400"/>
                  </a:lnTo>
                  <a:lnTo>
                    <a:pt x="6028690" y="1206500"/>
                  </a:lnTo>
                  <a:lnTo>
                    <a:pt x="6028436" y="1193800"/>
                  </a:lnTo>
                  <a:lnTo>
                    <a:pt x="6055233" y="1193800"/>
                  </a:lnTo>
                  <a:lnTo>
                    <a:pt x="6039231" y="1155700"/>
                  </a:lnTo>
                  <a:lnTo>
                    <a:pt x="6021578" y="1117600"/>
                  </a:lnTo>
                  <a:lnTo>
                    <a:pt x="6002020" y="1079500"/>
                  </a:lnTo>
                  <a:lnTo>
                    <a:pt x="5980938" y="1054100"/>
                  </a:lnTo>
                  <a:lnTo>
                    <a:pt x="5957951" y="1016000"/>
                  </a:lnTo>
                  <a:lnTo>
                    <a:pt x="5933440" y="977900"/>
                  </a:lnTo>
                  <a:lnTo>
                    <a:pt x="5907151" y="952500"/>
                  </a:lnTo>
                  <a:lnTo>
                    <a:pt x="5879338" y="914400"/>
                  </a:lnTo>
                  <a:lnTo>
                    <a:pt x="5849873" y="876300"/>
                  </a:lnTo>
                  <a:lnTo>
                    <a:pt x="5818759" y="850900"/>
                  </a:lnTo>
                  <a:lnTo>
                    <a:pt x="5786120" y="812800"/>
                  </a:lnTo>
                  <a:lnTo>
                    <a:pt x="5769038" y="800100"/>
                  </a:lnTo>
                  <a:close/>
                </a:path>
                <a:path w="6116955" h="2959100">
                  <a:moveTo>
                    <a:pt x="4539149" y="190500"/>
                  </a:moveTo>
                  <a:lnTo>
                    <a:pt x="4443984" y="190500"/>
                  </a:lnTo>
                  <a:lnTo>
                    <a:pt x="4575556" y="228600"/>
                  </a:lnTo>
                  <a:lnTo>
                    <a:pt x="4575175" y="228600"/>
                  </a:lnTo>
                  <a:lnTo>
                    <a:pt x="4702556" y="266700"/>
                  </a:lnTo>
                  <a:lnTo>
                    <a:pt x="4702047" y="266700"/>
                  </a:lnTo>
                  <a:lnTo>
                    <a:pt x="4824984" y="304800"/>
                  </a:lnTo>
                  <a:lnTo>
                    <a:pt x="4824603" y="304800"/>
                  </a:lnTo>
                  <a:lnTo>
                    <a:pt x="4942713" y="355600"/>
                  </a:lnTo>
                  <a:lnTo>
                    <a:pt x="4942332" y="355600"/>
                  </a:lnTo>
                  <a:lnTo>
                    <a:pt x="5055616" y="393700"/>
                  </a:lnTo>
                  <a:lnTo>
                    <a:pt x="5055235" y="393700"/>
                  </a:lnTo>
                  <a:lnTo>
                    <a:pt x="5163566" y="444500"/>
                  </a:lnTo>
                  <a:lnTo>
                    <a:pt x="5163058" y="444500"/>
                  </a:lnTo>
                  <a:lnTo>
                    <a:pt x="5266309" y="495300"/>
                  </a:lnTo>
                  <a:lnTo>
                    <a:pt x="5265801" y="495300"/>
                  </a:lnTo>
                  <a:lnTo>
                    <a:pt x="5363845" y="546100"/>
                  </a:lnTo>
                  <a:lnTo>
                    <a:pt x="5363337" y="546100"/>
                  </a:lnTo>
                  <a:lnTo>
                    <a:pt x="5455920" y="596900"/>
                  </a:lnTo>
                  <a:lnTo>
                    <a:pt x="5455412" y="596900"/>
                  </a:lnTo>
                  <a:lnTo>
                    <a:pt x="5542280" y="660400"/>
                  </a:lnTo>
                  <a:lnTo>
                    <a:pt x="5541771" y="660400"/>
                  </a:lnTo>
                  <a:lnTo>
                    <a:pt x="5623052" y="711200"/>
                  </a:lnTo>
                  <a:lnTo>
                    <a:pt x="5622417" y="711200"/>
                  </a:lnTo>
                  <a:lnTo>
                    <a:pt x="5697728" y="774700"/>
                  </a:lnTo>
                  <a:lnTo>
                    <a:pt x="5697346" y="774700"/>
                  </a:lnTo>
                  <a:lnTo>
                    <a:pt x="5732780" y="812800"/>
                  </a:lnTo>
                  <a:lnTo>
                    <a:pt x="5732398" y="800100"/>
                  </a:lnTo>
                  <a:lnTo>
                    <a:pt x="5769038" y="800100"/>
                  </a:lnTo>
                  <a:lnTo>
                    <a:pt x="5751957" y="787400"/>
                  </a:lnTo>
                  <a:lnTo>
                    <a:pt x="5716143" y="749300"/>
                  </a:lnTo>
                  <a:lnTo>
                    <a:pt x="5640323" y="698500"/>
                  </a:lnTo>
                  <a:lnTo>
                    <a:pt x="5558409" y="635000"/>
                  </a:lnTo>
                  <a:lnTo>
                    <a:pt x="5470906" y="571500"/>
                  </a:lnTo>
                  <a:lnTo>
                    <a:pt x="5377815" y="520700"/>
                  </a:lnTo>
                  <a:lnTo>
                    <a:pt x="5279263" y="469900"/>
                  </a:lnTo>
                  <a:lnTo>
                    <a:pt x="5175504" y="419100"/>
                  </a:lnTo>
                  <a:lnTo>
                    <a:pt x="5066665" y="368300"/>
                  </a:lnTo>
                  <a:lnTo>
                    <a:pt x="4952872" y="330200"/>
                  </a:lnTo>
                  <a:lnTo>
                    <a:pt x="4834255" y="279400"/>
                  </a:lnTo>
                  <a:lnTo>
                    <a:pt x="4710938" y="241300"/>
                  </a:lnTo>
                  <a:lnTo>
                    <a:pt x="4539149" y="190500"/>
                  </a:lnTo>
                  <a:close/>
                </a:path>
                <a:path w="6116955" h="2959100">
                  <a:moveTo>
                    <a:pt x="3731133" y="38100"/>
                  </a:moveTo>
                  <a:lnTo>
                    <a:pt x="3263265" y="38100"/>
                  </a:lnTo>
                  <a:lnTo>
                    <a:pt x="3418586" y="50800"/>
                  </a:lnTo>
                  <a:lnTo>
                    <a:pt x="3573653" y="50800"/>
                  </a:lnTo>
                  <a:lnTo>
                    <a:pt x="3728085" y="76200"/>
                  </a:lnTo>
                  <a:lnTo>
                    <a:pt x="3727830" y="76200"/>
                  </a:lnTo>
                  <a:lnTo>
                    <a:pt x="3878834" y="88900"/>
                  </a:lnTo>
                  <a:lnTo>
                    <a:pt x="3878453" y="88900"/>
                  </a:lnTo>
                  <a:lnTo>
                    <a:pt x="4025900" y="114300"/>
                  </a:lnTo>
                  <a:lnTo>
                    <a:pt x="4025518" y="114300"/>
                  </a:lnTo>
                  <a:lnTo>
                    <a:pt x="4169410" y="139700"/>
                  </a:lnTo>
                  <a:lnTo>
                    <a:pt x="4169029" y="139700"/>
                  </a:lnTo>
                  <a:lnTo>
                    <a:pt x="4308856" y="165100"/>
                  </a:lnTo>
                  <a:lnTo>
                    <a:pt x="4308475" y="165100"/>
                  </a:lnTo>
                  <a:lnTo>
                    <a:pt x="4444365" y="203200"/>
                  </a:lnTo>
                  <a:lnTo>
                    <a:pt x="4443984" y="190500"/>
                  </a:lnTo>
                  <a:lnTo>
                    <a:pt x="4539149" y="190500"/>
                  </a:lnTo>
                  <a:lnTo>
                    <a:pt x="4451096" y="165100"/>
                  </a:lnTo>
                  <a:lnTo>
                    <a:pt x="3882516" y="63500"/>
                  </a:lnTo>
                  <a:lnTo>
                    <a:pt x="3731133" y="38100"/>
                  </a:lnTo>
                  <a:close/>
                </a:path>
                <a:path w="6116955" h="2959100">
                  <a:moveTo>
                    <a:pt x="2146173" y="101600"/>
                  </a:moveTo>
                  <a:lnTo>
                    <a:pt x="2075561" y="101600"/>
                  </a:lnTo>
                  <a:lnTo>
                    <a:pt x="2075307" y="114300"/>
                  </a:lnTo>
                  <a:lnTo>
                    <a:pt x="2146173" y="101600"/>
                  </a:lnTo>
                  <a:close/>
                </a:path>
                <a:path w="6116955" h="2959100">
                  <a:moveTo>
                    <a:pt x="3109849" y="0"/>
                  </a:moveTo>
                  <a:lnTo>
                    <a:pt x="2956305" y="0"/>
                  </a:lnTo>
                  <a:lnTo>
                    <a:pt x="2804160" y="12700"/>
                  </a:lnTo>
                  <a:lnTo>
                    <a:pt x="3264535" y="12700"/>
                  </a:lnTo>
                  <a:lnTo>
                    <a:pt x="3109849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17241" y="3844289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2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2" y="467868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17241" y="3844289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2" y="467868"/>
                  </a:lnTo>
                  <a:lnTo>
                    <a:pt x="1170432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34411" y="3912082"/>
              <a:ext cx="732282" cy="35892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487673" y="3019805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1168908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8" y="467868"/>
                  </a:lnTo>
                  <a:lnTo>
                    <a:pt x="11689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87673" y="3019805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0" y="467868"/>
                  </a:moveTo>
                  <a:lnTo>
                    <a:pt x="1168908" y="467868"/>
                  </a:lnTo>
                  <a:lnTo>
                    <a:pt x="1168908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70732" y="3186683"/>
              <a:ext cx="1002030" cy="16230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49417" y="3019805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2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2" y="467868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49417" y="3019805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2" y="467868"/>
                  </a:lnTo>
                  <a:lnTo>
                    <a:pt x="1170432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98008" y="3186683"/>
              <a:ext cx="874013" cy="1623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416802" y="3844289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4" h="467995">
                  <a:moveTo>
                    <a:pt x="1168907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7" y="467868"/>
                  </a:lnTo>
                  <a:lnTo>
                    <a:pt x="116890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16802" y="3844289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4" h="467995">
                  <a:moveTo>
                    <a:pt x="0" y="467868"/>
                  </a:moveTo>
                  <a:lnTo>
                    <a:pt x="1168907" y="467868"/>
                  </a:lnTo>
                  <a:lnTo>
                    <a:pt x="1168907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65035" y="4011167"/>
              <a:ext cx="471677" cy="16230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884678" y="3245865"/>
              <a:ext cx="4131945" cy="1664335"/>
            </a:xfrm>
            <a:custGeom>
              <a:avLst/>
              <a:gdLst/>
              <a:ahLst/>
              <a:cxnLst/>
              <a:rect l="l" t="t" r="r" b="b"/>
              <a:pathLst>
                <a:path w="4131945" h="1664335">
                  <a:moveTo>
                    <a:pt x="591566" y="41402"/>
                  </a:moveTo>
                  <a:lnTo>
                    <a:pt x="586168" y="39116"/>
                  </a:lnTo>
                  <a:lnTo>
                    <a:pt x="513080" y="8128"/>
                  </a:lnTo>
                  <a:lnTo>
                    <a:pt x="515112" y="40284"/>
                  </a:lnTo>
                  <a:lnTo>
                    <a:pt x="472440" y="46355"/>
                  </a:lnTo>
                  <a:lnTo>
                    <a:pt x="415798" y="60198"/>
                  </a:lnTo>
                  <a:lnTo>
                    <a:pt x="361442" y="78994"/>
                  </a:lnTo>
                  <a:lnTo>
                    <a:pt x="309753" y="102489"/>
                  </a:lnTo>
                  <a:lnTo>
                    <a:pt x="260985" y="130556"/>
                  </a:lnTo>
                  <a:lnTo>
                    <a:pt x="215392" y="162687"/>
                  </a:lnTo>
                  <a:lnTo>
                    <a:pt x="173482" y="198755"/>
                  </a:lnTo>
                  <a:lnTo>
                    <a:pt x="135255" y="238633"/>
                  </a:lnTo>
                  <a:lnTo>
                    <a:pt x="101092" y="281686"/>
                  </a:lnTo>
                  <a:lnTo>
                    <a:pt x="71374" y="327787"/>
                  </a:lnTo>
                  <a:lnTo>
                    <a:pt x="46609" y="376682"/>
                  </a:lnTo>
                  <a:lnTo>
                    <a:pt x="26670" y="428117"/>
                  </a:lnTo>
                  <a:lnTo>
                    <a:pt x="12065" y="481711"/>
                  </a:lnTo>
                  <a:lnTo>
                    <a:pt x="3048" y="537337"/>
                  </a:lnTo>
                  <a:lnTo>
                    <a:pt x="0" y="594741"/>
                  </a:lnTo>
                  <a:lnTo>
                    <a:pt x="127" y="597789"/>
                  </a:lnTo>
                  <a:lnTo>
                    <a:pt x="12827" y="597408"/>
                  </a:lnTo>
                  <a:lnTo>
                    <a:pt x="12712" y="594741"/>
                  </a:lnTo>
                  <a:lnTo>
                    <a:pt x="12700" y="594588"/>
                  </a:lnTo>
                  <a:lnTo>
                    <a:pt x="13449" y="566674"/>
                  </a:lnTo>
                  <a:lnTo>
                    <a:pt x="13462" y="566508"/>
                  </a:lnTo>
                  <a:lnTo>
                    <a:pt x="13487" y="566293"/>
                  </a:lnTo>
                  <a:lnTo>
                    <a:pt x="15582" y="538861"/>
                  </a:lnTo>
                  <a:lnTo>
                    <a:pt x="15621" y="538708"/>
                  </a:lnTo>
                  <a:lnTo>
                    <a:pt x="15621" y="538861"/>
                  </a:lnTo>
                  <a:lnTo>
                    <a:pt x="15671" y="538480"/>
                  </a:lnTo>
                  <a:lnTo>
                    <a:pt x="19367" y="511556"/>
                  </a:lnTo>
                  <a:lnTo>
                    <a:pt x="19431" y="511175"/>
                  </a:lnTo>
                  <a:lnTo>
                    <a:pt x="19304" y="511556"/>
                  </a:lnTo>
                  <a:lnTo>
                    <a:pt x="24434" y="484632"/>
                  </a:lnTo>
                  <a:lnTo>
                    <a:pt x="24511" y="484251"/>
                  </a:lnTo>
                  <a:lnTo>
                    <a:pt x="24384" y="484632"/>
                  </a:lnTo>
                  <a:lnTo>
                    <a:pt x="30861" y="457962"/>
                  </a:lnTo>
                  <a:lnTo>
                    <a:pt x="30861" y="458216"/>
                  </a:lnTo>
                  <a:lnTo>
                    <a:pt x="30924" y="457962"/>
                  </a:lnTo>
                  <a:lnTo>
                    <a:pt x="38620" y="432308"/>
                  </a:lnTo>
                  <a:lnTo>
                    <a:pt x="47777" y="406781"/>
                  </a:lnTo>
                  <a:lnTo>
                    <a:pt x="47879" y="406527"/>
                  </a:lnTo>
                  <a:lnTo>
                    <a:pt x="47752" y="406781"/>
                  </a:lnTo>
                  <a:lnTo>
                    <a:pt x="58166" y="381635"/>
                  </a:lnTo>
                  <a:lnTo>
                    <a:pt x="58039" y="382016"/>
                  </a:lnTo>
                  <a:lnTo>
                    <a:pt x="58216" y="381635"/>
                  </a:lnTo>
                  <a:lnTo>
                    <a:pt x="69723" y="357759"/>
                  </a:lnTo>
                  <a:lnTo>
                    <a:pt x="69850" y="357517"/>
                  </a:lnTo>
                  <a:lnTo>
                    <a:pt x="69596" y="357759"/>
                  </a:lnTo>
                  <a:lnTo>
                    <a:pt x="82410" y="334264"/>
                  </a:lnTo>
                  <a:lnTo>
                    <a:pt x="82550" y="334010"/>
                  </a:lnTo>
                  <a:lnTo>
                    <a:pt x="82296" y="334264"/>
                  </a:lnTo>
                  <a:lnTo>
                    <a:pt x="96393" y="311150"/>
                  </a:lnTo>
                  <a:lnTo>
                    <a:pt x="96266" y="311416"/>
                  </a:lnTo>
                  <a:lnTo>
                    <a:pt x="96431" y="311150"/>
                  </a:lnTo>
                  <a:lnTo>
                    <a:pt x="111506" y="288925"/>
                  </a:lnTo>
                  <a:lnTo>
                    <a:pt x="111379" y="289191"/>
                  </a:lnTo>
                  <a:lnTo>
                    <a:pt x="111569" y="288925"/>
                  </a:lnTo>
                  <a:lnTo>
                    <a:pt x="127558" y="267716"/>
                  </a:lnTo>
                  <a:lnTo>
                    <a:pt x="127762" y="267462"/>
                  </a:lnTo>
                  <a:lnTo>
                    <a:pt x="127508" y="267716"/>
                  </a:lnTo>
                  <a:lnTo>
                    <a:pt x="144691" y="247015"/>
                  </a:lnTo>
                  <a:lnTo>
                    <a:pt x="144907" y="246761"/>
                  </a:lnTo>
                  <a:lnTo>
                    <a:pt x="144653" y="247015"/>
                  </a:lnTo>
                  <a:lnTo>
                    <a:pt x="162826" y="227203"/>
                  </a:lnTo>
                  <a:lnTo>
                    <a:pt x="202158" y="189992"/>
                  </a:lnTo>
                  <a:lnTo>
                    <a:pt x="202311" y="189865"/>
                  </a:lnTo>
                  <a:lnTo>
                    <a:pt x="202057" y="189992"/>
                  </a:lnTo>
                  <a:lnTo>
                    <a:pt x="223393" y="172593"/>
                  </a:lnTo>
                  <a:lnTo>
                    <a:pt x="223139" y="172847"/>
                  </a:lnTo>
                  <a:lnTo>
                    <a:pt x="223469" y="172593"/>
                  </a:lnTo>
                  <a:lnTo>
                    <a:pt x="245059" y="156591"/>
                  </a:lnTo>
                  <a:lnTo>
                    <a:pt x="245237" y="156464"/>
                  </a:lnTo>
                  <a:lnTo>
                    <a:pt x="244983" y="156591"/>
                  </a:lnTo>
                  <a:lnTo>
                    <a:pt x="267970" y="141097"/>
                  </a:lnTo>
                  <a:lnTo>
                    <a:pt x="267716" y="141351"/>
                  </a:lnTo>
                  <a:lnTo>
                    <a:pt x="268122" y="141097"/>
                  </a:lnTo>
                  <a:lnTo>
                    <a:pt x="315480" y="113919"/>
                  </a:lnTo>
                  <a:lnTo>
                    <a:pt x="366268" y="90805"/>
                  </a:lnTo>
                  <a:lnTo>
                    <a:pt x="366014" y="90932"/>
                  </a:lnTo>
                  <a:lnTo>
                    <a:pt x="366344" y="90805"/>
                  </a:lnTo>
                  <a:lnTo>
                    <a:pt x="392557" y="81026"/>
                  </a:lnTo>
                  <a:lnTo>
                    <a:pt x="392290" y="81026"/>
                  </a:lnTo>
                  <a:lnTo>
                    <a:pt x="419481" y="72263"/>
                  </a:lnTo>
                  <a:lnTo>
                    <a:pt x="419214" y="72390"/>
                  </a:lnTo>
                  <a:lnTo>
                    <a:pt x="419696" y="72263"/>
                  </a:lnTo>
                  <a:lnTo>
                    <a:pt x="447040" y="65024"/>
                  </a:lnTo>
                  <a:lnTo>
                    <a:pt x="446659" y="65024"/>
                  </a:lnTo>
                  <a:lnTo>
                    <a:pt x="474980" y="58801"/>
                  </a:lnTo>
                  <a:lnTo>
                    <a:pt x="474726" y="58928"/>
                  </a:lnTo>
                  <a:lnTo>
                    <a:pt x="475475" y="58801"/>
                  </a:lnTo>
                  <a:lnTo>
                    <a:pt x="503428" y="54102"/>
                  </a:lnTo>
                  <a:lnTo>
                    <a:pt x="503047" y="54102"/>
                  </a:lnTo>
                  <a:lnTo>
                    <a:pt x="515912" y="52908"/>
                  </a:lnTo>
                  <a:lnTo>
                    <a:pt x="517906" y="84201"/>
                  </a:lnTo>
                  <a:lnTo>
                    <a:pt x="591566" y="41402"/>
                  </a:lnTo>
                  <a:close/>
                </a:path>
                <a:path w="4131945" h="1664335">
                  <a:moveTo>
                    <a:pt x="1202944" y="250444"/>
                  </a:moveTo>
                  <a:lnTo>
                    <a:pt x="1190244" y="250444"/>
                  </a:lnTo>
                  <a:lnTo>
                    <a:pt x="1190231" y="253238"/>
                  </a:lnTo>
                  <a:lnTo>
                    <a:pt x="1190231" y="253365"/>
                  </a:lnTo>
                  <a:lnTo>
                    <a:pt x="1189482" y="281178"/>
                  </a:lnTo>
                  <a:lnTo>
                    <a:pt x="1189443" y="281559"/>
                  </a:lnTo>
                  <a:lnTo>
                    <a:pt x="1189405" y="282067"/>
                  </a:lnTo>
                  <a:lnTo>
                    <a:pt x="1187196" y="309245"/>
                  </a:lnTo>
                  <a:lnTo>
                    <a:pt x="1187196" y="309003"/>
                  </a:lnTo>
                  <a:lnTo>
                    <a:pt x="1187157" y="309245"/>
                  </a:lnTo>
                  <a:lnTo>
                    <a:pt x="1183513" y="336677"/>
                  </a:lnTo>
                  <a:lnTo>
                    <a:pt x="1183640" y="336296"/>
                  </a:lnTo>
                  <a:lnTo>
                    <a:pt x="1178433" y="363601"/>
                  </a:lnTo>
                  <a:lnTo>
                    <a:pt x="1178560" y="363220"/>
                  </a:lnTo>
                  <a:lnTo>
                    <a:pt x="1172083" y="390017"/>
                  </a:lnTo>
                  <a:lnTo>
                    <a:pt x="1172083" y="389763"/>
                  </a:lnTo>
                  <a:lnTo>
                    <a:pt x="1171994" y="390017"/>
                  </a:lnTo>
                  <a:lnTo>
                    <a:pt x="1164259" y="415747"/>
                  </a:lnTo>
                  <a:lnTo>
                    <a:pt x="1155065" y="441325"/>
                  </a:lnTo>
                  <a:lnTo>
                    <a:pt x="1155192" y="441071"/>
                  </a:lnTo>
                  <a:lnTo>
                    <a:pt x="1144778" y="466217"/>
                  </a:lnTo>
                  <a:lnTo>
                    <a:pt x="1144905" y="465836"/>
                  </a:lnTo>
                  <a:lnTo>
                    <a:pt x="1144714" y="466217"/>
                  </a:lnTo>
                  <a:lnTo>
                    <a:pt x="1133170" y="490181"/>
                  </a:lnTo>
                  <a:lnTo>
                    <a:pt x="1120394" y="513969"/>
                  </a:lnTo>
                  <a:lnTo>
                    <a:pt x="1120648" y="513715"/>
                  </a:lnTo>
                  <a:lnTo>
                    <a:pt x="1106551" y="536829"/>
                  </a:lnTo>
                  <a:lnTo>
                    <a:pt x="1106678" y="536575"/>
                  </a:lnTo>
                  <a:lnTo>
                    <a:pt x="1106500" y="536829"/>
                  </a:lnTo>
                  <a:lnTo>
                    <a:pt x="1091438" y="558927"/>
                  </a:lnTo>
                  <a:lnTo>
                    <a:pt x="1091565" y="558673"/>
                  </a:lnTo>
                  <a:lnTo>
                    <a:pt x="1091374" y="558927"/>
                  </a:lnTo>
                  <a:lnTo>
                    <a:pt x="1075309" y="580390"/>
                  </a:lnTo>
                  <a:lnTo>
                    <a:pt x="1075563" y="580136"/>
                  </a:lnTo>
                  <a:lnTo>
                    <a:pt x="1058037" y="601091"/>
                  </a:lnTo>
                  <a:lnTo>
                    <a:pt x="1020953" y="639699"/>
                  </a:lnTo>
                  <a:lnTo>
                    <a:pt x="1020660" y="639953"/>
                  </a:lnTo>
                  <a:lnTo>
                    <a:pt x="1000633" y="657987"/>
                  </a:lnTo>
                  <a:lnTo>
                    <a:pt x="1000887" y="657860"/>
                  </a:lnTo>
                  <a:lnTo>
                    <a:pt x="979551" y="675259"/>
                  </a:lnTo>
                  <a:lnTo>
                    <a:pt x="979805" y="675005"/>
                  </a:lnTo>
                  <a:lnTo>
                    <a:pt x="979462" y="675259"/>
                  </a:lnTo>
                  <a:lnTo>
                    <a:pt x="957707" y="691388"/>
                  </a:lnTo>
                  <a:lnTo>
                    <a:pt x="957961" y="691261"/>
                  </a:lnTo>
                  <a:lnTo>
                    <a:pt x="935101" y="706755"/>
                  </a:lnTo>
                  <a:lnTo>
                    <a:pt x="935355" y="706501"/>
                  </a:lnTo>
                  <a:lnTo>
                    <a:pt x="911606" y="720852"/>
                  </a:lnTo>
                  <a:lnTo>
                    <a:pt x="911860" y="720725"/>
                  </a:lnTo>
                  <a:lnTo>
                    <a:pt x="887412" y="734021"/>
                  </a:lnTo>
                  <a:lnTo>
                    <a:pt x="862584" y="745998"/>
                  </a:lnTo>
                  <a:lnTo>
                    <a:pt x="862279" y="746125"/>
                  </a:lnTo>
                  <a:lnTo>
                    <a:pt x="836676" y="757174"/>
                  </a:lnTo>
                  <a:lnTo>
                    <a:pt x="783463" y="775589"/>
                  </a:lnTo>
                  <a:lnTo>
                    <a:pt x="783717" y="775462"/>
                  </a:lnTo>
                  <a:lnTo>
                    <a:pt x="756031" y="782828"/>
                  </a:lnTo>
                  <a:lnTo>
                    <a:pt x="756285" y="782828"/>
                  </a:lnTo>
                  <a:lnTo>
                    <a:pt x="727964" y="789051"/>
                  </a:lnTo>
                  <a:lnTo>
                    <a:pt x="728218" y="788924"/>
                  </a:lnTo>
                  <a:lnTo>
                    <a:pt x="699516" y="793750"/>
                  </a:lnTo>
                  <a:lnTo>
                    <a:pt x="699897" y="793750"/>
                  </a:lnTo>
                  <a:lnTo>
                    <a:pt x="687019" y="794956"/>
                  </a:lnTo>
                  <a:lnTo>
                    <a:pt x="685038" y="763651"/>
                  </a:lnTo>
                  <a:lnTo>
                    <a:pt x="611378" y="806450"/>
                  </a:lnTo>
                  <a:lnTo>
                    <a:pt x="689864" y="839724"/>
                  </a:lnTo>
                  <a:lnTo>
                    <a:pt x="687895" y="808736"/>
                  </a:lnTo>
                  <a:lnTo>
                    <a:pt x="687819" y="807580"/>
                  </a:lnTo>
                  <a:lnTo>
                    <a:pt x="701294" y="806323"/>
                  </a:lnTo>
                  <a:lnTo>
                    <a:pt x="730504" y="801497"/>
                  </a:lnTo>
                  <a:lnTo>
                    <a:pt x="759206" y="795147"/>
                  </a:lnTo>
                  <a:lnTo>
                    <a:pt x="781926" y="789051"/>
                  </a:lnTo>
                  <a:lnTo>
                    <a:pt x="787146" y="787654"/>
                  </a:lnTo>
                  <a:lnTo>
                    <a:pt x="814705" y="778891"/>
                  </a:lnTo>
                  <a:lnTo>
                    <a:pt x="823556" y="775589"/>
                  </a:lnTo>
                  <a:lnTo>
                    <a:pt x="841629" y="768858"/>
                  </a:lnTo>
                  <a:lnTo>
                    <a:pt x="846378" y="766826"/>
                  </a:lnTo>
                  <a:lnTo>
                    <a:pt x="867791" y="757682"/>
                  </a:lnTo>
                  <a:lnTo>
                    <a:pt x="869099" y="757047"/>
                  </a:lnTo>
                  <a:lnTo>
                    <a:pt x="893318" y="745363"/>
                  </a:lnTo>
                  <a:lnTo>
                    <a:pt x="914234" y="733933"/>
                  </a:lnTo>
                  <a:lnTo>
                    <a:pt x="917956" y="731901"/>
                  </a:lnTo>
                  <a:lnTo>
                    <a:pt x="936409" y="720725"/>
                  </a:lnTo>
                  <a:lnTo>
                    <a:pt x="942086" y="717296"/>
                  </a:lnTo>
                  <a:lnTo>
                    <a:pt x="957681" y="706755"/>
                  </a:lnTo>
                  <a:lnTo>
                    <a:pt x="965200" y="701675"/>
                  </a:lnTo>
                  <a:lnTo>
                    <a:pt x="979297" y="691261"/>
                  </a:lnTo>
                  <a:lnTo>
                    <a:pt x="987552" y="685165"/>
                  </a:lnTo>
                  <a:lnTo>
                    <a:pt x="1009015" y="667512"/>
                  </a:lnTo>
                  <a:lnTo>
                    <a:pt x="1019797" y="657860"/>
                  </a:lnTo>
                  <a:lnTo>
                    <a:pt x="1029589" y="649097"/>
                  </a:lnTo>
                  <a:lnTo>
                    <a:pt x="1049147" y="629539"/>
                  </a:lnTo>
                  <a:lnTo>
                    <a:pt x="1057300" y="620649"/>
                  </a:lnTo>
                  <a:lnTo>
                    <a:pt x="1067689" y="609346"/>
                  </a:lnTo>
                  <a:lnTo>
                    <a:pt x="1074762" y="600837"/>
                  </a:lnTo>
                  <a:lnTo>
                    <a:pt x="1085342" y="588137"/>
                  </a:lnTo>
                  <a:lnTo>
                    <a:pt x="1091349" y="580136"/>
                  </a:lnTo>
                  <a:lnTo>
                    <a:pt x="1101852" y="566166"/>
                  </a:lnTo>
                  <a:lnTo>
                    <a:pt x="1117219" y="543560"/>
                  </a:lnTo>
                  <a:lnTo>
                    <a:pt x="1131570" y="520192"/>
                  </a:lnTo>
                  <a:lnTo>
                    <a:pt x="1135024" y="513715"/>
                  </a:lnTo>
                  <a:lnTo>
                    <a:pt x="1144524" y="495935"/>
                  </a:lnTo>
                  <a:lnTo>
                    <a:pt x="1147305" y="490093"/>
                  </a:lnTo>
                  <a:lnTo>
                    <a:pt x="1156335" y="471170"/>
                  </a:lnTo>
                  <a:lnTo>
                    <a:pt x="1167003" y="445770"/>
                  </a:lnTo>
                  <a:lnTo>
                    <a:pt x="1168666" y="441071"/>
                  </a:lnTo>
                  <a:lnTo>
                    <a:pt x="1176274" y="419735"/>
                  </a:lnTo>
                  <a:lnTo>
                    <a:pt x="1177556" y="415544"/>
                  </a:lnTo>
                  <a:lnTo>
                    <a:pt x="1184402" y="393192"/>
                  </a:lnTo>
                  <a:lnTo>
                    <a:pt x="1190879" y="366141"/>
                  </a:lnTo>
                  <a:lnTo>
                    <a:pt x="1191425" y="363220"/>
                  </a:lnTo>
                  <a:lnTo>
                    <a:pt x="1196086" y="338582"/>
                  </a:lnTo>
                  <a:lnTo>
                    <a:pt x="1196390" y="336296"/>
                  </a:lnTo>
                  <a:lnTo>
                    <a:pt x="1199896" y="310515"/>
                  </a:lnTo>
                  <a:lnTo>
                    <a:pt x="1202182" y="282067"/>
                  </a:lnTo>
                  <a:lnTo>
                    <a:pt x="1202944" y="253365"/>
                  </a:lnTo>
                  <a:lnTo>
                    <a:pt x="1202944" y="250444"/>
                  </a:lnTo>
                  <a:close/>
                </a:path>
                <a:path w="4131945" h="1664335">
                  <a:moveTo>
                    <a:pt x="2362708" y="1411478"/>
                  </a:moveTo>
                  <a:lnTo>
                    <a:pt x="2099818" y="1334008"/>
                  </a:lnTo>
                  <a:lnTo>
                    <a:pt x="1914906" y="1282827"/>
                  </a:lnTo>
                  <a:lnTo>
                    <a:pt x="1767205" y="1244854"/>
                  </a:lnTo>
                  <a:lnTo>
                    <a:pt x="1663065" y="1219708"/>
                  </a:lnTo>
                  <a:lnTo>
                    <a:pt x="1553591" y="1194943"/>
                  </a:lnTo>
                  <a:lnTo>
                    <a:pt x="1319530" y="1146175"/>
                  </a:lnTo>
                  <a:lnTo>
                    <a:pt x="687501" y="1028560"/>
                  </a:lnTo>
                  <a:lnTo>
                    <a:pt x="687908" y="1026287"/>
                  </a:lnTo>
                  <a:lnTo>
                    <a:pt x="693166" y="997331"/>
                  </a:lnTo>
                  <a:lnTo>
                    <a:pt x="611378" y="1021334"/>
                  </a:lnTo>
                  <a:lnTo>
                    <a:pt x="679577" y="1072261"/>
                  </a:lnTo>
                  <a:lnTo>
                    <a:pt x="685228" y="1041107"/>
                  </a:lnTo>
                  <a:lnTo>
                    <a:pt x="1003427" y="1098677"/>
                  </a:lnTo>
                  <a:lnTo>
                    <a:pt x="1436243" y="1182878"/>
                  </a:lnTo>
                  <a:lnTo>
                    <a:pt x="1606169" y="1219708"/>
                  </a:lnTo>
                  <a:lnTo>
                    <a:pt x="1712849" y="1244727"/>
                  </a:lnTo>
                  <a:lnTo>
                    <a:pt x="1712722" y="1244727"/>
                  </a:lnTo>
                  <a:lnTo>
                    <a:pt x="1764157" y="1257173"/>
                  </a:lnTo>
                  <a:lnTo>
                    <a:pt x="1764030" y="1257173"/>
                  </a:lnTo>
                  <a:lnTo>
                    <a:pt x="1863471" y="1282319"/>
                  </a:lnTo>
                  <a:lnTo>
                    <a:pt x="2005457" y="1320673"/>
                  </a:lnTo>
                  <a:lnTo>
                    <a:pt x="2005330" y="1320673"/>
                  </a:lnTo>
                  <a:lnTo>
                    <a:pt x="2096262" y="1346200"/>
                  </a:lnTo>
                  <a:lnTo>
                    <a:pt x="2359152" y="1423670"/>
                  </a:lnTo>
                  <a:lnTo>
                    <a:pt x="2362708" y="1411478"/>
                  </a:lnTo>
                  <a:close/>
                </a:path>
                <a:path w="4131945" h="1664335">
                  <a:moveTo>
                    <a:pt x="3128137" y="668909"/>
                  </a:moveTo>
                  <a:lnTo>
                    <a:pt x="3127895" y="668655"/>
                  </a:lnTo>
                  <a:lnTo>
                    <a:pt x="3128137" y="668909"/>
                  </a:lnTo>
                  <a:close/>
                </a:path>
                <a:path w="4131945" h="1664335">
                  <a:moveTo>
                    <a:pt x="3517519" y="838200"/>
                  </a:moveTo>
                  <a:lnTo>
                    <a:pt x="3514725" y="838200"/>
                  </a:lnTo>
                  <a:lnTo>
                    <a:pt x="3486277" y="837438"/>
                  </a:lnTo>
                  <a:lnTo>
                    <a:pt x="3486658" y="837438"/>
                  </a:lnTo>
                  <a:lnTo>
                    <a:pt x="3458591" y="835152"/>
                  </a:lnTo>
                  <a:lnTo>
                    <a:pt x="3458845" y="835152"/>
                  </a:lnTo>
                  <a:lnTo>
                    <a:pt x="3432111" y="831596"/>
                  </a:lnTo>
                  <a:lnTo>
                    <a:pt x="3431159" y="831469"/>
                  </a:lnTo>
                  <a:lnTo>
                    <a:pt x="3431540" y="831596"/>
                  </a:lnTo>
                  <a:lnTo>
                    <a:pt x="3404895" y="826516"/>
                  </a:lnTo>
                  <a:lnTo>
                    <a:pt x="3404235" y="826389"/>
                  </a:lnTo>
                  <a:lnTo>
                    <a:pt x="3404616" y="826516"/>
                  </a:lnTo>
                  <a:lnTo>
                    <a:pt x="3377946" y="820039"/>
                  </a:lnTo>
                  <a:lnTo>
                    <a:pt x="3378200" y="820039"/>
                  </a:lnTo>
                  <a:lnTo>
                    <a:pt x="3352330" y="812292"/>
                  </a:lnTo>
                  <a:lnTo>
                    <a:pt x="3352076" y="812215"/>
                  </a:lnTo>
                  <a:lnTo>
                    <a:pt x="3351936" y="812165"/>
                  </a:lnTo>
                  <a:lnTo>
                    <a:pt x="3326854" y="803148"/>
                  </a:lnTo>
                  <a:lnTo>
                    <a:pt x="3326511" y="803021"/>
                  </a:lnTo>
                  <a:lnTo>
                    <a:pt x="3326765" y="803148"/>
                  </a:lnTo>
                  <a:lnTo>
                    <a:pt x="3301619" y="792734"/>
                  </a:lnTo>
                  <a:lnTo>
                    <a:pt x="3302000" y="792861"/>
                  </a:lnTo>
                  <a:lnTo>
                    <a:pt x="3301733" y="792734"/>
                  </a:lnTo>
                  <a:lnTo>
                    <a:pt x="3278009" y="781304"/>
                  </a:lnTo>
                  <a:lnTo>
                    <a:pt x="3277489" y="781050"/>
                  </a:lnTo>
                  <a:lnTo>
                    <a:pt x="3277743" y="781304"/>
                  </a:lnTo>
                  <a:lnTo>
                    <a:pt x="3254451" y="768604"/>
                  </a:lnTo>
                  <a:lnTo>
                    <a:pt x="3253994" y="768350"/>
                  </a:lnTo>
                  <a:lnTo>
                    <a:pt x="3254248" y="768604"/>
                  </a:lnTo>
                  <a:lnTo>
                    <a:pt x="3231134" y="754507"/>
                  </a:lnTo>
                  <a:lnTo>
                    <a:pt x="3231388" y="754634"/>
                  </a:lnTo>
                  <a:lnTo>
                    <a:pt x="3231197" y="754507"/>
                  </a:lnTo>
                  <a:lnTo>
                    <a:pt x="3208909" y="739394"/>
                  </a:lnTo>
                  <a:lnTo>
                    <a:pt x="3209163" y="739521"/>
                  </a:lnTo>
                  <a:lnTo>
                    <a:pt x="3208985" y="739394"/>
                  </a:lnTo>
                  <a:lnTo>
                    <a:pt x="3187776" y="723519"/>
                  </a:lnTo>
                  <a:lnTo>
                    <a:pt x="3187446" y="723265"/>
                  </a:lnTo>
                  <a:lnTo>
                    <a:pt x="3187700" y="723519"/>
                  </a:lnTo>
                  <a:lnTo>
                    <a:pt x="3167164" y="706247"/>
                  </a:lnTo>
                  <a:lnTo>
                    <a:pt x="3166872" y="705993"/>
                  </a:lnTo>
                  <a:lnTo>
                    <a:pt x="3166999" y="706247"/>
                  </a:lnTo>
                  <a:lnTo>
                    <a:pt x="3147199" y="688086"/>
                  </a:lnTo>
                  <a:lnTo>
                    <a:pt x="3147072" y="687984"/>
                  </a:lnTo>
                  <a:lnTo>
                    <a:pt x="3146945" y="687857"/>
                  </a:lnTo>
                  <a:lnTo>
                    <a:pt x="3127883" y="668655"/>
                  </a:lnTo>
                  <a:lnTo>
                    <a:pt x="3110065" y="648843"/>
                  </a:lnTo>
                  <a:lnTo>
                    <a:pt x="3109849" y="648589"/>
                  </a:lnTo>
                  <a:lnTo>
                    <a:pt x="3109976" y="648843"/>
                  </a:lnTo>
                  <a:lnTo>
                    <a:pt x="3092577" y="627507"/>
                  </a:lnTo>
                  <a:lnTo>
                    <a:pt x="3092831" y="627761"/>
                  </a:lnTo>
                  <a:lnTo>
                    <a:pt x="3092640" y="627507"/>
                  </a:lnTo>
                  <a:lnTo>
                    <a:pt x="3076625" y="605917"/>
                  </a:lnTo>
                  <a:lnTo>
                    <a:pt x="3076448" y="605663"/>
                  </a:lnTo>
                  <a:lnTo>
                    <a:pt x="3076575" y="605917"/>
                  </a:lnTo>
                  <a:lnTo>
                    <a:pt x="3061081" y="583057"/>
                  </a:lnTo>
                  <a:lnTo>
                    <a:pt x="3061335" y="583311"/>
                  </a:lnTo>
                  <a:lnTo>
                    <a:pt x="3061170" y="583057"/>
                  </a:lnTo>
                  <a:lnTo>
                    <a:pt x="3047136" y="559816"/>
                  </a:lnTo>
                  <a:lnTo>
                    <a:pt x="3046984" y="559562"/>
                  </a:lnTo>
                  <a:lnTo>
                    <a:pt x="3047111" y="559816"/>
                  </a:lnTo>
                  <a:lnTo>
                    <a:pt x="3033903" y="535559"/>
                  </a:lnTo>
                  <a:lnTo>
                    <a:pt x="3033814" y="535381"/>
                  </a:lnTo>
                  <a:lnTo>
                    <a:pt x="3021825" y="510540"/>
                  </a:lnTo>
                  <a:lnTo>
                    <a:pt x="3021749" y="510374"/>
                  </a:lnTo>
                  <a:lnTo>
                    <a:pt x="3010941" y="485013"/>
                  </a:lnTo>
                  <a:lnTo>
                    <a:pt x="3010789" y="484632"/>
                  </a:lnTo>
                  <a:lnTo>
                    <a:pt x="3010916" y="485013"/>
                  </a:lnTo>
                  <a:lnTo>
                    <a:pt x="3001099" y="458597"/>
                  </a:lnTo>
                  <a:lnTo>
                    <a:pt x="3001010" y="458343"/>
                  </a:lnTo>
                  <a:lnTo>
                    <a:pt x="3001010" y="458597"/>
                  </a:lnTo>
                  <a:lnTo>
                    <a:pt x="2992323" y="431673"/>
                  </a:lnTo>
                  <a:lnTo>
                    <a:pt x="2992310" y="431546"/>
                  </a:lnTo>
                  <a:lnTo>
                    <a:pt x="2992374" y="431673"/>
                  </a:lnTo>
                  <a:lnTo>
                    <a:pt x="2992297" y="431419"/>
                  </a:lnTo>
                  <a:lnTo>
                    <a:pt x="2985071" y="404241"/>
                  </a:lnTo>
                  <a:lnTo>
                    <a:pt x="2985008" y="403987"/>
                  </a:lnTo>
                  <a:lnTo>
                    <a:pt x="2985008" y="404241"/>
                  </a:lnTo>
                  <a:lnTo>
                    <a:pt x="2978835" y="376174"/>
                  </a:lnTo>
                  <a:lnTo>
                    <a:pt x="2978848" y="376047"/>
                  </a:lnTo>
                  <a:lnTo>
                    <a:pt x="2978912" y="376174"/>
                  </a:lnTo>
                  <a:lnTo>
                    <a:pt x="2978861" y="375920"/>
                  </a:lnTo>
                  <a:lnTo>
                    <a:pt x="2974149" y="347865"/>
                  </a:lnTo>
                  <a:lnTo>
                    <a:pt x="2974086" y="347472"/>
                  </a:lnTo>
                  <a:lnTo>
                    <a:pt x="2974086" y="347865"/>
                  </a:lnTo>
                  <a:lnTo>
                    <a:pt x="2972879" y="334987"/>
                  </a:lnTo>
                  <a:lnTo>
                    <a:pt x="3004185" y="332994"/>
                  </a:lnTo>
                  <a:lnTo>
                    <a:pt x="2997835" y="322072"/>
                  </a:lnTo>
                  <a:lnTo>
                    <a:pt x="2961386" y="259334"/>
                  </a:lnTo>
                  <a:lnTo>
                    <a:pt x="2928112" y="337820"/>
                  </a:lnTo>
                  <a:lnTo>
                    <a:pt x="2960255" y="335788"/>
                  </a:lnTo>
                  <a:lnTo>
                    <a:pt x="2961513" y="349250"/>
                  </a:lnTo>
                  <a:lnTo>
                    <a:pt x="2972689" y="407162"/>
                  </a:lnTo>
                  <a:lnTo>
                    <a:pt x="2989072" y="462661"/>
                  </a:lnTo>
                  <a:lnTo>
                    <a:pt x="3010154" y="515747"/>
                  </a:lnTo>
                  <a:lnTo>
                    <a:pt x="3035935" y="565912"/>
                  </a:lnTo>
                  <a:lnTo>
                    <a:pt x="3066161" y="613156"/>
                  </a:lnTo>
                  <a:lnTo>
                    <a:pt x="3100324" y="656971"/>
                  </a:lnTo>
                  <a:lnTo>
                    <a:pt x="3138297" y="697103"/>
                  </a:lnTo>
                  <a:lnTo>
                    <a:pt x="3179699" y="733298"/>
                  </a:lnTo>
                  <a:lnTo>
                    <a:pt x="3224403" y="765175"/>
                  </a:lnTo>
                  <a:lnTo>
                    <a:pt x="3271901" y="792480"/>
                  </a:lnTo>
                  <a:lnTo>
                    <a:pt x="3322066" y="814959"/>
                  </a:lnTo>
                  <a:lnTo>
                    <a:pt x="3374771" y="832358"/>
                  </a:lnTo>
                  <a:lnTo>
                    <a:pt x="3429254" y="844042"/>
                  </a:lnTo>
                  <a:lnTo>
                    <a:pt x="3485769" y="850138"/>
                  </a:lnTo>
                  <a:lnTo>
                    <a:pt x="3514471" y="850900"/>
                  </a:lnTo>
                  <a:lnTo>
                    <a:pt x="3517519" y="850900"/>
                  </a:lnTo>
                  <a:lnTo>
                    <a:pt x="3517519" y="838200"/>
                  </a:lnTo>
                  <a:close/>
                </a:path>
                <a:path w="4131945" h="1664335">
                  <a:moveTo>
                    <a:pt x="3659886" y="12700"/>
                  </a:moveTo>
                  <a:lnTo>
                    <a:pt x="3601720" y="3048"/>
                  </a:lnTo>
                  <a:lnTo>
                    <a:pt x="3544316" y="0"/>
                  </a:lnTo>
                  <a:lnTo>
                    <a:pt x="3541268" y="127"/>
                  </a:lnTo>
                  <a:lnTo>
                    <a:pt x="3541649" y="12827"/>
                  </a:lnTo>
                  <a:lnTo>
                    <a:pt x="3544417" y="12712"/>
                  </a:lnTo>
                  <a:lnTo>
                    <a:pt x="3544189" y="12700"/>
                  </a:lnTo>
                  <a:lnTo>
                    <a:pt x="3659886" y="12700"/>
                  </a:lnTo>
                  <a:close/>
                </a:path>
                <a:path w="4131945" h="1664335">
                  <a:moveTo>
                    <a:pt x="4130548" y="1074039"/>
                  </a:moveTo>
                  <a:lnTo>
                    <a:pt x="4117848" y="1074039"/>
                  </a:lnTo>
                  <a:lnTo>
                    <a:pt x="4117835" y="1076960"/>
                  </a:lnTo>
                  <a:lnTo>
                    <a:pt x="4117835" y="1077087"/>
                  </a:lnTo>
                  <a:lnTo>
                    <a:pt x="4117086" y="1104900"/>
                  </a:lnTo>
                  <a:lnTo>
                    <a:pt x="4117048" y="1105281"/>
                  </a:lnTo>
                  <a:lnTo>
                    <a:pt x="4117009" y="1105789"/>
                  </a:lnTo>
                  <a:lnTo>
                    <a:pt x="4114800" y="1133094"/>
                  </a:lnTo>
                  <a:lnTo>
                    <a:pt x="4114800" y="1132840"/>
                  </a:lnTo>
                  <a:lnTo>
                    <a:pt x="4114762" y="1133094"/>
                  </a:lnTo>
                  <a:lnTo>
                    <a:pt x="4111117" y="1160526"/>
                  </a:lnTo>
                  <a:lnTo>
                    <a:pt x="4111244" y="1160145"/>
                  </a:lnTo>
                  <a:lnTo>
                    <a:pt x="4106037" y="1187450"/>
                  </a:lnTo>
                  <a:lnTo>
                    <a:pt x="4106164" y="1187069"/>
                  </a:lnTo>
                  <a:lnTo>
                    <a:pt x="4099687" y="1213993"/>
                  </a:lnTo>
                  <a:lnTo>
                    <a:pt x="4099687" y="1213612"/>
                  </a:lnTo>
                  <a:lnTo>
                    <a:pt x="4099572" y="1213993"/>
                  </a:lnTo>
                  <a:lnTo>
                    <a:pt x="4091813" y="1239901"/>
                  </a:lnTo>
                  <a:lnTo>
                    <a:pt x="4091940" y="1239647"/>
                  </a:lnTo>
                  <a:lnTo>
                    <a:pt x="4082796" y="1265301"/>
                  </a:lnTo>
                  <a:lnTo>
                    <a:pt x="4082923" y="1265047"/>
                  </a:lnTo>
                  <a:lnTo>
                    <a:pt x="4072382" y="1290193"/>
                  </a:lnTo>
                  <a:lnTo>
                    <a:pt x="4072509" y="1289812"/>
                  </a:lnTo>
                  <a:lnTo>
                    <a:pt x="4072318" y="1290193"/>
                  </a:lnTo>
                  <a:lnTo>
                    <a:pt x="4060888" y="1314297"/>
                  </a:lnTo>
                  <a:lnTo>
                    <a:pt x="4048125" y="1337818"/>
                  </a:lnTo>
                  <a:lnTo>
                    <a:pt x="4047960" y="1338072"/>
                  </a:lnTo>
                  <a:lnTo>
                    <a:pt x="4034155" y="1360932"/>
                  </a:lnTo>
                  <a:lnTo>
                    <a:pt x="4034409" y="1360678"/>
                  </a:lnTo>
                  <a:lnTo>
                    <a:pt x="4019169" y="1383157"/>
                  </a:lnTo>
                  <a:lnTo>
                    <a:pt x="4019296" y="1382903"/>
                  </a:lnTo>
                  <a:lnTo>
                    <a:pt x="4019105" y="1383157"/>
                  </a:lnTo>
                  <a:lnTo>
                    <a:pt x="4003040" y="1404620"/>
                  </a:lnTo>
                  <a:lnTo>
                    <a:pt x="4003167" y="1404366"/>
                  </a:lnTo>
                  <a:lnTo>
                    <a:pt x="4002951" y="1404620"/>
                  </a:lnTo>
                  <a:lnTo>
                    <a:pt x="3985895" y="1425321"/>
                  </a:lnTo>
                  <a:lnTo>
                    <a:pt x="3986022" y="1425067"/>
                  </a:lnTo>
                  <a:lnTo>
                    <a:pt x="3985780" y="1425321"/>
                  </a:lnTo>
                  <a:lnTo>
                    <a:pt x="3967734" y="1445260"/>
                  </a:lnTo>
                  <a:lnTo>
                    <a:pt x="3967861" y="1445006"/>
                  </a:lnTo>
                  <a:lnTo>
                    <a:pt x="3948557" y="1464183"/>
                  </a:lnTo>
                  <a:lnTo>
                    <a:pt x="3948811" y="1464056"/>
                  </a:lnTo>
                  <a:lnTo>
                    <a:pt x="3928491" y="1482344"/>
                  </a:lnTo>
                  <a:lnTo>
                    <a:pt x="3928745" y="1482090"/>
                  </a:lnTo>
                  <a:lnTo>
                    <a:pt x="3928427" y="1482344"/>
                  </a:lnTo>
                  <a:lnTo>
                    <a:pt x="3907536" y="1499489"/>
                  </a:lnTo>
                  <a:lnTo>
                    <a:pt x="3907663" y="1499362"/>
                  </a:lnTo>
                  <a:lnTo>
                    <a:pt x="3907485" y="1499489"/>
                  </a:lnTo>
                  <a:lnTo>
                    <a:pt x="3885565" y="1515872"/>
                  </a:lnTo>
                  <a:lnTo>
                    <a:pt x="3885819" y="1515618"/>
                  </a:lnTo>
                  <a:lnTo>
                    <a:pt x="3885438" y="1515872"/>
                  </a:lnTo>
                  <a:lnTo>
                    <a:pt x="3862959" y="1531112"/>
                  </a:lnTo>
                  <a:lnTo>
                    <a:pt x="3863213" y="1530858"/>
                  </a:lnTo>
                  <a:lnTo>
                    <a:pt x="3839591" y="1545336"/>
                  </a:lnTo>
                  <a:lnTo>
                    <a:pt x="3839845" y="1545209"/>
                  </a:lnTo>
                  <a:lnTo>
                    <a:pt x="3815397" y="1558505"/>
                  </a:lnTo>
                  <a:lnTo>
                    <a:pt x="3790569" y="1570482"/>
                  </a:lnTo>
                  <a:lnTo>
                    <a:pt x="3790264" y="1570609"/>
                  </a:lnTo>
                  <a:lnTo>
                    <a:pt x="3764661" y="1581531"/>
                  </a:lnTo>
                  <a:lnTo>
                    <a:pt x="3764915" y="1581404"/>
                  </a:lnTo>
                  <a:lnTo>
                    <a:pt x="3764572" y="1581531"/>
                  </a:lnTo>
                  <a:lnTo>
                    <a:pt x="3738499" y="1591310"/>
                  </a:lnTo>
                  <a:lnTo>
                    <a:pt x="3738753" y="1591310"/>
                  </a:lnTo>
                  <a:lnTo>
                    <a:pt x="3711575" y="1600073"/>
                  </a:lnTo>
                  <a:lnTo>
                    <a:pt x="3711943" y="1599946"/>
                  </a:lnTo>
                  <a:lnTo>
                    <a:pt x="3711473" y="1600073"/>
                  </a:lnTo>
                  <a:lnTo>
                    <a:pt x="3684270" y="1607312"/>
                  </a:lnTo>
                  <a:lnTo>
                    <a:pt x="3684524" y="1607312"/>
                  </a:lnTo>
                  <a:lnTo>
                    <a:pt x="3656203" y="1613535"/>
                  </a:lnTo>
                  <a:lnTo>
                    <a:pt x="3656444" y="1613408"/>
                  </a:lnTo>
                  <a:lnTo>
                    <a:pt x="3627628" y="1618234"/>
                  </a:lnTo>
                  <a:lnTo>
                    <a:pt x="3628136" y="1618234"/>
                  </a:lnTo>
                  <a:lnTo>
                    <a:pt x="3615385" y="1619440"/>
                  </a:lnTo>
                  <a:lnTo>
                    <a:pt x="3613404" y="1588135"/>
                  </a:lnTo>
                  <a:lnTo>
                    <a:pt x="3539744" y="1630934"/>
                  </a:lnTo>
                  <a:lnTo>
                    <a:pt x="3618217" y="1664081"/>
                  </a:lnTo>
                  <a:lnTo>
                    <a:pt x="3616261" y="1633220"/>
                  </a:lnTo>
                  <a:lnTo>
                    <a:pt x="3616185" y="1632064"/>
                  </a:lnTo>
                  <a:lnTo>
                    <a:pt x="3629520" y="1630807"/>
                  </a:lnTo>
                  <a:lnTo>
                    <a:pt x="3658743" y="1625981"/>
                  </a:lnTo>
                  <a:lnTo>
                    <a:pt x="3687318" y="1619631"/>
                  </a:lnTo>
                  <a:lnTo>
                    <a:pt x="3710140" y="1613535"/>
                  </a:lnTo>
                  <a:lnTo>
                    <a:pt x="3715385" y="1612138"/>
                  </a:lnTo>
                  <a:lnTo>
                    <a:pt x="3769614" y="1593342"/>
                  </a:lnTo>
                  <a:lnTo>
                    <a:pt x="3821303" y="1569720"/>
                  </a:lnTo>
                  <a:lnTo>
                    <a:pt x="3841978" y="1558417"/>
                  </a:lnTo>
                  <a:lnTo>
                    <a:pt x="3845941" y="1556258"/>
                  </a:lnTo>
                  <a:lnTo>
                    <a:pt x="3864089" y="1545209"/>
                  </a:lnTo>
                  <a:lnTo>
                    <a:pt x="3869944" y="1541653"/>
                  </a:lnTo>
                  <a:lnTo>
                    <a:pt x="3885666" y="1531112"/>
                  </a:lnTo>
                  <a:lnTo>
                    <a:pt x="3936873" y="1491869"/>
                  </a:lnTo>
                  <a:lnTo>
                    <a:pt x="3966768" y="1464056"/>
                  </a:lnTo>
                  <a:lnTo>
                    <a:pt x="3977005" y="1453896"/>
                  </a:lnTo>
                  <a:lnTo>
                    <a:pt x="3984879" y="1445260"/>
                  </a:lnTo>
                  <a:lnTo>
                    <a:pt x="3995547" y="1433576"/>
                  </a:lnTo>
                  <a:lnTo>
                    <a:pt x="4013073" y="1412367"/>
                  </a:lnTo>
                  <a:lnTo>
                    <a:pt x="4029583" y="1390396"/>
                  </a:lnTo>
                  <a:lnTo>
                    <a:pt x="4044950" y="1367663"/>
                  </a:lnTo>
                  <a:lnTo>
                    <a:pt x="4049191" y="1360678"/>
                  </a:lnTo>
                  <a:lnTo>
                    <a:pt x="4059174" y="1344295"/>
                  </a:lnTo>
                  <a:lnTo>
                    <a:pt x="4072255" y="1320038"/>
                  </a:lnTo>
                  <a:lnTo>
                    <a:pt x="4075023" y="1314196"/>
                  </a:lnTo>
                  <a:lnTo>
                    <a:pt x="4084066" y="1295146"/>
                  </a:lnTo>
                  <a:lnTo>
                    <a:pt x="4094734" y="1269746"/>
                  </a:lnTo>
                  <a:lnTo>
                    <a:pt x="4096397" y="1265047"/>
                  </a:lnTo>
                  <a:lnTo>
                    <a:pt x="4104005" y="1243711"/>
                  </a:lnTo>
                  <a:lnTo>
                    <a:pt x="4105224" y="1239647"/>
                  </a:lnTo>
                  <a:lnTo>
                    <a:pt x="4112006" y="1217168"/>
                  </a:lnTo>
                  <a:lnTo>
                    <a:pt x="4118483" y="1189990"/>
                  </a:lnTo>
                  <a:lnTo>
                    <a:pt x="4119029" y="1187069"/>
                  </a:lnTo>
                  <a:lnTo>
                    <a:pt x="4123690" y="1162304"/>
                  </a:lnTo>
                  <a:lnTo>
                    <a:pt x="4123982" y="1160145"/>
                  </a:lnTo>
                  <a:lnTo>
                    <a:pt x="4127500" y="1134364"/>
                  </a:lnTo>
                  <a:lnTo>
                    <a:pt x="4129786" y="1105789"/>
                  </a:lnTo>
                  <a:lnTo>
                    <a:pt x="4130548" y="1077087"/>
                  </a:lnTo>
                  <a:lnTo>
                    <a:pt x="4130548" y="1074039"/>
                  </a:lnTo>
                  <a:close/>
                </a:path>
                <a:path w="4131945" h="1664335">
                  <a:moveTo>
                    <a:pt x="4131564" y="513080"/>
                  </a:moveTo>
                  <a:lnTo>
                    <a:pt x="4099407" y="515124"/>
                  </a:lnTo>
                  <a:lnTo>
                    <a:pt x="4098290" y="503047"/>
                  </a:lnTo>
                  <a:lnTo>
                    <a:pt x="4098163" y="501650"/>
                  </a:lnTo>
                  <a:lnTo>
                    <a:pt x="4093337" y="472440"/>
                  </a:lnTo>
                  <a:lnTo>
                    <a:pt x="4087596" y="446659"/>
                  </a:lnTo>
                  <a:lnTo>
                    <a:pt x="4086987" y="443865"/>
                  </a:lnTo>
                  <a:lnTo>
                    <a:pt x="4079494" y="415798"/>
                  </a:lnTo>
                  <a:lnTo>
                    <a:pt x="4071874" y="392303"/>
                  </a:lnTo>
                  <a:lnTo>
                    <a:pt x="4070604" y="388366"/>
                  </a:lnTo>
                  <a:lnTo>
                    <a:pt x="4060698" y="361442"/>
                  </a:lnTo>
                  <a:lnTo>
                    <a:pt x="4049522" y="335165"/>
                  </a:lnTo>
                  <a:lnTo>
                    <a:pt x="4039870" y="315480"/>
                  </a:lnTo>
                  <a:lnTo>
                    <a:pt x="4037076" y="309765"/>
                  </a:lnTo>
                  <a:lnTo>
                    <a:pt x="4026916" y="291084"/>
                  </a:lnTo>
                  <a:lnTo>
                    <a:pt x="4023614" y="284988"/>
                  </a:lnTo>
                  <a:lnTo>
                    <a:pt x="4009009" y="260985"/>
                  </a:lnTo>
                  <a:lnTo>
                    <a:pt x="3993515" y="237744"/>
                  </a:lnTo>
                  <a:lnTo>
                    <a:pt x="3982555" y="223139"/>
                  </a:lnTo>
                  <a:lnTo>
                    <a:pt x="3976751" y="215392"/>
                  </a:lnTo>
                  <a:lnTo>
                    <a:pt x="3959225" y="193929"/>
                  </a:lnTo>
                  <a:lnTo>
                    <a:pt x="3948392" y="181991"/>
                  </a:lnTo>
                  <a:lnTo>
                    <a:pt x="3940683" y="173482"/>
                  </a:lnTo>
                  <a:lnTo>
                    <a:pt x="3930142" y="162814"/>
                  </a:lnTo>
                  <a:lnTo>
                    <a:pt x="3921252" y="153797"/>
                  </a:lnTo>
                  <a:lnTo>
                    <a:pt x="3911219" y="144653"/>
                  </a:lnTo>
                  <a:lnTo>
                    <a:pt x="3900932" y="135255"/>
                  </a:lnTo>
                  <a:lnTo>
                    <a:pt x="3891546" y="127508"/>
                  </a:lnTo>
                  <a:lnTo>
                    <a:pt x="3879723" y="117729"/>
                  </a:lnTo>
                  <a:lnTo>
                    <a:pt x="3857752" y="101092"/>
                  </a:lnTo>
                  <a:lnTo>
                    <a:pt x="3835019" y="85725"/>
                  </a:lnTo>
                  <a:lnTo>
                    <a:pt x="3829431" y="82296"/>
                  </a:lnTo>
                  <a:lnTo>
                    <a:pt x="3811651" y="71374"/>
                  </a:lnTo>
                  <a:lnTo>
                    <a:pt x="3808552" y="69723"/>
                  </a:lnTo>
                  <a:lnTo>
                    <a:pt x="3787394" y="58420"/>
                  </a:lnTo>
                  <a:lnTo>
                    <a:pt x="3764902" y="47752"/>
                  </a:lnTo>
                  <a:lnTo>
                    <a:pt x="3762502" y="46609"/>
                  </a:lnTo>
                  <a:lnTo>
                    <a:pt x="3743452" y="38608"/>
                  </a:lnTo>
                  <a:lnTo>
                    <a:pt x="3737102" y="35941"/>
                  </a:lnTo>
                  <a:lnTo>
                    <a:pt x="3711067" y="26543"/>
                  </a:lnTo>
                  <a:lnTo>
                    <a:pt x="3703904" y="24384"/>
                  </a:lnTo>
                  <a:lnTo>
                    <a:pt x="3687051" y="19304"/>
                  </a:lnTo>
                  <a:lnTo>
                    <a:pt x="3684524" y="18542"/>
                  </a:lnTo>
                  <a:lnTo>
                    <a:pt x="3659886" y="12700"/>
                  </a:lnTo>
                  <a:lnTo>
                    <a:pt x="3544417" y="12712"/>
                  </a:lnTo>
                  <a:lnTo>
                    <a:pt x="3572256" y="13462"/>
                  </a:lnTo>
                  <a:lnTo>
                    <a:pt x="3600450" y="15621"/>
                  </a:lnTo>
                  <a:lnTo>
                    <a:pt x="3600069" y="15621"/>
                  </a:lnTo>
                  <a:lnTo>
                    <a:pt x="3627869" y="19431"/>
                  </a:lnTo>
                  <a:lnTo>
                    <a:pt x="3627501" y="19304"/>
                  </a:lnTo>
                  <a:lnTo>
                    <a:pt x="3654793" y="24511"/>
                  </a:lnTo>
                  <a:lnTo>
                    <a:pt x="3654425" y="24384"/>
                  </a:lnTo>
                  <a:lnTo>
                    <a:pt x="3681349" y="30861"/>
                  </a:lnTo>
                  <a:lnTo>
                    <a:pt x="3680968" y="30861"/>
                  </a:lnTo>
                  <a:lnTo>
                    <a:pt x="3707244" y="38735"/>
                  </a:lnTo>
                  <a:lnTo>
                    <a:pt x="3707003" y="38608"/>
                  </a:lnTo>
                  <a:lnTo>
                    <a:pt x="3732644" y="47879"/>
                  </a:lnTo>
                  <a:lnTo>
                    <a:pt x="3732403" y="47752"/>
                  </a:lnTo>
                  <a:lnTo>
                    <a:pt x="3757549" y="58166"/>
                  </a:lnTo>
                  <a:lnTo>
                    <a:pt x="3757168" y="58039"/>
                  </a:lnTo>
                  <a:lnTo>
                    <a:pt x="3757422" y="58166"/>
                  </a:lnTo>
                  <a:lnTo>
                    <a:pt x="3781641" y="69773"/>
                  </a:lnTo>
                  <a:lnTo>
                    <a:pt x="3781780" y="69850"/>
                  </a:lnTo>
                  <a:lnTo>
                    <a:pt x="3805428" y="82550"/>
                  </a:lnTo>
                  <a:lnTo>
                    <a:pt x="3805174" y="82296"/>
                  </a:lnTo>
                  <a:lnTo>
                    <a:pt x="3828288" y="96393"/>
                  </a:lnTo>
                  <a:lnTo>
                    <a:pt x="3828034" y="96266"/>
                  </a:lnTo>
                  <a:lnTo>
                    <a:pt x="3828211" y="96393"/>
                  </a:lnTo>
                  <a:lnTo>
                    <a:pt x="3850513" y="111506"/>
                  </a:lnTo>
                  <a:lnTo>
                    <a:pt x="3850259" y="111379"/>
                  </a:lnTo>
                  <a:lnTo>
                    <a:pt x="3850424" y="111506"/>
                  </a:lnTo>
                  <a:lnTo>
                    <a:pt x="3871976" y="127762"/>
                  </a:lnTo>
                  <a:lnTo>
                    <a:pt x="3871722" y="127508"/>
                  </a:lnTo>
                  <a:lnTo>
                    <a:pt x="3892677" y="144907"/>
                  </a:lnTo>
                  <a:lnTo>
                    <a:pt x="3912489" y="163068"/>
                  </a:lnTo>
                  <a:lnTo>
                    <a:pt x="3912362" y="162814"/>
                  </a:lnTo>
                  <a:lnTo>
                    <a:pt x="3931539" y="182245"/>
                  </a:lnTo>
                  <a:lnTo>
                    <a:pt x="3931412" y="181991"/>
                  </a:lnTo>
                  <a:lnTo>
                    <a:pt x="3949700" y="202311"/>
                  </a:lnTo>
                  <a:lnTo>
                    <a:pt x="3949446" y="202057"/>
                  </a:lnTo>
                  <a:lnTo>
                    <a:pt x="3949649" y="202311"/>
                  </a:lnTo>
                  <a:lnTo>
                    <a:pt x="3966845" y="223393"/>
                  </a:lnTo>
                  <a:lnTo>
                    <a:pt x="3966718" y="223139"/>
                  </a:lnTo>
                  <a:lnTo>
                    <a:pt x="3983228" y="245237"/>
                  </a:lnTo>
                  <a:lnTo>
                    <a:pt x="3982974" y="244983"/>
                  </a:lnTo>
                  <a:lnTo>
                    <a:pt x="3983139" y="245237"/>
                  </a:lnTo>
                  <a:lnTo>
                    <a:pt x="3998468" y="267970"/>
                  </a:lnTo>
                  <a:lnTo>
                    <a:pt x="3998214" y="267716"/>
                  </a:lnTo>
                  <a:lnTo>
                    <a:pt x="3998366" y="267970"/>
                  </a:lnTo>
                  <a:lnTo>
                    <a:pt x="4012692" y="291338"/>
                  </a:lnTo>
                  <a:lnTo>
                    <a:pt x="4025862" y="315658"/>
                  </a:lnTo>
                  <a:lnTo>
                    <a:pt x="4037838" y="340360"/>
                  </a:lnTo>
                  <a:lnTo>
                    <a:pt x="4037939" y="340614"/>
                  </a:lnTo>
                  <a:lnTo>
                    <a:pt x="4048887" y="366268"/>
                  </a:lnTo>
                  <a:lnTo>
                    <a:pt x="4048760" y="366014"/>
                  </a:lnTo>
                  <a:lnTo>
                    <a:pt x="4048849" y="366268"/>
                  </a:lnTo>
                  <a:lnTo>
                    <a:pt x="4058666" y="392557"/>
                  </a:lnTo>
                  <a:lnTo>
                    <a:pt x="4058666" y="392303"/>
                  </a:lnTo>
                  <a:lnTo>
                    <a:pt x="4067429" y="419481"/>
                  </a:lnTo>
                  <a:lnTo>
                    <a:pt x="4067302" y="419227"/>
                  </a:lnTo>
                  <a:lnTo>
                    <a:pt x="4067365" y="419481"/>
                  </a:lnTo>
                  <a:lnTo>
                    <a:pt x="4074668" y="447040"/>
                  </a:lnTo>
                  <a:lnTo>
                    <a:pt x="4074668" y="446659"/>
                  </a:lnTo>
                  <a:lnTo>
                    <a:pt x="4080891" y="474980"/>
                  </a:lnTo>
                  <a:lnTo>
                    <a:pt x="4080764" y="474726"/>
                  </a:lnTo>
                  <a:lnTo>
                    <a:pt x="4080802" y="474980"/>
                  </a:lnTo>
                  <a:lnTo>
                    <a:pt x="4085590" y="503428"/>
                  </a:lnTo>
                  <a:lnTo>
                    <a:pt x="4085590" y="503047"/>
                  </a:lnTo>
                  <a:lnTo>
                    <a:pt x="4086783" y="515924"/>
                  </a:lnTo>
                  <a:lnTo>
                    <a:pt x="4055491" y="517906"/>
                  </a:lnTo>
                  <a:lnTo>
                    <a:pt x="4098290" y="591566"/>
                  </a:lnTo>
                  <a:lnTo>
                    <a:pt x="4124883" y="528828"/>
                  </a:lnTo>
                  <a:lnTo>
                    <a:pt x="4131564" y="51308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86477" y="3807713"/>
              <a:ext cx="731520" cy="585470"/>
            </a:xfrm>
            <a:custGeom>
              <a:avLst/>
              <a:gdLst/>
              <a:ahLst/>
              <a:cxnLst/>
              <a:rect l="l" t="t" r="r" b="b"/>
              <a:pathLst>
                <a:path w="731520" h="585470">
                  <a:moveTo>
                    <a:pt x="365760" y="0"/>
                  </a:moveTo>
                  <a:lnTo>
                    <a:pt x="292031" y="1982"/>
                  </a:lnTo>
                  <a:lnTo>
                    <a:pt x="223367" y="7667"/>
                  </a:lnTo>
                  <a:lnTo>
                    <a:pt x="161236" y="16662"/>
                  </a:lnTo>
                  <a:lnTo>
                    <a:pt x="107108" y="28575"/>
                  </a:lnTo>
                  <a:lnTo>
                    <a:pt x="62452" y="43011"/>
                  </a:lnTo>
                  <a:lnTo>
                    <a:pt x="7428" y="77884"/>
                  </a:lnTo>
                  <a:lnTo>
                    <a:pt x="0" y="97536"/>
                  </a:lnTo>
                  <a:lnTo>
                    <a:pt x="0" y="487680"/>
                  </a:lnTo>
                  <a:lnTo>
                    <a:pt x="28735" y="525637"/>
                  </a:lnTo>
                  <a:lnTo>
                    <a:pt x="107108" y="556641"/>
                  </a:lnTo>
                  <a:lnTo>
                    <a:pt x="161236" y="568553"/>
                  </a:lnTo>
                  <a:lnTo>
                    <a:pt x="223367" y="577548"/>
                  </a:lnTo>
                  <a:lnTo>
                    <a:pt x="292031" y="583233"/>
                  </a:lnTo>
                  <a:lnTo>
                    <a:pt x="365760" y="585216"/>
                  </a:lnTo>
                  <a:lnTo>
                    <a:pt x="439488" y="583233"/>
                  </a:lnTo>
                  <a:lnTo>
                    <a:pt x="508152" y="577548"/>
                  </a:lnTo>
                  <a:lnTo>
                    <a:pt x="570283" y="568553"/>
                  </a:lnTo>
                  <a:lnTo>
                    <a:pt x="624411" y="556641"/>
                  </a:lnTo>
                  <a:lnTo>
                    <a:pt x="669067" y="542204"/>
                  </a:lnTo>
                  <a:lnTo>
                    <a:pt x="724091" y="507331"/>
                  </a:lnTo>
                  <a:lnTo>
                    <a:pt x="731520" y="487680"/>
                  </a:lnTo>
                  <a:lnTo>
                    <a:pt x="731520" y="97536"/>
                  </a:lnTo>
                  <a:lnTo>
                    <a:pt x="702784" y="59578"/>
                  </a:lnTo>
                  <a:lnTo>
                    <a:pt x="624411" y="28575"/>
                  </a:lnTo>
                  <a:lnTo>
                    <a:pt x="570283" y="16662"/>
                  </a:lnTo>
                  <a:lnTo>
                    <a:pt x="508152" y="7667"/>
                  </a:lnTo>
                  <a:lnTo>
                    <a:pt x="439488" y="1982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83DA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86477" y="3807713"/>
              <a:ext cx="731520" cy="585470"/>
            </a:xfrm>
            <a:custGeom>
              <a:avLst/>
              <a:gdLst/>
              <a:ahLst/>
              <a:cxnLst/>
              <a:rect l="l" t="t" r="r" b="b"/>
              <a:pathLst>
                <a:path w="731520" h="585470">
                  <a:moveTo>
                    <a:pt x="731520" y="97536"/>
                  </a:moveTo>
                  <a:lnTo>
                    <a:pt x="702784" y="135493"/>
                  </a:lnTo>
                  <a:lnTo>
                    <a:pt x="624411" y="166497"/>
                  </a:lnTo>
                  <a:lnTo>
                    <a:pt x="570283" y="178409"/>
                  </a:lnTo>
                  <a:lnTo>
                    <a:pt x="508152" y="187404"/>
                  </a:lnTo>
                  <a:lnTo>
                    <a:pt x="439488" y="193089"/>
                  </a:lnTo>
                  <a:lnTo>
                    <a:pt x="365760" y="195072"/>
                  </a:lnTo>
                  <a:lnTo>
                    <a:pt x="292031" y="193089"/>
                  </a:lnTo>
                  <a:lnTo>
                    <a:pt x="223367" y="187404"/>
                  </a:lnTo>
                  <a:lnTo>
                    <a:pt x="161236" y="178409"/>
                  </a:lnTo>
                  <a:lnTo>
                    <a:pt x="107108" y="166497"/>
                  </a:lnTo>
                  <a:lnTo>
                    <a:pt x="62452" y="152060"/>
                  </a:lnTo>
                  <a:lnTo>
                    <a:pt x="7428" y="117187"/>
                  </a:lnTo>
                  <a:lnTo>
                    <a:pt x="0" y="97536"/>
                  </a:lnTo>
                </a:path>
                <a:path w="731520" h="585470">
                  <a:moveTo>
                    <a:pt x="0" y="97536"/>
                  </a:moveTo>
                  <a:lnTo>
                    <a:pt x="28735" y="59578"/>
                  </a:lnTo>
                  <a:lnTo>
                    <a:pt x="107108" y="28575"/>
                  </a:lnTo>
                  <a:lnTo>
                    <a:pt x="161236" y="16662"/>
                  </a:lnTo>
                  <a:lnTo>
                    <a:pt x="223367" y="7667"/>
                  </a:lnTo>
                  <a:lnTo>
                    <a:pt x="292031" y="1982"/>
                  </a:lnTo>
                  <a:lnTo>
                    <a:pt x="365760" y="0"/>
                  </a:lnTo>
                  <a:lnTo>
                    <a:pt x="439488" y="1982"/>
                  </a:lnTo>
                  <a:lnTo>
                    <a:pt x="508152" y="7667"/>
                  </a:lnTo>
                  <a:lnTo>
                    <a:pt x="570283" y="16662"/>
                  </a:lnTo>
                  <a:lnTo>
                    <a:pt x="624411" y="28575"/>
                  </a:lnTo>
                  <a:lnTo>
                    <a:pt x="669067" y="43011"/>
                  </a:lnTo>
                  <a:lnTo>
                    <a:pt x="724091" y="77884"/>
                  </a:lnTo>
                  <a:lnTo>
                    <a:pt x="731520" y="97536"/>
                  </a:lnTo>
                  <a:lnTo>
                    <a:pt x="731520" y="487680"/>
                  </a:lnTo>
                  <a:lnTo>
                    <a:pt x="702784" y="525637"/>
                  </a:lnTo>
                  <a:lnTo>
                    <a:pt x="624411" y="556641"/>
                  </a:lnTo>
                  <a:lnTo>
                    <a:pt x="570283" y="568553"/>
                  </a:lnTo>
                  <a:lnTo>
                    <a:pt x="508152" y="577548"/>
                  </a:lnTo>
                  <a:lnTo>
                    <a:pt x="439488" y="583233"/>
                  </a:lnTo>
                  <a:lnTo>
                    <a:pt x="365760" y="585216"/>
                  </a:lnTo>
                  <a:lnTo>
                    <a:pt x="292031" y="583233"/>
                  </a:lnTo>
                  <a:lnTo>
                    <a:pt x="223367" y="577548"/>
                  </a:lnTo>
                  <a:lnTo>
                    <a:pt x="161236" y="568553"/>
                  </a:lnTo>
                  <a:lnTo>
                    <a:pt x="107108" y="556641"/>
                  </a:lnTo>
                  <a:lnTo>
                    <a:pt x="62452" y="542204"/>
                  </a:lnTo>
                  <a:lnTo>
                    <a:pt x="7428" y="507331"/>
                  </a:lnTo>
                  <a:lnTo>
                    <a:pt x="0" y="487680"/>
                  </a:lnTo>
                  <a:lnTo>
                    <a:pt x="0" y="97536"/>
                  </a:lnTo>
                  <a:close/>
                </a:path>
              </a:pathLst>
            </a:custGeom>
            <a:ln w="25908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88407" y="4093463"/>
              <a:ext cx="336041" cy="12420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542033" y="3963746"/>
            <a:ext cx="6146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252525"/>
                </a:solidFill>
                <a:latin typeface="Arial"/>
                <a:cs typeface="Arial"/>
              </a:rPr>
              <a:t>It</a:t>
            </a:r>
            <a:r>
              <a:rPr sz="1400" b="1" spc="-114" dirty="0">
                <a:solidFill>
                  <a:srgbClr val="252525"/>
                </a:solidFill>
                <a:latin typeface="Arial"/>
                <a:cs typeface="Arial"/>
              </a:rPr>
              <a:t>er</a:t>
            </a:r>
            <a:r>
              <a:rPr sz="1400" b="1" spc="-14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400" b="1" spc="-65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400" b="1" spc="-150" dirty="0">
                <a:solidFill>
                  <a:srgbClr val="252525"/>
                </a:solidFill>
                <a:latin typeface="Arial"/>
                <a:cs typeface="Arial"/>
              </a:rPr>
              <a:t>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474720" y="3215639"/>
            <a:ext cx="2952115" cy="1931035"/>
            <a:chOff x="3474720" y="3215639"/>
            <a:chExt cx="2952115" cy="1931035"/>
          </a:xfrm>
        </p:grpSpPr>
        <p:sp>
          <p:nvSpPr>
            <p:cNvPr id="26" name="object 26"/>
            <p:cNvSpPr/>
            <p:nvPr/>
          </p:nvSpPr>
          <p:spPr>
            <a:xfrm>
              <a:off x="4652772" y="3215639"/>
              <a:ext cx="596265" cy="1725295"/>
            </a:xfrm>
            <a:custGeom>
              <a:avLst/>
              <a:gdLst/>
              <a:ahLst/>
              <a:cxnLst/>
              <a:rect l="l" t="t" r="r" b="b"/>
              <a:pathLst>
                <a:path w="596264" h="1725295">
                  <a:moveTo>
                    <a:pt x="592836" y="1680718"/>
                  </a:moveTo>
                  <a:lnTo>
                    <a:pt x="76200" y="1680718"/>
                  </a:lnTo>
                  <a:lnTo>
                    <a:pt x="76200" y="1648968"/>
                  </a:lnTo>
                  <a:lnTo>
                    <a:pt x="0" y="1687068"/>
                  </a:lnTo>
                  <a:lnTo>
                    <a:pt x="76200" y="1725168"/>
                  </a:lnTo>
                  <a:lnTo>
                    <a:pt x="76200" y="1693418"/>
                  </a:lnTo>
                  <a:lnTo>
                    <a:pt x="592836" y="1693418"/>
                  </a:lnTo>
                  <a:lnTo>
                    <a:pt x="592836" y="1680718"/>
                  </a:lnTo>
                  <a:close/>
                </a:path>
                <a:path w="596264" h="1725295">
                  <a:moveTo>
                    <a:pt x="595884" y="38100"/>
                  </a:moveTo>
                  <a:lnTo>
                    <a:pt x="583184" y="31750"/>
                  </a:lnTo>
                  <a:lnTo>
                    <a:pt x="519684" y="0"/>
                  </a:lnTo>
                  <a:lnTo>
                    <a:pt x="519684" y="31750"/>
                  </a:lnTo>
                  <a:lnTo>
                    <a:pt x="3048" y="31750"/>
                  </a:lnTo>
                  <a:lnTo>
                    <a:pt x="3048" y="44450"/>
                  </a:lnTo>
                  <a:lnTo>
                    <a:pt x="519684" y="44450"/>
                  </a:lnTo>
                  <a:lnTo>
                    <a:pt x="519684" y="76200"/>
                  </a:lnTo>
                  <a:lnTo>
                    <a:pt x="583184" y="44450"/>
                  </a:lnTo>
                  <a:lnTo>
                    <a:pt x="595884" y="3810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484626" y="4668773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1168908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8" y="467868"/>
                  </a:lnTo>
                  <a:lnTo>
                    <a:pt x="11689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484626" y="4668773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0" y="467868"/>
                  </a:moveTo>
                  <a:lnTo>
                    <a:pt x="1168908" y="467868"/>
                  </a:lnTo>
                  <a:lnTo>
                    <a:pt x="1168908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73424" y="4837175"/>
              <a:ext cx="596646" cy="16230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246370" y="4668773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1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1" y="467868"/>
                  </a:lnTo>
                  <a:lnTo>
                    <a:pt x="1170431" y="0"/>
                  </a:lnTo>
                  <a:close/>
                </a:path>
              </a:pathLst>
            </a:custGeom>
            <a:solidFill>
              <a:srgbClr val="FF0000">
                <a:alpha val="109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46370" y="4668773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1" y="467868"/>
                  </a:lnTo>
                  <a:lnTo>
                    <a:pt x="1170431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12308" y="4846319"/>
              <a:ext cx="660653" cy="122681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37489" y="431419"/>
            <a:ext cx="242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Planification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1500" y="1542262"/>
            <a:ext cx="2614422" cy="305587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559308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17804" y="2074164"/>
            <a:ext cx="3420617" cy="1760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5818632"/>
            <a:ext cx="5374386" cy="16230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912111" y="2621533"/>
            <a:ext cx="6116955" cy="2959100"/>
            <a:chOff x="1912111" y="2621533"/>
            <a:chExt cx="6116955" cy="2959100"/>
          </a:xfrm>
        </p:grpSpPr>
        <p:sp>
          <p:nvSpPr>
            <p:cNvPr id="7" name="object 7"/>
            <p:cNvSpPr/>
            <p:nvPr/>
          </p:nvSpPr>
          <p:spPr>
            <a:xfrm>
              <a:off x="1912111" y="2621533"/>
              <a:ext cx="6116955" cy="2959100"/>
            </a:xfrm>
            <a:custGeom>
              <a:avLst/>
              <a:gdLst/>
              <a:ahLst/>
              <a:cxnLst/>
              <a:rect l="l" t="t" r="r" b="b"/>
              <a:pathLst>
                <a:path w="6116955" h="2959100">
                  <a:moveTo>
                    <a:pt x="52453" y="1774308"/>
                  </a:moveTo>
                  <a:lnTo>
                    <a:pt x="24855" y="1782932"/>
                  </a:lnTo>
                  <a:lnTo>
                    <a:pt x="42544" y="1816100"/>
                  </a:lnTo>
                  <a:lnTo>
                    <a:pt x="72643" y="1879600"/>
                  </a:lnTo>
                  <a:lnTo>
                    <a:pt x="107442" y="1930400"/>
                  </a:lnTo>
                  <a:lnTo>
                    <a:pt x="146431" y="1993900"/>
                  </a:lnTo>
                  <a:lnTo>
                    <a:pt x="189611" y="2044700"/>
                  </a:lnTo>
                  <a:lnTo>
                    <a:pt x="237236" y="2095500"/>
                  </a:lnTo>
                  <a:lnTo>
                    <a:pt x="288798" y="2146300"/>
                  </a:lnTo>
                  <a:lnTo>
                    <a:pt x="344296" y="2197100"/>
                  </a:lnTo>
                  <a:lnTo>
                    <a:pt x="403860" y="2247900"/>
                  </a:lnTo>
                  <a:lnTo>
                    <a:pt x="467106" y="2298700"/>
                  </a:lnTo>
                  <a:lnTo>
                    <a:pt x="534035" y="2349500"/>
                  </a:lnTo>
                  <a:lnTo>
                    <a:pt x="604519" y="2387600"/>
                  </a:lnTo>
                  <a:lnTo>
                    <a:pt x="678561" y="2438400"/>
                  </a:lnTo>
                  <a:lnTo>
                    <a:pt x="756031" y="2476500"/>
                  </a:lnTo>
                  <a:lnTo>
                    <a:pt x="836802" y="2514600"/>
                  </a:lnTo>
                  <a:lnTo>
                    <a:pt x="920750" y="2565400"/>
                  </a:lnTo>
                  <a:lnTo>
                    <a:pt x="1007744" y="2603500"/>
                  </a:lnTo>
                  <a:lnTo>
                    <a:pt x="1097914" y="2628900"/>
                  </a:lnTo>
                  <a:lnTo>
                    <a:pt x="1191006" y="2667000"/>
                  </a:lnTo>
                  <a:lnTo>
                    <a:pt x="1286890" y="2705100"/>
                  </a:lnTo>
                  <a:lnTo>
                    <a:pt x="1385570" y="2730500"/>
                  </a:lnTo>
                  <a:lnTo>
                    <a:pt x="1486915" y="2768600"/>
                  </a:lnTo>
                  <a:lnTo>
                    <a:pt x="1590675" y="2794000"/>
                  </a:lnTo>
                  <a:lnTo>
                    <a:pt x="1916684" y="2870200"/>
                  </a:lnTo>
                  <a:lnTo>
                    <a:pt x="2029967" y="2882900"/>
                  </a:lnTo>
                  <a:lnTo>
                    <a:pt x="2145157" y="2908300"/>
                  </a:lnTo>
                  <a:lnTo>
                    <a:pt x="2502535" y="2946400"/>
                  </a:lnTo>
                  <a:lnTo>
                    <a:pt x="2658745" y="2959100"/>
                  </a:lnTo>
                  <a:lnTo>
                    <a:pt x="3425316" y="2959100"/>
                  </a:lnTo>
                  <a:lnTo>
                    <a:pt x="3721100" y="2933700"/>
                  </a:lnTo>
                  <a:lnTo>
                    <a:pt x="2815590" y="2933700"/>
                  </a:lnTo>
                  <a:lnTo>
                    <a:pt x="2660268" y="2921000"/>
                  </a:lnTo>
                  <a:lnTo>
                    <a:pt x="2660650" y="2921000"/>
                  </a:lnTo>
                  <a:lnTo>
                    <a:pt x="2504821" y="2908300"/>
                  </a:lnTo>
                  <a:lnTo>
                    <a:pt x="2384805" y="2908300"/>
                  </a:lnTo>
                  <a:lnTo>
                    <a:pt x="2265934" y="2882900"/>
                  </a:lnTo>
                  <a:lnTo>
                    <a:pt x="2266188" y="2882900"/>
                  </a:lnTo>
                  <a:lnTo>
                    <a:pt x="2149221" y="2870200"/>
                  </a:lnTo>
                  <a:lnTo>
                    <a:pt x="2149475" y="2870200"/>
                  </a:lnTo>
                  <a:lnTo>
                    <a:pt x="2034539" y="2857500"/>
                  </a:lnTo>
                  <a:lnTo>
                    <a:pt x="2034793" y="2857500"/>
                  </a:lnTo>
                  <a:lnTo>
                    <a:pt x="1921890" y="2832100"/>
                  </a:lnTo>
                  <a:lnTo>
                    <a:pt x="1922272" y="2832100"/>
                  </a:lnTo>
                  <a:lnTo>
                    <a:pt x="1811527" y="2819400"/>
                  </a:lnTo>
                  <a:lnTo>
                    <a:pt x="1811909" y="2819400"/>
                  </a:lnTo>
                  <a:lnTo>
                    <a:pt x="1703451" y="2794000"/>
                  </a:lnTo>
                  <a:lnTo>
                    <a:pt x="1703832" y="2794000"/>
                  </a:lnTo>
                  <a:lnTo>
                    <a:pt x="1597787" y="2768600"/>
                  </a:lnTo>
                  <a:lnTo>
                    <a:pt x="1598040" y="2768600"/>
                  </a:lnTo>
                  <a:lnTo>
                    <a:pt x="1494536" y="2730500"/>
                  </a:lnTo>
                  <a:lnTo>
                    <a:pt x="1494916" y="2730500"/>
                  </a:lnTo>
                  <a:lnTo>
                    <a:pt x="1393952" y="2705100"/>
                  </a:lnTo>
                  <a:lnTo>
                    <a:pt x="1394205" y="2705100"/>
                  </a:lnTo>
                  <a:lnTo>
                    <a:pt x="1295908" y="2679700"/>
                  </a:lnTo>
                  <a:lnTo>
                    <a:pt x="1296289" y="2679700"/>
                  </a:lnTo>
                  <a:lnTo>
                    <a:pt x="1200658" y="2641600"/>
                  </a:lnTo>
                  <a:lnTo>
                    <a:pt x="1201039" y="2641600"/>
                  </a:lnTo>
                  <a:lnTo>
                    <a:pt x="1108329" y="2603500"/>
                  </a:lnTo>
                  <a:lnTo>
                    <a:pt x="1108710" y="2603500"/>
                  </a:lnTo>
                  <a:lnTo>
                    <a:pt x="1018794" y="2565400"/>
                  </a:lnTo>
                  <a:lnTo>
                    <a:pt x="1019175" y="2565400"/>
                  </a:lnTo>
                  <a:lnTo>
                    <a:pt x="932561" y="2527300"/>
                  </a:lnTo>
                  <a:lnTo>
                    <a:pt x="932942" y="2527300"/>
                  </a:lnTo>
                  <a:lnTo>
                    <a:pt x="849376" y="2489200"/>
                  </a:lnTo>
                  <a:lnTo>
                    <a:pt x="849757" y="2489200"/>
                  </a:lnTo>
                  <a:lnTo>
                    <a:pt x="769365" y="2451100"/>
                  </a:lnTo>
                  <a:lnTo>
                    <a:pt x="769746" y="2451100"/>
                  </a:lnTo>
                  <a:lnTo>
                    <a:pt x="692785" y="2413000"/>
                  </a:lnTo>
                  <a:lnTo>
                    <a:pt x="693165" y="2413000"/>
                  </a:lnTo>
                  <a:lnTo>
                    <a:pt x="619632" y="2362200"/>
                  </a:lnTo>
                  <a:lnTo>
                    <a:pt x="620013" y="2362200"/>
                  </a:lnTo>
                  <a:lnTo>
                    <a:pt x="549910" y="2324100"/>
                  </a:lnTo>
                  <a:lnTo>
                    <a:pt x="550418" y="2324100"/>
                  </a:lnTo>
                  <a:lnTo>
                    <a:pt x="483869" y="2273300"/>
                  </a:lnTo>
                  <a:lnTo>
                    <a:pt x="484377" y="2273300"/>
                  </a:lnTo>
                  <a:lnTo>
                    <a:pt x="421639" y="2222500"/>
                  </a:lnTo>
                  <a:lnTo>
                    <a:pt x="422148" y="2222500"/>
                  </a:lnTo>
                  <a:lnTo>
                    <a:pt x="363093" y="2184400"/>
                  </a:lnTo>
                  <a:lnTo>
                    <a:pt x="363600" y="2184400"/>
                  </a:lnTo>
                  <a:lnTo>
                    <a:pt x="308610" y="2133600"/>
                  </a:lnTo>
                  <a:lnTo>
                    <a:pt x="309118" y="2133600"/>
                  </a:lnTo>
                  <a:lnTo>
                    <a:pt x="258063" y="2082800"/>
                  </a:lnTo>
                  <a:lnTo>
                    <a:pt x="258571" y="2082800"/>
                  </a:lnTo>
                  <a:lnTo>
                    <a:pt x="211455" y="2032000"/>
                  </a:lnTo>
                  <a:lnTo>
                    <a:pt x="212089" y="2032000"/>
                  </a:lnTo>
                  <a:lnTo>
                    <a:pt x="169290" y="1968500"/>
                  </a:lnTo>
                  <a:lnTo>
                    <a:pt x="169799" y="1968500"/>
                  </a:lnTo>
                  <a:lnTo>
                    <a:pt x="131318" y="1917700"/>
                  </a:lnTo>
                  <a:lnTo>
                    <a:pt x="131825" y="1917700"/>
                  </a:lnTo>
                  <a:lnTo>
                    <a:pt x="97662" y="1866900"/>
                  </a:lnTo>
                  <a:lnTo>
                    <a:pt x="98043" y="1866900"/>
                  </a:lnTo>
                  <a:lnTo>
                    <a:pt x="74371" y="1816100"/>
                  </a:lnTo>
                  <a:lnTo>
                    <a:pt x="68961" y="1816100"/>
                  </a:lnTo>
                  <a:lnTo>
                    <a:pt x="52453" y="1774308"/>
                  </a:lnTo>
                  <a:close/>
                </a:path>
                <a:path w="6116955" h="2959100">
                  <a:moveTo>
                    <a:pt x="4788281" y="2667000"/>
                  </a:moveTo>
                  <a:lnTo>
                    <a:pt x="4665980" y="2717800"/>
                  </a:lnTo>
                  <a:lnTo>
                    <a:pt x="4666361" y="2717800"/>
                  </a:lnTo>
                  <a:lnTo>
                    <a:pt x="4539996" y="2743200"/>
                  </a:lnTo>
                  <a:lnTo>
                    <a:pt x="4540504" y="2743200"/>
                  </a:lnTo>
                  <a:lnTo>
                    <a:pt x="4410710" y="2781300"/>
                  </a:lnTo>
                  <a:lnTo>
                    <a:pt x="4411091" y="2781300"/>
                  </a:lnTo>
                  <a:lnTo>
                    <a:pt x="4277995" y="2806700"/>
                  </a:lnTo>
                  <a:lnTo>
                    <a:pt x="4278249" y="2806700"/>
                  </a:lnTo>
                  <a:lnTo>
                    <a:pt x="4141978" y="2832100"/>
                  </a:lnTo>
                  <a:lnTo>
                    <a:pt x="4142359" y="2832100"/>
                  </a:lnTo>
                  <a:lnTo>
                    <a:pt x="4003166" y="2857500"/>
                  </a:lnTo>
                  <a:lnTo>
                    <a:pt x="4003548" y="2857500"/>
                  </a:lnTo>
                  <a:lnTo>
                    <a:pt x="3861689" y="2882900"/>
                  </a:lnTo>
                  <a:lnTo>
                    <a:pt x="3862070" y="2882900"/>
                  </a:lnTo>
                  <a:lnTo>
                    <a:pt x="3717798" y="2895600"/>
                  </a:lnTo>
                  <a:lnTo>
                    <a:pt x="3718179" y="2895600"/>
                  </a:lnTo>
                  <a:lnTo>
                    <a:pt x="3571621" y="2921000"/>
                  </a:lnTo>
                  <a:lnTo>
                    <a:pt x="3423792" y="2921000"/>
                  </a:lnTo>
                  <a:lnTo>
                    <a:pt x="3273425" y="2933700"/>
                  </a:lnTo>
                  <a:lnTo>
                    <a:pt x="3721100" y="2933700"/>
                  </a:lnTo>
                  <a:lnTo>
                    <a:pt x="3865753" y="2908300"/>
                  </a:lnTo>
                  <a:lnTo>
                    <a:pt x="4007992" y="2895600"/>
                  </a:lnTo>
                  <a:lnTo>
                    <a:pt x="4284091" y="2844800"/>
                  </a:lnTo>
                  <a:lnTo>
                    <a:pt x="4417695" y="2806700"/>
                  </a:lnTo>
                  <a:lnTo>
                    <a:pt x="4547870" y="2781300"/>
                  </a:lnTo>
                  <a:lnTo>
                    <a:pt x="4797297" y="2705100"/>
                  </a:lnTo>
                  <a:lnTo>
                    <a:pt x="4856797" y="2679700"/>
                  </a:lnTo>
                  <a:lnTo>
                    <a:pt x="4787899" y="2679700"/>
                  </a:lnTo>
                  <a:lnTo>
                    <a:pt x="4788281" y="2667000"/>
                  </a:lnTo>
                  <a:close/>
                </a:path>
                <a:path w="6116955" h="2959100">
                  <a:moveTo>
                    <a:pt x="6101207" y="1333500"/>
                  </a:moveTo>
                  <a:lnTo>
                    <a:pt x="6072759" y="1333500"/>
                  </a:lnTo>
                  <a:lnTo>
                    <a:pt x="6079363" y="1371600"/>
                  </a:lnTo>
                  <a:lnTo>
                    <a:pt x="6084062" y="1409700"/>
                  </a:lnTo>
                  <a:lnTo>
                    <a:pt x="6086983" y="1447800"/>
                  </a:lnTo>
                  <a:lnTo>
                    <a:pt x="6087998" y="1485900"/>
                  </a:lnTo>
                  <a:lnTo>
                    <a:pt x="6087110" y="1524000"/>
                  </a:lnTo>
                  <a:lnTo>
                    <a:pt x="6084316" y="1549400"/>
                  </a:lnTo>
                  <a:lnTo>
                    <a:pt x="6079617" y="1587500"/>
                  </a:lnTo>
                  <a:lnTo>
                    <a:pt x="6072886" y="1625600"/>
                  </a:lnTo>
                  <a:lnTo>
                    <a:pt x="6064249" y="1663700"/>
                  </a:lnTo>
                  <a:lnTo>
                    <a:pt x="6064377" y="1663700"/>
                  </a:lnTo>
                  <a:lnTo>
                    <a:pt x="6053582" y="1701800"/>
                  </a:lnTo>
                  <a:lnTo>
                    <a:pt x="6053836" y="1701800"/>
                  </a:lnTo>
                  <a:lnTo>
                    <a:pt x="6041009" y="1739900"/>
                  </a:lnTo>
                  <a:lnTo>
                    <a:pt x="6041263" y="1739900"/>
                  </a:lnTo>
                  <a:lnTo>
                    <a:pt x="6026531" y="1778000"/>
                  </a:lnTo>
                  <a:lnTo>
                    <a:pt x="6026785" y="1778000"/>
                  </a:lnTo>
                  <a:lnTo>
                    <a:pt x="6010020" y="1803400"/>
                  </a:lnTo>
                  <a:lnTo>
                    <a:pt x="6010274" y="1803400"/>
                  </a:lnTo>
                  <a:lnTo>
                    <a:pt x="5991733" y="1841500"/>
                  </a:lnTo>
                  <a:lnTo>
                    <a:pt x="5992114" y="1841500"/>
                  </a:lnTo>
                  <a:lnTo>
                    <a:pt x="5971794" y="1879600"/>
                  </a:lnTo>
                  <a:lnTo>
                    <a:pt x="5972174" y="1879600"/>
                  </a:lnTo>
                  <a:lnTo>
                    <a:pt x="5949949" y="1917700"/>
                  </a:lnTo>
                  <a:lnTo>
                    <a:pt x="5950204" y="1917700"/>
                  </a:lnTo>
                  <a:lnTo>
                    <a:pt x="5926455" y="1955800"/>
                  </a:lnTo>
                  <a:lnTo>
                    <a:pt x="5926709" y="1955800"/>
                  </a:lnTo>
                  <a:lnTo>
                    <a:pt x="5901182" y="1981200"/>
                  </a:lnTo>
                  <a:lnTo>
                    <a:pt x="5901436" y="1981200"/>
                  </a:lnTo>
                  <a:lnTo>
                    <a:pt x="5874131" y="2019300"/>
                  </a:lnTo>
                  <a:lnTo>
                    <a:pt x="5874512" y="2019300"/>
                  </a:lnTo>
                  <a:lnTo>
                    <a:pt x="5845556" y="2057400"/>
                  </a:lnTo>
                  <a:lnTo>
                    <a:pt x="5845810" y="2057400"/>
                  </a:lnTo>
                  <a:lnTo>
                    <a:pt x="5815203" y="2082800"/>
                  </a:lnTo>
                  <a:lnTo>
                    <a:pt x="5815584" y="2082800"/>
                  </a:lnTo>
                  <a:lnTo>
                    <a:pt x="5783326" y="2120900"/>
                  </a:lnTo>
                  <a:lnTo>
                    <a:pt x="5783580" y="2120900"/>
                  </a:lnTo>
                  <a:lnTo>
                    <a:pt x="5749797" y="2146300"/>
                  </a:lnTo>
                  <a:lnTo>
                    <a:pt x="5750052" y="2146300"/>
                  </a:lnTo>
                  <a:lnTo>
                    <a:pt x="5714745" y="2184400"/>
                  </a:lnTo>
                  <a:lnTo>
                    <a:pt x="5715127" y="2184400"/>
                  </a:lnTo>
                  <a:lnTo>
                    <a:pt x="5678170" y="2209800"/>
                  </a:lnTo>
                  <a:lnTo>
                    <a:pt x="5678551" y="2209800"/>
                  </a:lnTo>
                  <a:lnTo>
                    <a:pt x="5600319" y="2273300"/>
                  </a:lnTo>
                  <a:lnTo>
                    <a:pt x="5600954" y="2273300"/>
                  </a:lnTo>
                  <a:lnTo>
                    <a:pt x="5516753" y="2324100"/>
                  </a:lnTo>
                  <a:lnTo>
                    <a:pt x="5517388" y="2324100"/>
                  </a:lnTo>
                  <a:lnTo>
                    <a:pt x="5427726" y="2387600"/>
                  </a:lnTo>
                  <a:lnTo>
                    <a:pt x="5428234" y="2387600"/>
                  </a:lnTo>
                  <a:lnTo>
                    <a:pt x="5333238" y="2438400"/>
                  </a:lnTo>
                  <a:lnTo>
                    <a:pt x="5333745" y="2438400"/>
                  </a:lnTo>
                  <a:lnTo>
                    <a:pt x="5233543" y="2489200"/>
                  </a:lnTo>
                  <a:lnTo>
                    <a:pt x="5234051" y="2489200"/>
                  </a:lnTo>
                  <a:lnTo>
                    <a:pt x="5129021" y="2540000"/>
                  </a:lnTo>
                  <a:lnTo>
                    <a:pt x="5129403" y="2540000"/>
                  </a:lnTo>
                  <a:lnTo>
                    <a:pt x="5019674" y="2590800"/>
                  </a:lnTo>
                  <a:lnTo>
                    <a:pt x="5020183" y="2590800"/>
                  </a:lnTo>
                  <a:lnTo>
                    <a:pt x="4906010" y="2628900"/>
                  </a:lnTo>
                  <a:lnTo>
                    <a:pt x="4906391" y="2628900"/>
                  </a:lnTo>
                  <a:lnTo>
                    <a:pt x="4787899" y="2679700"/>
                  </a:lnTo>
                  <a:lnTo>
                    <a:pt x="4856797" y="2679700"/>
                  </a:lnTo>
                  <a:lnTo>
                    <a:pt x="4916296" y="2654300"/>
                  </a:lnTo>
                  <a:lnTo>
                    <a:pt x="5030851" y="2616200"/>
                  </a:lnTo>
                  <a:lnTo>
                    <a:pt x="5141087" y="2565400"/>
                  </a:lnTo>
                  <a:lnTo>
                    <a:pt x="5246623" y="2514600"/>
                  </a:lnTo>
                  <a:lnTo>
                    <a:pt x="5347335" y="2463800"/>
                  </a:lnTo>
                  <a:lnTo>
                    <a:pt x="5442966" y="2413000"/>
                  </a:lnTo>
                  <a:lnTo>
                    <a:pt x="5533136" y="2349500"/>
                  </a:lnTo>
                  <a:lnTo>
                    <a:pt x="5617845" y="2298700"/>
                  </a:lnTo>
                  <a:lnTo>
                    <a:pt x="5696585" y="2235200"/>
                  </a:lnTo>
                  <a:lnTo>
                    <a:pt x="5733922" y="2197100"/>
                  </a:lnTo>
                  <a:lnTo>
                    <a:pt x="5769610" y="2171700"/>
                  </a:lnTo>
                  <a:lnTo>
                    <a:pt x="5803772" y="2133600"/>
                  </a:lnTo>
                  <a:lnTo>
                    <a:pt x="5836412" y="2108200"/>
                  </a:lnTo>
                  <a:lnTo>
                    <a:pt x="5867272" y="2070100"/>
                  </a:lnTo>
                  <a:lnTo>
                    <a:pt x="5896610" y="2032000"/>
                  </a:lnTo>
                  <a:lnTo>
                    <a:pt x="5924295" y="2006600"/>
                  </a:lnTo>
                  <a:lnTo>
                    <a:pt x="5950204" y="1968500"/>
                  </a:lnTo>
                  <a:lnTo>
                    <a:pt x="5974334" y="1930400"/>
                  </a:lnTo>
                  <a:lnTo>
                    <a:pt x="5996813" y="1892300"/>
                  </a:lnTo>
                  <a:lnTo>
                    <a:pt x="6017387" y="1854200"/>
                  </a:lnTo>
                  <a:lnTo>
                    <a:pt x="6036183" y="1816100"/>
                  </a:lnTo>
                  <a:lnTo>
                    <a:pt x="6053201" y="1790700"/>
                  </a:lnTo>
                  <a:lnTo>
                    <a:pt x="6068314" y="1752600"/>
                  </a:lnTo>
                  <a:lnTo>
                    <a:pt x="6081395" y="1714500"/>
                  </a:lnTo>
                  <a:lnTo>
                    <a:pt x="6092317" y="1676400"/>
                  </a:lnTo>
                  <a:lnTo>
                    <a:pt x="6101207" y="1638300"/>
                  </a:lnTo>
                  <a:lnTo>
                    <a:pt x="6108192" y="1600200"/>
                  </a:lnTo>
                  <a:lnTo>
                    <a:pt x="6113145" y="1562100"/>
                  </a:lnTo>
                  <a:lnTo>
                    <a:pt x="6116066" y="1524000"/>
                  </a:lnTo>
                  <a:lnTo>
                    <a:pt x="6116955" y="1485900"/>
                  </a:lnTo>
                  <a:lnTo>
                    <a:pt x="6115812" y="1447800"/>
                  </a:lnTo>
                  <a:lnTo>
                    <a:pt x="6112764" y="1409700"/>
                  </a:lnTo>
                  <a:lnTo>
                    <a:pt x="6107938" y="1371600"/>
                  </a:lnTo>
                  <a:lnTo>
                    <a:pt x="6101207" y="1333500"/>
                  </a:lnTo>
                  <a:close/>
                </a:path>
                <a:path w="6116955" h="2959100">
                  <a:moveTo>
                    <a:pt x="68452" y="1803400"/>
                  </a:moveTo>
                  <a:lnTo>
                    <a:pt x="68961" y="1816100"/>
                  </a:lnTo>
                  <a:lnTo>
                    <a:pt x="74371" y="1816100"/>
                  </a:lnTo>
                  <a:lnTo>
                    <a:pt x="68452" y="1803400"/>
                  </a:lnTo>
                  <a:close/>
                </a:path>
                <a:path w="6116955" h="2959100">
                  <a:moveTo>
                    <a:pt x="10032" y="1701800"/>
                  </a:moveTo>
                  <a:lnTo>
                    <a:pt x="0" y="1790700"/>
                  </a:lnTo>
                  <a:lnTo>
                    <a:pt x="24855" y="1782932"/>
                  </a:lnTo>
                  <a:lnTo>
                    <a:pt x="22225" y="1778000"/>
                  </a:lnTo>
                  <a:lnTo>
                    <a:pt x="48894" y="1765300"/>
                  </a:lnTo>
                  <a:lnTo>
                    <a:pt x="81280" y="1765300"/>
                  </a:lnTo>
                  <a:lnTo>
                    <a:pt x="10032" y="1701800"/>
                  </a:lnTo>
                  <a:close/>
                </a:path>
                <a:path w="6116955" h="2959100">
                  <a:moveTo>
                    <a:pt x="48894" y="1765300"/>
                  </a:moveTo>
                  <a:lnTo>
                    <a:pt x="22225" y="1778000"/>
                  </a:lnTo>
                  <a:lnTo>
                    <a:pt x="24855" y="1782932"/>
                  </a:lnTo>
                  <a:lnTo>
                    <a:pt x="52453" y="1774308"/>
                  </a:lnTo>
                  <a:lnTo>
                    <a:pt x="48894" y="1765300"/>
                  </a:lnTo>
                  <a:close/>
                </a:path>
                <a:path w="6116955" h="2959100">
                  <a:moveTo>
                    <a:pt x="81280" y="1765300"/>
                  </a:moveTo>
                  <a:lnTo>
                    <a:pt x="48894" y="1765300"/>
                  </a:lnTo>
                  <a:lnTo>
                    <a:pt x="52453" y="1774308"/>
                  </a:lnTo>
                  <a:lnTo>
                    <a:pt x="81280" y="1765300"/>
                  </a:lnTo>
                  <a:close/>
                </a:path>
                <a:path w="6116955" h="2959100">
                  <a:moveTo>
                    <a:pt x="6055233" y="1193800"/>
                  </a:moveTo>
                  <a:lnTo>
                    <a:pt x="6028436" y="1193800"/>
                  </a:lnTo>
                  <a:lnTo>
                    <a:pt x="6042533" y="1231900"/>
                  </a:lnTo>
                  <a:lnTo>
                    <a:pt x="6042279" y="1231900"/>
                  </a:lnTo>
                  <a:lnTo>
                    <a:pt x="6054344" y="1270000"/>
                  </a:lnTo>
                  <a:lnTo>
                    <a:pt x="6054090" y="1270000"/>
                  </a:lnTo>
                  <a:lnTo>
                    <a:pt x="6064504" y="1308100"/>
                  </a:lnTo>
                  <a:lnTo>
                    <a:pt x="6072886" y="1346200"/>
                  </a:lnTo>
                  <a:lnTo>
                    <a:pt x="6072759" y="1333500"/>
                  </a:lnTo>
                  <a:lnTo>
                    <a:pt x="6101207" y="1333500"/>
                  </a:lnTo>
                  <a:lnTo>
                    <a:pt x="6092444" y="1295400"/>
                  </a:lnTo>
                  <a:lnTo>
                    <a:pt x="6081776" y="1257300"/>
                  </a:lnTo>
                  <a:lnTo>
                    <a:pt x="6069457" y="1219200"/>
                  </a:lnTo>
                  <a:lnTo>
                    <a:pt x="6055233" y="1193800"/>
                  </a:lnTo>
                  <a:close/>
                </a:path>
                <a:path w="6116955" h="2959100">
                  <a:moveTo>
                    <a:pt x="3420110" y="12700"/>
                  </a:moveTo>
                  <a:lnTo>
                    <a:pt x="2653538" y="12700"/>
                  </a:lnTo>
                  <a:lnTo>
                    <a:pt x="2357754" y="38100"/>
                  </a:lnTo>
                  <a:lnTo>
                    <a:pt x="2213102" y="63500"/>
                  </a:lnTo>
                  <a:lnTo>
                    <a:pt x="2070862" y="76200"/>
                  </a:lnTo>
                  <a:lnTo>
                    <a:pt x="1794637" y="127000"/>
                  </a:lnTo>
                  <a:lnTo>
                    <a:pt x="1661160" y="165100"/>
                  </a:lnTo>
                  <a:lnTo>
                    <a:pt x="1530985" y="190500"/>
                  </a:lnTo>
                  <a:lnTo>
                    <a:pt x="1281557" y="266700"/>
                  </a:lnTo>
                  <a:lnTo>
                    <a:pt x="1162558" y="317500"/>
                  </a:lnTo>
                  <a:lnTo>
                    <a:pt x="1047876" y="355600"/>
                  </a:lnTo>
                  <a:lnTo>
                    <a:pt x="937768" y="406400"/>
                  </a:lnTo>
                  <a:lnTo>
                    <a:pt x="832231" y="457200"/>
                  </a:lnTo>
                  <a:lnTo>
                    <a:pt x="731519" y="508000"/>
                  </a:lnTo>
                  <a:lnTo>
                    <a:pt x="635888" y="558800"/>
                  </a:lnTo>
                  <a:lnTo>
                    <a:pt x="545719" y="622300"/>
                  </a:lnTo>
                  <a:lnTo>
                    <a:pt x="461010" y="673100"/>
                  </a:lnTo>
                  <a:lnTo>
                    <a:pt x="382143" y="736600"/>
                  </a:lnTo>
                  <a:lnTo>
                    <a:pt x="344805" y="762000"/>
                  </a:lnTo>
                  <a:lnTo>
                    <a:pt x="309118" y="800100"/>
                  </a:lnTo>
                  <a:lnTo>
                    <a:pt x="275081" y="838200"/>
                  </a:lnTo>
                  <a:lnTo>
                    <a:pt x="242443" y="863600"/>
                  </a:lnTo>
                  <a:lnTo>
                    <a:pt x="211581" y="901700"/>
                  </a:lnTo>
                  <a:lnTo>
                    <a:pt x="182244" y="939800"/>
                  </a:lnTo>
                  <a:lnTo>
                    <a:pt x="154558" y="965200"/>
                  </a:lnTo>
                  <a:lnTo>
                    <a:pt x="128650" y="1003300"/>
                  </a:lnTo>
                  <a:lnTo>
                    <a:pt x="104520" y="1041400"/>
                  </a:lnTo>
                  <a:lnTo>
                    <a:pt x="81914" y="1079500"/>
                  </a:lnTo>
                  <a:lnTo>
                    <a:pt x="61340" y="1117600"/>
                  </a:lnTo>
                  <a:lnTo>
                    <a:pt x="42671" y="1143000"/>
                  </a:lnTo>
                  <a:lnTo>
                    <a:pt x="25526" y="1181100"/>
                  </a:lnTo>
                  <a:lnTo>
                    <a:pt x="10668" y="1219200"/>
                  </a:lnTo>
                  <a:lnTo>
                    <a:pt x="37592" y="1231900"/>
                  </a:lnTo>
                  <a:lnTo>
                    <a:pt x="52324" y="1193800"/>
                  </a:lnTo>
                  <a:lnTo>
                    <a:pt x="52069" y="1193800"/>
                  </a:lnTo>
                  <a:lnTo>
                    <a:pt x="68833" y="1155700"/>
                  </a:lnTo>
                  <a:lnTo>
                    <a:pt x="68580" y="1155700"/>
                  </a:lnTo>
                  <a:lnTo>
                    <a:pt x="86994" y="1130300"/>
                  </a:lnTo>
                  <a:lnTo>
                    <a:pt x="86740" y="1130300"/>
                  </a:lnTo>
                  <a:lnTo>
                    <a:pt x="107061" y="1092200"/>
                  </a:lnTo>
                  <a:lnTo>
                    <a:pt x="106680" y="1092200"/>
                  </a:lnTo>
                  <a:lnTo>
                    <a:pt x="128905" y="1054100"/>
                  </a:lnTo>
                  <a:lnTo>
                    <a:pt x="128650" y="1054100"/>
                  </a:lnTo>
                  <a:lnTo>
                    <a:pt x="152400" y="1016000"/>
                  </a:lnTo>
                  <a:lnTo>
                    <a:pt x="152019" y="1016000"/>
                  </a:lnTo>
                  <a:lnTo>
                    <a:pt x="177673" y="990600"/>
                  </a:lnTo>
                  <a:lnTo>
                    <a:pt x="177419" y="990600"/>
                  </a:lnTo>
                  <a:lnTo>
                    <a:pt x="204724" y="952500"/>
                  </a:lnTo>
                  <a:lnTo>
                    <a:pt x="204343" y="952500"/>
                  </a:lnTo>
                  <a:lnTo>
                    <a:pt x="233299" y="914400"/>
                  </a:lnTo>
                  <a:lnTo>
                    <a:pt x="233044" y="914400"/>
                  </a:lnTo>
                  <a:lnTo>
                    <a:pt x="263525" y="889000"/>
                  </a:lnTo>
                  <a:lnTo>
                    <a:pt x="263270" y="889000"/>
                  </a:lnTo>
                  <a:lnTo>
                    <a:pt x="295529" y="850900"/>
                  </a:lnTo>
                  <a:lnTo>
                    <a:pt x="295148" y="850900"/>
                  </a:lnTo>
                  <a:lnTo>
                    <a:pt x="329056" y="825500"/>
                  </a:lnTo>
                  <a:lnTo>
                    <a:pt x="328675" y="825500"/>
                  </a:lnTo>
                  <a:lnTo>
                    <a:pt x="364108" y="787400"/>
                  </a:lnTo>
                  <a:lnTo>
                    <a:pt x="363727" y="787400"/>
                  </a:lnTo>
                  <a:lnTo>
                    <a:pt x="400685" y="762000"/>
                  </a:lnTo>
                  <a:lnTo>
                    <a:pt x="400176" y="762000"/>
                  </a:lnTo>
                  <a:lnTo>
                    <a:pt x="478536" y="698500"/>
                  </a:lnTo>
                  <a:lnTo>
                    <a:pt x="477900" y="698500"/>
                  </a:lnTo>
                  <a:lnTo>
                    <a:pt x="561975" y="635000"/>
                  </a:lnTo>
                  <a:lnTo>
                    <a:pt x="561467" y="635000"/>
                  </a:lnTo>
                  <a:lnTo>
                    <a:pt x="651129" y="584200"/>
                  </a:lnTo>
                  <a:lnTo>
                    <a:pt x="650494" y="584200"/>
                  </a:lnTo>
                  <a:lnTo>
                    <a:pt x="745617" y="533400"/>
                  </a:lnTo>
                  <a:lnTo>
                    <a:pt x="745108" y="533400"/>
                  </a:lnTo>
                  <a:lnTo>
                    <a:pt x="845312" y="482600"/>
                  </a:lnTo>
                  <a:lnTo>
                    <a:pt x="844804" y="482600"/>
                  </a:lnTo>
                  <a:lnTo>
                    <a:pt x="949832" y="431800"/>
                  </a:lnTo>
                  <a:lnTo>
                    <a:pt x="949325" y="431800"/>
                  </a:lnTo>
                  <a:lnTo>
                    <a:pt x="1059052" y="381000"/>
                  </a:lnTo>
                  <a:lnTo>
                    <a:pt x="1058671" y="381000"/>
                  </a:lnTo>
                  <a:lnTo>
                    <a:pt x="1172845" y="342900"/>
                  </a:lnTo>
                  <a:lnTo>
                    <a:pt x="1172464" y="342900"/>
                  </a:lnTo>
                  <a:lnTo>
                    <a:pt x="1290955" y="292100"/>
                  </a:lnTo>
                  <a:lnTo>
                    <a:pt x="1290446" y="292100"/>
                  </a:lnTo>
                  <a:lnTo>
                    <a:pt x="1412875" y="254000"/>
                  </a:lnTo>
                  <a:lnTo>
                    <a:pt x="1412493" y="254000"/>
                  </a:lnTo>
                  <a:lnTo>
                    <a:pt x="1538732" y="215900"/>
                  </a:lnTo>
                  <a:lnTo>
                    <a:pt x="1538351" y="215900"/>
                  </a:lnTo>
                  <a:lnTo>
                    <a:pt x="1668145" y="190500"/>
                  </a:lnTo>
                  <a:lnTo>
                    <a:pt x="1667764" y="190500"/>
                  </a:lnTo>
                  <a:lnTo>
                    <a:pt x="1800860" y="165100"/>
                  </a:lnTo>
                  <a:lnTo>
                    <a:pt x="1800478" y="165100"/>
                  </a:lnTo>
                  <a:lnTo>
                    <a:pt x="1936877" y="127000"/>
                  </a:lnTo>
                  <a:lnTo>
                    <a:pt x="1936496" y="127000"/>
                  </a:lnTo>
                  <a:lnTo>
                    <a:pt x="2075561" y="101600"/>
                  </a:lnTo>
                  <a:lnTo>
                    <a:pt x="2146173" y="101600"/>
                  </a:lnTo>
                  <a:lnTo>
                    <a:pt x="2217039" y="88900"/>
                  </a:lnTo>
                  <a:lnTo>
                    <a:pt x="2216658" y="88900"/>
                  </a:lnTo>
                  <a:lnTo>
                    <a:pt x="2361057" y="63500"/>
                  </a:lnTo>
                  <a:lnTo>
                    <a:pt x="2360676" y="63500"/>
                  </a:lnTo>
                  <a:lnTo>
                    <a:pt x="2507107" y="50800"/>
                  </a:lnTo>
                  <a:lnTo>
                    <a:pt x="2655062" y="50800"/>
                  </a:lnTo>
                  <a:lnTo>
                    <a:pt x="2805429" y="38100"/>
                  </a:lnTo>
                  <a:lnTo>
                    <a:pt x="3731133" y="38100"/>
                  </a:lnTo>
                  <a:lnTo>
                    <a:pt x="3420110" y="12700"/>
                  </a:lnTo>
                  <a:close/>
                </a:path>
                <a:path w="6116955" h="2959100">
                  <a:moveTo>
                    <a:pt x="5769038" y="800100"/>
                  </a:moveTo>
                  <a:lnTo>
                    <a:pt x="5732398" y="800100"/>
                  </a:lnTo>
                  <a:lnTo>
                    <a:pt x="5766308" y="838200"/>
                  </a:lnTo>
                  <a:lnTo>
                    <a:pt x="5766054" y="838200"/>
                  </a:lnTo>
                  <a:lnTo>
                    <a:pt x="5798312" y="863600"/>
                  </a:lnTo>
                  <a:lnTo>
                    <a:pt x="5798058" y="863600"/>
                  </a:lnTo>
                  <a:lnTo>
                    <a:pt x="5828792" y="901700"/>
                  </a:lnTo>
                  <a:lnTo>
                    <a:pt x="5828411" y="901700"/>
                  </a:lnTo>
                  <a:lnTo>
                    <a:pt x="5857620" y="927100"/>
                  </a:lnTo>
                  <a:lnTo>
                    <a:pt x="5857240" y="927100"/>
                  </a:lnTo>
                  <a:lnTo>
                    <a:pt x="5884798" y="965200"/>
                  </a:lnTo>
                  <a:lnTo>
                    <a:pt x="5884545" y="965200"/>
                  </a:lnTo>
                  <a:lnTo>
                    <a:pt x="5910453" y="1003300"/>
                  </a:lnTo>
                  <a:lnTo>
                    <a:pt x="5910071" y="1003300"/>
                  </a:lnTo>
                  <a:lnTo>
                    <a:pt x="5934456" y="1028700"/>
                  </a:lnTo>
                  <a:lnTo>
                    <a:pt x="5934074" y="1028700"/>
                  </a:lnTo>
                  <a:lnTo>
                    <a:pt x="5956681" y="1066800"/>
                  </a:lnTo>
                  <a:lnTo>
                    <a:pt x="5956299" y="1066800"/>
                  </a:lnTo>
                  <a:lnTo>
                    <a:pt x="5977128" y="1092200"/>
                  </a:lnTo>
                  <a:lnTo>
                    <a:pt x="5976873" y="1092200"/>
                  </a:lnTo>
                  <a:lnTo>
                    <a:pt x="5996178" y="1130300"/>
                  </a:lnTo>
                  <a:lnTo>
                    <a:pt x="5995796" y="1130300"/>
                  </a:lnTo>
                  <a:lnTo>
                    <a:pt x="6013322" y="1168400"/>
                  </a:lnTo>
                  <a:lnTo>
                    <a:pt x="6013069" y="1168400"/>
                  </a:lnTo>
                  <a:lnTo>
                    <a:pt x="6028690" y="1206500"/>
                  </a:lnTo>
                  <a:lnTo>
                    <a:pt x="6028436" y="1193800"/>
                  </a:lnTo>
                  <a:lnTo>
                    <a:pt x="6055233" y="1193800"/>
                  </a:lnTo>
                  <a:lnTo>
                    <a:pt x="6039231" y="1155700"/>
                  </a:lnTo>
                  <a:lnTo>
                    <a:pt x="6021578" y="1117600"/>
                  </a:lnTo>
                  <a:lnTo>
                    <a:pt x="6002020" y="1079500"/>
                  </a:lnTo>
                  <a:lnTo>
                    <a:pt x="5980938" y="1054100"/>
                  </a:lnTo>
                  <a:lnTo>
                    <a:pt x="5957951" y="1016000"/>
                  </a:lnTo>
                  <a:lnTo>
                    <a:pt x="5933440" y="977900"/>
                  </a:lnTo>
                  <a:lnTo>
                    <a:pt x="5907151" y="952500"/>
                  </a:lnTo>
                  <a:lnTo>
                    <a:pt x="5879338" y="914400"/>
                  </a:lnTo>
                  <a:lnTo>
                    <a:pt x="5849873" y="876300"/>
                  </a:lnTo>
                  <a:lnTo>
                    <a:pt x="5818759" y="850900"/>
                  </a:lnTo>
                  <a:lnTo>
                    <a:pt x="5786120" y="812800"/>
                  </a:lnTo>
                  <a:lnTo>
                    <a:pt x="5769038" y="800100"/>
                  </a:lnTo>
                  <a:close/>
                </a:path>
                <a:path w="6116955" h="2959100">
                  <a:moveTo>
                    <a:pt x="4539149" y="190500"/>
                  </a:moveTo>
                  <a:lnTo>
                    <a:pt x="4443984" y="190500"/>
                  </a:lnTo>
                  <a:lnTo>
                    <a:pt x="4575556" y="228600"/>
                  </a:lnTo>
                  <a:lnTo>
                    <a:pt x="4575175" y="228600"/>
                  </a:lnTo>
                  <a:lnTo>
                    <a:pt x="4702556" y="266700"/>
                  </a:lnTo>
                  <a:lnTo>
                    <a:pt x="4702047" y="266700"/>
                  </a:lnTo>
                  <a:lnTo>
                    <a:pt x="4824984" y="304800"/>
                  </a:lnTo>
                  <a:lnTo>
                    <a:pt x="4824603" y="304800"/>
                  </a:lnTo>
                  <a:lnTo>
                    <a:pt x="4942713" y="355600"/>
                  </a:lnTo>
                  <a:lnTo>
                    <a:pt x="4942332" y="355600"/>
                  </a:lnTo>
                  <a:lnTo>
                    <a:pt x="5055616" y="393700"/>
                  </a:lnTo>
                  <a:lnTo>
                    <a:pt x="5055235" y="393700"/>
                  </a:lnTo>
                  <a:lnTo>
                    <a:pt x="5163566" y="444500"/>
                  </a:lnTo>
                  <a:lnTo>
                    <a:pt x="5163058" y="444500"/>
                  </a:lnTo>
                  <a:lnTo>
                    <a:pt x="5266309" y="495300"/>
                  </a:lnTo>
                  <a:lnTo>
                    <a:pt x="5265801" y="495300"/>
                  </a:lnTo>
                  <a:lnTo>
                    <a:pt x="5363845" y="546100"/>
                  </a:lnTo>
                  <a:lnTo>
                    <a:pt x="5363337" y="546100"/>
                  </a:lnTo>
                  <a:lnTo>
                    <a:pt x="5455920" y="596900"/>
                  </a:lnTo>
                  <a:lnTo>
                    <a:pt x="5455412" y="596900"/>
                  </a:lnTo>
                  <a:lnTo>
                    <a:pt x="5542280" y="660400"/>
                  </a:lnTo>
                  <a:lnTo>
                    <a:pt x="5541771" y="660400"/>
                  </a:lnTo>
                  <a:lnTo>
                    <a:pt x="5623052" y="711200"/>
                  </a:lnTo>
                  <a:lnTo>
                    <a:pt x="5622417" y="711200"/>
                  </a:lnTo>
                  <a:lnTo>
                    <a:pt x="5697728" y="774700"/>
                  </a:lnTo>
                  <a:lnTo>
                    <a:pt x="5697346" y="774700"/>
                  </a:lnTo>
                  <a:lnTo>
                    <a:pt x="5732780" y="812800"/>
                  </a:lnTo>
                  <a:lnTo>
                    <a:pt x="5732398" y="800100"/>
                  </a:lnTo>
                  <a:lnTo>
                    <a:pt x="5769038" y="800100"/>
                  </a:lnTo>
                  <a:lnTo>
                    <a:pt x="5751957" y="787400"/>
                  </a:lnTo>
                  <a:lnTo>
                    <a:pt x="5716143" y="749300"/>
                  </a:lnTo>
                  <a:lnTo>
                    <a:pt x="5640323" y="698500"/>
                  </a:lnTo>
                  <a:lnTo>
                    <a:pt x="5558409" y="635000"/>
                  </a:lnTo>
                  <a:lnTo>
                    <a:pt x="5470906" y="571500"/>
                  </a:lnTo>
                  <a:lnTo>
                    <a:pt x="5377815" y="520700"/>
                  </a:lnTo>
                  <a:lnTo>
                    <a:pt x="5279263" y="469900"/>
                  </a:lnTo>
                  <a:lnTo>
                    <a:pt x="5175504" y="419100"/>
                  </a:lnTo>
                  <a:lnTo>
                    <a:pt x="5066665" y="368300"/>
                  </a:lnTo>
                  <a:lnTo>
                    <a:pt x="4952872" y="330200"/>
                  </a:lnTo>
                  <a:lnTo>
                    <a:pt x="4834255" y="279400"/>
                  </a:lnTo>
                  <a:lnTo>
                    <a:pt x="4710938" y="241300"/>
                  </a:lnTo>
                  <a:lnTo>
                    <a:pt x="4539149" y="190500"/>
                  </a:lnTo>
                  <a:close/>
                </a:path>
                <a:path w="6116955" h="2959100">
                  <a:moveTo>
                    <a:pt x="3731133" y="38100"/>
                  </a:moveTo>
                  <a:lnTo>
                    <a:pt x="3263265" y="38100"/>
                  </a:lnTo>
                  <a:lnTo>
                    <a:pt x="3418586" y="50800"/>
                  </a:lnTo>
                  <a:lnTo>
                    <a:pt x="3573653" y="50800"/>
                  </a:lnTo>
                  <a:lnTo>
                    <a:pt x="3728085" y="76200"/>
                  </a:lnTo>
                  <a:lnTo>
                    <a:pt x="3727830" y="76200"/>
                  </a:lnTo>
                  <a:lnTo>
                    <a:pt x="3878834" y="88900"/>
                  </a:lnTo>
                  <a:lnTo>
                    <a:pt x="3878453" y="88900"/>
                  </a:lnTo>
                  <a:lnTo>
                    <a:pt x="4025900" y="114300"/>
                  </a:lnTo>
                  <a:lnTo>
                    <a:pt x="4025518" y="114300"/>
                  </a:lnTo>
                  <a:lnTo>
                    <a:pt x="4169410" y="139700"/>
                  </a:lnTo>
                  <a:lnTo>
                    <a:pt x="4169029" y="139700"/>
                  </a:lnTo>
                  <a:lnTo>
                    <a:pt x="4308856" y="165100"/>
                  </a:lnTo>
                  <a:lnTo>
                    <a:pt x="4308475" y="165100"/>
                  </a:lnTo>
                  <a:lnTo>
                    <a:pt x="4444365" y="203200"/>
                  </a:lnTo>
                  <a:lnTo>
                    <a:pt x="4443984" y="190500"/>
                  </a:lnTo>
                  <a:lnTo>
                    <a:pt x="4539149" y="190500"/>
                  </a:lnTo>
                  <a:lnTo>
                    <a:pt x="4451096" y="165100"/>
                  </a:lnTo>
                  <a:lnTo>
                    <a:pt x="3882516" y="63500"/>
                  </a:lnTo>
                  <a:lnTo>
                    <a:pt x="3731133" y="38100"/>
                  </a:lnTo>
                  <a:close/>
                </a:path>
                <a:path w="6116955" h="2959100">
                  <a:moveTo>
                    <a:pt x="2146173" y="101600"/>
                  </a:moveTo>
                  <a:lnTo>
                    <a:pt x="2075561" y="101600"/>
                  </a:lnTo>
                  <a:lnTo>
                    <a:pt x="2075307" y="114300"/>
                  </a:lnTo>
                  <a:lnTo>
                    <a:pt x="2146173" y="101600"/>
                  </a:lnTo>
                  <a:close/>
                </a:path>
                <a:path w="6116955" h="2959100">
                  <a:moveTo>
                    <a:pt x="3109849" y="0"/>
                  </a:moveTo>
                  <a:lnTo>
                    <a:pt x="2956305" y="0"/>
                  </a:lnTo>
                  <a:lnTo>
                    <a:pt x="2804160" y="12700"/>
                  </a:lnTo>
                  <a:lnTo>
                    <a:pt x="3264535" y="12700"/>
                  </a:lnTo>
                  <a:lnTo>
                    <a:pt x="3109849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17241" y="3844289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2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2" y="467868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17241" y="3844289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2" y="467868"/>
                  </a:lnTo>
                  <a:lnTo>
                    <a:pt x="1170432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34411" y="3912082"/>
              <a:ext cx="732282" cy="35892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487673" y="3019805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1168908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8" y="467868"/>
                  </a:lnTo>
                  <a:lnTo>
                    <a:pt x="11689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87673" y="3019805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0" y="467868"/>
                  </a:moveTo>
                  <a:lnTo>
                    <a:pt x="1168908" y="467868"/>
                  </a:lnTo>
                  <a:lnTo>
                    <a:pt x="1168908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70732" y="3186683"/>
              <a:ext cx="1002030" cy="16230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49417" y="3019805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2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2" y="467868"/>
                  </a:lnTo>
                  <a:lnTo>
                    <a:pt x="11704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49417" y="3019805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2" y="467868"/>
                  </a:lnTo>
                  <a:lnTo>
                    <a:pt x="1170432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98008" y="3186683"/>
              <a:ext cx="874013" cy="1623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416802" y="3844289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4" h="467995">
                  <a:moveTo>
                    <a:pt x="1168907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7" y="467868"/>
                  </a:lnTo>
                  <a:lnTo>
                    <a:pt x="116890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16802" y="3844289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4" h="467995">
                  <a:moveTo>
                    <a:pt x="0" y="467868"/>
                  </a:moveTo>
                  <a:lnTo>
                    <a:pt x="1168907" y="467868"/>
                  </a:lnTo>
                  <a:lnTo>
                    <a:pt x="1168907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65035" y="4011167"/>
              <a:ext cx="471677" cy="16230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884678" y="3245865"/>
              <a:ext cx="4131945" cy="1664335"/>
            </a:xfrm>
            <a:custGeom>
              <a:avLst/>
              <a:gdLst/>
              <a:ahLst/>
              <a:cxnLst/>
              <a:rect l="l" t="t" r="r" b="b"/>
              <a:pathLst>
                <a:path w="4131945" h="1664335">
                  <a:moveTo>
                    <a:pt x="591566" y="41402"/>
                  </a:moveTo>
                  <a:lnTo>
                    <a:pt x="586168" y="39116"/>
                  </a:lnTo>
                  <a:lnTo>
                    <a:pt x="513080" y="8128"/>
                  </a:lnTo>
                  <a:lnTo>
                    <a:pt x="515112" y="40284"/>
                  </a:lnTo>
                  <a:lnTo>
                    <a:pt x="472440" y="46355"/>
                  </a:lnTo>
                  <a:lnTo>
                    <a:pt x="415798" y="60198"/>
                  </a:lnTo>
                  <a:lnTo>
                    <a:pt x="361442" y="78994"/>
                  </a:lnTo>
                  <a:lnTo>
                    <a:pt x="309753" y="102489"/>
                  </a:lnTo>
                  <a:lnTo>
                    <a:pt x="260985" y="130556"/>
                  </a:lnTo>
                  <a:lnTo>
                    <a:pt x="215392" y="162687"/>
                  </a:lnTo>
                  <a:lnTo>
                    <a:pt x="173482" y="198755"/>
                  </a:lnTo>
                  <a:lnTo>
                    <a:pt x="135255" y="238633"/>
                  </a:lnTo>
                  <a:lnTo>
                    <a:pt x="101092" y="281686"/>
                  </a:lnTo>
                  <a:lnTo>
                    <a:pt x="71374" y="327787"/>
                  </a:lnTo>
                  <a:lnTo>
                    <a:pt x="46609" y="376682"/>
                  </a:lnTo>
                  <a:lnTo>
                    <a:pt x="26670" y="428117"/>
                  </a:lnTo>
                  <a:lnTo>
                    <a:pt x="12065" y="481711"/>
                  </a:lnTo>
                  <a:lnTo>
                    <a:pt x="3048" y="537337"/>
                  </a:lnTo>
                  <a:lnTo>
                    <a:pt x="0" y="594741"/>
                  </a:lnTo>
                  <a:lnTo>
                    <a:pt x="127" y="597789"/>
                  </a:lnTo>
                  <a:lnTo>
                    <a:pt x="12827" y="597408"/>
                  </a:lnTo>
                  <a:lnTo>
                    <a:pt x="12712" y="594741"/>
                  </a:lnTo>
                  <a:lnTo>
                    <a:pt x="12700" y="594588"/>
                  </a:lnTo>
                  <a:lnTo>
                    <a:pt x="13449" y="566674"/>
                  </a:lnTo>
                  <a:lnTo>
                    <a:pt x="13462" y="566508"/>
                  </a:lnTo>
                  <a:lnTo>
                    <a:pt x="13487" y="566293"/>
                  </a:lnTo>
                  <a:lnTo>
                    <a:pt x="15582" y="538861"/>
                  </a:lnTo>
                  <a:lnTo>
                    <a:pt x="15621" y="538708"/>
                  </a:lnTo>
                  <a:lnTo>
                    <a:pt x="15621" y="538861"/>
                  </a:lnTo>
                  <a:lnTo>
                    <a:pt x="15671" y="538480"/>
                  </a:lnTo>
                  <a:lnTo>
                    <a:pt x="19367" y="511556"/>
                  </a:lnTo>
                  <a:lnTo>
                    <a:pt x="19431" y="511175"/>
                  </a:lnTo>
                  <a:lnTo>
                    <a:pt x="19304" y="511556"/>
                  </a:lnTo>
                  <a:lnTo>
                    <a:pt x="24434" y="484632"/>
                  </a:lnTo>
                  <a:lnTo>
                    <a:pt x="24511" y="484251"/>
                  </a:lnTo>
                  <a:lnTo>
                    <a:pt x="24384" y="484632"/>
                  </a:lnTo>
                  <a:lnTo>
                    <a:pt x="30861" y="457962"/>
                  </a:lnTo>
                  <a:lnTo>
                    <a:pt x="30861" y="458216"/>
                  </a:lnTo>
                  <a:lnTo>
                    <a:pt x="30924" y="457962"/>
                  </a:lnTo>
                  <a:lnTo>
                    <a:pt x="38620" y="432308"/>
                  </a:lnTo>
                  <a:lnTo>
                    <a:pt x="47777" y="406781"/>
                  </a:lnTo>
                  <a:lnTo>
                    <a:pt x="47879" y="406527"/>
                  </a:lnTo>
                  <a:lnTo>
                    <a:pt x="47752" y="406781"/>
                  </a:lnTo>
                  <a:lnTo>
                    <a:pt x="58166" y="381635"/>
                  </a:lnTo>
                  <a:lnTo>
                    <a:pt x="58039" y="382016"/>
                  </a:lnTo>
                  <a:lnTo>
                    <a:pt x="58216" y="381635"/>
                  </a:lnTo>
                  <a:lnTo>
                    <a:pt x="69723" y="357759"/>
                  </a:lnTo>
                  <a:lnTo>
                    <a:pt x="69850" y="357517"/>
                  </a:lnTo>
                  <a:lnTo>
                    <a:pt x="69596" y="357759"/>
                  </a:lnTo>
                  <a:lnTo>
                    <a:pt x="82410" y="334264"/>
                  </a:lnTo>
                  <a:lnTo>
                    <a:pt x="82550" y="334010"/>
                  </a:lnTo>
                  <a:lnTo>
                    <a:pt x="82296" y="334264"/>
                  </a:lnTo>
                  <a:lnTo>
                    <a:pt x="96393" y="311150"/>
                  </a:lnTo>
                  <a:lnTo>
                    <a:pt x="96266" y="311416"/>
                  </a:lnTo>
                  <a:lnTo>
                    <a:pt x="96431" y="311150"/>
                  </a:lnTo>
                  <a:lnTo>
                    <a:pt x="111506" y="288925"/>
                  </a:lnTo>
                  <a:lnTo>
                    <a:pt x="111379" y="289191"/>
                  </a:lnTo>
                  <a:lnTo>
                    <a:pt x="111569" y="288925"/>
                  </a:lnTo>
                  <a:lnTo>
                    <a:pt x="127558" y="267716"/>
                  </a:lnTo>
                  <a:lnTo>
                    <a:pt x="127762" y="267462"/>
                  </a:lnTo>
                  <a:lnTo>
                    <a:pt x="127508" y="267716"/>
                  </a:lnTo>
                  <a:lnTo>
                    <a:pt x="144691" y="247015"/>
                  </a:lnTo>
                  <a:lnTo>
                    <a:pt x="144907" y="246761"/>
                  </a:lnTo>
                  <a:lnTo>
                    <a:pt x="144653" y="247015"/>
                  </a:lnTo>
                  <a:lnTo>
                    <a:pt x="162826" y="227203"/>
                  </a:lnTo>
                  <a:lnTo>
                    <a:pt x="202158" y="189992"/>
                  </a:lnTo>
                  <a:lnTo>
                    <a:pt x="202311" y="189865"/>
                  </a:lnTo>
                  <a:lnTo>
                    <a:pt x="202057" y="189992"/>
                  </a:lnTo>
                  <a:lnTo>
                    <a:pt x="223393" y="172593"/>
                  </a:lnTo>
                  <a:lnTo>
                    <a:pt x="223139" y="172847"/>
                  </a:lnTo>
                  <a:lnTo>
                    <a:pt x="223469" y="172593"/>
                  </a:lnTo>
                  <a:lnTo>
                    <a:pt x="245059" y="156591"/>
                  </a:lnTo>
                  <a:lnTo>
                    <a:pt x="245237" y="156464"/>
                  </a:lnTo>
                  <a:lnTo>
                    <a:pt x="244983" y="156591"/>
                  </a:lnTo>
                  <a:lnTo>
                    <a:pt x="267970" y="141097"/>
                  </a:lnTo>
                  <a:lnTo>
                    <a:pt x="267716" y="141351"/>
                  </a:lnTo>
                  <a:lnTo>
                    <a:pt x="268122" y="141097"/>
                  </a:lnTo>
                  <a:lnTo>
                    <a:pt x="315480" y="113919"/>
                  </a:lnTo>
                  <a:lnTo>
                    <a:pt x="366268" y="90805"/>
                  </a:lnTo>
                  <a:lnTo>
                    <a:pt x="366014" y="90932"/>
                  </a:lnTo>
                  <a:lnTo>
                    <a:pt x="366344" y="90805"/>
                  </a:lnTo>
                  <a:lnTo>
                    <a:pt x="392557" y="81026"/>
                  </a:lnTo>
                  <a:lnTo>
                    <a:pt x="392290" y="81026"/>
                  </a:lnTo>
                  <a:lnTo>
                    <a:pt x="419481" y="72263"/>
                  </a:lnTo>
                  <a:lnTo>
                    <a:pt x="419214" y="72390"/>
                  </a:lnTo>
                  <a:lnTo>
                    <a:pt x="419696" y="72263"/>
                  </a:lnTo>
                  <a:lnTo>
                    <a:pt x="447040" y="65024"/>
                  </a:lnTo>
                  <a:lnTo>
                    <a:pt x="446659" y="65024"/>
                  </a:lnTo>
                  <a:lnTo>
                    <a:pt x="474980" y="58801"/>
                  </a:lnTo>
                  <a:lnTo>
                    <a:pt x="474726" y="58928"/>
                  </a:lnTo>
                  <a:lnTo>
                    <a:pt x="475475" y="58801"/>
                  </a:lnTo>
                  <a:lnTo>
                    <a:pt x="503428" y="54102"/>
                  </a:lnTo>
                  <a:lnTo>
                    <a:pt x="503047" y="54102"/>
                  </a:lnTo>
                  <a:lnTo>
                    <a:pt x="515912" y="52908"/>
                  </a:lnTo>
                  <a:lnTo>
                    <a:pt x="517906" y="84201"/>
                  </a:lnTo>
                  <a:lnTo>
                    <a:pt x="591566" y="41402"/>
                  </a:lnTo>
                  <a:close/>
                </a:path>
                <a:path w="4131945" h="1664335">
                  <a:moveTo>
                    <a:pt x="1202944" y="250444"/>
                  </a:moveTo>
                  <a:lnTo>
                    <a:pt x="1190244" y="250444"/>
                  </a:lnTo>
                  <a:lnTo>
                    <a:pt x="1190231" y="253238"/>
                  </a:lnTo>
                  <a:lnTo>
                    <a:pt x="1190231" y="253365"/>
                  </a:lnTo>
                  <a:lnTo>
                    <a:pt x="1189482" y="281178"/>
                  </a:lnTo>
                  <a:lnTo>
                    <a:pt x="1189443" y="281559"/>
                  </a:lnTo>
                  <a:lnTo>
                    <a:pt x="1189405" y="282067"/>
                  </a:lnTo>
                  <a:lnTo>
                    <a:pt x="1187196" y="309245"/>
                  </a:lnTo>
                  <a:lnTo>
                    <a:pt x="1187196" y="309003"/>
                  </a:lnTo>
                  <a:lnTo>
                    <a:pt x="1187157" y="309245"/>
                  </a:lnTo>
                  <a:lnTo>
                    <a:pt x="1183513" y="336677"/>
                  </a:lnTo>
                  <a:lnTo>
                    <a:pt x="1183640" y="336296"/>
                  </a:lnTo>
                  <a:lnTo>
                    <a:pt x="1178433" y="363601"/>
                  </a:lnTo>
                  <a:lnTo>
                    <a:pt x="1178560" y="363220"/>
                  </a:lnTo>
                  <a:lnTo>
                    <a:pt x="1172083" y="390017"/>
                  </a:lnTo>
                  <a:lnTo>
                    <a:pt x="1172083" y="389763"/>
                  </a:lnTo>
                  <a:lnTo>
                    <a:pt x="1171994" y="390017"/>
                  </a:lnTo>
                  <a:lnTo>
                    <a:pt x="1164259" y="415747"/>
                  </a:lnTo>
                  <a:lnTo>
                    <a:pt x="1155065" y="441325"/>
                  </a:lnTo>
                  <a:lnTo>
                    <a:pt x="1155192" y="441071"/>
                  </a:lnTo>
                  <a:lnTo>
                    <a:pt x="1144778" y="466217"/>
                  </a:lnTo>
                  <a:lnTo>
                    <a:pt x="1144905" y="465836"/>
                  </a:lnTo>
                  <a:lnTo>
                    <a:pt x="1144714" y="466217"/>
                  </a:lnTo>
                  <a:lnTo>
                    <a:pt x="1133170" y="490181"/>
                  </a:lnTo>
                  <a:lnTo>
                    <a:pt x="1120394" y="513969"/>
                  </a:lnTo>
                  <a:lnTo>
                    <a:pt x="1120648" y="513715"/>
                  </a:lnTo>
                  <a:lnTo>
                    <a:pt x="1106551" y="536829"/>
                  </a:lnTo>
                  <a:lnTo>
                    <a:pt x="1106678" y="536575"/>
                  </a:lnTo>
                  <a:lnTo>
                    <a:pt x="1106500" y="536829"/>
                  </a:lnTo>
                  <a:lnTo>
                    <a:pt x="1091438" y="558927"/>
                  </a:lnTo>
                  <a:lnTo>
                    <a:pt x="1091565" y="558673"/>
                  </a:lnTo>
                  <a:lnTo>
                    <a:pt x="1091374" y="558927"/>
                  </a:lnTo>
                  <a:lnTo>
                    <a:pt x="1075309" y="580390"/>
                  </a:lnTo>
                  <a:lnTo>
                    <a:pt x="1075563" y="580136"/>
                  </a:lnTo>
                  <a:lnTo>
                    <a:pt x="1058037" y="601091"/>
                  </a:lnTo>
                  <a:lnTo>
                    <a:pt x="1020953" y="639699"/>
                  </a:lnTo>
                  <a:lnTo>
                    <a:pt x="1020660" y="639953"/>
                  </a:lnTo>
                  <a:lnTo>
                    <a:pt x="1000633" y="657987"/>
                  </a:lnTo>
                  <a:lnTo>
                    <a:pt x="1000887" y="657860"/>
                  </a:lnTo>
                  <a:lnTo>
                    <a:pt x="979551" y="675259"/>
                  </a:lnTo>
                  <a:lnTo>
                    <a:pt x="979805" y="675005"/>
                  </a:lnTo>
                  <a:lnTo>
                    <a:pt x="979462" y="675259"/>
                  </a:lnTo>
                  <a:lnTo>
                    <a:pt x="957707" y="691388"/>
                  </a:lnTo>
                  <a:lnTo>
                    <a:pt x="957961" y="691261"/>
                  </a:lnTo>
                  <a:lnTo>
                    <a:pt x="935101" y="706755"/>
                  </a:lnTo>
                  <a:lnTo>
                    <a:pt x="935355" y="706501"/>
                  </a:lnTo>
                  <a:lnTo>
                    <a:pt x="911606" y="720852"/>
                  </a:lnTo>
                  <a:lnTo>
                    <a:pt x="911860" y="720725"/>
                  </a:lnTo>
                  <a:lnTo>
                    <a:pt x="887412" y="734021"/>
                  </a:lnTo>
                  <a:lnTo>
                    <a:pt x="862584" y="745998"/>
                  </a:lnTo>
                  <a:lnTo>
                    <a:pt x="862279" y="746125"/>
                  </a:lnTo>
                  <a:lnTo>
                    <a:pt x="836676" y="757174"/>
                  </a:lnTo>
                  <a:lnTo>
                    <a:pt x="783463" y="775589"/>
                  </a:lnTo>
                  <a:lnTo>
                    <a:pt x="783717" y="775462"/>
                  </a:lnTo>
                  <a:lnTo>
                    <a:pt x="756031" y="782828"/>
                  </a:lnTo>
                  <a:lnTo>
                    <a:pt x="756285" y="782828"/>
                  </a:lnTo>
                  <a:lnTo>
                    <a:pt x="727964" y="789051"/>
                  </a:lnTo>
                  <a:lnTo>
                    <a:pt x="728218" y="788924"/>
                  </a:lnTo>
                  <a:lnTo>
                    <a:pt x="699516" y="793750"/>
                  </a:lnTo>
                  <a:lnTo>
                    <a:pt x="699897" y="793750"/>
                  </a:lnTo>
                  <a:lnTo>
                    <a:pt x="687019" y="794956"/>
                  </a:lnTo>
                  <a:lnTo>
                    <a:pt x="685038" y="763651"/>
                  </a:lnTo>
                  <a:lnTo>
                    <a:pt x="611378" y="806450"/>
                  </a:lnTo>
                  <a:lnTo>
                    <a:pt x="689864" y="839724"/>
                  </a:lnTo>
                  <a:lnTo>
                    <a:pt x="687895" y="808736"/>
                  </a:lnTo>
                  <a:lnTo>
                    <a:pt x="687819" y="807580"/>
                  </a:lnTo>
                  <a:lnTo>
                    <a:pt x="701294" y="806323"/>
                  </a:lnTo>
                  <a:lnTo>
                    <a:pt x="730504" y="801497"/>
                  </a:lnTo>
                  <a:lnTo>
                    <a:pt x="759206" y="795147"/>
                  </a:lnTo>
                  <a:lnTo>
                    <a:pt x="781926" y="789051"/>
                  </a:lnTo>
                  <a:lnTo>
                    <a:pt x="787146" y="787654"/>
                  </a:lnTo>
                  <a:lnTo>
                    <a:pt x="814705" y="778891"/>
                  </a:lnTo>
                  <a:lnTo>
                    <a:pt x="823556" y="775589"/>
                  </a:lnTo>
                  <a:lnTo>
                    <a:pt x="841629" y="768858"/>
                  </a:lnTo>
                  <a:lnTo>
                    <a:pt x="846378" y="766826"/>
                  </a:lnTo>
                  <a:lnTo>
                    <a:pt x="867791" y="757682"/>
                  </a:lnTo>
                  <a:lnTo>
                    <a:pt x="869099" y="757047"/>
                  </a:lnTo>
                  <a:lnTo>
                    <a:pt x="893318" y="745363"/>
                  </a:lnTo>
                  <a:lnTo>
                    <a:pt x="914234" y="733933"/>
                  </a:lnTo>
                  <a:lnTo>
                    <a:pt x="917956" y="731901"/>
                  </a:lnTo>
                  <a:lnTo>
                    <a:pt x="936409" y="720725"/>
                  </a:lnTo>
                  <a:lnTo>
                    <a:pt x="942086" y="717296"/>
                  </a:lnTo>
                  <a:lnTo>
                    <a:pt x="957681" y="706755"/>
                  </a:lnTo>
                  <a:lnTo>
                    <a:pt x="965200" y="701675"/>
                  </a:lnTo>
                  <a:lnTo>
                    <a:pt x="979297" y="691261"/>
                  </a:lnTo>
                  <a:lnTo>
                    <a:pt x="987552" y="685165"/>
                  </a:lnTo>
                  <a:lnTo>
                    <a:pt x="1009015" y="667512"/>
                  </a:lnTo>
                  <a:lnTo>
                    <a:pt x="1019797" y="657860"/>
                  </a:lnTo>
                  <a:lnTo>
                    <a:pt x="1029589" y="649097"/>
                  </a:lnTo>
                  <a:lnTo>
                    <a:pt x="1049147" y="629539"/>
                  </a:lnTo>
                  <a:lnTo>
                    <a:pt x="1057300" y="620649"/>
                  </a:lnTo>
                  <a:lnTo>
                    <a:pt x="1067689" y="609346"/>
                  </a:lnTo>
                  <a:lnTo>
                    <a:pt x="1074762" y="600837"/>
                  </a:lnTo>
                  <a:lnTo>
                    <a:pt x="1085342" y="588137"/>
                  </a:lnTo>
                  <a:lnTo>
                    <a:pt x="1091349" y="580136"/>
                  </a:lnTo>
                  <a:lnTo>
                    <a:pt x="1101852" y="566166"/>
                  </a:lnTo>
                  <a:lnTo>
                    <a:pt x="1117219" y="543560"/>
                  </a:lnTo>
                  <a:lnTo>
                    <a:pt x="1131570" y="520192"/>
                  </a:lnTo>
                  <a:lnTo>
                    <a:pt x="1135024" y="513715"/>
                  </a:lnTo>
                  <a:lnTo>
                    <a:pt x="1144524" y="495935"/>
                  </a:lnTo>
                  <a:lnTo>
                    <a:pt x="1147305" y="490093"/>
                  </a:lnTo>
                  <a:lnTo>
                    <a:pt x="1156335" y="471170"/>
                  </a:lnTo>
                  <a:lnTo>
                    <a:pt x="1167003" y="445770"/>
                  </a:lnTo>
                  <a:lnTo>
                    <a:pt x="1168666" y="441071"/>
                  </a:lnTo>
                  <a:lnTo>
                    <a:pt x="1176274" y="419735"/>
                  </a:lnTo>
                  <a:lnTo>
                    <a:pt x="1177556" y="415544"/>
                  </a:lnTo>
                  <a:lnTo>
                    <a:pt x="1184402" y="393192"/>
                  </a:lnTo>
                  <a:lnTo>
                    <a:pt x="1190879" y="366141"/>
                  </a:lnTo>
                  <a:lnTo>
                    <a:pt x="1191425" y="363220"/>
                  </a:lnTo>
                  <a:lnTo>
                    <a:pt x="1196086" y="338582"/>
                  </a:lnTo>
                  <a:lnTo>
                    <a:pt x="1196390" y="336296"/>
                  </a:lnTo>
                  <a:lnTo>
                    <a:pt x="1199896" y="310515"/>
                  </a:lnTo>
                  <a:lnTo>
                    <a:pt x="1202182" y="282067"/>
                  </a:lnTo>
                  <a:lnTo>
                    <a:pt x="1202944" y="253365"/>
                  </a:lnTo>
                  <a:lnTo>
                    <a:pt x="1202944" y="250444"/>
                  </a:lnTo>
                  <a:close/>
                </a:path>
                <a:path w="4131945" h="1664335">
                  <a:moveTo>
                    <a:pt x="2362708" y="1411478"/>
                  </a:moveTo>
                  <a:lnTo>
                    <a:pt x="2099818" y="1334008"/>
                  </a:lnTo>
                  <a:lnTo>
                    <a:pt x="1914906" y="1282827"/>
                  </a:lnTo>
                  <a:lnTo>
                    <a:pt x="1767205" y="1244854"/>
                  </a:lnTo>
                  <a:lnTo>
                    <a:pt x="1663065" y="1219708"/>
                  </a:lnTo>
                  <a:lnTo>
                    <a:pt x="1553591" y="1194943"/>
                  </a:lnTo>
                  <a:lnTo>
                    <a:pt x="1319530" y="1146175"/>
                  </a:lnTo>
                  <a:lnTo>
                    <a:pt x="687501" y="1028560"/>
                  </a:lnTo>
                  <a:lnTo>
                    <a:pt x="687908" y="1026287"/>
                  </a:lnTo>
                  <a:lnTo>
                    <a:pt x="693166" y="997331"/>
                  </a:lnTo>
                  <a:lnTo>
                    <a:pt x="611378" y="1021334"/>
                  </a:lnTo>
                  <a:lnTo>
                    <a:pt x="679577" y="1072261"/>
                  </a:lnTo>
                  <a:lnTo>
                    <a:pt x="685228" y="1041107"/>
                  </a:lnTo>
                  <a:lnTo>
                    <a:pt x="1003427" y="1098677"/>
                  </a:lnTo>
                  <a:lnTo>
                    <a:pt x="1436243" y="1182878"/>
                  </a:lnTo>
                  <a:lnTo>
                    <a:pt x="1606169" y="1219708"/>
                  </a:lnTo>
                  <a:lnTo>
                    <a:pt x="1712849" y="1244727"/>
                  </a:lnTo>
                  <a:lnTo>
                    <a:pt x="1712722" y="1244727"/>
                  </a:lnTo>
                  <a:lnTo>
                    <a:pt x="1764157" y="1257173"/>
                  </a:lnTo>
                  <a:lnTo>
                    <a:pt x="1764030" y="1257173"/>
                  </a:lnTo>
                  <a:lnTo>
                    <a:pt x="1863471" y="1282319"/>
                  </a:lnTo>
                  <a:lnTo>
                    <a:pt x="2005457" y="1320673"/>
                  </a:lnTo>
                  <a:lnTo>
                    <a:pt x="2005330" y="1320673"/>
                  </a:lnTo>
                  <a:lnTo>
                    <a:pt x="2096262" y="1346200"/>
                  </a:lnTo>
                  <a:lnTo>
                    <a:pt x="2359152" y="1423670"/>
                  </a:lnTo>
                  <a:lnTo>
                    <a:pt x="2362708" y="1411478"/>
                  </a:lnTo>
                  <a:close/>
                </a:path>
                <a:path w="4131945" h="1664335">
                  <a:moveTo>
                    <a:pt x="3128137" y="668909"/>
                  </a:moveTo>
                  <a:lnTo>
                    <a:pt x="3127895" y="668655"/>
                  </a:lnTo>
                  <a:lnTo>
                    <a:pt x="3128137" y="668909"/>
                  </a:lnTo>
                  <a:close/>
                </a:path>
                <a:path w="4131945" h="1664335">
                  <a:moveTo>
                    <a:pt x="3517519" y="838200"/>
                  </a:moveTo>
                  <a:lnTo>
                    <a:pt x="3514725" y="838200"/>
                  </a:lnTo>
                  <a:lnTo>
                    <a:pt x="3486277" y="837438"/>
                  </a:lnTo>
                  <a:lnTo>
                    <a:pt x="3486658" y="837438"/>
                  </a:lnTo>
                  <a:lnTo>
                    <a:pt x="3458591" y="835152"/>
                  </a:lnTo>
                  <a:lnTo>
                    <a:pt x="3458845" y="835152"/>
                  </a:lnTo>
                  <a:lnTo>
                    <a:pt x="3432111" y="831596"/>
                  </a:lnTo>
                  <a:lnTo>
                    <a:pt x="3431159" y="831469"/>
                  </a:lnTo>
                  <a:lnTo>
                    <a:pt x="3431540" y="831596"/>
                  </a:lnTo>
                  <a:lnTo>
                    <a:pt x="3404895" y="826516"/>
                  </a:lnTo>
                  <a:lnTo>
                    <a:pt x="3404235" y="826389"/>
                  </a:lnTo>
                  <a:lnTo>
                    <a:pt x="3404616" y="826516"/>
                  </a:lnTo>
                  <a:lnTo>
                    <a:pt x="3377946" y="820039"/>
                  </a:lnTo>
                  <a:lnTo>
                    <a:pt x="3378200" y="820039"/>
                  </a:lnTo>
                  <a:lnTo>
                    <a:pt x="3352330" y="812292"/>
                  </a:lnTo>
                  <a:lnTo>
                    <a:pt x="3352076" y="812215"/>
                  </a:lnTo>
                  <a:lnTo>
                    <a:pt x="3351936" y="812165"/>
                  </a:lnTo>
                  <a:lnTo>
                    <a:pt x="3326854" y="803148"/>
                  </a:lnTo>
                  <a:lnTo>
                    <a:pt x="3326511" y="803021"/>
                  </a:lnTo>
                  <a:lnTo>
                    <a:pt x="3326765" y="803148"/>
                  </a:lnTo>
                  <a:lnTo>
                    <a:pt x="3301619" y="792734"/>
                  </a:lnTo>
                  <a:lnTo>
                    <a:pt x="3302000" y="792861"/>
                  </a:lnTo>
                  <a:lnTo>
                    <a:pt x="3301733" y="792734"/>
                  </a:lnTo>
                  <a:lnTo>
                    <a:pt x="3278009" y="781304"/>
                  </a:lnTo>
                  <a:lnTo>
                    <a:pt x="3277489" y="781050"/>
                  </a:lnTo>
                  <a:lnTo>
                    <a:pt x="3277743" y="781304"/>
                  </a:lnTo>
                  <a:lnTo>
                    <a:pt x="3254451" y="768604"/>
                  </a:lnTo>
                  <a:lnTo>
                    <a:pt x="3253994" y="768350"/>
                  </a:lnTo>
                  <a:lnTo>
                    <a:pt x="3254248" y="768604"/>
                  </a:lnTo>
                  <a:lnTo>
                    <a:pt x="3231134" y="754507"/>
                  </a:lnTo>
                  <a:lnTo>
                    <a:pt x="3231388" y="754634"/>
                  </a:lnTo>
                  <a:lnTo>
                    <a:pt x="3231197" y="754507"/>
                  </a:lnTo>
                  <a:lnTo>
                    <a:pt x="3208909" y="739394"/>
                  </a:lnTo>
                  <a:lnTo>
                    <a:pt x="3209163" y="739521"/>
                  </a:lnTo>
                  <a:lnTo>
                    <a:pt x="3208985" y="739394"/>
                  </a:lnTo>
                  <a:lnTo>
                    <a:pt x="3187776" y="723519"/>
                  </a:lnTo>
                  <a:lnTo>
                    <a:pt x="3187446" y="723265"/>
                  </a:lnTo>
                  <a:lnTo>
                    <a:pt x="3187700" y="723519"/>
                  </a:lnTo>
                  <a:lnTo>
                    <a:pt x="3167164" y="706247"/>
                  </a:lnTo>
                  <a:lnTo>
                    <a:pt x="3166872" y="705993"/>
                  </a:lnTo>
                  <a:lnTo>
                    <a:pt x="3166999" y="706247"/>
                  </a:lnTo>
                  <a:lnTo>
                    <a:pt x="3147199" y="688086"/>
                  </a:lnTo>
                  <a:lnTo>
                    <a:pt x="3147072" y="687984"/>
                  </a:lnTo>
                  <a:lnTo>
                    <a:pt x="3146945" y="687857"/>
                  </a:lnTo>
                  <a:lnTo>
                    <a:pt x="3127883" y="668655"/>
                  </a:lnTo>
                  <a:lnTo>
                    <a:pt x="3110065" y="648843"/>
                  </a:lnTo>
                  <a:lnTo>
                    <a:pt x="3109849" y="648589"/>
                  </a:lnTo>
                  <a:lnTo>
                    <a:pt x="3109976" y="648843"/>
                  </a:lnTo>
                  <a:lnTo>
                    <a:pt x="3092577" y="627507"/>
                  </a:lnTo>
                  <a:lnTo>
                    <a:pt x="3092831" y="627761"/>
                  </a:lnTo>
                  <a:lnTo>
                    <a:pt x="3092640" y="627507"/>
                  </a:lnTo>
                  <a:lnTo>
                    <a:pt x="3076625" y="605917"/>
                  </a:lnTo>
                  <a:lnTo>
                    <a:pt x="3076448" y="605663"/>
                  </a:lnTo>
                  <a:lnTo>
                    <a:pt x="3076575" y="605917"/>
                  </a:lnTo>
                  <a:lnTo>
                    <a:pt x="3061081" y="583057"/>
                  </a:lnTo>
                  <a:lnTo>
                    <a:pt x="3061335" y="583311"/>
                  </a:lnTo>
                  <a:lnTo>
                    <a:pt x="3061170" y="583057"/>
                  </a:lnTo>
                  <a:lnTo>
                    <a:pt x="3047136" y="559816"/>
                  </a:lnTo>
                  <a:lnTo>
                    <a:pt x="3046984" y="559562"/>
                  </a:lnTo>
                  <a:lnTo>
                    <a:pt x="3047111" y="559816"/>
                  </a:lnTo>
                  <a:lnTo>
                    <a:pt x="3033903" y="535559"/>
                  </a:lnTo>
                  <a:lnTo>
                    <a:pt x="3033814" y="535381"/>
                  </a:lnTo>
                  <a:lnTo>
                    <a:pt x="3021825" y="510540"/>
                  </a:lnTo>
                  <a:lnTo>
                    <a:pt x="3021749" y="510374"/>
                  </a:lnTo>
                  <a:lnTo>
                    <a:pt x="3010941" y="485013"/>
                  </a:lnTo>
                  <a:lnTo>
                    <a:pt x="3010789" y="484632"/>
                  </a:lnTo>
                  <a:lnTo>
                    <a:pt x="3010916" y="485013"/>
                  </a:lnTo>
                  <a:lnTo>
                    <a:pt x="3001099" y="458597"/>
                  </a:lnTo>
                  <a:lnTo>
                    <a:pt x="3001010" y="458343"/>
                  </a:lnTo>
                  <a:lnTo>
                    <a:pt x="3001010" y="458597"/>
                  </a:lnTo>
                  <a:lnTo>
                    <a:pt x="2992323" y="431673"/>
                  </a:lnTo>
                  <a:lnTo>
                    <a:pt x="2992310" y="431546"/>
                  </a:lnTo>
                  <a:lnTo>
                    <a:pt x="2992374" y="431673"/>
                  </a:lnTo>
                  <a:lnTo>
                    <a:pt x="2992297" y="431419"/>
                  </a:lnTo>
                  <a:lnTo>
                    <a:pt x="2985071" y="404241"/>
                  </a:lnTo>
                  <a:lnTo>
                    <a:pt x="2985008" y="403987"/>
                  </a:lnTo>
                  <a:lnTo>
                    <a:pt x="2985008" y="404241"/>
                  </a:lnTo>
                  <a:lnTo>
                    <a:pt x="2978835" y="376174"/>
                  </a:lnTo>
                  <a:lnTo>
                    <a:pt x="2978848" y="376047"/>
                  </a:lnTo>
                  <a:lnTo>
                    <a:pt x="2978912" y="376174"/>
                  </a:lnTo>
                  <a:lnTo>
                    <a:pt x="2978861" y="375920"/>
                  </a:lnTo>
                  <a:lnTo>
                    <a:pt x="2974149" y="347865"/>
                  </a:lnTo>
                  <a:lnTo>
                    <a:pt x="2974086" y="347472"/>
                  </a:lnTo>
                  <a:lnTo>
                    <a:pt x="2974086" y="347865"/>
                  </a:lnTo>
                  <a:lnTo>
                    <a:pt x="2972879" y="334987"/>
                  </a:lnTo>
                  <a:lnTo>
                    <a:pt x="3004185" y="332994"/>
                  </a:lnTo>
                  <a:lnTo>
                    <a:pt x="2997835" y="322072"/>
                  </a:lnTo>
                  <a:lnTo>
                    <a:pt x="2961386" y="259334"/>
                  </a:lnTo>
                  <a:lnTo>
                    <a:pt x="2928112" y="337820"/>
                  </a:lnTo>
                  <a:lnTo>
                    <a:pt x="2960255" y="335788"/>
                  </a:lnTo>
                  <a:lnTo>
                    <a:pt x="2961513" y="349250"/>
                  </a:lnTo>
                  <a:lnTo>
                    <a:pt x="2972689" y="407162"/>
                  </a:lnTo>
                  <a:lnTo>
                    <a:pt x="2989072" y="462661"/>
                  </a:lnTo>
                  <a:lnTo>
                    <a:pt x="3010154" y="515747"/>
                  </a:lnTo>
                  <a:lnTo>
                    <a:pt x="3035935" y="565912"/>
                  </a:lnTo>
                  <a:lnTo>
                    <a:pt x="3066161" y="613156"/>
                  </a:lnTo>
                  <a:lnTo>
                    <a:pt x="3100324" y="656971"/>
                  </a:lnTo>
                  <a:lnTo>
                    <a:pt x="3138297" y="697103"/>
                  </a:lnTo>
                  <a:lnTo>
                    <a:pt x="3179699" y="733298"/>
                  </a:lnTo>
                  <a:lnTo>
                    <a:pt x="3224403" y="765175"/>
                  </a:lnTo>
                  <a:lnTo>
                    <a:pt x="3271901" y="792480"/>
                  </a:lnTo>
                  <a:lnTo>
                    <a:pt x="3322066" y="814959"/>
                  </a:lnTo>
                  <a:lnTo>
                    <a:pt x="3374771" y="832358"/>
                  </a:lnTo>
                  <a:lnTo>
                    <a:pt x="3429254" y="844042"/>
                  </a:lnTo>
                  <a:lnTo>
                    <a:pt x="3485769" y="850138"/>
                  </a:lnTo>
                  <a:lnTo>
                    <a:pt x="3514471" y="850900"/>
                  </a:lnTo>
                  <a:lnTo>
                    <a:pt x="3517519" y="850900"/>
                  </a:lnTo>
                  <a:lnTo>
                    <a:pt x="3517519" y="838200"/>
                  </a:lnTo>
                  <a:close/>
                </a:path>
                <a:path w="4131945" h="1664335">
                  <a:moveTo>
                    <a:pt x="3659886" y="12700"/>
                  </a:moveTo>
                  <a:lnTo>
                    <a:pt x="3601720" y="3048"/>
                  </a:lnTo>
                  <a:lnTo>
                    <a:pt x="3544316" y="0"/>
                  </a:lnTo>
                  <a:lnTo>
                    <a:pt x="3541268" y="127"/>
                  </a:lnTo>
                  <a:lnTo>
                    <a:pt x="3541649" y="12827"/>
                  </a:lnTo>
                  <a:lnTo>
                    <a:pt x="3544417" y="12712"/>
                  </a:lnTo>
                  <a:lnTo>
                    <a:pt x="3544189" y="12700"/>
                  </a:lnTo>
                  <a:lnTo>
                    <a:pt x="3659886" y="12700"/>
                  </a:lnTo>
                  <a:close/>
                </a:path>
                <a:path w="4131945" h="1664335">
                  <a:moveTo>
                    <a:pt x="4130548" y="1074039"/>
                  </a:moveTo>
                  <a:lnTo>
                    <a:pt x="4117848" y="1074039"/>
                  </a:lnTo>
                  <a:lnTo>
                    <a:pt x="4117835" y="1076960"/>
                  </a:lnTo>
                  <a:lnTo>
                    <a:pt x="4117835" y="1077087"/>
                  </a:lnTo>
                  <a:lnTo>
                    <a:pt x="4117086" y="1104900"/>
                  </a:lnTo>
                  <a:lnTo>
                    <a:pt x="4117048" y="1105281"/>
                  </a:lnTo>
                  <a:lnTo>
                    <a:pt x="4117009" y="1105789"/>
                  </a:lnTo>
                  <a:lnTo>
                    <a:pt x="4114800" y="1133094"/>
                  </a:lnTo>
                  <a:lnTo>
                    <a:pt x="4114800" y="1132840"/>
                  </a:lnTo>
                  <a:lnTo>
                    <a:pt x="4114762" y="1133094"/>
                  </a:lnTo>
                  <a:lnTo>
                    <a:pt x="4111117" y="1160526"/>
                  </a:lnTo>
                  <a:lnTo>
                    <a:pt x="4111244" y="1160145"/>
                  </a:lnTo>
                  <a:lnTo>
                    <a:pt x="4106037" y="1187450"/>
                  </a:lnTo>
                  <a:lnTo>
                    <a:pt x="4106164" y="1187069"/>
                  </a:lnTo>
                  <a:lnTo>
                    <a:pt x="4099687" y="1213993"/>
                  </a:lnTo>
                  <a:lnTo>
                    <a:pt x="4099687" y="1213612"/>
                  </a:lnTo>
                  <a:lnTo>
                    <a:pt x="4099572" y="1213993"/>
                  </a:lnTo>
                  <a:lnTo>
                    <a:pt x="4091813" y="1239901"/>
                  </a:lnTo>
                  <a:lnTo>
                    <a:pt x="4091940" y="1239647"/>
                  </a:lnTo>
                  <a:lnTo>
                    <a:pt x="4082796" y="1265301"/>
                  </a:lnTo>
                  <a:lnTo>
                    <a:pt x="4082923" y="1265047"/>
                  </a:lnTo>
                  <a:lnTo>
                    <a:pt x="4072382" y="1290193"/>
                  </a:lnTo>
                  <a:lnTo>
                    <a:pt x="4072509" y="1289812"/>
                  </a:lnTo>
                  <a:lnTo>
                    <a:pt x="4072318" y="1290193"/>
                  </a:lnTo>
                  <a:lnTo>
                    <a:pt x="4060888" y="1314297"/>
                  </a:lnTo>
                  <a:lnTo>
                    <a:pt x="4048125" y="1337818"/>
                  </a:lnTo>
                  <a:lnTo>
                    <a:pt x="4047960" y="1338072"/>
                  </a:lnTo>
                  <a:lnTo>
                    <a:pt x="4034155" y="1360932"/>
                  </a:lnTo>
                  <a:lnTo>
                    <a:pt x="4034409" y="1360678"/>
                  </a:lnTo>
                  <a:lnTo>
                    <a:pt x="4019169" y="1383157"/>
                  </a:lnTo>
                  <a:lnTo>
                    <a:pt x="4019296" y="1382903"/>
                  </a:lnTo>
                  <a:lnTo>
                    <a:pt x="4019105" y="1383157"/>
                  </a:lnTo>
                  <a:lnTo>
                    <a:pt x="4003040" y="1404620"/>
                  </a:lnTo>
                  <a:lnTo>
                    <a:pt x="4003167" y="1404366"/>
                  </a:lnTo>
                  <a:lnTo>
                    <a:pt x="4002951" y="1404620"/>
                  </a:lnTo>
                  <a:lnTo>
                    <a:pt x="3985895" y="1425321"/>
                  </a:lnTo>
                  <a:lnTo>
                    <a:pt x="3986022" y="1425067"/>
                  </a:lnTo>
                  <a:lnTo>
                    <a:pt x="3985780" y="1425321"/>
                  </a:lnTo>
                  <a:lnTo>
                    <a:pt x="3967734" y="1445260"/>
                  </a:lnTo>
                  <a:lnTo>
                    <a:pt x="3967861" y="1445006"/>
                  </a:lnTo>
                  <a:lnTo>
                    <a:pt x="3948557" y="1464183"/>
                  </a:lnTo>
                  <a:lnTo>
                    <a:pt x="3948811" y="1464056"/>
                  </a:lnTo>
                  <a:lnTo>
                    <a:pt x="3928491" y="1482344"/>
                  </a:lnTo>
                  <a:lnTo>
                    <a:pt x="3928745" y="1482090"/>
                  </a:lnTo>
                  <a:lnTo>
                    <a:pt x="3928427" y="1482344"/>
                  </a:lnTo>
                  <a:lnTo>
                    <a:pt x="3907536" y="1499489"/>
                  </a:lnTo>
                  <a:lnTo>
                    <a:pt x="3907663" y="1499362"/>
                  </a:lnTo>
                  <a:lnTo>
                    <a:pt x="3907485" y="1499489"/>
                  </a:lnTo>
                  <a:lnTo>
                    <a:pt x="3885565" y="1515872"/>
                  </a:lnTo>
                  <a:lnTo>
                    <a:pt x="3885819" y="1515618"/>
                  </a:lnTo>
                  <a:lnTo>
                    <a:pt x="3885438" y="1515872"/>
                  </a:lnTo>
                  <a:lnTo>
                    <a:pt x="3862959" y="1531112"/>
                  </a:lnTo>
                  <a:lnTo>
                    <a:pt x="3863213" y="1530858"/>
                  </a:lnTo>
                  <a:lnTo>
                    <a:pt x="3839591" y="1545336"/>
                  </a:lnTo>
                  <a:lnTo>
                    <a:pt x="3839845" y="1545209"/>
                  </a:lnTo>
                  <a:lnTo>
                    <a:pt x="3815397" y="1558505"/>
                  </a:lnTo>
                  <a:lnTo>
                    <a:pt x="3790569" y="1570482"/>
                  </a:lnTo>
                  <a:lnTo>
                    <a:pt x="3790264" y="1570609"/>
                  </a:lnTo>
                  <a:lnTo>
                    <a:pt x="3764661" y="1581531"/>
                  </a:lnTo>
                  <a:lnTo>
                    <a:pt x="3764915" y="1581404"/>
                  </a:lnTo>
                  <a:lnTo>
                    <a:pt x="3764572" y="1581531"/>
                  </a:lnTo>
                  <a:lnTo>
                    <a:pt x="3738499" y="1591310"/>
                  </a:lnTo>
                  <a:lnTo>
                    <a:pt x="3738753" y="1591310"/>
                  </a:lnTo>
                  <a:lnTo>
                    <a:pt x="3711575" y="1600073"/>
                  </a:lnTo>
                  <a:lnTo>
                    <a:pt x="3711943" y="1599946"/>
                  </a:lnTo>
                  <a:lnTo>
                    <a:pt x="3711473" y="1600073"/>
                  </a:lnTo>
                  <a:lnTo>
                    <a:pt x="3684270" y="1607312"/>
                  </a:lnTo>
                  <a:lnTo>
                    <a:pt x="3684524" y="1607312"/>
                  </a:lnTo>
                  <a:lnTo>
                    <a:pt x="3656203" y="1613535"/>
                  </a:lnTo>
                  <a:lnTo>
                    <a:pt x="3656444" y="1613408"/>
                  </a:lnTo>
                  <a:lnTo>
                    <a:pt x="3627628" y="1618234"/>
                  </a:lnTo>
                  <a:lnTo>
                    <a:pt x="3628136" y="1618234"/>
                  </a:lnTo>
                  <a:lnTo>
                    <a:pt x="3615385" y="1619440"/>
                  </a:lnTo>
                  <a:lnTo>
                    <a:pt x="3613404" y="1588135"/>
                  </a:lnTo>
                  <a:lnTo>
                    <a:pt x="3539744" y="1630934"/>
                  </a:lnTo>
                  <a:lnTo>
                    <a:pt x="3618217" y="1664081"/>
                  </a:lnTo>
                  <a:lnTo>
                    <a:pt x="3616261" y="1633220"/>
                  </a:lnTo>
                  <a:lnTo>
                    <a:pt x="3616185" y="1632064"/>
                  </a:lnTo>
                  <a:lnTo>
                    <a:pt x="3629520" y="1630807"/>
                  </a:lnTo>
                  <a:lnTo>
                    <a:pt x="3658743" y="1625981"/>
                  </a:lnTo>
                  <a:lnTo>
                    <a:pt x="3687318" y="1619631"/>
                  </a:lnTo>
                  <a:lnTo>
                    <a:pt x="3710140" y="1613535"/>
                  </a:lnTo>
                  <a:lnTo>
                    <a:pt x="3715385" y="1612138"/>
                  </a:lnTo>
                  <a:lnTo>
                    <a:pt x="3769614" y="1593342"/>
                  </a:lnTo>
                  <a:lnTo>
                    <a:pt x="3821303" y="1569720"/>
                  </a:lnTo>
                  <a:lnTo>
                    <a:pt x="3841978" y="1558417"/>
                  </a:lnTo>
                  <a:lnTo>
                    <a:pt x="3845941" y="1556258"/>
                  </a:lnTo>
                  <a:lnTo>
                    <a:pt x="3864089" y="1545209"/>
                  </a:lnTo>
                  <a:lnTo>
                    <a:pt x="3869944" y="1541653"/>
                  </a:lnTo>
                  <a:lnTo>
                    <a:pt x="3885666" y="1531112"/>
                  </a:lnTo>
                  <a:lnTo>
                    <a:pt x="3936873" y="1491869"/>
                  </a:lnTo>
                  <a:lnTo>
                    <a:pt x="3966768" y="1464056"/>
                  </a:lnTo>
                  <a:lnTo>
                    <a:pt x="3977005" y="1453896"/>
                  </a:lnTo>
                  <a:lnTo>
                    <a:pt x="3984879" y="1445260"/>
                  </a:lnTo>
                  <a:lnTo>
                    <a:pt x="3995547" y="1433576"/>
                  </a:lnTo>
                  <a:lnTo>
                    <a:pt x="4013073" y="1412367"/>
                  </a:lnTo>
                  <a:lnTo>
                    <a:pt x="4029583" y="1390396"/>
                  </a:lnTo>
                  <a:lnTo>
                    <a:pt x="4044950" y="1367663"/>
                  </a:lnTo>
                  <a:lnTo>
                    <a:pt x="4049191" y="1360678"/>
                  </a:lnTo>
                  <a:lnTo>
                    <a:pt x="4059174" y="1344295"/>
                  </a:lnTo>
                  <a:lnTo>
                    <a:pt x="4072255" y="1320038"/>
                  </a:lnTo>
                  <a:lnTo>
                    <a:pt x="4075023" y="1314196"/>
                  </a:lnTo>
                  <a:lnTo>
                    <a:pt x="4084066" y="1295146"/>
                  </a:lnTo>
                  <a:lnTo>
                    <a:pt x="4094734" y="1269746"/>
                  </a:lnTo>
                  <a:lnTo>
                    <a:pt x="4096397" y="1265047"/>
                  </a:lnTo>
                  <a:lnTo>
                    <a:pt x="4104005" y="1243711"/>
                  </a:lnTo>
                  <a:lnTo>
                    <a:pt x="4105224" y="1239647"/>
                  </a:lnTo>
                  <a:lnTo>
                    <a:pt x="4112006" y="1217168"/>
                  </a:lnTo>
                  <a:lnTo>
                    <a:pt x="4118483" y="1189990"/>
                  </a:lnTo>
                  <a:lnTo>
                    <a:pt x="4119029" y="1187069"/>
                  </a:lnTo>
                  <a:lnTo>
                    <a:pt x="4123690" y="1162304"/>
                  </a:lnTo>
                  <a:lnTo>
                    <a:pt x="4123982" y="1160145"/>
                  </a:lnTo>
                  <a:lnTo>
                    <a:pt x="4127500" y="1134364"/>
                  </a:lnTo>
                  <a:lnTo>
                    <a:pt x="4129786" y="1105789"/>
                  </a:lnTo>
                  <a:lnTo>
                    <a:pt x="4130548" y="1077087"/>
                  </a:lnTo>
                  <a:lnTo>
                    <a:pt x="4130548" y="1074039"/>
                  </a:lnTo>
                  <a:close/>
                </a:path>
                <a:path w="4131945" h="1664335">
                  <a:moveTo>
                    <a:pt x="4131564" y="513080"/>
                  </a:moveTo>
                  <a:lnTo>
                    <a:pt x="4099407" y="515124"/>
                  </a:lnTo>
                  <a:lnTo>
                    <a:pt x="4098290" y="503047"/>
                  </a:lnTo>
                  <a:lnTo>
                    <a:pt x="4098163" y="501650"/>
                  </a:lnTo>
                  <a:lnTo>
                    <a:pt x="4093337" y="472440"/>
                  </a:lnTo>
                  <a:lnTo>
                    <a:pt x="4087596" y="446659"/>
                  </a:lnTo>
                  <a:lnTo>
                    <a:pt x="4086987" y="443865"/>
                  </a:lnTo>
                  <a:lnTo>
                    <a:pt x="4079494" y="415798"/>
                  </a:lnTo>
                  <a:lnTo>
                    <a:pt x="4071874" y="392303"/>
                  </a:lnTo>
                  <a:lnTo>
                    <a:pt x="4070604" y="388366"/>
                  </a:lnTo>
                  <a:lnTo>
                    <a:pt x="4060698" y="361442"/>
                  </a:lnTo>
                  <a:lnTo>
                    <a:pt x="4049522" y="335165"/>
                  </a:lnTo>
                  <a:lnTo>
                    <a:pt x="4039870" y="315480"/>
                  </a:lnTo>
                  <a:lnTo>
                    <a:pt x="4037076" y="309765"/>
                  </a:lnTo>
                  <a:lnTo>
                    <a:pt x="4026916" y="291084"/>
                  </a:lnTo>
                  <a:lnTo>
                    <a:pt x="4023614" y="284988"/>
                  </a:lnTo>
                  <a:lnTo>
                    <a:pt x="4009009" y="260985"/>
                  </a:lnTo>
                  <a:lnTo>
                    <a:pt x="3993515" y="237744"/>
                  </a:lnTo>
                  <a:lnTo>
                    <a:pt x="3982555" y="223139"/>
                  </a:lnTo>
                  <a:lnTo>
                    <a:pt x="3976751" y="215392"/>
                  </a:lnTo>
                  <a:lnTo>
                    <a:pt x="3959225" y="193929"/>
                  </a:lnTo>
                  <a:lnTo>
                    <a:pt x="3948392" y="181991"/>
                  </a:lnTo>
                  <a:lnTo>
                    <a:pt x="3940683" y="173482"/>
                  </a:lnTo>
                  <a:lnTo>
                    <a:pt x="3930142" y="162814"/>
                  </a:lnTo>
                  <a:lnTo>
                    <a:pt x="3921252" y="153797"/>
                  </a:lnTo>
                  <a:lnTo>
                    <a:pt x="3911219" y="144653"/>
                  </a:lnTo>
                  <a:lnTo>
                    <a:pt x="3900932" y="135255"/>
                  </a:lnTo>
                  <a:lnTo>
                    <a:pt x="3891546" y="127508"/>
                  </a:lnTo>
                  <a:lnTo>
                    <a:pt x="3879723" y="117729"/>
                  </a:lnTo>
                  <a:lnTo>
                    <a:pt x="3857752" y="101092"/>
                  </a:lnTo>
                  <a:lnTo>
                    <a:pt x="3835019" y="85725"/>
                  </a:lnTo>
                  <a:lnTo>
                    <a:pt x="3829431" y="82296"/>
                  </a:lnTo>
                  <a:lnTo>
                    <a:pt x="3811651" y="71374"/>
                  </a:lnTo>
                  <a:lnTo>
                    <a:pt x="3808552" y="69723"/>
                  </a:lnTo>
                  <a:lnTo>
                    <a:pt x="3787394" y="58420"/>
                  </a:lnTo>
                  <a:lnTo>
                    <a:pt x="3764902" y="47752"/>
                  </a:lnTo>
                  <a:lnTo>
                    <a:pt x="3762502" y="46609"/>
                  </a:lnTo>
                  <a:lnTo>
                    <a:pt x="3743452" y="38608"/>
                  </a:lnTo>
                  <a:lnTo>
                    <a:pt x="3737102" y="35941"/>
                  </a:lnTo>
                  <a:lnTo>
                    <a:pt x="3711067" y="26543"/>
                  </a:lnTo>
                  <a:lnTo>
                    <a:pt x="3703904" y="24384"/>
                  </a:lnTo>
                  <a:lnTo>
                    <a:pt x="3687051" y="19304"/>
                  </a:lnTo>
                  <a:lnTo>
                    <a:pt x="3684524" y="18542"/>
                  </a:lnTo>
                  <a:lnTo>
                    <a:pt x="3659886" y="12700"/>
                  </a:lnTo>
                  <a:lnTo>
                    <a:pt x="3544417" y="12712"/>
                  </a:lnTo>
                  <a:lnTo>
                    <a:pt x="3572256" y="13462"/>
                  </a:lnTo>
                  <a:lnTo>
                    <a:pt x="3600450" y="15621"/>
                  </a:lnTo>
                  <a:lnTo>
                    <a:pt x="3600069" y="15621"/>
                  </a:lnTo>
                  <a:lnTo>
                    <a:pt x="3627869" y="19431"/>
                  </a:lnTo>
                  <a:lnTo>
                    <a:pt x="3627501" y="19304"/>
                  </a:lnTo>
                  <a:lnTo>
                    <a:pt x="3654793" y="24511"/>
                  </a:lnTo>
                  <a:lnTo>
                    <a:pt x="3654425" y="24384"/>
                  </a:lnTo>
                  <a:lnTo>
                    <a:pt x="3681349" y="30861"/>
                  </a:lnTo>
                  <a:lnTo>
                    <a:pt x="3680968" y="30861"/>
                  </a:lnTo>
                  <a:lnTo>
                    <a:pt x="3707244" y="38735"/>
                  </a:lnTo>
                  <a:lnTo>
                    <a:pt x="3707003" y="38608"/>
                  </a:lnTo>
                  <a:lnTo>
                    <a:pt x="3732644" y="47879"/>
                  </a:lnTo>
                  <a:lnTo>
                    <a:pt x="3732403" y="47752"/>
                  </a:lnTo>
                  <a:lnTo>
                    <a:pt x="3757549" y="58166"/>
                  </a:lnTo>
                  <a:lnTo>
                    <a:pt x="3757168" y="58039"/>
                  </a:lnTo>
                  <a:lnTo>
                    <a:pt x="3757422" y="58166"/>
                  </a:lnTo>
                  <a:lnTo>
                    <a:pt x="3781641" y="69773"/>
                  </a:lnTo>
                  <a:lnTo>
                    <a:pt x="3781780" y="69850"/>
                  </a:lnTo>
                  <a:lnTo>
                    <a:pt x="3805428" y="82550"/>
                  </a:lnTo>
                  <a:lnTo>
                    <a:pt x="3805174" y="82296"/>
                  </a:lnTo>
                  <a:lnTo>
                    <a:pt x="3828288" y="96393"/>
                  </a:lnTo>
                  <a:lnTo>
                    <a:pt x="3828034" y="96266"/>
                  </a:lnTo>
                  <a:lnTo>
                    <a:pt x="3828211" y="96393"/>
                  </a:lnTo>
                  <a:lnTo>
                    <a:pt x="3850513" y="111506"/>
                  </a:lnTo>
                  <a:lnTo>
                    <a:pt x="3850259" y="111379"/>
                  </a:lnTo>
                  <a:lnTo>
                    <a:pt x="3850424" y="111506"/>
                  </a:lnTo>
                  <a:lnTo>
                    <a:pt x="3871976" y="127762"/>
                  </a:lnTo>
                  <a:lnTo>
                    <a:pt x="3871722" y="127508"/>
                  </a:lnTo>
                  <a:lnTo>
                    <a:pt x="3892677" y="144907"/>
                  </a:lnTo>
                  <a:lnTo>
                    <a:pt x="3912489" y="163068"/>
                  </a:lnTo>
                  <a:lnTo>
                    <a:pt x="3912362" y="162814"/>
                  </a:lnTo>
                  <a:lnTo>
                    <a:pt x="3931539" y="182245"/>
                  </a:lnTo>
                  <a:lnTo>
                    <a:pt x="3931412" y="181991"/>
                  </a:lnTo>
                  <a:lnTo>
                    <a:pt x="3949700" y="202311"/>
                  </a:lnTo>
                  <a:lnTo>
                    <a:pt x="3949446" y="202057"/>
                  </a:lnTo>
                  <a:lnTo>
                    <a:pt x="3949649" y="202311"/>
                  </a:lnTo>
                  <a:lnTo>
                    <a:pt x="3966845" y="223393"/>
                  </a:lnTo>
                  <a:lnTo>
                    <a:pt x="3966718" y="223139"/>
                  </a:lnTo>
                  <a:lnTo>
                    <a:pt x="3983228" y="245237"/>
                  </a:lnTo>
                  <a:lnTo>
                    <a:pt x="3982974" y="244983"/>
                  </a:lnTo>
                  <a:lnTo>
                    <a:pt x="3983139" y="245237"/>
                  </a:lnTo>
                  <a:lnTo>
                    <a:pt x="3998468" y="267970"/>
                  </a:lnTo>
                  <a:lnTo>
                    <a:pt x="3998214" y="267716"/>
                  </a:lnTo>
                  <a:lnTo>
                    <a:pt x="3998366" y="267970"/>
                  </a:lnTo>
                  <a:lnTo>
                    <a:pt x="4012692" y="291338"/>
                  </a:lnTo>
                  <a:lnTo>
                    <a:pt x="4025862" y="315658"/>
                  </a:lnTo>
                  <a:lnTo>
                    <a:pt x="4037838" y="340360"/>
                  </a:lnTo>
                  <a:lnTo>
                    <a:pt x="4037939" y="340614"/>
                  </a:lnTo>
                  <a:lnTo>
                    <a:pt x="4048887" y="366268"/>
                  </a:lnTo>
                  <a:lnTo>
                    <a:pt x="4048760" y="366014"/>
                  </a:lnTo>
                  <a:lnTo>
                    <a:pt x="4048849" y="366268"/>
                  </a:lnTo>
                  <a:lnTo>
                    <a:pt x="4058666" y="392557"/>
                  </a:lnTo>
                  <a:lnTo>
                    <a:pt x="4058666" y="392303"/>
                  </a:lnTo>
                  <a:lnTo>
                    <a:pt x="4067429" y="419481"/>
                  </a:lnTo>
                  <a:lnTo>
                    <a:pt x="4067302" y="419227"/>
                  </a:lnTo>
                  <a:lnTo>
                    <a:pt x="4067365" y="419481"/>
                  </a:lnTo>
                  <a:lnTo>
                    <a:pt x="4074668" y="447040"/>
                  </a:lnTo>
                  <a:lnTo>
                    <a:pt x="4074668" y="446659"/>
                  </a:lnTo>
                  <a:lnTo>
                    <a:pt x="4080891" y="474980"/>
                  </a:lnTo>
                  <a:lnTo>
                    <a:pt x="4080764" y="474726"/>
                  </a:lnTo>
                  <a:lnTo>
                    <a:pt x="4080802" y="474980"/>
                  </a:lnTo>
                  <a:lnTo>
                    <a:pt x="4085590" y="503428"/>
                  </a:lnTo>
                  <a:lnTo>
                    <a:pt x="4085590" y="503047"/>
                  </a:lnTo>
                  <a:lnTo>
                    <a:pt x="4086783" y="515924"/>
                  </a:lnTo>
                  <a:lnTo>
                    <a:pt x="4055491" y="517906"/>
                  </a:lnTo>
                  <a:lnTo>
                    <a:pt x="4098290" y="591566"/>
                  </a:lnTo>
                  <a:lnTo>
                    <a:pt x="4124883" y="528828"/>
                  </a:lnTo>
                  <a:lnTo>
                    <a:pt x="4131564" y="51308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86477" y="3807713"/>
              <a:ext cx="731520" cy="585470"/>
            </a:xfrm>
            <a:custGeom>
              <a:avLst/>
              <a:gdLst/>
              <a:ahLst/>
              <a:cxnLst/>
              <a:rect l="l" t="t" r="r" b="b"/>
              <a:pathLst>
                <a:path w="731520" h="585470">
                  <a:moveTo>
                    <a:pt x="365760" y="0"/>
                  </a:moveTo>
                  <a:lnTo>
                    <a:pt x="292031" y="1982"/>
                  </a:lnTo>
                  <a:lnTo>
                    <a:pt x="223367" y="7667"/>
                  </a:lnTo>
                  <a:lnTo>
                    <a:pt x="161236" y="16662"/>
                  </a:lnTo>
                  <a:lnTo>
                    <a:pt x="107108" y="28575"/>
                  </a:lnTo>
                  <a:lnTo>
                    <a:pt x="62452" y="43011"/>
                  </a:lnTo>
                  <a:lnTo>
                    <a:pt x="7428" y="77884"/>
                  </a:lnTo>
                  <a:lnTo>
                    <a:pt x="0" y="97536"/>
                  </a:lnTo>
                  <a:lnTo>
                    <a:pt x="0" y="487680"/>
                  </a:lnTo>
                  <a:lnTo>
                    <a:pt x="28735" y="525637"/>
                  </a:lnTo>
                  <a:lnTo>
                    <a:pt x="107108" y="556641"/>
                  </a:lnTo>
                  <a:lnTo>
                    <a:pt x="161236" y="568553"/>
                  </a:lnTo>
                  <a:lnTo>
                    <a:pt x="223367" y="577548"/>
                  </a:lnTo>
                  <a:lnTo>
                    <a:pt x="292031" y="583233"/>
                  </a:lnTo>
                  <a:lnTo>
                    <a:pt x="365760" y="585216"/>
                  </a:lnTo>
                  <a:lnTo>
                    <a:pt x="439488" y="583233"/>
                  </a:lnTo>
                  <a:lnTo>
                    <a:pt x="508152" y="577548"/>
                  </a:lnTo>
                  <a:lnTo>
                    <a:pt x="570283" y="568553"/>
                  </a:lnTo>
                  <a:lnTo>
                    <a:pt x="624411" y="556641"/>
                  </a:lnTo>
                  <a:lnTo>
                    <a:pt x="669067" y="542204"/>
                  </a:lnTo>
                  <a:lnTo>
                    <a:pt x="724091" y="507331"/>
                  </a:lnTo>
                  <a:lnTo>
                    <a:pt x="731520" y="487680"/>
                  </a:lnTo>
                  <a:lnTo>
                    <a:pt x="731520" y="97536"/>
                  </a:lnTo>
                  <a:lnTo>
                    <a:pt x="702784" y="59578"/>
                  </a:lnTo>
                  <a:lnTo>
                    <a:pt x="624411" y="28575"/>
                  </a:lnTo>
                  <a:lnTo>
                    <a:pt x="570283" y="16662"/>
                  </a:lnTo>
                  <a:lnTo>
                    <a:pt x="508152" y="7667"/>
                  </a:lnTo>
                  <a:lnTo>
                    <a:pt x="439488" y="1982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183DA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86477" y="3807713"/>
              <a:ext cx="731520" cy="585470"/>
            </a:xfrm>
            <a:custGeom>
              <a:avLst/>
              <a:gdLst/>
              <a:ahLst/>
              <a:cxnLst/>
              <a:rect l="l" t="t" r="r" b="b"/>
              <a:pathLst>
                <a:path w="731520" h="585470">
                  <a:moveTo>
                    <a:pt x="731520" y="97536"/>
                  </a:moveTo>
                  <a:lnTo>
                    <a:pt x="702784" y="135493"/>
                  </a:lnTo>
                  <a:lnTo>
                    <a:pt x="624411" y="166497"/>
                  </a:lnTo>
                  <a:lnTo>
                    <a:pt x="570283" y="178409"/>
                  </a:lnTo>
                  <a:lnTo>
                    <a:pt x="508152" y="187404"/>
                  </a:lnTo>
                  <a:lnTo>
                    <a:pt x="439488" y="193089"/>
                  </a:lnTo>
                  <a:lnTo>
                    <a:pt x="365760" y="195072"/>
                  </a:lnTo>
                  <a:lnTo>
                    <a:pt x="292031" y="193089"/>
                  </a:lnTo>
                  <a:lnTo>
                    <a:pt x="223367" y="187404"/>
                  </a:lnTo>
                  <a:lnTo>
                    <a:pt x="161236" y="178409"/>
                  </a:lnTo>
                  <a:lnTo>
                    <a:pt x="107108" y="166497"/>
                  </a:lnTo>
                  <a:lnTo>
                    <a:pt x="62452" y="152060"/>
                  </a:lnTo>
                  <a:lnTo>
                    <a:pt x="7428" y="117187"/>
                  </a:lnTo>
                  <a:lnTo>
                    <a:pt x="0" y="97536"/>
                  </a:lnTo>
                </a:path>
                <a:path w="731520" h="585470">
                  <a:moveTo>
                    <a:pt x="0" y="97536"/>
                  </a:moveTo>
                  <a:lnTo>
                    <a:pt x="28735" y="59578"/>
                  </a:lnTo>
                  <a:lnTo>
                    <a:pt x="107108" y="28575"/>
                  </a:lnTo>
                  <a:lnTo>
                    <a:pt x="161236" y="16662"/>
                  </a:lnTo>
                  <a:lnTo>
                    <a:pt x="223367" y="7667"/>
                  </a:lnTo>
                  <a:lnTo>
                    <a:pt x="292031" y="1982"/>
                  </a:lnTo>
                  <a:lnTo>
                    <a:pt x="365760" y="0"/>
                  </a:lnTo>
                  <a:lnTo>
                    <a:pt x="439488" y="1982"/>
                  </a:lnTo>
                  <a:lnTo>
                    <a:pt x="508152" y="7667"/>
                  </a:lnTo>
                  <a:lnTo>
                    <a:pt x="570283" y="16662"/>
                  </a:lnTo>
                  <a:lnTo>
                    <a:pt x="624411" y="28575"/>
                  </a:lnTo>
                  <a:lnTo>
                    <a:pt x="669067" y="43011"/>
                  </a:lnTo>
                  <a:lnTo>
                    <a:pt x="724091" y="77884"/>
                  </a:lnTo>
                  <a:lnTo>
                    <a:pt x="731520" y="97536"/>
                  </a:lnTo>
                  <a:lnTo>
                    <a:pt x="731520" y="487680"/>
                  </a:lnTo>
                  <a:lnTo>
                    <a:pt x="702784" y="525637"/>
                  </a:lnTo>
                  <a:lnTo>
                    <a:pt x="624411" y="556641"/>
                  </a:lnTo>
                  <a:lnTo>
                    <a:pt x="570283" y="568553"/>
                  </a:lnTo>
                  <a:lnTo>
                    <a:pt x="508152" y="577548"/>
                  </a:lnTo>
                  <a:lnTo>
                    <a:pt x="439488" y="583233"/>
                  </a:lnTo>
                  <a:lnTo>
                    <a:pt x="365760" y="585216"/>
                  </a:lnTo>
                  <a:lnTo>
                    <a:pt x="292031" y="583233"/>
                  </a:lnTo>
                  <a:lnTo>
                    <a:pt x="223367" y="577548"/>
                  </a:lnTo>
                  <a:lnTo>
                    <a:pt x="161236" y="568553"/>
                  </a:lnTo>
                  <a:lnTo>
                    <a:pt x="107108" y="556641"/>
                  </a:lnTo>
                  <a:lnTo>
                    <a:pt x="62452" y="542204"/>
                  </a:lnTo>
                  <a:lnTo>
                    <a:pt x="7428" y="507331"/>
                  </a:lnTo>
                  <a:lnTo>
                    <a:pt x="0" y="487680"/>
                  </a:lnTo>
                  <a:lnTo>
                    <a:pt x="0" y="97536"/>
                  </a:lnTo>
                  <a:close/>
                </a:path>
              </a:pathLst>
            </a:custGeom>
            <a:ln w="25908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88407" y="4093463"/>
              <a:ext cx="336041" cy="12420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542033" y="3963746"/>
            <a:ext cx="6146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252525"/>
                </a:solidFill>
                <a:latin typeface="Arial"/>
                <a:cs typeface="Arial"/>
              </a:rPr>
              <a:t>It</a:t>
            </a:r>
            <a:r>
              <a:rPr sz="1400" b="1" spc="-114" dirty="0">
                <a:solidFill>
                  <a:srgbClr val="252525"/>
                </a:solidFill>
                <a:latin typeface="Arial"/>
                <a:cs typeface="Arial"/>
              </a:rPr>
              <a:t>er</a:t>
            </a:r>
            <a:r>
              <a:rPr sz="1400" b="1" spc="-14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400" b="1" spc="-65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400" b="1" spc="-150" dirty="0">
                <a:solidFill>
                  <a:srgbClr val="252525"/>
                </a:solidFill>
                <a:latin typeface="Arial"/>
                <a:cs typeface="Arial"/>
              </a:rPr>
              <a:t>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474720" y="3215639"/>
            <a:ext cx="2952115" cy="1931035"/>
            <a:chOff x="3474720" y="3215639"/>
            <a:chExt cx="2952115" cy="1931035"/>
          </a:xfrm>
        </p:grpSpPr>
        <p:sp>
          <p:nvSpPr>
            <p:cNvPr id="26" name="object 26"/>
            <p:cNvSpPr/>
            <p:nvPr/>
          </p:nvSpPr>
          <p:spPr>
            <a:xfrm>
              <a:off x="4652772" y="3215639"/>
              <a:ext cx="596265" cy="1725295"/>
            </a:xfrm>
            <a:custGeom>
              <a:avLst/>
              <a:gdLst/>
              <a:ahLst/>
              <a:cxnLst/>
              <a:rect l="l" t="t" r="r" b="b"/>
              <a:pathLst>
                <a:path w="596264" h="1725295">
                  <a:moveTo>
                    <a:pt x="592836" y="1680718"/>
                  </a:moveTo>
                  <a:lnTo>
                    <a:pt x="76200" y="1680718"/>
                  </a:lnTo>
                  <a:lnTo>
                    <a:pt x="76200" y="1648968"/>
                  </a:lnTo>
                  <a:lnTo>
                    <a:pt x="0" y="1687068"/>
                  </a:lnTo>
                  <a:lnTo>
                    <a:pt x="76200" y="1725168"/>
                  </a:lnTo>
                  <a:lnTo>
                    <a:pt x="76200" y="1693418"/>
                  </a:lnTo>
                  <a:lnTo>
                    <a:pt x="592836" y="1693418"/>
                  </a:lnTo>
                  <a:lnTo>
                    <a:pt x="592836" y="1680718"/>
                  </a:lnTo>
                  <a:close/>
                </a:path>
                <a:path w="596264" h="1725295">
                  <a:moveTo>
                    <a:pt x="595884" y="38100"/>
                  </a:moveTo>
                  <a:lnTo>
                    <a:pt x="583184" y="31750"/>
                  </a:lnTo>
                  <a:lnTo>
                    <a:pt x="519684" y="0"/>
                  </a:lnTo>
                  <a:lnTo>
                    <a:pt x="519684" y="31750"/>
                  </a:lnTo>
                  <a:lnTo>
                    <a:pt x="3048" y="31750"/>
                  </a:lnTo>
                  <a:lnTo>
                    <a:pt x="3048" y="44450"/>
                  </a:lnTo>
                  <a:lnTo>
                    <a:pt x="519684" y="44450"/>
                  </a:lnTo>
                  <a:lnTo>
                    <a:pt x="519684" y="76200"/>
                  </a:lnTo>
                  <a:lnTo>
                    <a:pt x="583184" y="44450"/>
                  </a:lnTo>
                  <a:lnTo>
                    <a:pt x="595884" y="3810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484626" y="4668773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1168908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68908" y="467868"/>
                  </a:lnTo>
                  <a:lnTo>
                    <a:pt x="1168908" y="0"/>
                  </a:lnTo>
                  <a:close/>
                </a:path>
              </a:pathLst>
            </a:custGeom>
            <a:solidFill>
              <a:srgbClr val="FF0000">
                <a:alpha val="1097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484626" y="4668773"/>
              <a:ext cx="1169035" cy="467995"/>
            </a:xfrm>
            <a:custGeom>
              <a:avLst/>
              <a:gdLst/>
              <a:ahLst/>
              <a:cxnLst/>
              <a:rect l="l" t="t" r="r" b="b"/>
              <a:pathLst>
                <a:path w="1169035" h="467995">
                  <a:moveTo>
                    <a:pt x="0" y="467868"/>
                  </a:moveTo>
                  <a:lnTo>
                    <a:pt x="1168908" y="467868"/>
                  </a:lnTo>
                  <a:lnTo>
                    <a:pt x="1168908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10940" y="4846319"/>
              <a:ext cx="747522" cy="15011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246370" y="4668773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1170431" y="0"/>
                  </a:moveTo>
                  <a:lnTo>
                    <a:pt x="0" y="0"/>
                  </a:lnTo>
                  <a:lnTo>
                    <a:pt x="0" y="467868"/>
                  </a:lnTo>
                  <a:lnTo>
                    <a:pt x="1170431" y="467868"/>
                  </a:lnTo>
                  <a:lnTo>
                    <a:pt x="117043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46370" y="4668773"/>
              <a:ext cx="1170940" cy="467995"/>
            </a:xfrm>
            <a:custGeom>
              <a:avLst/>
              <a:gdLst/>
              <a:ahLst/>
              <a:cxnLst/>
              <a:rect l="l" t="t" r="r" b="b"/>
              <a:pathLst>
                <a:path w="1170939" h="467995">
                  <a:moveTo>
                    <a:pt x="0" y="467868"/>
                  </a:moveTo>
                  <a:lnTo>
                    <a:pt x="1170431" y="467868"/>
                  </a:lnTo>
                  <a:lnTo>
                    <a:pt x="1170431" y="0"/>
                  </a:lnTo>
                  <a:lnTo>
                    <a:pt x="0" y="0"/>
                  </a:lnTo>
                  <a:lnTo>
                    <a:pt x="0" y="467868"/>
                  </a:lnTo>
                  <a:close/>
                </a:path>
              </a:pathLst>
            </a:custGeom>
            <a:ln w="198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73268" y="4837175"/>
              <a:ext cx="515874" cy="13335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37489" y="431419"/>
            <a:ext cx="2422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Planification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1500" y="1542262"/>
            <a:ext cx="2614422" cy="305587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559308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17804" y="2074164"/>
            <a:ext cx="3420617" cy="1760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2704" y="6524434"/>
            <a:ext cx="5838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0891" y="3229343"/>
            <a:ext cx="3377946" cy="39853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7967" y="4055364"/>
            <a:ext cx="1660398" cy="221742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78991" y="4005071"/>
            <a:ext cx="36830" cy="251460"/>
          </a:xfrm>
          <a:custGeom>
            <a:avLst/>
            <a:gdLst/>
            <a:ahLst/>
            <a:cxnLst/>
            <a:rect l="l" t="t" r="r" b="b"/>
            <a:pathLst>
              <a:path w="36830" h="251460">
                <a:moveTo>
                  <a:pt x="36575" y="0"/>
                </a:moveTo>
                <a:lnTo>
                  <a:pt x="0" y="0"/>
                </a:lnTo>
                <a:lnTo>
                  <a:pt x="0" y="251459"/>
                </a:lnTo>
                <a:lnTo>
                  <a:pt x="36575" y="251459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3208" y="4497323"/>
            <a:ext cx="2704338" cy="206501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078991" y="4434840"/>
            <a:ext cx="36830" cy="251460"/>
          </a:xfrm>
          <a:custGeom>
            <a:avLst/>
            <a:gdLst/>
            <a:ahLst/>
            <a:cxnLst/>
            <a:rect l="l" t="t" r="r" b="b"/>
            <a:pathLst>
              <a:path w="36830" h="25146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0831" y="1542262"/>
            <a:ext cx="3573018" cy="3055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074164"/>
            <a:ext cx="2489454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27" y="2488679"/>
            <a:ext cx="4583430" cy="46254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286000" y="3357371"/>
            <a:ext cx="5422900" cy="2859405"/>
            <a:chOff x="2286000" y="3357371"/>
            <a:chExt cx="5422900" cy="2859405"/>
          </a:xfrm>
        </p:grpSpPr>
        <p:sp>
          <p:nvSpPr>
            <p:cNvPr id="10" name="object 10"/>
            <p:cNvSpPr/>
            <p:nvPr/>
          </p:nvSpPr>
          <p:spPr>
            <a:xfrm>
              <a:off x="4094988" y="3747515"/>
              <a:ext cx="1803400" cy="508000"/>
            </a:xfrm>
            <a:custGeom>
              <a:avLst/>
              <a:gdLst/>
              <a:ahLst/>
              <a:cxnLst/>
              <a:rect l="l" t="t" r="r" b="b"/>
              <a:pathLst>
                <a:path w="1803400" h="508000">
                  <a:moveTo>
                    <a:pt x="0" y="507492"/>
                  </a:moveTo>
                  <a:lnTo>
                    <a:pt x="1802891" y="507492"/>
                  </a:lnTo>
                  <a:lnTo>
                    <a:pt x="1802891" y="0"/>
                  </a:lnTo>
                  <a:lnTo>
                    <a:pt x="0" y="0"/>
                  </a:lnTo>
                  <a:lnTo>
                    <a:pt x="0" y="507492"/>
                  </a:lnTo>
                  <a:close/>
                </a:path>
              </a:pathLst>
            </a:custGeom>
            <a:ln w="1219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26558" y="3933468"/>
              <a:ext cx="346659" cy="13789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897879" y="3747515"/>
              <a:ext cx="1804670" cy="508000"/>
            </a:xfrm>
            <a:custGeom>
              <a:avLst/>
              <a:gdLst/>
              <a:ahLst/>
              <a:cxnLst/>
              <a:rect l="l" t="t" r="r" b="b"/>
              <a:pathLst>
                <a:path w="1804670" h="508000">
                  <a:moveTo>
                    <a:pt x="0" y="507492"/>
                  </a:moveTo>
                  <a:lnTo>
                    <a:pt x="1804416" y="507492"/>
                  </a:lnTo>
                  <a:lnTo>
                    <a:pt x="1804416" y="0"/>
                  </a:lnTo>
                  <a:lnTo>
                    <a:pt x="0" y="0"/>
                  </a:lnTo>
                  <a:lnTo>
                    <a:pt x="0" y="507492"/>
                  </a:lnTo>
                  <a:close/>
                </a:path>
              </a:pathLst>
            </a:custGeom>
            <a:ln w="12191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57779" y="3933468"/>
              <a:ext cx="489958" cy="13789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094988" y="4255007"/>
              <a:ext cx="1803400" cy="508000"/>
            </a:xfrm>
            <a:custGeom>
              <a:avLst/>
              <a:gdLst/>
              <a:ahLst/>
              <a:cxnLst/>
              <a:rect l="l" t="t" r="r" b="b"/>
              <a:pathLst>
                <a:path w="1803400" h="508000">
                  <a:moveTo>
                    <a:pt x="1802891" y="0"/>
                  </a:moveTo>
                  <a:lnTo>
                    <a:pt x="0" y="0"/>
                  </a:lnTo>
                  <a:lnTo>
                    <a:pt x="0" y="507492"/>
                  </a:lnTo>
                  <a:lnTo>
                    <a:pt x="1802891" y="507492"/>
                  </a:lnTo>
                  <a:lnTo>
                    <a:pt x="18028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94988" y="4255007"/>
              <a:ext cx="1803400" cy="508000"/>
            </a:xfrm>
            <a:custGeom>
              <a:avLst/>
              <a:gdLst/>
              <a:ahLst/>
              <a:cxnLst/>
              <a:rect l="l" t="t" r="r" b="b"/>
              <a:pathLst>
                <a:path w="1803400" h="508000">
                  <a:moveTo>
                    <a:pt x="0" y="507492"/>
                  </a:moveTo>
                  <a:lnTo>
                    <a:pt x="1802891" y="507492"/>
                  </a:lnTo>
                  <a:lnTo>
                    <a:pt x="1802891" y="0"/>
                  </a:lnTo>
                  <a:lnTo>
                    <a:pt x="0" y="0"/>
                  </a:lnTo>
                  <a:lnTo>
                    <a:pt x="0" y="507492"/>
                  </a:lnTo>
                  <a:close/>
                </a:path>
              </a:pathLst>
            </a:custGeom>
            <a:ln w="1219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55820" y="4436363"/>
              <a:ext cx="681989" cy="17602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897879" y="4255007"/>
              <a:ext cx="1804670" cy="508000"/>
            </a:xfrm>
            <a:custGeom>
              <a:avLst/>
              <a:gdLst/>
              <a:ahLst/>
              <a:cxnLst/>
              <a:rect l="l" t="t" r="r" b="b"/>
              <a:pathLst>
                <a:path w="1804670" h="508000">
                  <a:moveTo>
                    <a:pt x="1804416" y="0"/>
                  </a:moveTo>
                  <a:lnTo>
                    <a:pt x="0" y="0"/>
                  </a:lnTo>
                  <a:lnTo>
                    <a:pt x="0" y="507492"/>
                  </a:lnTo>
                  <a:lnTo>
                    <a:pt x="1804416" y="507492"/>
                  </a:lnTo>
                  <a:lnTo>
                    <a:pt x="180441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97879" y="4255007"/>
              <a:ext cx="1804670" cy="508000"/>
            </a:xfrm>
            <a:custGeom>
              <a:avLst/>
              <a:gdLst/>
              <a:ahLst/>
              <a:cxnLst/>
              <a:rect l="l" t="t" r="r" b="b"/>
              <a:pathLst>
                <a:path w="1804670" h="508000">
                  <a:moveTo>
                    <a:pt x="0" y="507492"/>
                  </a:moveTo>
                  <a:lnTo>
                    <a:pt x="1804416" y="507492"/>
                  </a:lnTo>
                  <a:lnTo>
                    <a:pt x="1804416" y="0"/>
                  </a:lnTo>
                  <a:lnTo>
                    <a:pt x="0" y="0"/>
                  </a:lnTo>
                  <a:lnTo>
                    <a:pt x="0" y="507492"/>
                  </a:lnTo>
                  <a:close/>
                </a:path>
              </a:pathLst>
            </a:custGeom>
            <a:ln w="12191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18732" y="4436363"/>
              <a:ext cx="368046" cy="17602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292095" y="4255007"/>
              <a:ext cx="1803400" cy="508000"/>
            </a:xfrm>
            <a:custGeom>
              <a:avLst/>
              <a:gdLst/>
              <a:ahLst/>
              <a:cxnLst/>
              <a:rect l="l" t="t" r="r" b="b"/>
              <a:pathLst>
                <a:path w="1803400" h="508000">
                  <a:moveTo>
                    <a:pt x="0" y="507492"/>
                  </a:moveTo>
                  <a:lnTo>
                    <a:pt x="1802892" y="507492"/>
                  </a:lnTo>
                  <a:lnTo>
                    <a:pt x="1802892" y="0"/>
                  </a:lnTo>
                  <a:lnTo>
                    <a:pt x="0" y="0"/>
                  </a:lnTo>
                  <a:lnTo>
                    <a:pt x="0" y="507492"/>
                  </a:lnTo>
                  <a:close/>
                </a:path>
              </a:pathLst>
            </a:custGeom>
            <a:ln w="1219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23666" y="4441009"/>
              <a:ext cx="346659" cy="13937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094988" y="4762499"/>
              <a:ext cx="1803400" cy="509270"/>
            </a:xfrm>
            <a:custGeom>
              <a:avLst/>
              <a:gdLst/>
              <a:ahLst/>
              <a:cxnLst/>
              <a:rect l="l" t="t" r="r" b="b"/>
              <a:pathLst>
                <a:path w="1803400" h="509270">
                  <a:moveTo>
                    <a:pt x="1802891" y="0"/>
                  </a:moveTo>
                  <a:lnTo>
                    <a:pt x="0" y="0"/>
                  </a:lnTo>
                  <a:lnTo>
                    <a:pt x="0" y="509016"/>
                  </a:lnTo>
                  <a:lnTo>
                    <a:pt x="1802891" y="509016"/>
                  </a:lnTo>
                  <a:lnTo>
                    <a:pt x="18028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94988" y="4762499"/>
              <a:ext cx="1803400" cy="509270"/>
            </a:xfrm>
            <a:custGeom>
              <a:avLst/>
              <a:gdLst/>
              <a:ahLst/>
              <a:cxnLst/>
              <a:rect l="l" t="t" r="r" b="b"/>
              <a:pathLst>
                <a:path w="1803400" h="509270">
                  <a:moveTo>
                    <a:pt x="0" y="509016"/>
                  </a:moveTo>
                  <a:lnTo>
                    <a:pt x="1802891" y="509016"/>
                  </a:lnTo>
                  <a:lnTo>
                    <a:pt x="1802891" y="0"/>
                  </a:lnTo>
                  <a:lnTo>
                    <a:pt x="0" y="0"/>
                  </a:lnTo>
                  <a:lnTo>
                    <a:pt x="0" y="509016"/>
                  </a:lnTo>
                  <a:close/>
                </a:path>
              </a:pathLst>
            </a:custGeom>
            <a:ln w="1219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76216" y="4943855"/>
              <a:ext cx="441198" cy="14401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97879" y="4762499"/>
              <a:ext cx="1804670" cy="509270"/>
            </a:xfrm>
            <a:custGeom>
              <a:avLst/>
              <a:gdLst/>
              <a:ahLst/>
              <a:cxnLst/>
              <a:rect l="l" t="t" r="r" b="b"/>
              <a:pathLst>
                <a:path w="1804670" h="509270">
                  <a:moveTo>
                    <a:pt x="1804416" y="0"/>
                  </a:moveTo>
                  <a:lnTo>
                    <a:pt x="0" y="0"/>
                  </a:lnTo>
                  <a:lnTo>
                    <a:pt x="0" y="509016"/>
                  </a:lnTo>
                  <a:lnTo>
                    <a:pt x="1804416" y="509016"/>
                  </a:lnTo>
                  <a:lnTo>
                    <a:pt x="180441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97879" y="4762499"/>
              <a:ext cx="1804670" cy="509270"/>
            </a:xfrm>
            <a:custGeom>
              <a:avLst/>
              <a:gdLst/>
              <a:ahLst/>
              <a:cxnLst/>
              <a:rect l="l" t="t" r="r" b="b"/>
              <a:pathLst>
                <a:path w="1804670" h="509270">
                  <a:moveTo>
                    <a:pt x="0" y="509016"/>
                  </a:moveTo>
                  <a:lnTo>
                    <a:pt x="1804416" y="509016"/>
                  </a:lnTo>
                  <a:lnTo>
                    <a:pt x="1804416" y="0"/>
                  </a:lnTo>
                  <a:lnTo>
                    <a:pt x="0" y="0"/>
                  </a:lnTo>
                  <a:lnTo>
                    <a:pt x="0" y="509016"/>
                  </a:lnTo>
                  <a:close/>
                </a:path>
              </a:pathLst>
            </a:custGeom>
            <a:ln w="1219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28815" y="4943855"/>
              <a:ext cx="549401" cy="17602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292095" y="4762499"/>
              <a:ext cx="1803400" cy="509270"/>
            </a:xfrm>
            <a:custGeom>
              <a:avLst/>
              <a:gdLst/>
              <a:ahLst/>
              <a:cxnLst/>
              <a:rect l="l" t="t" r="r" b="b"/>
              <a:pathLst>
                <a:path w="1803400" h="509270">
                  <a:moveTo>
                    <a:pt x="0" y="509016"/>
                  </a:moveTo>
                  <a:lnTo>
                    <a:pt x="1802892" y="509016"/>
                  </a:lnTo>
                  <a:lnTo>
                    <a:pt x="1802892" y="0"/>
                  </a:lnTo>
                  <a:lnTo>
                    <a:pt x="0" y="0"/>
                  </a:lnTo>
                  <a:lnTo>
                    <a:pt x="0" y="509016"/>
                  </a:lnTo>
                  <a:close/>
                </a:path>
              </a:pathLst>
            </a:custGeom>
            <a:ln w="1219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51995" y="4948501"/>
              <a:ext cx="489958" cy="13937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73167" y="3357371"/>
              <a:ext cx="394716" cy="210921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89776" y="4108703"/>
              <a:ext cx="394716" cy="210769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76572" y="5533643"/>
              <a:ext cx="735342" cy="41836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88608" y="5533643"/>
              <a:ext cx="802398" cy="418363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437489" y="431419"/>
            <a:ext cx="3119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Searching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for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Ideas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0831" y="1542262"/>
            <a:ext cx="3573018" cy="3055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074164"/>
            <a:ext cx="2085593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27" y="2474963"/>
            <a:ext cx="3563874" cy="46102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794635" y="3179064"/>
            <a:ext cx="4586605" cy="2731135"/>
            <a:chOff x="2794635" y="3179064"/>
            <a:chExt cx="4586605" cy="2731135"/>
          </a:xfrm>
        </p:grpSpPr>
        <p:sp>
          <p:nvSpPr>
            <p:cNvPr id="10" name="object 10"/>
            <p:cNvSpPr/>
            <p:nvPr/>
          </p:nvSpPr>
          <p:spPr>
            <a:xfrm>
              <a:off x="5916930" y="3220974"/>
              <a:ext cx="1463040" cy="2632075"/>
            </a:xfrm>
            <a:custGeom>
              <a:avLst/>
              <a:gdLst/>
              <a:ahLst/>
              <a:cxnLst/>
              <a:rect l="l" t="t" r="r" b="b"/>
              <a:pathLst>
                <a:path w="1463040" h="2632075">
                  <a:moveTo>
                    <a:pt x="0" y="0"/>
                  </a:moveTo>
                  <a:lnTo>
                    <a:pt x="0" y="2631948"/>
                  </a:lnTo>
                  <a:lnTo>
                    <a:pt x="1463040" y="1909318"/>
                  </a:lnTo>
                  <a:lnTo>
                    <a:pt x="1463040" y="722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16930" y="3220974"/>
              <a:ext cx="1463040" cy="2632075"/>
            </a:xfrm>
            <a:custGeom>
              <a:avLst/>
              <a:gdLst/>
              <a:ahLst/>
              <a:cxnLst/>
              <a:rect l="l" t="t" r="r" b="b"/>
              <a:pathLst>
                <a:path w="1463040" h="2632075">
                  <a:moveTo>
                    <a:pt x="0" y="0"/>
                  </a:moveTo>
                  <a:lnTo>
                    <a:pt x="1463040" y="722630"/>
                  </a:lnTo>
                  <a:lnTo>
                    <a:pt x="1463040" y="1909318"/>
                  </a:lnTo>
                  <a:lnTo>
                    <a:pt x="0" y="263194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86350" y="3220974"/>
              <a:ext cx="832485" cy="2632075"/>
            </a:xfrm>
            <a:custGeom>
              <a:avLst/>
              <a:gdLst/>
              <a:ahLst/>
              <a:cxnLst/>
              <a:rect l="l" t="t" r="r" b="b"/>
              <a:pathLst>
                <a:path w="832485" h="2632075">
                  <a:moveTo>
                    <a:pt x="832103" y="0"/>
                  </a:moveTo>
                  <a:lnTo>
                    <a:pt x="0" y="410971"/>
                  </a:lnTo>
                  <a:lnTo>
                    <a:pt x="0" y="2220976"/>
                  </a:lnTo>
                  <a:lnTo>
                    <a:pt x="832103" y="2631948"/>
                  </a:lnTo>
                  <a:lnTo>
                    <a:pt x="83210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86350" y="3220974"/>
              <a:ext cx="832485" cy="2632075"/>
            </a:xfrm>
            <a:custGeom>
              <a:avLst/>
              <a:gdLst/>
              <a:ahLst/>
              <a:cxnLst/>
              <a:rect l="l" t="t" r="r" b="b"/>
              <a:pathLst>
                <a:path w="832485" h="2632075">
                  <a:moveTo>
                    <a:pt x="832103" y="2631948"/>
                  </a:moveTo>
                  <a:lnTo>
                    <a:pt x="0" y="2220976"/>
                  </a:lnTo>
                  <a:lnTo>
                    <a:pt x="0" y="410971"/>
                  </a:lnTo>
                  <a:lnTo>
                    <a:pt x="832103" y="0"/>
                  </a:lnTo>
                  <a:lnTo>
                    <a:pt x="832103" y="2631948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58818" y="3230118"/>
              <a:ext cx="832485" cy="2632075"/>
            </a:xfrm>
            <a:custGeom>
              <a:avLst/>
              <a:gdLst/>
              <a:ahLst/>
              <a:cxnLst/>
              <a:rect l="l" t="t" r="r" b="b"/>
              <a:pathLst>
                <a:path w="832485" h="2632075">
                  <a:moveTo>
                    <a:pt x="0" y="0"/>
                  </a:moveTo>
                  <a:lnTo>
                    <a:pt x="0" y="2631948"/>
                  </a:lnTo>
                  <a:lnTo>
                    <a:pt x="832104" y="2220976"/>
                  </a:lnTo>
                  <a:lnTo>
                    <a:pt x="832104" y="4109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58818" y="3230118"/>
              <a:ext cx="832485" cy="2632075"/>
            </a:xfrm>
            <a:custGeom>
              <a:avLst/>
              <a:gdLst/>
              <a:ahLst/>
              <a:cxnLst/>
              <a:rect l="l" t="t" r="r" b="b"/>
              <a:pathLst>
                <a:path w="832485" h="2632075">
                  <a:moveTo>
                    <a:pt x="0" y="0"/>
                  </a:moveTo>
                  <a:lnTo>
                    <a:pt x="832104" y="410972"/>
                  </a:lnTo>
                  <a:lnTo>
                    <a:pt x="832104" y="2220976"/>
                  </a:lnTo>
                  <a:lnTo>
                    <a:pt x="0" y="263194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98826" y="3233166"/>
              <a:ext cx="1461770" cy="2632075"/>
            </a:xfrm>
            <a:custGeom>
              <a:avLst/>
              <a:gdLst/>
              <a:ahLst/>
              <a:cxnLst/>
              <a:rect l="l" t="t" r="r" b="b"/>
              <a:pathLst>
                <a:path w="1461770" h="2632075">
                  <a:moveTo>
                    <a:pt x="1461515" y="0"/>
                  </a:moveTo>
                  <a:lnTo>
                    <a:pt x="0" y="721868"/>
                  </a:lnTo>
                  <a:lnTo>
                    <a:pt x="0" y="1910080"/>
                  </a:lnTo>
                  <a:lnTo>
                    <a:pt x="1461515" y="2631948"/>
                  </a:lnTo>
                  <a:lnTo>
                    <a:pt x="146151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98826" y="3233166"/>
              <a:ext cx="1461770" cy="2632075"/>
            </a:xfrm>
            <a:custGeom>
              <a:avLst/>
              <a:gdLst/>
              <a:ahLst/>
              <a:cxnLst/>
              <a:rect l="l" t="t" r="r" b="b"/>
              <a:pathLst>
                <a:path w="1461770" h="2632075">
                  <a:moveTo>
                    <a:pt x="1461515" y="2631948"/>
                  </a:moveTo>
                  <a:lnTo>
                    <a:pt x="0" y="1910080"/>
                  </a:lnTo>
                  <a:lnTo>
                    <a:pt x="0" y="721868"/>
                  </a:lnTo>
                  <a:lnTo>
                    <a:pt x="1461515" y="0"/>
                  </a:lnTo>
                  <a:lnTo>
                    <a:pt x="1461515" y="2631948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94635" y="3179063"/>
              <a:ext cx="3981450" cy="2731135"/>
            </a:xfrm>
            <a:custGeom>
              <a:avLst/>
              <a:gdLst/>
              <a:ahLst/>
              <a:cxnLst/>
              <a:rect l="l" t="t" r="r" b="b"/>
              <a:pathLst>
                <a:path w="3981450" h="2731135">
                  <a:moveTo>
                    <a:pt x="791210" y="2426182"/>
                  </a:moveTo>
                  <a:lnTo>
                    <a:pt x="761225" y="2398522"/>
                  </a:lnTo>
                  <a:lnTo>
                    <a:pt x="693801" y="2336292"/>
                  </a:lnTo>
                  <a:lnTo>
                    <a:pt x="717918" y="2383383"/>
                  </a:lnTo>
                  <a:lnTo>
                    <a:pt x="5588" y="2035937"/>
                  </a:lnTo>
                  <a:lnTo>
                    <a:pt x="0" y="2047367"/>
                  </a:lnTo>
                  <a:lnTo>
                    <a:pt x="712330" y="2394813"/>
                  </a:lnTo>
                  <a:lnTo>
                    <a:pt x="722744" y="2392819"/>
                  </a:lnTo>
                  <a:lnTo>
                    <a:pt x="712330" y="2394813"/>
                  </a:lnTo>
                  <a:lnTo>
                    <a:pt x="660400" y="2404745"/>
                  </a:lnTo>
                  <a:lnTo>
                    <a:pt x="791210" y="2426182"/>
                  </a:lnTo>
                  <a:close/>
                </a:path>
                <a:path w="3981450" h="2731135">
                  <a:moveTo>
                    <a:pt x="791210" y="317373"/>
                  </a:moveTo>
                  <a:lnTo>
                    <a:pt x="660400" y="338709"/>
                  </a:lnTo>
                  <a:lnTo>
                    <a:pt x="712355" y="348767"/>
                  </a:lnTo>
                  <a:lnTo>
                    <a:pt x="0" y="696214"/>
                  </a:lnTo>
                  <a:lnTo>
                    <a:pt x="5588" y="707517"/>
                  </a:lnTo>
                  <a:lnTo>
                    <a:pt x="717918" y="360210"/>
                  </a:lnTo>
                  <a:lnTo>
                    <a:pt x="722744" y="350774"/>
                  </a:lnTo>
                  <a:lnTo>
                    <a:pt x="717918" y="360210"/>
                  </a:lnTo>
                  <a:lnTo>
                    <a:pt x="693801" y="407289"/>
                  </a:lnTo>
                  <a:lnTo>
                    <a:pt x="761212" y="345059"/>
                  </a:lnTo>
                  <a:lnTo>
                    <a:pt x="791210" y="317373"/>
                  </a:lnTo>
                  <a:close/>
                </a:path>
                <a:path w="3981450" h="2731135">
                  <a:moveTo>
                    <a:pt x="1928495" y="207899"/>
                  </a:moveTo>
                  <a:lnTo>
                    <a:pt x="1898497" y="180213"/>
                  </a:lnTo>
                  <a:lnTo>
                    <a:pt x="1831086" y="117983"/>
                  </a:lnTo>
                  <a:lnTo>
                    <a:pt x="1855292" y="165239"/>
                  </a:lnTo>
                  <a:lnTo>
                    <a:pt x="1537081" y="10033"/>
                  </a:lnTo>
                  <a:lnTo>
                    <a:pt x="1531493" y="21336"/>
                  </a:lnTo>
                  <a:lnTo>
                    <a:pt x="1849640" y="176517"/>
                  </a:lnTo>
                  <a:lnTo>
                    <a:pt x="1797685" y="186563"/>
                  </a:lnTo>
                  <a:lnTo>
                    <a:pt x="1928495" y="207899"/>
                  </a:lnTo>
                  <a:close/>
                </a:path>
                <a:path w="3981450" h="2731135">
                  <a:moveTo>
                    <a:pt x="1933194" y="2532634"/>
                  </a:moveTo>
                  <a:lnTo>
                    <a:pt x="1802257" y="2554059"/>
                  </a:lnTo>
                  <a:lnTo>
                    <a:pt x="1854288" y="2564053"/>
                  </a:lnTo>
                  <a:lnTo>
                    <a:pt x="1536192" y="2719197"/>
                  </a:lnTo>
                  <a:lnTo>
                    <a:pt x="1541780" y="2730614"/>
                  </a:lnTo>
                  <a:lnTo>
                    <a:pt x="1859775" y="2575458"/>
                  </a:lnTo>
                  <a:lnTo>
                    <a:pt x="1835658" y="2622550"/>
                  </a:lnTo>
                  <a:lnTo>
                    <a:pt x="1903158" y="2560320"/>
                  </a:lnTo>
                  <a:lnTo>
                    <a:pt x="1933194" y="2532634"/>
                  </a:lnTo>
                  <a:close/>
                </a:path>
                <a:path w="3981450" h="2731135">
                  <a:moveTo>
                    <a:pt x="2735453" y="2555544"/>
                  </a:moveTo>
                  <a:lnTo>
                    <a:pt x="2705455" y="2527858"/>
                  </a:lnTo>
                  <a:lnTo>
                    <a:pt x="2638044" y="2465628"/>
                  </a:lnTo>
                  <a:lnTo>
                    <a:pt x="2662174" y="2512733"/>
                  </a:lnTo>
                  <a:lnTo>
                    <a:pt x="2344039" y="2357628"/>
                  </a:lnTo>
                  <a:lnTo>
                    <a:pt x="2338451" y="2368931"/>
                  </a:lnTo>
                  <a:lnTo>
                    <a:pt x="2656586" y="2524150"/>
                  </a:lnTo>
                  <a:lnTo>
                    <a:pt x="2604643" y="2534120"/>
                  </a:lnTo>
                  <a:lnTo>
                    <a:pt x="2735453" y="2555544"/>
                  </a:lnTo>
                  <a:close/>
                </a:path>
                <a:path w="3981450" h="2731135">
                  <a:moveTo>
                    <a:pt x="2743581" y="148082"/>
                  </a:moveTo>
                  <a:lnTo>
                    <a:pt x="2612771" y="169418"/>
                  </a:lnTo>
                  <a:lnTo>
                    <a:pt x="2664726" y="179476"/>
                  </a:lnTo>
                  <a:lnTo>
                    <a:pt x="2346579" y="334645"/>
                  </a:lnTo>
                  <a:lnTo>
                    <a:pt x="2352167" y="345948"/>
                  </a:lnTo>
                  <a:lnTo>
                    <a:pt x="2670289" y="190919"/>
                  </a:lnTo>
                  <a:lnTo>
                    <a:pt x="2646172" y="237998"/>
                  </a:lnTo>
                  <a:lnTo>
                    <a:pt x="2713583" y="175768"/>
                  </a:lnTo>
                  <a:lnTo>
                    <a:pt x="2743581" y="148082"/>
                  </a:lnTo>
                  <a:close/>
                </a:path>
                <a:path w="3981450" h="2731135">
                  <a:moveTo>
                    <a:pt x="3981323" y="2340356"/>
                  </a:moveTo>
                  <a:lnTo>
                    <a:pt x="3850513" y="2361819"/>
                  </a:lnTo>
                  <a:lnTo>
                    <a:pt x="3902443" y="2371763"/>
                  </a:lnTo>
                  <a:lnTo>
                    <a:pt x="3190113" y="2719197"/>
                  </a:lnTo>
                  <a:lnTo>
                    <a:pt x="3195701" y="2730614"/>
                  </a:lnTo>
                  <a:lnTo>
                    <a:pt x="3908031" y="2383193"/>
                  </a:lnTo>
                  <a:lnTo>
                    <a:pt x="3883914" y="2430272"/>
                  </a:lnTo>
                  <a:lnTo>
                    <a:pt x="3951325" y="2368042"/>
                  </a:lnTo>
                  <a:lnTo>
                    <a:pt x="3981323" y="2340356"/>
                  </a:lnTo>
                  <a:close/>
                </a:path>
                <a:path w="3981450" h="2731135">
                  <a:moveTo>
                    <a:pt x="3981323" y="390271"/>
                  </a:moveTo>
                  <a:lnTo>
                    <a:pt x="3951325" y="362585"/>
                  </a:lnTo>
                  <a:lnTo>
                    <a:pt x="3883914" y="300355"/>
                  </a:lnTo>
                  <a:lnTo>
                    <a:pt x="3908031" y="347446"/>
                  </a:lnTo>
                  <a:lnTo>
                    <a:pt x="3195701" y="0"/>
                  </a:lnTo>
                  <a:lnTo>
                    <a:pt x="3190113" y="11430"/>
                  </a:lnTo>
                  <a:lnTo>
                    <a:pt x="3902443" y="358876"/>
                  </a:lnTo>
                  <a:lnTo>
                    <a:pt x="3850513" y="368808"/>
                  </a:lnTo>
                  <a:lnTo>
                    <a:pt x="3981323" y="390271"/>
                  </a:lnTo>
                  <a:close/>
                </a:path>
              </a:pathLst>
            </a:custGeom>
            <a:solidFill>
              <a:srgbClr val="001F5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30068" y="4046220"/>
              <a:ext cx="4547615" cy="143103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37489" y="431419"/>
            <a:ext cx="3119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Searching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for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Ideas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474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0831" y="1542262"/>
            <a:ext cx="3573018" cy="3055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074164"/>
            <a:ext cx="1957577" cy="176022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480816" y="2892551"/>
            <a:ext cx="2924175" cy="2924175"/>
          </a:xfrm>
          <a:custGeom>
            <a:avLst/>
            <a:gdLst/>
            <a:ahLst/>
            <a:cxnLst/>
            <a:rect l="l" t="t" r="r" b="b"/>
            <a:pathLst>
              <a:path w="2924175" h="2924175">
                <a:moveTo>
                  <a:pt x="2924048" y="1466088"/>
                </a:moveTo>
                <a:lnTo>
                  <a:pt x="2911348" y="1459738"/>
                </a:lnTo>
                <a:lnTo>
                  <a:pt x="2797048" y="1402588"/>
                </a:lnTo>
                <a:lnTo>
                  <a:pt x="2842768" y="1459738"/>
                </a:lnTo>
                <a:lnTo>
                  <a:pt x="1472425" y="1459738"/>
                </a:lnTo>
                <a:lnTo>
                  <a:pt x="1472438" y="81280"/>
                </a:lnTo>
                <a:lnTo>
                  <a:pt x="1529588" y="127000"/>
                </a:lnTo>
                <a:lnTo>
                  <a:pt x="1504188" y="76200"/>
                </a:lnTo>
                <a:lnTo>
                  <a:pt x="1466088" y="0"/>
                </a:lnTo>
                <a:lnTo>
                  <a:pt x="1402588" y="127000"/>
                </a:lnTo>
                <a:lnTo>
                  <a:pt x="1459738" y="81280"/>
                </a:lnTo>
                <a:lnTo>
                  <a:pt x="1459738" y="1459738"/>
                </a:lnTo>
                <a:lnTo>
                  <a:pt x="81267" y="1459738"/>
                </a:lnTo>
                <a:lnTo>
                  <a:pt x="127000" y="1402588"/>
                </a:lnTo>
                <a:lnTo>
                  <a:pt x="0" y="1466088"/>
                </a:lnTo>
                <a:lnTo>
                  <a:pt x="127000" y="1529588"/>
                </a:lnTo>
                <a:lnTo>
                  <a:pt x="81267" y="1472438"/>
                </a:lnTo>
                <a:lnTo>
                  <a:pt x="1459738" y="1472438"/>
                </a:lnTo>
                <a:lnTo>
                  <a:pt x="1459738" y="2842793"/>
                </a:lnTo>
                <a:lnTo>
                  <a:pt x="1402588" y="2797060"/>
                </a:lnTo>
                <a:lnTo>
                  <a:pt x="1466088" y="2924060"/>
                </a:lnTo>
                <a:lnTo>
                  <a:pt x="1504175" y="2847873"/>
                </a:lnTo>
                <a:lnTo>
                  <a:pt x="1529588" y="2797060"/>
                </a:lnTo>
                <a:lnTo>
                  <a:pt x="1472438" y="2842793"/>
                </a:lnTo>
                <a:lnTo>
                  <a:pt x="1466088" y="2847860"/>
                </a:lnTo>
                <a:lnTo>
                  <a:pt x="1472425" y="2842793"/>
                </a:lnTo>
                <a:lnTo>
                  <a:pt x="1472425" y="1472438"/>
                </a:lnTo>
                <a:lnTo>
                  <a:pt x="2842768" y="1472438"/>
                </a:lnTo>
                <a:lnTo>
                  <a:pt x="2797048" y="1529588"/>
                </a:lnTo>
                <a:lnTo>
                  <a:pt x="2911348" y="1472438"/>
                </a:lnTo>
                <a:lnTo>
                  <a:pt x="2924048" y="1466088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76643" y="4288535"/>
            <a:ext cx="654557" cy="17602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25054" y="2668584"/>
            <a:ext cx="246055" cy="17138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985003" y="2996183"/>
            <a:ext cx="1329055" cy="1327785"/>
            <a:chOff x="4985003" y="2996183"/>
            <a:chExt cx="1329055" cy="1327785"/>
          </a:xfrm>
        </p:grpSpPr>
        <p:sp>
          <p:nvSpPr>
            <p:cNvPr id="12" name="object 12"/>
            <p:cNvSpPr/>
            <p:nvPr/>
          </p:nvSpPr>
          <p:spPr>
            <a:xfrm>
              <a:off x="4991099" y="3002279"/>
              <a:ext cx="1316990" cy="1315720"/>
            </a:xfrm>
            <a:custGeom>
              <a:avLst/>
              <a:gdLst/>
              <a:ahLst/>
              <a:cxnLst/>
              <a:rect l="l" t="t" r="r" b="b"/>
              <a:pathLst>
                <a:path w="1316989" h="1315720">
                  <a:moveTo>
                    <a:pt x="1316736" y="0"/>
                  </a:moveTo>
                  <a:lnTo>
                    <a:pt x="0" y="0"/>
                  </a:lnTo>
                  <a:lnTo>
                    <a:pt x="0" y="1315212"/>
                  </a:lnTo>
                  <a:lnTo>
                    <a:pt x="1316736" y="1315212"/>
                  </a:lnTo>
                  <a:lnTo>
                    <a:pt x="1316736" y="0"/>
                  </a:lnTo>
                  <a:close/>
                </a:path>
              </a:pathLst>
            </a:custGeom>
            <a:solidFill>
              <a:srgbClr val="BEBEB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91099" y="3002279"/>
              <a:ext cx="1316990" cy="1315720"/>
            </a:xfrm>
            <a:custGeom>
              <a:avLst/>
              <a:gdLst/>
              <a:ahLst/>
              <a:cxnLst/>
              <a:rect l="l" t="t" r="r" b="b"/>
              <a:pathLst>
                <a:path w="1316989" h="1315720">
                  <a:moveTo>
                    <a:pt x="0" y="1315212"/>
                  </a:moveTo>
                  <a:lnTo>
                    <a:pt x="1316736" y="1315212"/>
                  </a:lnTo>
                  <a:lnTo>
                    <a:pt x="1316736" y="0"/>
                  </a:lnTo>
                  <a:lnTo>
                    <a:pt x="0" y="0"/>
                  </a:lnTo>
                  <a:lnTo>
                    <a:pt x="0" y="131521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32703" y="3515867"/>
              <a:ext cx="32765" cy="290322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3575303" y="2994660"/>
            <a:ext cx="1329055" cy="1327785"/>
            <a:chOff x="3575303" y="2994660"/>
            <a:chExt cx="1329055" cy="1327785"/>
          </a:xfrm>
        </p:grpSpPr>
        <p:sp>
          <p:nvSpPr>
            <p:cNvPr id="16" name="object 16"/>
            <p:cNvSpPr/>
            <p:nvPr/>
          </p:nvSpPr>
          <p:spPr>
            <a:xfrm>
              <a:off x="3581399" y="3000756"/>
              <a:ext cx="1316990" cy="1315720"/>
            </a:xfrm>
            <a:custGeom>
              <a:avLst/>
              <a:gdLst/>
              <a:ahLst/>
              <a:cxnLst/>
              <a:rect l="l" t="t" r="r" b="b"/>
              <a:pathLst>
                <a:path w="1316989" h="1315720">
                  <a:moveTo>
                    <a:pt x="1316736" y="0"/>
                  </a:moveTo>
                  <a:lnTo>
                    <a:pt x="0" y="0"/>
                  </a:lnTo>
                  <a:lnTo>
                    <a:pt x="0" y="1315212"/>
                  </a:lnTo>
                  <a:lnTo>
                    <a:pt x="1316736" y="1315212"/>
                  </a:lnTo>
                  <a:lnTo>
                    <a:pt x="1316736" y="0"/>
                  </a:lnTo>
                  <a:close/>
                </a:path>
              </a:pathLst>
            </a:custGeom>
            <a:solidFill>
              <a:srgbClr val="BEBEB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81399" y="3000756"/>
              <a:ext cx="1316990" cy="1315720"/>
            </a:xfrm>
            <a:custGeom>
              <a:avLst/>
              <a:gdLst/>
              <a:ahLst/>
              <a:cxnLst/>
              <a:rect l="l" t="t" r="r" b="b"/>
              <a:pathLst>
                <a:path w="1316989" h="1315720">
                  <a:moveTo>
                    <a:pt x="0" y="1315212"/>
                  </a:moveTo>
                  <a:lnTo>
                    <a:pt x="1316736" y="1315212"/>
                  </a:lnTo>
                  <a:lnTo>
                    <a:pt x="1316736" y="0"/>
                  </a:lnTo>
                  <a:lnTo>
                    <a:pt x="0" y="0"/>
                  </a:lnTo>
                  <a:lnTo>
                    <a:pt x="0" y="131521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48327" y="3512820"/>
              <a:ext cx="182117" cy="291845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3575303" y="4392167"/>
            <a:ext cx="1329055" cy="1329055"/>
            <a:chOff x="3575303" y="4392167"/>
            <a:chExt cx="1329055" cy="1329055"/>
          </a:xfrm>
        </p:grpSpPr>
        <p:sp>
          <p:nvSpPr>
            <p:cNvPr id="20" name="object 20"/>
            <p:cNvSpPr/>
            <p:nvPr/>
          </p:nvSpPr>
          <p:spPr>
            <a:xfrm>
              <a:off x="3581399" y="4398263"/>
              <a:ext cx="1316990" cy="1316990"/>
            </a:xfrm>
            <a:custGeom>
              <a:avLst/>
              <a:gdLst/>
              <a:ahLst/>
              <a:cxnLst/>
              <a:rect l="l" t="t" r="r" b="b"/>
              <a:pathLst>
                <a:path w="1316989" h="1316989">
                  <a:moveTo>
                    <a:pt x="1316736" y="0"/>
                  </a:moveTo>
                  <a:lnTo>
                    <a:pt x="0" y="0"/>
                  </a:lnTo>
                  <a:lnTo>
                    <a:pt x="0" y="1316736"/>
                  </a:lnTo>
                  <a:lnTo>
                    <a:pt x="1316736" y="1316736"/>
                  </a:lnTo>
                  <a:lnTo>
                    <a:pt x="1316736" y="0"/>
                  </a:lnTo>
                  <a:close/>
                </a:path>
              </a:pathLst>
            </a:custGeom>
            <a:solidFill>
              <a:srgbClr val="BEBEB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81399" y="4398263"/>
              <a:ext cx="1316990" cy="1316990"/>
            </a:xfrm>
            <a:custGeom>
              <a:avLst/>
              <a:gdLst/>
              <a:ahLst/>
              <a:cxnLst/>
              <a:rect l="l" t="t" r="r" b="b"/>
              <a:pathLst>
                <a:path w="1316989" h="1316989">
                  <a:moveTo>
                    <a:pt x="0" y="1316736"/>
                  </a:moveTo>
                  <a:lnTo>
                    <a:pt x="1316736" y="1316736"/>
                  </a:lnTo>
                  <a:lnTo>
                    <a:pt x="1316736" y="0"/>
                  </a:lnTo>
                  <a:lnTo>
                    <a:pt x="0" y="0"/>
                  </a:lnTo>
                  <a:lnTo>
                    <a:pt x="0" y="1316736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49851" y="4911851"/>
              <a:ext cx="191262" cy="291845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4985003" y="4387596"/>
            <a:ext cx="1329055" cy="1329055"/>
            <a:chOff x="4985003" y="4387596"/>
            <a:chExt cx="1329055" cy="1329055"/>
          </a:xfrm>
        </p:grpSpPr>
        <p:sp>
          <p:nvSpPr>
            <p:cNvPr id="24" name="object 24"/>
            <p:cNvSpPr/>
            <p:nvPr/>
          </p:nvSpPr>
          <p:spPr>
            <a:xfrm>
              <a:off x="4991099" y="4393692"/>
              <a:ext cx="1316990" cy="1316990"/>
            </a:xfrm>
            <a:custGeom>
              <a:avLst/>
              <a:gdLst/>
              <a:ahLst/>
              <a:cxnLst/>
              <a:rect l="l" t="t" r="r" b="b"/>
              <a:pathLst>
                <a:path w="1316989" h="1316989">
                  <a:moveTo>
                    <a:pt x="1316736" y="0"/>
                  </a:moveTo>
                  <a:lnTo>
                    <a:pt x="0" y="0"/>
                  </a:lnTo>
                  <a:lnTo>
                    <a:pt x="0" y="1316736"/>
                  </a:lnTo>
                  <a:lnTo>
                    <a:pt x="1316736" y="1316736"/>
                  </a:lnTo>
                  <a:lnTo>
                    <a:pt x="1316736" y="0"/>
                  </a:lnTo>
                  <a:close/>
                </a:path>
              </a:pathLst>
            </a:custGeom>
            <a:solidFill>
              <a:srgbClr val="BEBEB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91099" y="4393692"/>
              <a:ext cx="1316990" cy="1316990"/>
            </a:xfrm>
            <a:custGeom>
              <a:avLst/>
              <a:gdLst/>
              <a:ahLst/>
              <a:cxnLst/>
              <a:rect l="l" t="t" r="r" b="b"/>
              <a:pathLst>
                <a:path w="1316989" h="1316989">
                  <a:moveTo>
                    <a:pt x="0" y="1316736"/>
                  </a:moveTo>
                  <a:lnTo>
                    <a:pt x="1316736" y="1316736"/>
                  </a:lnTo>
                  <a:lnTo>
                    <a:pt x="1316736" y="0"/>
                  </a:lnTo>
                  <a:lnTo>
                    <a:pt x="0" y="0"/>
                  </a:lnTo>
                  <a:lnTo>
                    <a:pt x="0" y="1316736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94603" y="4907280"/>
              <a:ext cx="107441" cy="290322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861047" y="2667000"/>
            <a:ext cx="907542" cy="182117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36600" y="5917765"/>
            <a:ext cx="421377" cy="13937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598436" y="4287072"/>
            <a:ext cx="624061" cy="17138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136648" y="5899403"/>
            <a:ext cx="880110" cy="182118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2571369" y="5172455"/>
            <a:ext cx="1371600" cy="650875"/>
          </a:xfrm>
          <a:custGeom>
            <a:avLst/>
            <a:gdLst/>
            <a:ahLst/>
            <a:cxnLst/>
            <a:rect l="l" t="t" r="r" b="b"/>
            <a:pathLst>
              <a:path w="1371600" h="650875">
                <a:moveTo>
                  <a:pt x="1292196" y="30333"/>
                </a:moveTo>
                <a:lnTo>
                  <a:pt x="0" y="639089"/>
                </a:lnTo>
                <a:lnTo>
                  <a:pt x="5333" y="650570"/>
                </a:lnTo>
                <a:lnTo>
                  <a:pt x="1297849" y="41798"/>
                </a:lnTo>
                <a:lnTo>
                  <a:pt x="1302748" y="32545"/>
                </a:lnTo>
                <a:lnTo>
                  <a:pt x="1292196" y="30333"/>
                </a:lnTo>
                <a:close/>
              </a:path>
              <a:path w="1371600" h="650875">
                <a:moveTo>
                  <a:pt x="1341949" y="26670"/>
                </a:moveTo>
                <a:lnTo>
                  <a:pt x="1299971" y="26670"/>
                </a:lnTo>
                <a:lnTo>
                  <a:pt x="1305433" y="38227"/>
                </a:lnTo>
                <a:lnTo>
                  <a:pt x="1297849" y="41798"/>
                </a:lnTo>
                <a:lnTo>
                  <a:pt x="1273047" y="88646"/>
                </a:lnTo>
                <a:lnTo>
                  <a:pt x="1341949" y="26670"/>
                </a:lnTo>
                <a:close/>
              </a:path>
              <a:path w="1371600" h="650875">
                <a:moveTo>
                  <a:pt x="1302748" y="32545"/>
                </a:moveTo>
                <a:lnTo>
                  <a:pt x="1297849" y="41798"/>
                </a:lnTo>
                <a:lnTo>
                  <a:pt x="1305433" y="38227"/>
                </a:lnTo>
                <a:lnTo>
                  <a:pt x="1302748" y="32545"/>
                </a:lnTo>
                <a:close/>
              </a:path>
              <a:path w="1371600" h="650875">
                <a:moveTo>
                  <a:pt x="1299971" y="26670"/>
                </a:moveTo>
                <a:lnTo>
                  <a:pt x="1292196" y="30333"/>
                </a:lnTo>
                <a:lnTo>
                  <a:pt x="1302728" y="32504"/>
                </a:lnTo>
                <a:lnTo>
                  <a:pt x="1299971" y="26670"/>
                </a:lnTo>
                <a:close/>
              </a:path>
              <a:path w="1371600" h="650875">
                <a:moveTo>
                  <a:pt x="1371600" y="0"/>
                </a:moveTo>
                <a:lnTo>
                  <a:pt x="1240535" y="19685"/>
                </a:lnTo>
                <a:lnTo>
                  <a:pt x="1292196" y="30333"/>
                </a:lnTo>
                <a:lnTo>
                  <a:pt x="1299971" y="26670"/>
                </a:lnTo>
                <a:lnTo>
                  <a:pt x="1341949" y="26670"/>
                </a:lnTo>
                <a:lnTo>
                  <a:pt x="1371600" y="0"/>
                </a:lnTo>
                <a:close/>
              </a:path>
            </a:pathLst>
          </a:custGeom>
          <a:solidFill>
            <a:srgbClr val="001F5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811011" y="2895980"/>
            <a:ext cx="1504950" cy="734060"/>
          </a:xfrm>
          <a:custGeom>
            <a:avLst/>
            <a:gdLst/>
            <a:ahLst/>
            <a:cxnLst/>
            <a:rect l="l" t="t" r="r" b="b"/>
            <a:pathLst>
              <a:path w="1504950" h="734060">
                <a:moveTo>
                  <a:pt x="97662" y="644017"/>
                </a:moveTo>
                <a:lnTo>
                  <a:pt x="0" y="733679"/>
                </a:lnTo>
                <a:lnTo>
                  <a:pt x="130937" y="712597"/>
                </a:lnTo>
                <a:lnTo>
                  <a:pt x="98117" y="706247"/>
                </a:lnTo>
                <a:lnTo>
                  <a:pt x="71374" y="706247"/>
                </a:lnTo>
                <a:lnTo>
                  <a:pt x="65786" y="694817"/>
                </a:lnTo>
                <a:lnTo>
                  <a:pt x="73427" y="691112"/>
                </a:lnTo>
                <a:lnTo>
                  <a:pt x="97662" y="644017"/>
                </a:lnTo>
                <a:close/>
              </a:path>
              <a:path w="1504950" h="734060">
                <a:moveTo>
                  <a:pt x="68579" y="700532"/>
                </a:moveTo>
                <a:lnTo>
                  <a:pt x="71374" y="706247"/>
                </a:lnTo>
                <a:lnTo>
                  <a:pt x="79002" y="702548"/>
                </a:lnTo>
                <a:lnTo>
                  <a:pt x="68579" y="700532"/>
                </a:lnTo>
                <a:close/>
              </a:path>
              <a:path w="1504950" h="734060">
                <a:moveTo>
                  <a:pt x="79002" y="702548"/>
                </a:moveTo>
                <a:lnTo>
                  <a:pt x="71374" y="706247"/>
                </a:lnTo>
                <a:lnTo>
                  <a:pt x="98117" y="706247"/>
                </a:lnTo>
                <a:lnTo>
                  <a:pt x="79002" y="702548"/>
                </a:lnTo>
                <a:close/>
              </a:path>
              <a:path w="1504950" h="734060">
                <a:moveTo>
                  <a:pt x="1498854" y="0"/>
                </a:moveTo>
                <a:lnTo>
                  <a:pt x="73427" y="691112"/>
                </a:lnTo>
                <a:lnTo>
                  <a:pt x="68579" y="700532"/>
                </a:lnTo>
                <a:lnTo>
                  <a:pt x="79002" y="702548"/>
                </a:lnTo>
                <a:lnTo>
                  <a:pt x="1504441" y="11430"/>
                </a:lnTo>
                <a:lnTo>
                  <a:pt x="1498854" y="0"/>
                </a:lnTo>
                <a:close/>
              </a:path>
              <a:path w="1504950" h="734060">
                <a:moveTo>
                  <a:pt x="73427" y="691112"/>
                </a:moveTo>
                <a:lnTo>
                  <a:pt x="65786" y="694817"/>
                </a:lnTo>
                <a:lnTo>
                  <a:pt x="68579" y="700532"/>
                </a:lnTo>
                <a:lnTo>
                  <a:pt x="73427" y="691112"/>
                </a:lnTo>
                <a:close/>
              </a:path>
            </a:pathLst>
          </a:custGeom>
          <a:solidFill>
            <a:srgbClr val="001F5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37489" y="431419"/>
            <a:ext cx="3119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Searching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for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Ideas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0831" y="1542262"/>
            <a:ext cx="3573018" cy="3055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7804" y="2074164"/>
            <a:ext cx="2184654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327" y="2476500"/>
            <a:ext cx="3536441" cy="16230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3203448" y="3779520"/>
            <a:ext cx="2352040" cy="1671955"/>
            <a:chOff x="3203448" y="3779520"/>
            <a:chExt cx="2352040" cy="1671955"/>
          </a:xfrm>
        </p:grpSpPr>
        <p:sp>
          <p:nvSpPr>
            <p:cNvPr id="10" name="object 10"/>
            <p:cNvSpPr/>
            <p:nvPr/>
          </p:nvSpPr>
          <p:spPr>
            <a:xfrm>
              <a:off x="4087368" y="5061204"/>
              <a:ext cx="585470" cy="384175"/>
            </a:xfrm>
            <a:custGeom>
              <a:avLst/>
              <a:gdLst/>
              <a:ahLst/>
              <a:cxnLst/>
              <a:rect l="l" t="t" r="r" b="b"/>
              <a:pathLst>
                <a:path w="585470" h="384175">
                  <a:moveTo>
                    <a:pt x="585216" y="0"/>
                  </a:moveTo>
                  <a:lnTo>
                    <a:pt x="545253" y="27714"/>
                  </a:lnTo>
                  <a:lnTo>
                    <a:pt x="499491" y="38814"/>
                  </a:lnTo>
                  <a:lnTo>
                    <a:pt x="440266" y="47385"/>
                  </a:lnTo>
                  <a:lnTo>
                    <a:pt x="370374" y="52907"/>
                  </a:lnTo>
                  <a:lnTo>
                    <a:pt x="292608" y="54864"/>
                  </a:lnTo>
                  <a:lnTo>
                    <a:pt x="214841" y="52907"/>
                  </a:lnTo>
                  <a:lnTo>
                    <a:pt x="144949" y="47385"/>
                  </a:lnTo>
                  <a:lnTo>
                    <a:pt x="85725" y="38814"/>
                  </a:lnTo>
                  <a:lnTo>
                    <a:pt x="39962" y="27714"/>
                  </a:lnTo>
                  <a:lnTo>
                    <a:pt x="0" y="0"/>
                  </a:lnTo>
                  <a:lnTo>
                    <a:pt x="0" y="329184"/>
                  </a:lnTo>
                  <a:lnTo>
                    <a:pt x="39962" y="356898"/>
                  </a:lnTo>
                  <a:lnTo>
                    <a:pt x="85725" y="367998"/>
                  </a:lnTo>
                  <a:lnTo>
                    <a:pt x="144949" y="376569"/>
                  </a:lnTo>
                  <a:lnTo>
                    <a:pt x="214841" y="382091"/>
                  </a:lnTo>
                  <a:lnTo>
                    <a:pt x="292608" y="384048"/>
                  </a:lnTo>
                  <a:lnTo>
                    <a:pt x="370374" y="382091"/>
                  </a:lnTo>
                  <a:lnTo>
                    <a:pt x="440266" y="376569"/>
                  </a:lnTo>
                  <a:lnTo>
                    <a:pt x="499491" y="367998"/>
                  </a:lnTo>
                  <a:lnTo>
                    <a:pt x="545253" y="356898"/>
                  </a:lnTo>
                  <a:lnTo>
                    <a:pt x="585216" y="329184"/>
                  </a:lnTo>
                  <a:lnTo>
                    <a:pt x="58521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87368" y="5006340"/>
              <a:ext cx="585470" cy="439420"/>
            </a:xfrm>
            <a:custGeom>
              <a:avLst/>
              <a:gdLst/>
              <a:ahLst/>
              <a:cxnLst/>
              <a:rect l="l" t="t" r="r" b="b"/>
              <a:pathLst>
                <a:path w="585470" h="439420">
                  <a:moveTo>
                    <a:pt x="585216" y="54864"/>
                  </a:moveTo>
                  <a:lnTo>
                    <a:pt x="545253" y="82578"/>
                  </a:lnTo>
                  <a:lnTo>
                    <a:pt x="499491" y="93678"/>
                  </a:lnTo>
                  <a:lnTo>
                    <a:pt x="440266" y="102249"/>
                  </a:lnTo>
                  <a:lnTo>
                    <a:pt x="370374" y="107771"/>
                  </a:lnTo>
                  <a:lnTo>
                    <a:pt x="292608" y="109728"/>
                  </a:lnTo>
                  <a:lnTo>
                    <a:pt x="214841" y="107771"/>
                  </a:lnTo>
                  <a:lnTo>
                    <a:pt x="144949" y="102249"/>
                  </a:lnTo>
                  <a:lnTo>
                    <a:pt x="85725" y="93678"/>
                  </a:lnTo>
                  <a:lnTo>
                    <a:pt x="39962" y="82578"/>
                  </a:lnTo>
                  <a:lnTo>
                    <a:pt x="0" y="54864"/>
                  </a:lnTo>
                  <a:lnTo>
                    <a:pt x="10456" y="40260"/>
                  </a:lnTo>
                  <a:lnTo>
                    <a:pt x="85725" y="16049"/>
                  </a:lnTo>
                  <a:lnTo>
                    <a:pt x="144949" y="7478"/>
                  </a:lnTo>
                  <a:lnTo>
                    <a:pt x="214841" y="1956"/>
                  </a:lnTo>
                  <a:lnTo>
                    <a:pt x="292608" y="0"/>
                  </a:lnTo>
                  <a:lnTo>
                    <a:pt x="370374" y="1956"/>
                  </a:lnTo>
                  <a:lnTo>
                    <a:pt x="440266" y="7478"/>
                  </a:lnTo>
                  <a:lnTo>
                    <a:pt x="499491" y="16049"/>
                  </a:lnTo>
                  <a:lnTo>
                    <a:pt x="545253" y="27149"/>
                  </a:lnTo>
                  <a:lnTo>
                    <a:pt x="585216" y="54864"/>
                  </a:lnTo>
                  <a:close/>
                </a:path>
                <a:path w="585470" h="439420">
                  <a:moveTo>
                    <a:pt x="585216" y="54864"/>
                  </a:moveTo>
                  <a:lnTo>
                    <a:pt x="585216" y="384048"/>
                  </a:lnTo>
                  <a:lnTo>
                    <a:pt x="574759" y="398651"/>
                  </a:lnTo>
                  <a:lnTo>
                    <a:pt x="499491" y="422862"/>
                  </a:lnTo>
                  <a:lnTo>
                    <a:pt x="440266" y="431433"/>
                  </a:lnTo>
                  <a:lnTo>
                    <a:pt x="370374" y="436955"/>
                  </a:lnTo>
                  <a:lnTo>
                    <a:pt x="292608" y="438912"/>
                  </a:lnTo>
                  <a:lnTo>
                    <a:pt x="214841" y="436955"/>
                  </a:lnTo>
                  <a:lnTo>
                    <a:pt x="144949" y="431433"/>
                  </a:lnTo>
                  <a:lnTo>
                    <a:pt x="85725" y="422862"/>
                  </a:lnTo>
                  <a:lnTo>
                    <a:pt x="39962" y="411762"/>
                  </a:lnTo>
                  <a:lnTo>
                    <a:pt x="0" y="384048"/>
                  </a:lnTo>
                  <a:lnTo>
                    <a:pt x="0" y="54864"/>
                  </a:lnTo>
                </a:path>
              </a:pathLst>
            </a:custGeom>
            <a:ln w="1219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9544" y="3928872"/>
              <a:ext cx="2339340" cy="1195070"/>
            </a:xfrm>
            <a:custGeom>
              <a:avLst/>
              <a:gdLst/>
              <a:ahLst/>
              <a:cxnLst/>
              <a:rect l="l" t="t" r="r" b="b"/>
              <a:pathLst>
                <a:path w="2339340" h="1195070">
                  <a:moveTo>
                    <a:pt x="2339340" y="0"/>
                  </a:moveTo>
                  <a:lnTo>
                    <a:pt x="0" y="0"/>
                  </a:lnTo>
                  <a:lnTo>
                    <a:pt x="878458" y="1194815"/>
                  </a:lnTo>
                  <a:lnTo>
                    <a:pt x="1460881" y="1194815"/>
                  </a:lnTo>
                  <a:lnTo>
                    <a:pt x="23393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9544" y="3928872"/>
              <a:ext cx="2339340" cy="1195070"/>
            </a:xfrm>
            <a:custGeom>
              <a:avLst/>
              <a:gdLst/>
              <a:ahLst/>
              <a:cxnLst/>
              <a:rect l="l" t="t" r="r" b="b"/>
              <a:pathLst>
                <a:path w="2339340" h="1195070">
                  <a:moveTo>
                    <a:pt x="2339340" y="0"/>
                  </a:moveTo>
                  <a:lnTo>
                    <a:pt x="1460881" y="1194815"/>
                  </a:lnTo>
                  <a:lnTo>
                    <a:pt x="878458" y="1194815"/>
                  </a:lnTo>
                  <a:lnTo>
                    <a:pt x="0" y="0"/>
                  </a:lnTo>
                  <a:lnTo>
                    <a:pt x="2339340" y="0"/>
                  </a:lnTo>
                  <a:close/>
                </a:path>
              </a:pathLst>
            </a:custGeom>
            <a:ln w="12191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9544" y="3785616"/>
              <a:ext cx="2339340" cy="292735"/>
            </a:xfrm>
            <a:custGeom>
              <a:avLst/>
              <a:gdLst/>
              <a:ahLst/>
              <a:cxnLst/>
              <a:rect l="l" t="t" r="r" b="b"/>
              <a:pathLst>
                <a:path w="2339340" h="292735">
                  <a:moveTo>
                    <a:pt x="1169670" y="0"/>
                  </a:moveTo>
                  <a:lnTo>
                    <a:pt x="1092757" y="311"/>
                  </a:lnTo>
                  <a:lnTo>
                    <a:pt x="1017174" y="1232"/>
                  </a:lnTo>
                  <a:lnTo>
                    <a:pt x="943074" y="2744"/>
                  </a:lnTo>
                  <a:lnTo>
                    <a:pt x="870612" y="4826"/>
                  </a:lnTo>
                  <a:lnTo>
                    <a:pt x="799941" y="7461"/>
                  </a:lnTo>
                  <a:lnTo>
                    <a:pt x="731216" y="10628"/>
                  </a:lnTo>
                  <a:lnTo>
                    <a:pt x="664590" y="14309"/>
                  </a:lnTo>
                  <a:lnTo>
                    <a:pt x="600219" y="18483"/>
                  </a:lnTo>
                  <a:lnTo>
                    <a:pt x="538255" y="23132"/>
                  </a:lnTo>
                  <a:lnTo>
                    <a:pt x="478852" y="28236"/>
                  </a:lnTo>
                  <a:lnTo>
                    <a:pt x="422166" y="33776"/>
                  </a:lnTo>
                  <a:lnTo>
                    <a:pt x="368350" y="39733"/>
                  </a:lnTo>
                  <a:lnTo>
                    <a:pt x="317558" y="46088"/>
                  </a:lnTo>
                  <a:lnTo>
                    <a:pt x="269943" y="52820"/>
                  </a:lnTo>
                  <a:lnTo>
                    <a:pt x="225661" y="59911"/>
                  </a:lnTo>
                  <a:lnTo>
                    <a:pt x="184865" y="67341"/>
                  </a:lnTo>
                  <a:lnTo>
                    <a:pt x="114348" y="83143"/>
                  </a:lnTo>
                  <a:lnTo>
                    <a:pt x="59624" y="100071"/>
                  </a:lnTo>
                  <a:lnTo>
                    <a:pt x="21927" y="117971"/>
                  </a:lnTo>
                  <a:lnTo>
                    <a:pt x="0" y="146303"/>
                  </a:lnTo>
                  <a:lnTo>
                    <a:pt x="2487" y="155920"/>
                  </a:lnTo>
                  <a:lnTo>
                    <a:pt x="38570" y="183698"/>
                  </a:lnTo>
                  <a:lnTo>
                    <a:pt x="84935" y="201131"/>
                  </a:lnTo>
                  <a:lnTo>
                    <a:pt x="147710" y="217515"/>
                  </a:lnTo>
                  <a:lnTo>
                    <a:pt x="225661" y="232696"/>
                  </a:lnTo>
                  <a:lnTo>
                    <a:pt x="269943" y="239787"/>
                  </a:lnTo>
                  <a:lnTo>
                    <a:pt x="317558" y="246519"/>
                  </a:lnTo>
                  <a:lnTo>
                    <a:pt x="368350" y="252874"/>
                  </a:lnTo>
                  <a:lnTo>
                    <a:pt x="422166" y="258831"/>
                  </a:lnTo>
                  <a:lnTo>
                    <a:pt x="478852" y="264371"/>
                  </a:lnTo>
                  <a:lnTo>
                    <a:pt x="538255" y="269475"/>
                  </a:lnTo>
                  <a:lnTo>
                    <a:pt x="600219" y="274124"/>
                  </a:lnTo>
                  <a:lnTo>
                    <a:pt x="664590" y="278298"/>
                  </a:lnTo>
                  <a:lnTo>
                    <a:pt x="731216" y="281979"/>
                  </a:lnTo>
                  <a:lnTo>
                    <a:pt x="799941" y="285146"/>
                  </a:lnTo>
                  <a:lnTo>
                    <a:pt x="870612" y="287781"/>
                  </a:lnTo>
                  <a:lnTo>
                    <a:pt x="943074" y="289863"/>
                  </a:lnTo>
                  <a:lnTo>
                    <a:pt x="1017174" y="291375"/>
                  </a:lnTo>
                  <a:lnTo>
                    <a:pt x="1092757" y="292296"/>
                  </a:lnTo>
                  <a:lnTo>
                    <a:pt x="1169670" y="292607"/>
                  </a:lnTo>
                  <a:lnTo>
                    <a:pt x="1246582" y="292296"/>
                  </a:lnTo>
                  <a:lnTo>
                    <a:pt x="1322165" y="291375"/>
                  </a:lnTo>
                  <a:lnTo>
                    <a:pt x="1396265" y="289863"/>
                  </a:lnTo>
                  <a:lnTo>
                    <a:pt x="1468727" y="287781"/>
                  </a:lnTo>
                  <a:lnTo>
                    <a:pt x="1539398" y="285146"/>
                  </a:lnTo>
                  <a:lnTo>
                    <a:pt x="1608123" y="281979"/>
                  </a:lnTo>
                  <a:lnTo>
                    <a:pt x="1674749" y="278298"/>
                  </a:lnTo>
                  <a:lnTo>
                    <a:pt x="1739120" y="274124"/>
                  </a:lnTo>
                  <a:lnTo>
                    <a:pt x="1801084" y="269475"/>
                  </a:lnTo>
                  <a:lnTo>
                    <a:pt x="1860487" y="264371"/>
                  </a:lnTo>
                  <a:lnTo>
                    <a:pt x="1917173" y="258831"/>
                  </a:lnTo>
                  <a:lnTo>
                    <a:pt x="1970989" y="252874"/>
                  </a:lnTo>
                  <a:lnTo>
                    <a:pt x="2021781" y="246519"/>
                  </a:lnTo>
                  <a:lnTo>
                    <a:pt x="2069396" y="239787"/>
                  </a:lnTo>
                  <a:lnTo>
                    <a:pt x="2113678" y="232696"/>
                  </a:lnTo>
                  <a:lnTo>
                    <a:pt x="2154474" y="225266"/>
                  </a:lnTo>
                  <a:lnTo>
                    <a:pt x="2224991" y="209464"/>
                  </a:lnTo>
                  <a:lnTo>
                    <a:pt x="2279715" y="192536"/>
                  </a:lnTo>
                  <a:lnTo>
                    <a:pt x="2317412" y="174636"/>
                  </a:lnTo>
                  <a:lnTo>
                    <a:pt x="2339340" y="146303"/>
                  </a:lnTo>
                  <a:lnTo>
                    <a:pt x="2336852" y="136687"/>
                  </a:lnTo>
                  <a:lnTo>
                    <a:pt x="2300769" y="108909"/>
                  </a:lnTo>
                  <a:lnTo>
                    <a:pt x="2254404" y="91476"/>
                  </a:lnTo>
                  <a:lnTo>
                    <a:pt x="2191629" y="75092"/>
                  </a:lnTo>
                  <a:lnTo>
                    <a:pt x="2113678" y="59911"/>
                  </a:lnTo>
                  <a:lnTo>
                    <a:pt x="2069396" y="52820"/>
                  </a:lnTo>
                  <a:lnTo>
                    <a:pt x="2021781" y="46088"/>
                  </a:lnTo>
                  <a:lnTo>
                    <a:pt x="1970989" y="39733"/>
                  </a:lnTo>
                  <a:lnTo>
                    <a:pt x="1917173" y="33776"/>
                  </a:lnTo>
                  <a:lnTo>
                    <a:pt x="1860487" y="28236"/>
                  </a:lnTo>
                  <a:lnTo>
                    <a:pt x="1801084" y="23132"/>
                  </a:lnTo>
                  <a:lnTo>
                    <a:pt x="1739120" y="18483"/>
                  </a:lnTo>
                  <a:lnTo>
                    <a:pt x="1674749" y="14309"/>
                  </a:lnTo>
                  <a:lnTo>
                    <a:pt x="1608123" y="10628"/>
                  </a:lnTo>
                  <a:lnTo>
                    <a:pt x="1539398" y="7461"/>
                  </a:lnTo>
                  <a:lnTo>
                    <a:pt x="1468727" y="4826"/>
                  </a:lnTo>
                  <a:lnTo>
                    <a:pt x="1396265" y="2744"/>
                  </a:lnTo>
                  <a:lnTo>
                    <a:pt x="1322165" y="1232"/>
                  </a:lnTo>
                  <a:lnTo>
                    <a:pt x="1246582" y="311"/>
                  </a:lnTo>
                  <a:lnTo>
                    <a:pt x="11696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9544" y="3785616"/>
              <a:ext cx="2339340" cy="292735"/>
            </a:xfrm>
            <a:custGeom>
              <a:avLst/>
              <a:gdLst/>
              <a:ahLst/>
              <a:cxnLst/>
              <a:rect l="l" t="t" r="r" b="b"/>
              <a:pathLst>
                <a:path w="2339340" h="292735">
                  <a:moveTo>
                    <a:pt x="0" y="146303"/>
                  </a:moveTo>
                  <a:lnTo>
                    <a:pt x="38570" y="108909"/>
                  </a:lnTo>
                  <a:lnTo>
                    <a:pt x="84935" y="91476"/>
                  </a:lnTo>
                  <a:lnTo>
                    <a:pt x="147710" y="75092"/>
                  </a:lnTo>
                  <a:lnTo>
                    <a:pt x="225661" y="59911"/>
                  </a:lnTo>
                  <a:lnTo>
                    <a:pt x="269943" y="52820"/>
                  </a:lnTo>
                  <a:lnTo>
                    <a:pt x="317558" y="46088"/>
                  </a:lnTo>
                  <a:lnTo>
                    <a:pt x="368350" y="39733"/>
                  </a:lnTo>
                  <a:lnTo>
                    <a:pt x="422166" y="33776"/>
                  </a:lnTo>
                  <a:lnTo>
                    <a:pt x="478852" y="28236"/>
                  </a:lnTo>
                  <a:lnTo>
                    <a:pt x="538255" y="23132"/>
                  </a:lnTo>
                  <a:lnTo>
                    <a:pt x="600219" y="18483"/>
                  </a:lnTo>
                  <a:lnTo>
                    <a:pt x="664590" y="14309"/>
                  </a:lnTo>
                  <a:lnTo>
                    <a:pt x="731216" y="10628"/>
                  </a:lnTo>
                  <a:lnTo>
                    <a:pt x="799941" y="7461"/>
                  </a:lnTo>
                  <a:lnTo>
                    <a:pt x="870612" y="4826"/>
                  </a:lnTo>
                  <a:lnTo>
                    <a:pt x="943074" y="2744"/>
                  </a:lnTo>
                  <a:lnTo>
                    <a:pt x="1017174" y="1232"/>
                  </a:lnTo>
                  <a:lnTo>
                    <a:pt x="1092757" y="311"/>
                  </a:lnTo>
                  <a:lnTo>
                    <a:pt x="1169670" y="0"/>
                  </a:lnTo>
                  <a:lnTo>
                    <a:pt x="1246582" y="311"/>
                  </a:lnTo>
                  <a:lnTo>
                    <a:pt x="1322165" y="1232"/>
                  </a:lnTo>
                  <a:lnTo>
                    <a:pt x="1396265" y="2744"/>
                  </a:lnTo>
                  <a:lnTo>
                    <a:pt x="1468727" y="4826"/>
                  </a:lnTo>
                  <a:lnTo>
                    <a:pt x="1539398" y="7461"/>
                  </a:lnTo>
                  <a:lnTo>
                    <a:pt x="1608123" y="10628"/>
                  </a:lnTo>
                  <a:lnTo>
                    <a:pt x="1674749" y="14309"/>
                  </a:lnTo>
                  <a:lnTo>
                    <a:pt x="1739120" y="18483"/>
                  </a:lnTo>
                  <a:lnTo>
                    <a:pt x="1801084" y="23132"/>
                  </a:lnTo>
                  <a:lnTo>
                    <a:pt x="1860487" y="28236"/>
                  </a:lnTo>
                  <a:lnTo>
                    <a:pt x="1917173" y="33776"/>
                  </a:lnTo>
                  <a:lnTo>
                    <a:pt x="1970989" y="39733"/>
                  </a:lnTo>
                  <a:lnTo>
                    <a:pt x="2021781" y="46088"/>
                  </a:lnTo>
                  <a:lnTo>
                    <a:pt x="2069396" y="52820"/>
                  </a:lnTo>
                  <a:lnTo>
                    <a:pt x="2113678" y="59911"/>
                  </a:lnTo>
                  <a:lnTo>
                    <a:pt x="2154474" y="67341"/>
                  </a:lnTo>
                  <a:lnTo>
                    <a:pt x="2224991" y="83143"/>
                  </a:lnTo>
                  <a:lnTo>
                    <a:pt x="2279715" y="100071"/>
                  </a:lnTo>
                  <a:lnTo>
                    <a:pt x="2317412" y="117971"/>
                  </a:lnTo>
                  <a:lnTo>
                    <a:pt x="2339340" y="146303"/>
                  </a:lnTo>
                  <a:lnTo>
                    <a:pt x="2336852" y="155920"/>
                  </a:lnTo>
                  <a:lnTo>
                    <a:pt x="2300769" y="183698"/>
                  </a:lnTo>
                  <a:lnTo>
                    <a:pt x="2254404" y="201131"/>
                  </a:lnTo>
                  <a:lnTo>
                    <a:pt x="2191629" y="217515"/>
                  </a:lnTo>
                  <a:lnTo>
                    <a:pt x="2113678" y="232696"/>
                  </a:lnTo>
                  <a:lnTo>
                    <a:pt x="2069396" y="239787"/>
                  </a:lnTo>
                  <a:lnTo>
                    <a:pt x="2021781" y="246519"/>
                  </a:lnTo>
                  <a:lnTo>
                    <a:pt x="1970989" y="252874"/>
                  </a:lnTo>
                  <a:lnTo>
                    <a:pt x="1917173" y="258831"/>
                  </a:lnTo>
                  <a:lnTo>
                    <a:pt x="1860487" y="264371"/>
                  </a:lnTo>
                  <a:lnTo>
                    <a:pt x="1801084" y="269475"/>
                  </a:lnTo>
                  <a:lnTo>
                    <a:pt x="1739120" y="274124"/>
                  </a:lnTo>
                  <a:lnTo>
                    <a:pt x="1674749" y="278298"/>
                  </a:lnTo>
                  <a:lnTo>
                    <a:pt x="1608123" y="281979"/>
                  </a:lnTo>
                  <a:lnTo>
                    <a:pt x="1539398" y="285146"/>
                  </a:lnTo>
                  <a:lnTo>
                    <a:pt x="1468727" y="287781"/>
                  </a:lnTo>
                  <a:lnTo>
                    <a:pt x="1396265" y="289863"/>
                  </a:lnTo>
                  <a:lnTo>
                    <a:pt x="1322165" y="291375"/>
                  </a:lnTo>
                  <a:lnTo>
                    <a:pt x="1246582" y="292296"/>
                  </a:lnTo>
                  <a:lnTo>
                    <a:pt x="1169670" y="292607"/>
                  </a:lnTo>
                  <a:lnTo>
                    <a:pt x="1092757" y="292296"/>
                  </a:lnTo>
                  <a:lnTo>
                    <a:pt x="1017174" y="291375"/>
                  </a:lnTo>
                  <a:lnTo>
                    <a:pt x="943074" y="289863"/>
                  </a:lnTo>
                  <a:lnTo>
                    <a:pt x="870612" y="287781"/>
                  </a:lnTo>
                  <a:lnTo>
                    <a:pt x="799941" y="285146"/>
                  </a:lnTo>
                  <a:lnTo>
                    <a:pt x="731216" y="281979"/>
                  </a:lnTo>
                  <a:lnTo>
                    <a:pt x="664590" y="278298"/>
                  </a:lnTo>
                  <a:lnTo>
                    <a:pt x="600219" y="274124"/>
                  </a:lnTo>
                  <a:lnTo>
                    <a:pt x="538255" y="269475"/>
                  </a:lnTo>
                  <a:lnTo>
                    <a:pt x="478852" y="264371"/>
                  </a:lnTo>
                  <a:lnTo>
                    <a:pt x="422166" y="258831"/>
                  </a:lnTo>
                  <a:lnTo>
                    <a:pt x="368350" y="252874"/>
                  </a:lnTo>
                  <a:lnTo>
                    <a:pt x="317558" y="246519"/>
                  </a:lnTo>
                  <a:lnTo>
                    <a:pt x="269943" y="239787"/>
                  </a:lnTo>
                  <a:lnTo>
                    <a:pt x="225661" y="232696"/>
                  </a:lnTo>
                  <a:lnTo>
                    <a:pt x="184865" y="225266"/>
                  </a:lnTo>
                  <a:lnTo>
                    <a:pt x="114348" y="209464"/>
                  </a:lnTo>
                  <a:lnTo>
                    <a:pt x="59624" y="192536"/>
                  </a:lnTo>
                  <a:lnTo>
                    <a:pt x="21927" y="174636"/>
                  </a:lnTo>
                  <a:lnTo>
                    <a:pt x="0" y="146303"/>
                  </a:lnTo>
                  <a:close/>
                </a:path>
              </a:pathLst>
            </a:custGeom>
            <a:ln w="1219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90416" y="4838700"/>
              <a:ext cx="577850" cy="477520"/>
            </a:xfrm>
            <a:custGeom>
              <a:avLst/>
              <a:gdLst/>
              <a:ahLst/>
              <a:cxnLst/>
              <a:rect l="l" t="t" r="r" b="b"/>
              <a:pathLst>
                <a:path w="577850" h="477520">
                  <a:moveTo>
                    <a:pt x="577596" y="0"/>
                  </a:moveTo>
                  <a:lnTo>
                    <a:pt x="0" y="0"/>
                  </a:lnTo>
                  <a:lnTo>
                    <a:pt x="0" y="477012"/>
                  </a:lnTo>
                  <a:lnTo>
                    <a:pt x="577596" y="477012"/>
                  </a:lnTo>
                  <a:lnTo>
                    <a:pt x="57759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488435" y="3145535"/>
            <a:ext cx="114300" cy="303530"/>
            <a:chOff x="3488435" y="3145535"/>
            <a:chExt cx="114300" cy="303530"/>
          </a:xfrm>
        </p:grpSpPr>
        <p:sp>
          <p:nvSpPr>
            <p:cNvPr id="18" name="object 18"/>
            <p:cNvSpPr/>
            <p:nvPr/>
          </p:nvSpPr>
          <p:spPr>
            <a:xfrm>
              <a:off x="3494531" y="3151631"/>
              <a:ext cx="102235" cy="291465"/>
            </a:xfrm>
            <a:custGeom>
              <a:avLst/>
              <a:gdLst/>
              <a:ahLst/>
              <a:cxnLst/>
              <a:rect l="l" t="t" r="r" b="b"/>
              <a:pathLst>
                <a:path w="102235" h="291464">
                  <a:moveTo>
                    <a:pt x="51053" y="0"/>
                  </a:moveTo>
                  <a:lnTo>
                    <a:pt x="31182" y="11435"/>
                  </a:lnTo>
                  <a:lnTo>
                    <a:pt x="14954" y="42624"/>
                  </a:lnTo>
                  <a:lnTo>
                    <a:pt x="4012" y="88886"/>
                  </a:lnTo>
                  <a:lnTo>
                    <a:pt x="0" y="145541"/>
                  </a:lnTo>
                  <a:lnTo>
                    <a:pt x="4012" y="202197"/>
                  </a:lnTo>
                  <a:lnTo>
                    <a:pt x="14954" y="248459"/>
                  </a:lnTo>
                  <a:lnTo>
                    <a:pt x="31182" y="279648"/>
                  </a:lnTo>
                  <a:lnTo>
                    <a:pt x="51053" y="291083"/>
                  </a:lnTo>
                  <a:lnTo>
                    <a:pt x="70925" y="279648"/>
                  </a:lnTo>
                  <a:lnTo>
                    <a:pt x="87153" y="248459"/>
                  </a:lnTo>
                  <a:lnTo>
                    <a:pt x="98095" y="202197"/>
                  </a:lnTo>
                  <a:lnTo>
                    <a:pt x="102107" y="145541"/>
                  </a:lnTo>
                  <a:lnTo>
                    <a:pt x="98095" y="88886"/>
                  </a:lnTo>
                  <a:lnTo>
                    <a:pt x="87153" y="42624"/>
                  </a:lnTo>
                  <a:lnTo>
                    <a:pt x="70925" y="11435"/>
                  </a:lnTo>
                  <a:lnTo>
                    <a:pt x="51053" y="0"/>
                  </a:lnTo>
                  <a:close/>
                </a:path>
              </a:pathLst>
            </a:custGeom>
            <a:solidFill>
              <a:srgbClr val="FF0000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94531" y="3151631"/>
              <a:ext cx="102235" cy="291465"/>
            </a:xfrm>
            <a:custGeom>
              <a:avLst/>
              <a:gdLst/>
              <a:ahLst/>
              <a:cxnLst/>
              <a:rect l="l" t="t" r="r" b="b"/>
              <a:pathLst>
                <a:path w="102235" h="291464">
                  <a:moveTo>
                    <a:pt x="0" y="145541"/>
                  </a:moveTo>
                  <a:lnTo>
                    <a:pt x="4012" y="88886"/>
                  </a:lnTo>
                  <a:lnTo>
                    <a:pt x="14954" y="42624"/>
                  </a:lnTo>
                  <a:lnTo>
                    <a:pt x="31182" y="11435"/>
                  </a:lnTo>
                  <a:lnTo>
                    <a:pt x="51053" y="0"/>
                  </a:lnTo>
                  <a:lnTo>
                    <a:pt x="70925" y="11435"/>
                  </a:lnTo>
                  <a:lnTo>
                    <a:pt x="87153" y="42624"/>
                  </a:lnTo>
                  <a:lnTo>
                    <a:pt x="98095" y="88886"/>
                  </a:lnTo>
                  <a:lnTo>
                    <a:pt x="102107" y="145541"/>
                  </a:lnTo>
                  <a:lnTo>
                    <a:pt x="98095" y="202197"/>
                  </a:lnTo>
                  <a:lnTo>
                    <a:pt x="87153" y="248459"/>
                  </a:lnTo>
                  <a:lnTo>
                    <a:pt x="70925" y="279648"/>
                  </a:lnTo>
                  <a:lnTo>
                    <a:pt x="51053" y="291083"/>
                  </a:lnTo>
                  <a:lnTo>
                    <a:pt x="31182" y="279648"/>
                  </a:lnTo>
                  <a:lnTo>
                    <a:pt x="14954" y="248459"/>
                  </a:lnTo>
                  <a:lnTo>
                    <a:pt x="4012" y="202197"/>
                  </a:lnTo>
                  <a:lnTo>
                    <a:pt x="0" y="145541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45052" y="3325367"/>
            <a:ext cx="196596" cy="7620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04588" y="3134867"/>
            <a:ext cx="115824" cy="20269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73879" y="3080004"/>
            <a:ext cx="85344" cy="234696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29328" y="3457955"/>
            <a:ext cx="196596" cy="10668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24628" y="3302508"/>
            <a:ext cx="115824" cy="12039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33088" y="3421379"/>
            <a:ext cx="115824" cy="12039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07891" y="3474720"/>
            <a:ext cx="114300" cy="120396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5259323" y="3180588"/>
            <a:ext cx="59690" cy="85725"/>
            <a:chOff x="5259323" y="3180588"/>
            <a:chExt cx="59690" cy="85725"/>
          </a:xfrm>
        </p:grpSpPr>
        <p:sp>
          <p:nvSpPr>
            <p:cNvPr id="28" name="object 28"/>
            <p:cNvSpPr/>
            <p:nvPr/>
          </p:nvSpPr>
          <p:spPr>
            <a:xfrm>
              <a:off x="5265419" y="3186684"/>
              <a:ext cx="47625" cy="73660"/>
            </a:xfrm>
            <a:custGeom>
              <a:avLst/>
              <a:gdLst/>
              <a:ahLst/>
              <a:cxnLst/>
              <a:rect l="l" t="t" r="r" b="b"/>
              <a:pathLst>
                <a:path w="47625" h="73660">
                  <a:moveTo>
                    <a:pt x="23621" y="0"/>
                  </a:moveTo>
                  <a:lnTo>
                    <a:pt x="14412" y="2875"/>
                  </a:lnTo>
                  <a:lnTo>
                    <a:pt x="6905" y="10715"/>
                  </a:lnTo>
                  <a:lnTo>
                    <a:pt x="1851" y="22342"/>
                  </a:lnTo>
                  <a:lnTo>
                    <a:pt x="0" y="36575"/>
                  </a:lnTo>
                  <a:lnTo>
                    <a:pt x="1851" y="50809"/>
                  </a:lnTo>
                  <a:lnTo>
                    <a:pt x="6905" y="62436"/>
                  </a:lnTo>
                  <a:lnTo>
                    <a:pt x="14412" y="70276"/>
                  </a:lnTo>
                  <a:lnTo>
                    <a:pt x="23621" y="73151"/>
                  </a:lnTo>
                  <a:lnTo>
                    <a:pt x="32831" y="70276"/>
                  </a:lnTo>
                  <a:lnTo>
                    <a:pt x="40338" y="62436"/>
                  </a:lnTo>
                  <a:lnTo>
                    <a:pt x="45392" y="50809"/>
                  </a:lnTo>
                  <a:lnTo>
                    <a:pt x="47243" y="36575"/>
                  </a:lnTo>
                  <a:lnTo>
                    <a:pt x="45392" y="22342"/>
                  </a:lnTo>
                  <a:lnTo>
                    <a:pt x="40338" y="10715"/>
                  </a:lnTo>
                  <a:lnTo>
                    <a:pt x="32831" y="2875"/>
                  </a:lnTo>
                  <a:lnTo>
                    <a:pt x="23621" y="0"/>
                  </a:lnTo>
                  <a:close/>
                </a:path>
              </a:pathLst>
            </a:custGeom>
            <a:solidFill>
              <a:srgbClr val="4471C4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65419" y="3186684"/>
              <a:ext cx="47625" cy="73660"/>
            </a:xfrm>
            <a:custGeom>
              <a:avLst/>
              <a:gdLst/>
              <a:ahLst/>
              <a:cxnLst/>
              <a:rect l="l" t="t" r="r" b="b"/>
              <a:pathLst>
                <a:path w="47625" h="73660">
                  <a:moveTo>
                    <a:pt x="0" y="36575"/>
                  </a:moveTo>
                  <a:lnTo>
                    <a:pt x="1851" y="22342"/>
                  </a:lnTo>
                  <a:lnTo>
                    <a:pt x="6905" y="10715"/>
                  </a:lnTo>
                  <a:lnTo>
                    <a:pt x="14412" y="2875"/>
                  </a:lnTo>
                  <a:lnTo>
                    <a:pt x="23621" y="0"/>
                  </a:lnTo>
                  <a:lnTo>
                    <a:pt x="32831" y="2875"/>
                  </a:lnTo>
                  <a:lnTo>
                    <a:pt x="40338" y="10715"/>
                  </a:lnTo>
                  <a:lnTo>
                    <a:pt x="45392" y="22342"/>
                  </a:lnTo>
                  <a:lnTo>
                    <a:pt x="47243" y="36575"/>
                  </a:lnTo>
                  <a:lnTo>
                    <a:pt x="45392" y="50809"/>
                  </a:lnTo>
                  <a:lnTo>
                    <a:pt x="40338" y="62436"/>
                  </a:lnTo>
                  <a:lnTo>
                    <a:pt x="32831" y="70276"/>
                  </a:lnTo>
                  <a:lnTo>
                    <a:pt x="23621" y="73151"/>
                  </a:lnTo>
                  <a:lnTo>
                    <a:pt x="14412" y="70276"/>
                  </a:lnTo>
                  <a:lnTo>
                    <a:pt x="6905" y="62436"/>
                  </a:lnTo>
                  <a:lnTo>
                    <a:pt x="1851" y="50809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0" name="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670803" y="3357371"/>
            <a:ext cx="114300" cy="120396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259323" y="3500628"/>
            <a:ext cx="246887" cy="10668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122676" y="3328415"/>
            <a:ext cx="195071" cy="120396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3128010" y="3700398"/>
            <a:ext cx="439420" cy="244475"/>
          </a:xfrm>
          <a:custGeom>
            <a:avLst/>
            <a:gdLst/>
            <a:ahLst/>
            <a:cxnLst/>
            <a:rect l="l" t="t" r="r" b="b"/>
            <a:pathLst>
              <a:path w="439420" h="244475">
                <a:moveTo>
                  <a:pt x="382056" y="192730"/>
                </a:moveTo>
                <a:lnTo>
                  <a:pt x="360552" y="210946"/>
                </a:lnTo>
                <a:lnTo>
                  <a:pt x="438912" y="244475"/>
                </a:lnTo>
                <a:lnTo>
                  <a:pt x="428660" y="202437"/>
                </a:lnTo>
                <a:lnTo>
                  <a:pt x="390270" y="202437"/>
                </a:lnTo>
                <a:lnTo>
                  <a:pt x="382056" y="192730"/>
                </a:lnTo>
                <a:close/>
              </a:path>
              <a:path w="439420" h="244475">
                <a:moveTo>
                  <a:pt x="397181" y="179916"/>
                </a:moveTo>
                <a:lnTo>
                  <a:pt x="382077" y="192712"/>
                </a:lnTo>
                <a:lnTo>
                  <a:pt x="390270" y="202437"/>
                </a:lnTo>
                <a:lnTo>
                  <a:pt x="405384" y="189611"/>
                </a:lnTo>
                <a:lnTo>
                  <a:pt x="397181" y="179916"/>
                </a:lnTo>
                <a:close/>
              </a:path>
              <a:path w="439420" h="244475">
                <a:moveTo>
                  <a:pt x="418718" y="161670"/>
                </a:moveTo>
                <a:lnTo>
                  <a:pt x="397181" y="179916"/>
                </a:lnTo>
                <a:lnTo>
                  <a:pt x="405384" y="189611"/>
                </a:lnTo>
                <a:lnTo>
                  <a:pt x="390270" y="202437"/>
                </a:lnTo>
                <a:lnTo>
                  <a:pt x="428660" y="202437"/>
                </a:lnTo>
                <a:lnTo>
                  <a:pt x="418718" y="161670"/>
                </a:lnTo>
                <a:close/>
              </a:path>
              <a:path w="439420" h="244475">
                <a:moveTo>
                  <a:pt x="382073" y="192716"/>
                </a:moveTo>
                <a:close/>
              </a:path>
              <a:path w="439420" h="244475">
                <a:moveTo>
                  <a:pt x="381888" y="192531"/>
                </a:moveTo>
                <a:lnTo>
                  <a:pt x="382056" y="192730"/>
                </a:lnTo>
                <a:lnTo>
                  <a:pt x="381888" y="192531"/>
                </a:lnTo>
                <a:close/>
              </a:path>
              <a:path w="439420" h="244475">
                <a:moveTo>
                  <a:pt x="359394" y="138430"/>
                </a:moveTo>
                <a:lnTo>
                  <a:pt x="332104" y="138430"/>
                </a:lnTo>
                <a:lnTo>
                  <a:pt x="332359" y="138683"/>
                </a:lnTo>
                <a:lnTo>
                  <a:pt x="357377" y="165100"/>
                </a:lnTo>
                <a:lnTo>
                  <a:pt x="382077" y="192712"/>
                </a:lnTo>
                <a:lnTo>
                  <a:pt x="397181" y="179916"/>
                </a:lnTo>
                <a:lnTo>
                  <a:pt x="371855" y="151511"/>
                </a:lnTo>
                <a:lnTo>
                  <a:pt x="359394" y="138430"/>
                </a:lnTo>
                <a:close/>
              </a:path>
              <a:path w="439420" h="244475">
                <a:moveTo>
                  <a:pt x="357124" y="164845"/>
                </a:moveTo>
                <a:lnTo>
                  <a:pt x="357351" y="165100"/>
                </a:lnTo>
                <a:lnTo>
                  <a:pt x="357124" y="164845"/>
                </a:lnTo>
                <a:close/>
              </a:path>
              <a:path w="439420" h="244475">
                <a:moveTo>
                  <a:pt x="332171" y="138500"/>
                </a:moveTo>
                <a:lnTo>
                  <a:pt x="332345" y="138683"/>
                </a:lnTo>
                <a:lnTo>
                  <a:pt x="332171" y="138500"/>
                </a:lnTo>
                <a:close/>
              </a:path>
              <a:path w="439420" h="244475">
                <a:moveTo>
                  <a:pt x="347659" y="126111"/>
                </a:moveTo>
                <a:lnTo>
                  <a:pt x="319531" y="126111"/>
                </a:lnTo>
                <a:lnTo>
                  <a:pt x="332171" y="138500"/>
                </a:lnTo>
                <a:lnTo>
                  <a:pt x="359394" y="138430"/>
                </a:lnTo>
                <a:lnTo>
                  <a:pt x="347659" y="126111"/>
                </a:lnTo>
                <a:close/>
              </a:path>
              <a:path w="439420" h="244475">
                <a:moveTo>
                  <a:pt x="335555" y="114045"/>
                </a:moveTo>
                <a:lnTo>
                  <a:pt x="306959" y="114045"/>
                </a:lnTo>
                <a:lnTo>
                  <a:pt x="319659" y="126237"/>
                </a:lnTo>
                <a:lnTo>
                  <a:pt x="319531" y="126111"/>
                </a:lnTo>
                <a:lnTo>
                  <a:pt x="347659" y="126111"/>
                </a:lnTo>
                <a:lnTo>
                  <a:pt x="346328" y="124713"/>
                </a:lnTo>
                <a:lnTo>
                  <a:pt x="335555" y="114045"/>
                </a:lnTo>
                <a:close/>
              </a:path>
              <a:path w="439420" h="244475">
                <a:moveTo>
                  <a:pt x="312041" y="92075"/>
                </a:moveTo>
                <a:lnTo>
                  <a:pt x="281431" y="92075"/>
                </a:lnTo>
                <a:lnTo>
                  <a:pt x="294513" y="102869"/>
                </a:lnTo>
                <a:lnTo>
                  <a:pt x="307213" y="114300"/>
                </a:lnTo>
                <a:lnTo>
                  <a:pt x="306959" y="114045"/>
                </a:lnTo>
                <a:lnTo>
                  <a:pt x="335555" y="114045"/>
                </a:lnTo>
                <a:lnTo>
                  <a:pt x="333375" y="111887"/>
                </a:lnTo>
                <a:lnTo>
                  <a:pt x="320420" y="99568"/>
                </a:lnTo>
                <a:lnTo>
                  <a:pt x="312041" y="92075"/>
                </a:lnTo>
                <a:close/>
              </a:path>
              <a:path w="439420" h="244475">
                <a:moveTo>
                  <a:pt x="294259" y="102743"/>
                </a:moveTo>
                <a:lnTo>
                  <a:pt x="294401" y="102869"/>
                </a:lnTo>
                <a:lnTo>
                  <a:pt x="294259" y="102743"/>
                </a:lnTo>
                <a:close/>
              </a:path>
              <a:path w="439420" h="244475">
                <a:moveTo>
                  <a:pt x="288788" y="72770"/>
                </a:moveTo>
                <a:lnTo>
                  <a:pt x="255524" y="72770"/>
                </a:lnTo>
                <a:lnTo>
                  <a:pt x="268731" y="82295"/>
                </a:lnTo>
                <a:lnTo>
                  <a:pt x="281686" y="92328"/>
                </a:lnTo>
                <a:lnTo>
                  <a:pt x="281431" y="92075"/>
                </a:lnTo>
                <a:lnTo>
                  <a:pt x="312041" y="92075"/>
                </a:lnTo>
                <a:lnTo>
                  <a:pt x="307213" y="87756"/>
                </a:lnTo>
                <a:lnTo>
                  <a:pt x="293877" y="76707"/>
                </a:lnTo>
                <a:lnTo>
                  <a:pt x="288788" y="72770"/>
                </a:lnTo>
                <a:close/>
              </a:path>
              <a:path w="439420" h="244475">
                <a:moveTo>
                  <a:pt x="268477" y="82168"/>
                </a:moveTo>
                <a:lnTo>
                  <a:pt x="268643" y="82295"/>
                </a:lnTo>
                <a:lnTo>
                  <a:pt x="268477" y="82168"/>
                </a:lnTo>
                <a:close/>
              </a:path>
              <a:path w="439420" h="244475">
                <a:moveTo>
                  <a:pt x="277945" y="64515"/>
                </a:moveTo>
                <a:lnTo>
                  <a:pt x="242442" y="64515"/>
                </a:lnTo>
                <a:lnTo>
                  <a:pt x="255904" y="73151"/>
                </a:lnTo>
                <a:lnTo>
                  <a:pt x="255524" y="72770"/>
                </a:lnTo>
                <a:lnTo>
                  <a:pt x="288788" y="72770"/>
                </a:lnTo>
                <a:lnTo>
                  <a:pt x="280415" y="66293"/>
                </a:lnTo>
                <a:lnTo>
                  <a:pt x="277945" y="64515"/>
                </a:lnTo>
                <a:close/>
              </a:path>
              <a:path w="439420" h="244475">
                <a:moveTo>
                  <a:pt x="267356" y="56895"/>
                </a:moveTo>
                <a:lnTo>
                  <a:pt x="229235" y="56895"/>
                </a:lnTo>
                <a:lnTo>
                  <a:pt x="242824" y="64769"/>
                </a:lnTo>
                <a:lnTo>
                  <a:pt x="242442" y="64515"/>
                </a:lnTo>
                <a:lnTo>
                  <a:pt x="277945" y="64515"/>
                </a:lnTo>
                <a:lnTo>
                  <a:pt x="267356" y="56895"/>
                </a:lnTo>
                <a:close/>
              </a:path>
              <a:path w="439420" h="244475">
                <a:moveTo>
                  <a:pt x="215900" y="50418"/>
                </a:moveTo>
                <a:lnTo>
                  <a:pt x="229742" y="57276"/>
                </a:lnTo>
                <a:lnTo>
                  <a:pt x="229235" y="56895"/>
                </a:lnTo>
                <a:lnTo>
                  <a:pt x="267356" y="56895"/>
                </a:lnTo>
                <a:lnTo>
                  <a:pt x="266826" y="56514"/>
                </a:lnTo>
                <a:lnTo>
                  <a:pt x="257447" y="50545"/>
                </a:lnTo>
                <a:lnTo>
                  <a:pt x="216407" y="50545"/>
                </a:lnTo>
                <a:lnTo>
                  <a:pt x="215900" y="50418"/>
                </a:lnTo>
                <a:close/>
              </a:path>
              <a:path w="439420" h="244475">
                <a:moveTo>
                  <a:pt x="247486" y="44576"/>
                </a:moveTo>
                <a:lnTo>
                  <a:pt x="202437" y="44576"/>
                </a:lnTo>
                <a:lnTo>
                  <a:pt x="216407" y="50545"/>
                </a:lnTo>
                <a:lnTo>
                  <a:pt x="257447" y="50545"/>
                </a:lnTo>
                <a:lnTo>
                  <a:pt x="252856" y="47625"/>
                </a:lnTo>
                <a:lnTo>
                  <a:pt x="247486" y="44576"/>
                </a:lnTo>
                <a:close/>
              </a:path>
              <a:path w="439420" h="244475">
                <a:moveTo>
                  <a:pt x="238505" y="39496"/>
                </a:moveTo>
                <a:lnTo>
                  <a:pt x="188722" y="39496"/>
                </a:lnTo>
                <a:lnTo>
                  <a:pt x="202945" y="44831"/>
                </a:lnTo>
                <a:lnTo>
                  <a:pt x="202437" y="44576"/>
                </a:lnTo>
                <a:lnTo>
                  <a:pt x="247486" y="44576"/>
                </a:lnTo>
                <a:lnTo>
                  <a:pt x="238760" y="39624"/>
                </a:lnTo>
                <a:lnTo>
                  <a:pt x="238505" y="39496"/>
                </a:lnTo>
                <a:close/>
              </a:path>
              <a:path w="439420" h="244475">
                <a:moveTo>
                  <a:pt x="229869" y="35178"/>
                </a:moveTo>
                <a:lnTo>
                  <a:pt x="175005" y="35178"/>
                </a:lnTo>
                <a:lnTo>
                  <a:pt x="189229" y="39750"/>
                </a:lnTo>
                <a:lnTo>
                  <a:pt x="188722" y="39496"/>
                </a:lnTo>
                <a:lnTo>
                  <a:pt x="238505" y="39496"/>
                </a:lnTo>
                <a:lnTo>
                  <a:pt x="229869" y="35178"/>
                </a:lnTo>
                <a:close/>
              </a:path>
              <a:path w="439420" h="244475">
                <a:moveTo>
                  <a:pt x="222467" y="31623"/>
                </a:moveTo>
                <a:lnTo>
                  <a:pt x="161162" y="31623"/>
                </a:lnTo>
                <a:lnTo>
                  <a:pt x="175513" y="35432"/>
                </a:lnTo>
                <a:lnTo>
                  <a:pt x="175005" y="35178"/>
                </a:lnTo>
                <a:lnTo>
                  <a:pt x="229869" y="35178"/>
                </a:lnTo>
                <a:lnTo>
                  <a:pt x="224536" y="32512"/>
                </a:lnTo>
                <a:lnTo>
                  <a:pt x="222467" y="31623"/>
                </a:lnTo>
                <a:close/>
              </a:path>
              <a:path w="439420" h="244475">
                <a:moveTo>
                  <a:pt x="215376" y="28575"/>
                </a:moveTo>
                <a:lnTo>
                  <a:pt x="147065" y="28575"/>
                </a:lnTo>
                <a:lnTo>
                  <a:pt x="161543" y="31750"/>
                </a:lnTo>
                <a:lnTo>
                  <a:pt x="161162" y="31623"/>
                </a:lnTo>
                <a:lnTo>
                  <a:pt x="222467" y="31623"/>
                </a:lnTo>
                <a:lnTo>
                  <a:pt x="215376" y="28575"/>
                </a:lnTo>
                <a:close/>
              </a:path>
              <a:path w="439420" h="244475">
                <a:moveTo>
                  <a:pt x="204283" y="24130"/>
                </a:moveTo>
                <a:lnTo>
                  <a:pt x="118490" y="24130"/>
                </a:lnTo>
                <a:lnTo>
                  <a:pt x="133095" y="26162"/>
                </a:lnTo>
                <a:lnTo>
                  <a:pt x="132841" y="26162"/>
                </a:lnTo>
                <a:lnTo>
                  <a:pt x="147447" y="28701"/>
                </a:lnTo>
                <a:lnTo>
                  <a:pt x="147065" y="28575"/>
                </a:lnTo>
                <a:lnTo>
                  <a:pt x="215376" y="28575"/>
                </a:lnTo>
                <a:lnTo>
                  <a:pt x="210057" y="26288"/>
                </a:lnTo>
                <a:lnTo>
                  <a:pt x="204283" y="24130"/>
                </a:lnTo>
                <a:close/>
              </a:path>
              <a:path w="439420" h="244475">
                <a:moveTo>
                  <a:pt x="30225" y="0"/>
                </a:moveTo>
                <a:lnTo>
                  <a:pt x="0" y="0"/>
                </a:lnTo>
                <a:lnTo>
                  <a:pt x="0" y="19812"/>
                </a:lnTo>
                <a:lnTo>
                  <a:pt x="30098" y="19812"/>
                </a:lnTo>
                <a:lnTo>
                  <a:pt x="60197" y="20193"/>
                </a:lnTo>
                <a:lnTo>
                  <a:pt x="59816" y="20193"/>
                </a:lnTo>
                <a:lnTo>
                  <a:pt x="89788" y="21462"/>
                </a:lnTo>
                <a:lnTo>
                  <a:pt x="89281" y="21462"/>
                </a:lnTo>
                <a:lnTo>
                  <a:pt x="118871" y="24256"/>
                </a:lnTo>
                <a:lnTo>
                  <a:pt x="118490" y="24130"/>
                </a:lnTo>
                <a:lnTo>
                  <a:pt x="204283" y="24130"/>
                </a:lnTo>
                <a:lnTo>
                  <a:pt x="165988" y="12445"/>
                </a:lnTo>
                <a:lnTo>
                  <a:pt x="120903" y="4444"/>
                </a:lnTo>
                <a:lnTo>
                  <a:pt x="60578" y="381"/>
                </a:lnTo>
                <a:lnTo>
                  <a:pt x="302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94553" y="3701922"/>
            <a:ext cx="439420" cy="243204"/>
          </a:xfrm>
          <a:custGeom>
            <a:avLst/>
            <a:gdLst/>
            <a:ahLst/>
            <a:cxnLst/>
            <a:rect l="l" t="t" r="r" b="b"/>
            <a:pathLst>
              <a:path w="439420" h="243204">
                <a:moveTo>
                  <a:pt x="20574" y="160274"/>
                </a:moveTo>
                <a:lnTo>
                  <a:pt x="0" y="242950"/>
                </a:lnTo>
                <a:lnTo>
                  <a:pt x="78486" y="209803"/>
                </a:lnTo>
                <a:lnTo>
                  <a:pt x="68388" y="201168"/>
                </a:lnTo>
                <a:lnTo>
                  <a:pt x="48768" y="201168"/>
                </a:lnTo>
                <a:lnTo>
                  <a:pt x="33782" y="188213"/>
                </a:lnTo>
                <a:lnTo>
                  <a:pt x="42003" y="178601"/>
                </a:lnTo>
                <a:lnTo>
                  <a:pt x="20574" y="160274"/>
                </a:lnTo>
                <a:close/>
              </a:path>
              <a:path w="439420" h="243204">
                <a:moveTo>
                  <a:pt x="42003" y="178601"/>
                </a:moveTo>
                <a:lnTo>
                  <a:pt x="33782" y="188213"/>
                </a:lnTo>
                <a:lnTo>
                  <a:pt x="48768" y="201168"/>
                </a:lnTo>
                <a:lnTo>
                  <a:pt x="56914" y="191643"/>
                </a:lnTo>
                <a:lnTo>
                  <a:pt x="57050" y="191471"/>
                </a:lnTo>
                <a:lnTo>
                  <a:pt x="42003" y="178601"/>
                </a:lnTo>
                <a:close/>
              </a:path>
              <a:path w="439420" h="243204">
                <a:moveTo>
                  <a:pt x="57103" y="191515"/>
                </a:moveTo>
                <a:lnTo>
                  <a:pt x="48768" y="201168"/>
                </a:lnTo>
                <a:lnTo>
                  <a:pt x="68388" y="201168"/>
                </a:lnTo>
                <a:lnTo>
                  <a:pt x="57103" y="191515"/>
                </a:lnTo>
                <a:close/>
              </a:path>
              <a:path w="439420" h="243204">
                <a:moveTo>
                  <a:pt x="57023" y="191515"/>
                </a:moveTo>
                <a:lnTo>
                  <a:pt x="56896" y="191643"/>
                </a:lnTo>
                <a:lnTo>
                  <a:pt x="57023" y="191515"/>
                </a:lnTo>
                <a:close/>
              </a:path>
              <a:path w="439420" h="243204">
                <a:moveTo>
                  <a:pt x="57050" y="191471"/>
                </a:moveTo>
                <a:close/>
              </a:path>
              <a:path w="439420" h="243204">
                <a:moveTo>
                  <a:pt x="438912" y="0"/>
                </a:moveTo>
                <a:lnTo>
                  <a:pt x="408813" y="0"/>
                </a:lnTo>
                <a:lnTo>
                  <a:pt x="378460" y="381"/>
                </a:lnTo>
                <a:lnTo>
                  <a:pt x="318008" y="4444"/>
                </a:lnTo>
                <a:lnTo>
                  <a:pt x="273050" y="12318"/>
                </a:lnTo>
                <a:lnTo>
                  <a:pt x="228981" y="26034"/>
                </a:lnTo>
                <a:lnTo>
                  <a:pt x="186182" y="47243"/>
                </a:lnTo>
                <a:lnTo>
                  <a:pt x="145034" y="76200"/>
                </a:lnTo>
                <a:lnTo>
                  <a:pt x="105663" y="111125"/>
                </a:lnTo>
                <a:lnTo>
                  <a:pt x="67183" y="150494"/>
                </a:lnTo>
                <a:lnTo>
                  <a:pt x="42003" y="178601"/>
                </a:lnTo>
                <a:lnTo>
                  <a:pt x="57050" y="191471"/>
                </a:lnTo>
                <a:lnTo>
                  <a:pt x="81686" y="164083"/>
                </a:lnTo>
                <a:lnTo>
                  <a:pt x="106690" y="137921"/>
                </a:lnTo>
                <a:lnTo>
                  <a:pt x="119380" y="125349"/>
                </a:lnTo>
                <a:lnTo>
                  <a:pt x="131943" y="113664"/>
                </a:lnTo>
                <a:lnTo>
                  <a:pt x="144780" y="102107"/>
                </a:lnTo>
                <a:lnTo>
                  <a:pt x="157607" y="91566"/>
                </a:lnTo>
                <a:lnTo>
                  <a:pt x="170561" y="81660"/>
                </a:lnTo>
                <a:lnTo>
                  <a:pt x="183515" y="72389"/>
                </a:lnTo>
                <a:lnTo>
                  <a:pt x="196196" y="64388"/>
                </a:lnTo>
                <a:lnTo>
                  <a:pt x="209354" y="56895"/>
                </a:lnTo>
                <a:lnTo>
                  <a:pt x="222626" y="50291"/>
                </a:lnTo>
                <a:lnTo>
                  <a:pt x="236170" y="44576"/>
                </a:lnTo>
                <a:lnTo>
                  <a:pt x="249846" y="39496"/>
                </a:lnTo>
                <a:lnTo>
                  <a:pt x="249682" y="39496"/>
                </a:lnTo>
                <a:lnTo>
                  <a:pt x="263906" y="35178"/>
                </a:lnTo>
                <a:lnTo>
                  <a:pt x="277875" y="31622"/>
                </a:lnTo>
                <a:lnTo>
                  <a:pt x="277495" y="31622"/>
                </a:lnTo>
                <a:lnTo>
                  <a:pt x="291973" y="28447"/>
                </a:lnTo>
                <a:lnTo>
                  <a:pt x="292322" y="28447"/>
                </a:lnTo>
                <a:lnTo>
                  <a:pt x="306197" y="26034"/>
                </a:lnTo>
                <a:lnTo>
                  <a:pt x="305816" y="26034"/>
                </a:lnTo>
                <a:lnTo>
                  <a:pt x="320548" y="24129"/>
                </a:lnTo>
                <a:lnTo>
                  <a:pt x="320040" y="24129"/>
                </a:lnTo>
                <a:lnTo>
                  <a:pt x="349631" y="21462"/>
                </a:lnTo>
                <a:lnTo>
                  <a:pt x="349250" y="21462"/>
                </a:lnTo>
                <a:lnTo>
                  <a:pt x="379095" y="20193"/>
                </a:lnTo>
                <a:lnTo>
                  <a:pt x="378841" y="20193"/>
                </a:lnTo>
                <a:lnTo>
                  <a:pt x="408940" y="19812"/>
                </a:lnTo>
                <a:lnTo>
                  <a:pt x="438912" y="19812"/>
                </a:lnTo>
                <a:lnTo>
                  <a:pt x="438912" y="0"/>
                </a:lnTo>
                <a:close/>
              </a:path>
              <a:path w="439420" h="243204">
                <a:moveTo>
                  <a:pt x="81915" y="163829"/>
                </a:moveTo>
                <a:lnTo>
                  <a:pt x="81661" y="164083"/>
                </a:lnTo>
                <a:lnTo>
                  <a:pt x="81915" y="163829"/>
                </a:lnTo>
                <a:close/>
              </a:path>
              <a:path w="439420" h="243204">
                <a:moveTo>
                  <a:pt x="132080" y="113537"/>
                </a:moveTo>
                <a:lnTo>
                  <a:pt x="131825" y="113664"/>
                </a:lnTo>
                <a:lnTo>
                  <a:pt x="132080" y="113537"/>
                </a:lnTo>
                <a:close/>
              </a:path>
              <a:path w="439420" h="243204">
                <a:moveTo>
                  <a:pt x="144833" y="102107"/>
                </a:moveTo>
                <a:lnTo>
                  <a:pt x="144525" y="102362"/>
                </a:lnTo>
                <a:lnTo>
                  <a:pt x="144833" y="102107"/>
                </a:lnTo>
                <a:close/>
              </a:path>
              <a:path w="439420" h="243204">
                <a:moveTo>
                  <a:pt x="157683" y="91566"/>
                </a:moveTo>
                <a:lnTo>
                  <a:pt x="157353" y="91820"/>
                </a:lnTo>
                <a:lnTo>
                  <a:pt x="157683" y="91566"/>
                </a:lnTo>
                <a:close/>
              </a:path>
              <a:path w="439420" h="243204">
                <a:moveTo>
                  <a:pt x="170659" y="81660"/>
                </a:moveTo>
                <a:lnTo>
                  <a:pt x="170307" y="81914"/>
                </a:lnTo>
                <a:lnTo>
                  <a:pt x="170659" y="81660"/>
                </a:lnTo>
                <a:close/>
              </a:path>
              <a:path w="439420" h="243204">
                <a:moveTo>
                  <a:pt x="183606" y="72389"/>
                </a:moveTo>
                <a:lnTo>
                  <a:pt x="183007" y="72770"/>
                </a:lnTo>
                <a:lnTo>
                  <a:pt x="183606" y="72389"/>
                </a:lnTo>
                <a:close/>
              </a:path>
              <a:path w="439420" h="243204">
                <a:moveTo>
                  <a:pt x="196596" y="64134"/>
                </a:moveTo>
                <a:lnTo>
                  <a:pt x="196087" y="64388"/>
                </a:lnTo>
                <a:lnTo>
                  <a:pt x="196596" y="64134"/>
                </a:lnTo>
                <a:close/>
              </a:path>
              <a:path w="439420" h="243204">
                <a:moveTo>
                  <a:pt x="209770" y="56660"/>
                </a:moveTo>
                <a:lnTo>
                  <a:pt x="209296" y="56895"/>
                </a:lnTo>
                <a:lnTo>
                  <a:pt x="209770" y="56660"/>
                </a:lnTo>
                <a:close/>
              </a:path>
              <a:path w="439420" h="243204">
                <a:moveTo>
                  <a:pt x="223138" y="50037"/>
                </a:moveTo>
                <a:lnTo>
                  <a:pt x="222504" y="50291"/>
                </a:lnTo>
                <a:lnTo>
                  <a:pt x="223138" y="50037"/>
                </a:lnTo>
                <a:close/>
              </a:path>
              <a:path w="439420" h="243204">
                <a:moveTo>
                  <a:pt x="236474" y="44450"/>
                </a:moveTo>
                <a:lnTo>
                  <a:pt x="236093" y="44576"/>
                </a:lnTo>
                <a:lnTo>
                  <a:pt x="236474" y="44450"/>
                </a:lnTo>
                <a:close/>
              </a:path>
              <a:path w="439420" h="243204">
                <a:moveTo>
                  <a:pt x="250190" y="39369"/>
                </a:moveTo>
                <a:lnTo>
                  <a:pt x="249682" y="39496"/>
                </a:lnTo>
                <a:lnTo>
                  <a:pt x="249846" y="39496"/>
                </a:lnTo>
                <a:lnTo>
                  <a:pt x="250190" y="39369"/>
                </a:lnTo>
                <a:close/>
              </a:path>
              <a:path w="439420" h="243204">
                <a:moveTo>
                  <a:pt x="264019" y="35178"/>
                </a:moveTo>
                <a:lnTo>
                  <a:pt x="263525" y="35306"/>
                </a:lnTo>
                <a:lnTo>
                  <a:pt x="264019" y="35178"/>
                </a:lnTo>
                <a:close/>
              </a:path>
              <a:path w="439420" h="243204">
                <a:moveTo>
                  <a:pt x="292322" y="28447"/>
                </a:moveTo>
                <a:lnTo>
                  <a:pt x="291973" y="28447"/>
                </a:lnTo>
                <a:lnTo>
                  <a:pt x="291592" y="28575"/>
                </a:lnTo>
                <a:lnTo>
                  <a:pt x="292322" y="284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68546" y="3676650"/>
            <a:ext cx="76200" cy="233933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906773" y="3684270"/>
            <a:ext cx="76200" cy="23393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825746" y="3687317"/>
            <a:ext cx="76200" cy="23393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187952" y="5494020"/>
            <a:ext cx="76200" cy="233921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354067" y="5494020"/>
            <a:ext cx="76200" cy="233921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517135" y="5494020"/>
            <a:ext cx="76200" cy="233921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4230370" y="5782157"/>
            <a:ext cx="331470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-155" dirty="0">
                <a:solidFill>
                  <a:srgbClr val="00AF50"/>
                </a:solidFill>
                <a:latin typeface="Trebuchet MS"/>
                <a:cs typeface="Trebuchet MS"/>
              </a:rPr>
              <a:t>$</a:t>
            </a:r>
            <a:r>
              <a:rPr sz="1450" spc="-14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450" spc="-155" dirty="0">
                <a:solidFill>
                  <a:srgbClr val="00AF50"/>
                </a:solidFill>
                <a:latin typeface="Trebuchet MS"/>
                <a:cs typeface="Trebuchet MS"/>
              </a:rPr>
              <a:t>$</a:t>
            </a:r>
            <a:r>
              <a:rPr sz="1450" spc="-14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450" spc="-155" dirty="0">
                <a:solidFill>
                  <a:srgbClr val="00AF50"/>
                </a:solidFill>
                <a:latin typeface="Trebuchet MS"/>
                <a:cs typeface="Trebuchet MS"/>
              </a:rPr>
              <a:t>$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205728" y="3133344"/>
            <a:ext cx="97790" cy="585470"/>
          </a:xfrm>
          <a:custGeom>
            <a:avLst/>
            <a:gdLst/>
            <a:ahLst/>
            <a:cxnLst/>
            <a:rect l="l" t="t" r="r" b="b"/>
            <a:pathLst>
              <a:path w="97789" h="585470">
                <a:moveTo>
                  <a:pt x="0" y="0"/>
                </a:moveTo>
                <a:lnTo>
                  <a:pt x="18978" y="644"/>
                </a:lnTo>
                <a:lnTo>
                  <a:pt x="34480" y="2397"/>
                </a:lnTo>
                <a:lnTo>
                  <a:pt x="44934" y="4982"/>
                </a:lnTo>
                <a:lnTo>
                  <a:pt x="48768" y="8127"/>
                </a:lnTo>
                <a:lnTo>
                  <a:pt x="48768" y="284479"/>
                </a:lnTo>
                <a:lnTo>
                  <a:pt x="52601" y="287625"/>
                </a:lnTo>
                <a:lnTo>
                  <a:pt x="63055" y="290210"/>
                </a:lnTo>
                <a:lnTo>
                  <a:pt x="78557" y="291963"/>
                </a:lnTo>
                <a:lnTo>
                  <a:pt x="97536" y="292607"/>
                </a:lnTo>
                <a:lnTo>
                  <a:pt x="78557" y="293252"/>
                </a:lnTo>
                <a:lnTo>
                  <a:pt x="63055" y="295005"/>
                </a:lnTo>
                <a:lnTo>
                  <a:pt x="52601" y="297590"/>
                </a:lnTo>
                <a:lnTo>
                  <a:pt x="48768" y="300735"/>
                </a:lnTo>
                <a:lnTo>
                  <a:pt x="48768" y="577087"/>
                </a:lnTo>
                <a:lnTo>
                  <a:pt x="44934" y="580233"/>
                </a:lnTo>
                <a:lnTo>
                  <a:pt x="34480" y="582818"/>
                </a:lnTo>
                <a:lnTo>
                  <a:pt x="18978" y="584571"/>
                </a:lnTo>
                <a:lnTo>
                  <a:pt x="0" y="585215"/>
                </a:lnTo>
              </a:path>
            </a:pathLst>
          </a:custGeom>
          <a:ln w="9143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object 4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559303" y="3369590"/>
            <a:ext cx="457954" cy="128751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6205728" y="5466588"/>
            <a:ext cx="97790" cy="584200"/>
          </a:xfrm>
          <a:custGeom>
            <a:avLst/>
            <a:gdLst/>
            <a:ahLst/>
            <a:cxnLst/>
            <a:rect l="l" t="t" r="r" b="b"/>
            <a:pathLst>
              <a:path w="97789" h="584200">
                <a:moveTo>
                  <a:pt x="0" y="0"/>
                </a:moveTo>
                <a:lnTo>
                  <a:pt x="18978" y="644"/>
                </a:lnTo>
                <a:lnTo>
                  <a:pt x="34480" y="2397"/>
                </a:lnTo>
                <a:lnTo>
                  <a:pt x="44934" y="4982"/>
                </a:lnTo>
                <a:lnTo>
                  <a:pt x="48768" y="8128"/>
                </a:lnTo>
                <a:lnTo>
                  <a:pt x="48768" y="283718"/>
                </a:lnTo>
                <a:lnTo>
                  <a:pt x="52601" y="286879"/>
                </a:lnTo>
                <a:lnTo>
                  <a:pt x="63055" y="289463"/>
                </a:lnTo>
                <a:lnTo>
                  <a:pt x="78557" y="291206"/>
                </a:lnTo>
                <a:lnTo>
                  <a:pt x="97536" y="291846"/>
                </a:lnTo>
                <a:lnTo>
                  <a:pt x="78557" y="292485"/>
                </a:lnTo>
                <a:lnTo>
                  <a:pt x="63055" y="294228"/>
                </a:lnTo>
                <a:lnTo>
                  <a:pt x="52601" y="296812"/>
                </a:lnTo>
                <a:lnTo>
                  <a:pt x="48768" y="299974"/>
                </a:lnTo>
                <a:lnTo>
                  <a:pt x="48768" y="575564"/>
                </a:lnTo>
                <a:lnTo>
                  <a:pt x="44934" y="578725"/>
                </a:lnTo>
                <a:lnTo>
                  <a:pt x="34480" y="581309"/>
                </a:lnTo>
                <a:lnTo>
                  <a:pt x="18978" y="583052"/>
                </a:lnTo>
                <a:lnTo>
                  <a:pt x="0" y="583692"/>
                </a:lnTo>
              </a:path>
            </a:pathLst>
          </a:custGeom>
          <a:ln w="9143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632447" y="5695188"/>
            <a:ext cx="1073657" cy="162306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6205728" y="3991355"/>
            <a:ext cx="97790" cy="1315720"/>
          </a:xfrm>
          <a:custGeom>
            <a:avLst/>
            <a:gdLst/>
            <a:ahLst/>
            <a:cxnLst/>
            <a:rect l="l" t="t" r="r" b="b"/>
            <a:pathLst>
              <a:path w="97789" h="1315720">
                <a:moveTo>
                  <a:pt x="0" y="0"/>
                </a:moveTo>
                <a:lnTo>
                  <a:pt x="18978" y="644"/>
                </a:lnTo>
                <a:lnTo>
                  <a:pt x="34480" y="2397"/>
                </a:lnTo>
                <a:lnTo>
                  <a:pt x="44934" y="4982"/>
                </a:lnTo>
                <a:lnTo>
                  <a:pt x="48768" y="8128"/>
                </a:lnTo>
                <a:lnTo>
                  <a:pt x="48768" y="649478"/>
                </a:lnTo>
                <a:lnTo>
                  <a:pt x="52601" y="652623"/>
                </a:lnTo>
                <a:lnTo>
                  <a:pt x="63055" y="655208"/>
                </a:lnTo>
                <a:lnTo>
                  <a:pt x="78557" y="656961"/>
                </a:lnTo>
                <a:lnTo>
                  <a:pt x="97536" y="657606"/>
                </a:lnTo>
                <a:lnTo>
                  <a:pt x="78557" y="658250"/>
                </a:lnTo>
                <a:lnTo>
                  <a:pt x="63055" y="660003"/>
                </a:lnTo>
                <a:lnTo>
                  <a:pt x="52601" y="662588"/>
                </a:lnTo>
                <a:lnTo>
                  <a:pt x="48768" y="665734"/>
                </a:lnTo>
                <a:lnTo>
                  <a:pt x="48768" y="1307084"/>
                </a:lnTo>
                <a:lnTo>
                  <a:pt x="44934" y="1310229"/>
                </a:lnTo>
                <a:lnTo>
                  <a:pt x="34480" y="1312814"/>
                </a:lnTo>
                <a:lnTo>
                  <a:pt x="18978" y="1314567"/>
                </a:lnTo>
                <a:lnTo>
                  <a:pt x="0" y="1315212"/>
                </a:lnTo>
              </a:path>
            </a:pathLst>
          </a:custGeom>
          <a:ln w="9144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4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617213" y="4594925"/>
            <a:ext cx="563111" cy="157668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437489" y="431419"/>
            <a:ext cx="3119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1.2.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Searching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for</a:t>
            </a:r>
            <a:r>
              <a:rPr sz="1800" spc="-3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Project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Ideas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2052" y="6524434"/>
            <a:ext cx="84461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0891" y="3224771"/>
            <a:ext cx="2829306" cy="4031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7967" y="4067555"/>
            <a:ext cx="3412998" cy="20650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78991" y="4005071"/>
            <a:ext cx="36830" cy="251460"/>
          </a:xfrm>
          <a:custGeom>
            <a:avLst/>
            <a:gdLst/>
            <a:ahLst/>
            <a:cxnLst/>
            <a:rect l="l" t="t" r="r" b="b"/>
            <a:pathLst>
              <a:path w="36830" h="251460">
                <a:moveTo>
                  <a:pt x="36575" y="0"/>
                </a:moveTo>
                <a:lnTo>
                  <a:pt x="0" y="0"/>
                </a:lnTo>
                <a:lnTo>
                  <a:pt x="0" y="251459"/>
                </a:lnTo>
                <a:lnTo>
                  <a:pt x="36575" y="251459"/>
                </a:lnTo>
                <a:lnTo>
                  <a:pt x="36575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7967" y="4483557"/>
            <a:ext cx="2356866" cy="22179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078991" y="4434840"/>
            <a:ext cx="36830" cy="251460"/>
          </a:xfrm>
          <a:custGeom>
            <a:avLst/>
            <a:gdLst/>
            <a:ahLst/>
            <a:cxnLst/>
            <a:rect l="l" t="t" r="r" b="b"/>
            <a:pathLst>
              <a:path w="36830" h="25146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8921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6179"/>
            <a:ext cx="2119122" cy="30252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4755" y="2075688"/>
            <a:ext cx="1363218" cy="174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2476500"/>
            <a:ext cx="4482846" cy="16230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3977640" y="3130169"/>
            <a:ext cx="5364480" cy="2736215"/>
            <a:chOff x="3977640" y="3130169"/>
            <a:chExt cx="5364480" cy="2736215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77640" y="3268980"/>
              <a:ext cx="5364479" cy="249326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814316" y="3133344"/>
              <a:ext cx="0" cy="2729865"/>
            </a:xfrm>
            <a:custGeom>
              <a:avLst/>
              <a:gdLst/>
              <a:ahLst/>
              <a:cxnLst/>
              <a:rect l="l" t="t" r="r" b="b"/>
              <a:pathLst>
                <a:path h="2729865">
                  <a:moveTo>
                    <a:pt x="0" y="0"/>
                  </a:moveTo>
                  <a:lnTo>
                    <a:pt x="0" y="2729623"/>
                  </a:lnTo>
                </a:path>
              </a:pathLst>
            </a:custGeom>
            <a:ln w="6096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xfrm>
            <a:off x="695705" y="3363874"/>
            <a:ext cx="8514588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1495" marR="5080">
              <a:lnSpc>
                <a:spcPct val="150000"/>
              </a:lnSpc>
              <a:spcBef>
                <a:spcPts val="100"/>
              </a:spcBef>
            </a:pPr>
            <a:r>
              <a:rPr b="0" u="none" dirty="0">
                <a:latin typeface="Trebuchet MS"/>
                <a:cs typeface="Trebuchet MS"/>
              </a:rPr>
              <a:t>“Design thinking is </a:t>
            </a:r>
            <a:r>
              <a:rPr dirty="0"/>
              <a:t>a human-centered approach to innovation </a:t>
            </a:r>
            <a:r>
              <a:rPr u="none" dirty="0"/>
              <a:t> </a:t>
            </a:r>
            <a:r>
              <a:rPr b="0" u="none" dirty="0">
                <a:latin typeface="Trebuchet MS"/>
                <a:cs typeface="Trebuchet MS"/>
              </a:rPr>
              <a:t>that draws from the designer's toolkit to </a:t>
            </a:r>
            <a:r>
              <a:rPr dirty="0"/>
              <a:t>integrate the needs of </a:t>
            </a:r>
            <a:r>
              <a:rPr u="none" dirty="0"/>
              <a:t> </a:t>
            </a:r>
            <a:r>
              <a:rPr dirty="0"/>
              <a:t>people, the possibilities of technology, and the requirements </a:t>
            </a:r>
            <a:r>
              <a:rPr u="none" dirty="0"/>
              <a:t> </a:t>
            </a:r>
            <a:r>
              <a:rPr b="0" u="none" dirty="0">
                <a:latin typeface="Trebuchet MS"/>
                <a:cs typeface="Trebuchet MS"/>
              </a:rPr>
              <a:t>for business success.”</a:t>
            </a:r>
          </a:p>
          <a:p>
            <a:pPr marL="4341495">
              <a:lnSpc>
                <a:spcPct val="100000"/>
              </a:lnSpc>
              <a:spcBef>
                <a:spcPts val="910"/>
              </a:spcBef>
            </a:pPr>
            <a:r>
              <a:rPr sz="1650" b="0" i="1" u="none" dirty="0">
                <a:latin typeface="Trebuchet MS"/>
                <a:cs typeface="Trebuchet MS"/>
              </a:rPr>
              <a:t>— Tim Brown, CEO of IDEO</a:t>
            </a:r>
            <a:endParaRPr sz="1650" dirty="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95372" y="3026664"/>
            <a:ext cx="2209800" cy="283616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91362" y="6007709"/>
            <a:ext cx="2737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65" dirty="0">
                <a:latin typeface="Trebuchet MS"/>
                <a:cs typeface="Trebuchet MS"/>
              </a:rPr>
              <a:t>Source:</a:t>
            </a:r>
            <a:r>
              <a:rPr sz="1200" spc="-160" dirty="0">
                <a:latin typeface="Trebuchet MS"/>
                <a:cs typeface="Trebuchet MS"/>
              </a:rPr>
              <a:t> </a:t>
            </a:r>
            <a:r>
              <a:rPr sz="1200" spc="-175" dirty="0">
                <a:latin typeface="Trebuchet MS"/>
                <a:cs typeface="Trebuchet MS"/>
              </a:rPr>
              <a:t>ideo.org</a:t>
            </a:r>
            <a:r>
              <a:rPr sz="1200" spc="-140" dirty="0">
                <a:latin typeface="Trebuchet MS"/>
                <a:cs typeface="Trebuchet MS"/>
              </a:rPr>
              <a:t> </a:t>
            </a:r>
            <a:r>
              <a:rPr sz="1200" spc="-185" dirty="0">
                <a:latin typeface="Trebuchet MS"/>
                <a:cs typeface="Trebuchet MS"/>
              </a:rPr>
              <a:t>(</a:t>
            </a:r>
            <a:r>
              <a:rPr sz="1200" u="sng" spc="-18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rebuchet MS"/>
                <a:cs typeface="Trebuchet MS"/>
                <a:hlinkClick r:id="rId10"/>
              </a:rPr>
              <a:t>https://www.ideo.org/bio/tim-brown</a:t>
            </a:r>
            <a:r>
              <a:rPr sz="1200" spc="-185" dirty="0">
                <a:latin typeface="Trebuchet MS"/>
                <a:cs typeface="Trebuchet MS"/>
              </a:rPr>
              <a:t>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926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2.1.</a:t>
            </a:r>
            <a:r>
              <a:rPr spc="-20" dirty="0"/>
              <a:t> </a:t>
            </a:r>
            <a:r>
              <a:rPr spc="-5" dirty="0"/>
              <a:t>What</a:t>
            </a:r>
            <a:r>
              <a:rPr spc="-25" dirty="0"/>
              <a:t> </a:t>
            </a:r>
            <a:r>
              <a:rPr spc="-5" dirty="0"/>
              <a:t>is</a:t>
            </a:r>
            <a:r>
              <a:rPr spc="-15" dirty="0"/>
              <a:t> </a:t>
            </a:r>
            <a:r>
              <a:rPr spc="-5" dirty="0"/>
              <a:t>Design</a:t>
            </a:r>
            <a:r>
              <a:rPr spc="-10" dirty="0"/>
              <a:t> </a:t>
            </a:r>
            <a:r>
              <a:rPr spc="-5" dirty="0"/>
              <a:t>Thinking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5" dirty="0"/>
              <a:t>Why?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6179"/>
            <a:ext cx="2119122" cy="30252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4755" y="2075688"/>
            <a:ext cx="1363218" cy="174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92807" y="2761488"/>
            <a:ext cx="6125718" cy="24917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39596" y="2569464"/>
            <a:ext cx="7224395" cy="0"/>
          </a:xfrm>
          <a:custGeom>
            <a:avLst/>
            <a:gdLst/>
            <a:ahLst/>
            <a:cxnLst/>
            <a:rect l="l" t="t" r="r" b="b"/>
            <a:pathLst>
              <a:path w="7224395">
                <a:moveTo>
                  <a:pt x="0" y="0"/>
                </a:moveTo>
                <a:lnTo>
                  <a:pt x="7224013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39596" y="3153155"/>
            <a:ext cx="7224395" cy="0"/>
          </a:xfrm>
          <a:custGeom>
            <a:avLst/>
            <a:gdLst/>
            <a:ahLst/>
            <a:cxnLst/>
            <a:rect l="l" t="t" r="r" b="b"/>
            <a:pathLst>
              <a:path w="7224395">
                <a:moveTo>
                  <a:pt x="0" y="0"/>
                </a:moveTo>
                <a:lnTo>
                  <a:pt x="7224013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088136" y="3488423"/>
            <a:ext cx="7590155" cy="2374265"/>
            <a:chOff x="1088136" y="3488423"/>
            <a:chExt cx="7590155" cy="2374265"/>
          </a:xfrm>
        </p:grpSpPr>
        <p:sp>
          <p:nvSpPr>
            <p:cNvPr id="12" name="object 12"/>
            <p:cNvSpPr/>
            <p:nvPr/>
          </p:nvSpPr>
          <p:spPr>
            <a:xfrm>
              <a:off x="2714395" y="3836058"/>
              <a:ext cx="2714625" cy="1425575"/>
            </a:xfrm>
            <a:custGeom>
              <a:avLst/>
              <a:gdLst/>
              <a:ahLst/>
              <a:cxnLst/>
              <a:rect l="l" t="t" r="r" b="b"/>
              <a:pathLst>
                <a:path w="2714625" h="1425575">
                  <a:moveTo>
                    <a:pt x="1384723" y="85"/>
                  </a:moveTo>
                  <a:lnTo>
                    <a:pt x="1336411" y="0"/>
                  </a:lnTo>
                  <a:lnTo>
                    <a:pt x="1287756" y="1627"/>
                  </a:lnTo>
                  <a:lnTo>
                    <a:pt x="1239187" y="4965"/>
                  </a:lnTo>
                  <a:lnTo>
                    <a:pt x="1191136" y="9971"/>
                  </a:lnTo>
                  <a:lnTo>
                    <a:pt x="1143629" y="16616"/>
                  </a:lnTo>
                  <a:lnTo>
                    <a:pt x="1096693" y="24870"/>
                  </a:lnTo>
                  <a:lnTo>
                    <a:pt x="1050356" y="34703"/>
                  </a:lnTo>
                  <a:lnTo>
                    <a:pt x="1004644" y="46084"/>
                  </a:lnTo>
                  <a:lnTo>
                    <a:pt x="959586" y="58983"/>
                  </a:lnTo>
                  <a:lnTo>
                    <a:pt x="915208" y="73371"/>
                  </a:lnTo>
                  <a:lnTo>
                    <a:pt x="871537" y="89217"/>
                  </a:lnTo>
                  <a:lnTo>
                    <a:pt x="828600" y="106490"/>
                  </a:lnTo>
                  <a:lnTo>
                    <a:pt x="786426" y="125162"/>
                  </a:lnTo>
                  <a:lnTo>
                    <a:pt x="745040" y="145202"/>
                  </a:lnTo>
                  <a:lnTo>
                    <a:pt x="704471" y="166579"/>
                  </a:lnTo>
                  <a:lnTo>
                    <a:pt x="664745" y="189264"/>
                  </a:lnTo>
                  <a:lnTo>
                    <a:pt x="625890" y="213226"/>
                  </a:lnTo>
                  <a:lnTo>
                    <a:pt x="587932" y="238436"/>
                  </a:lnTo>
                  <a:lnTo>
                    <a:pt x="550900" y="264863"/>
                  </a:lnTo>
                  <a:lnTo>
                    <a:pt x="514820" y="292477"/>
                  </a:lnTo>
                  <a:lnTo>
                    <a:pt x="479719" y="321248"/>
                  </a:lnTo>
                  <a:lnTo>
                    <a:pt x="445625" y="351147"/>
                  </a:lnTo>
                  <a:lnTo>
                    <a:pt x="412564" y="382142"/>
                  </a:lnTo>
                  <a:lnTo>
                    <a:pt x="380565" y="414203"/>
                  </a:lnTo>
                  <a:lnTo>
                    <a:pt x="349654" y="447302"/>
                  </a:lnTo>
                  <a:lnTo>
                    <a:pt x="319859" y="481407"/>
                  </a:lnTo>
                  <a:lnTo>
                    <a:pt x="291206" y="516488"/>
                  </a:lnTo>
                  <a:lnTo>
                    <a:pt x="263723" y="552516"/>
                  </a:lnTo>
                  <a:lnTo>
                    <a:pt x="237437" y="589460"/>
                  </a:lnTo>
                  <a:lnTo>
                    <a:pt x="212375" y="627289"/>
                  </a:lnTo>
                  <a:lnTo>
                    <a:pt x="188565" y="665975"/>
                  </a:lnTo>
                  <a:lnTo>
                    <a:pt x="166033" y="705487"/>
                  </a:lnTo>
                  <a:lnTo>
                    <a:pt x="144807" y="745795"/>
                  </a:lnTo>
                  <a:lnTo>
                    <a:pt x="124915" y="786868"/>
                  </a:lnTo>
                  <a:lnTo>
                    <a:pt x="106382" y="828676"/>
                  </a:lnTo>
                  <a:lnTo>
                    <a:pt x="89238" y="871191"/>
                  </a:lnTo>
                  <a:lnTo>
                    <a:pt x="73507" y="914380"/>
                  </a:lnTo>
                  <a:lnTo>
                    <a:pt x="59219" y="958215"/>
                  </a:lnTo>
                  <a:lnTo>
                    <a:pt x="46400" y="1002664"/>
                  </a:lnTo>
                  <a:lnTo>
                    <a:pt x="35077" y="1047699"/>
                  </a:lnTo>
                  <a:lnTo>
                    <a:pt x="25278" y="1093289"/>
                  </a:lnTo>
                  <a:lnTo>
                    <a:pt x="17029" y="1139403"/>
                  </a:lnTo>
                  <a:lnTo>
                    <a:pt x="10359" y="1186012"/>
                  </a:lnTo>
                  <a:lnTo>
                    <a:pt x="5293" y="1233086"/>
                  </a:lnTo>
                  <a:lnTo>
                    <a:pt x="1860" y="1280594"/>
                  </a:lnTo>
                  <a:lnTo>
                    <a:pt x="86" y="1328507"/>
                  </a:lnTo>
                  <a:lnTo>
                    <a:pt x="0" y="1376793"/>
                  </a:lnTo>
                  <a:lnTo>
                    <a:pt x="1627" y="1425424"/>
                  </a:lnTo>
                  <a:lnTo>
                    <a:pt x="2712442" y="1423265"/>
                  </a:lnTo>
                  <a:lnTo>
                    <a:pt x="2713708" y="1389168"/>
                  </a:lnTo>
                  <a:lnTo>
                    <a:pt x="2714093" y="1355082"/>
                  </a:lnTo>
                  <a:lnTo>
                    <a:pt x="2713620" y="1321020"/>
                  </a:lnTo>
                  <a:lnTo>
                    <a:pt x="2708976" y="1238451"/>
                  </a:lnTo>
                  <a:lnTo>
                    <a:pt x="2703968" y="1190424"/>
                  </a:lnTo>
                  <a:lnTo>
                    <a:pt x="2697320" y="1142942"/>
                  </a:lnTo>
                  <a:lnTo>
                    <a:pt x="2689063" y="1096031"/>
                  </a:lnTo>
                  <a:lnTo>
                    <a:pt x="2679226" y="1049718"/>
                  </a:lnTo>
                  <a:lnTo>
                    <a:pt x="2667839" y="1004031"/>
                  </a:lnTo>
                  <a:lnTo>
                    <a:pt x="2654933" y="958997"/>
                  </a:lnTo>
                  <a:lnTo>
                    <a:pt x="2640538" y="914643"/>
                  </a:lnTo>
                  <a:lnTo>
                    <a:pt x="2624684" y="870996"/>
                  </a:lnTo>
                  <a:lnTo>
                    <a:pt x="2607401" y="828083"/>
                  </a:lnTo>
                  <a:lnTo>
                    <a:pt x="2588719" y="785932"/>
                  </a:lnTo>
                  <a:lnTo>
                    <a:pt x="2568669" y="744570"/>
                  </a:lnTo>
                  <a:lnTo>
                    <a:pt x="2547280" y="704024"/>
                  </a:lnTo>
                  <a:lnTo>
                    <a:pt x="2524583" y="664321"/>
                  </a:lnTo>
                  <a:lnTo>
                    <a:pt x="2500607" y="625488"/>
                  </a:lnTo>
                  <a:lnTo>
                    <a:pt x="2475383" y="587552"/>
                  </a:lnTo>
                  <a:lnTo>
                    <a:pt x="2448942" y="550542"/>
                  </a:lnTo>
                  <a:lnTo>
                    <a:pt x="2421312" y="514483"/>
                  </a:lnTo>
                  <a:lnTo>
                    <a:pt x="2392525" y="479403"/>
                  </a:lnTo>
                  <a:lnTo>
                    <a:pt x="2362610" y="445329"/>
                  </a:lnTo>
                  <a:lnTo>
                    <a:pt x="2331598" y="412289"/>
                  </a:lnTo>
                  <a:lnTo>
                    <a:pt x="2299518" y="380309"/>
                  </a:lnTo>
                  <a:lnTo>
                    <a:pt x="2266402" y="349417"/>
                  </a:lnTo>
                  <a:lnTo>
                    <a:pt x="2232278" y="319639"/>
                  </a:lnTo>
                  <a:lnTo>
                    <a:pt x="2197177" y="291004"/>
                  </a:lnTo>
                  <a:lnTo>
                    <a:pt x="2161130" y="263538"/>
                  </a:lnTo>
                  <a:lnTo>
                    <a:pt x="2124165" y="237269"/>
                  </a:lnTo>
                  <a:lnTo>
                    <a:pt x="2086315" y="212223"/>
                  </a:lnTo>
                  <a:lnTo>
                    <a:pt x="2047607" y="188428"/>
                  </a:lnTo>
                  <a:lnTo>
                    <a:pt x="2008074" y="165911"/>
                  </a:lnTo>
                  <a:lnTo>
                    <a:pt x="1967745" y="144700"/>
                  </a:lnTo>
                  <a:lnTo>
                    <a:pt x="1926649" y="124820"/>
                  </a:lnTo>
                  <a:lnTo>
                    <a:pt x="1884818" y="106300"/>
                  </a:lnTo>
                  <a:lnTo>
                    <a:pt x="1842280" y="89167"/>
                  </a:lnTo>
                  <a:lnTo>
                    <a:pt x="1799068" y="73448"/>
                  </a:lnTo>
                  <a:lnTo>
                    <a:pt x="1755210" y="59170"/>
                  </a:lnTo>
                  <a:lnTo>
                    <a:pt x="1710736" y="46360"/>
                  </a:lnTo>
                  <a:lnTo>
                    <a:pt x="1665677" y="35045"/>
                  </a:lnTo>
                  <a:lnTo>
                    <a:pt x="1620063" y="25253"/>
                  </a:lnTo>
                  <a:lnTo>
                    <a:pt x="1573925" y="17011"/>
                  </a:lnTo>
                  <a:lnTo>
                    <a:pt x="1527291" y="10346"/>
                  </a:lnTo>
                  <a:lnTo>
                    <a:pt x="1480193" y="5285"/>
                  </a:lnTo>
                  <a:lnTo>
                    <a:pt x="1432660" y="1856"/>
                  </a:lnTo>
                  <a:lnTo>
                    <a:pt x="1384723" y="85"/>
                  </a:lnTo>
                  <a:close/>
                </a:path>
              </a:pathLst>
            </a:custGeom>
            <a:solidFill>
              <a:srgbClr val="A6A6A6">
                <a:alpha val="5686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37454" y="3836058"/>
              <a:ext cx="2714625" cy="1425575"/>
            </a:xfrm>
            <a:custGeom>
              <a:avLst/>
              <a:gdLst/>
              <a:ahLst/>
              <a:cxnLst/>
              <a:rect l="l" t="t" r="r" b="b"/>
              <a:pathLst>
                <a:path w="2714625" h="1425575">
                  <a:moveTo>
                    <a:pt x="1384723" y="85"/>
                  </a:moveTo>
                  <a:lnTo>
                    <a:pt x="1336411" y="0"/>
                  </a:lnTo>
                  <a:lnTo>
                    <a:pt x="1287756" y="1627"/>
                  </a:lnTo>
                  <a:lnTo>
                    <a:pt x="1239187" y="4965"/>
                  </a:lnTo>
                  <a:lnTo>
                    <a:pt x="1191136" y="9971"/>
                  </a:lnTo>
                  <a:lnTo>
                    <a:pt x="1143629" y="16616"/>
                  </a:lnTo>
                  <a:lnTo>
                    <a:pt x="1096693" y="24870"/>
                  </a:lnTo>
                  <a:lnTo>
                    <a:pt x="1050356" y="34703"/>
                  </a:lnTo>
                  <a:lnTo>
                    <a:pt x="1004644" y="46084"/>
                  </a:lnTo>
                  <a:lnTo>
                    <a:pt x="959586" y="58983"/>
                  </a:lnTo>
                  <a:lnTo>
                    <a:pt x="915208" y="73371"/>
                  </a:lnTo>
                  <a:lnTo>
                    <a:pt x="871537" y="89217"/>
                  </a:lnTo>
                  <a:lnTo>
                    <a:pt x="828600" y="106490"/>
                  </a:lnTo>
                  <a:lnTo>
                    <a:pt x="786426" y="125162"/>
                  </a:lnTo>
                  <a:lnTo>
                    <a:pt x="745040" y="145202"/>
                  </a:lnTo>
                  <a:lnTo>
                    <a:pt x="704471" y="166579"/>
                  </a:lnTo>
                  <a:lnTo>
                    <a:pt x="664745" y="189264"/>
                  </a:lnTo>
                  <a:lnTo>
                    <a:pt x="625890" y="213226"/>
                  </a:lnTo>
                  <a:lnTo>
                    <a:pt x="587932" y="238436"/>
                  </a:lnTo>
                  <a:lnTo>
                    <a:pt x="550900" y="264863"/>
                  </a:lnTo>
                  <a:lnTo>
                    <a:pt x="514820" y="292477"/>
                  </a:lnTo>
                  <a:lnTo>
                    <a:pt x="479719" y="321248"/>
                  </a:lnTo>
                  <a:lnTo>
                    <a:pt x="445625" y="351147"/>
                  </a:lnTo>
                  <a:lnTo>
                    <a:pt x="412564" y="382142"/>
                  </a:lnTo>
                  <a:lnTo>
                    <a:pt x="380565" y="414203"/>
                  </a:lnTo>
                  <a:lnTo>
                    <a:pt x="349654" y="447302"/>
                  </a:lnTo>
                  <a:lnTo>
                    <a:pt x="319859" y="481407"/>
                  </a:lnTo>
                  <a:lnTo>
                    <a:pt x="291206" y="516488"/>
                  </a:lnTo>
                  <a:lnTo>
                    <a:pt x="263723" y="552516"/>
                  </a:lnTo>
                  <a:lnTo>
                    <a:pt x="237437" y="589460"/>
                  </a:lnTo>
                  <a:lnTo>
                    <a:pt x="212375" y="627289"/>
                  </a:lnTo>
                  <a:lnTo>
                    <a:pt x="188565" y="665975"/>
                  </a:lnTo>
                  <a:lnTo>
                    <a:pt x="166033" y="705487"/>
                  </a:lnTo>
                  <a:lnTo>
                    <a:pt x="144807" y="745795"/>
                  </a:lnTo>
                  <a:lnTo>
                    <a:pt x="124915" y="786868"/>
                  </a:lnTo>
                  <a:lnTo>
                    <a:pt x="106382" y="828676"/>
                  </a:lnTo>
                  <a:lnTo>
                    <a:pt x="89238" y="871191"/>
                  </a:lnTo>
                  <a:lnTo>
                    <a:pt x="73507" y="914380"/>
                  </a:lnTo>
                  <a:lnTo>
                    <a:pt x="59219" y="958215"/>
                  </a:lnTo>
                  <a:lnTo>
                    <a:pt x="46400" y="1002664"/>
                  </a:lnTo>
                  <a:lnTo>
                    <a:pt x="35077" y="1047699"/>
                  </a:lnTo>
                  <a:lnTo>
                    <a:pt x="25278" y="1093289"/>
                  </a:lnTo>
                  <a:lnTo>
                    <a:pt x="17029" y="1139403"/>
                  </a:lnTo>
                  <a:lnTo>
                    <a:pt x="10359" y="1186012"/>
                  </a:lnTo>
                  <a:lnTo>
                    <a:pt x="5293" y="1233086"/>
                  </a:lnTo>
                  <a:lnTo>
                    <a:pt x="1860" y="1280594"/>
                  </a:lnTo>
                  <a:lnTo>
                    <a:pt x="86" y="1328507"/>
                  </a:lnTo>
                  <a:lnTo>
                    <a:pt x="0" y="1376793"/>
                  </a:lnTo>
                  <a:lnTo>
                    <a:pt x="1627" y="1425424"/>
                  </a:lnTo>
                  <a:lnTo>
                    <a:pt x="2712442" y="1423265"/>
                  </a:lnTo>
                  <a:lnTo>
                    <a:pt x="2713708" y="1389168"/>
                  </a:lnTo>
                  <a:lnTo>
                    <a:pt x="2714093" y="1355082"/>
                  </a:lnTo>
                  <a:lnTo>
                    <a:pt x="2713620" y="1321020"/>
                  </a:lnTo>
                  <a:lnTo>
                    <a:pt x="2708976" y="1238451"/>
                  </a:lnTo>
                  <a:lnTo>
                    <a:pt x="2703968" y="1190424"/>
                  </a:lnTo>
                  <a:lnTo>
                    <a:pt x="2697320" y="1142942"/>
                  </a:lnTo>
                  <a:lnTo>
                    <a:pt x="2689063" y="1096031"/>
                  </a:lnTo>
                  <a:lnTo>
                    <a:pt x="2679226" y="1049718"/>
                  </a:lnTo>
                  <a:lnTo>
                    <a:pt x="2667839" y="1004031"/>
                  </a:lnTo>
                  <a:lnTo>
                    <a:pt x="2654933" y="958997"/>
                  </a:lnTo>
                  <a:lnTo>
                    <a:pt x="2640538" y="914643"/>
                  </a:lnTo>
                  <a:lnTo>
                    <a:pt x="2624684" y="870996"/>
                  </a:lnTo>
                  <a:lnTo>
                    <a:pt x="2607401" y="828083"/>
                  </a:lnTo>
                  <a:lnTo>
                    <a:pt x="2588719" y="785932"/>
                  </a:lnTo>
                  <a:lnTo>
                    <a:pt x="2568669" y="744570"/>
                  </a:lnTo>
                  <a:lnTo>
                    <a:pt x="2547280" y="704024"/>
                  </a:lnTo>
                  <a:lnTo>
                    <a:pt x="2524583" y="664321"/>
                  </a:lnTo>
                  <a:lnTo>
                    <a:pt x="2500607" y="625488"/>
                  </a:lnTo>
                  <a:lnTo>
                    <a:pt x="2475383" y="587552"/>
                  </a:lnTo>
                  <a:lnTo>
                    <a:pt x="2448942" y="550542"/>
                  </a:lnTo>
                  <a:lnTo>
                    <a:pt x="2421312" y="514483"/>
                  </a:lnTo>
                  <a:lnTo>
                    <a:pt x="2392525" y="479403"/>
                  </a:lnTo>
                  <a:lnTo>
                    <a:pt x="2362610" y="445329"/>
                  </a:lnTo>
                  <a:lnTo>
                    <a:pt x="2331598" y="412289"/>
                  </a:lnTo>
                  <a:lnTo>
                    <a:pt x="2299518" y="380309"/>
                  </a:lnTo>
                  <a:lnTo>
                    <a:pt x="2266402" y="349417"/>
                  </a:lnTo>
                  <a:lnTo>
                    <a:pt x="2232278" y="319639"/>
                  </a:lnTo>
                  <a:lnTo>
                    <a:pt x="2197177" y="291004"/>
                  </a:lnTo>
                  <a:lnTo>
                    <a:pt x="2161130" y="263538"/>
                  </a:lnTo>
                  <a:lnTo>
                    <a:pt x="2124165" y="237269"/>
                  </a:lnTo>
                  <a:lnTo>
                    <a:pt x="2086315" y="212223"/>
                  </a:lnTo>
                  <a:lnTo>
                    <a:pt x="2047607" y="188428"/>
                  </a:lnTo>
                  <a:lnTo>
                    <a:pt x="2008074" y="165911"/>
                  </a:lnTo>
                  <a:lnTo>
                    <a:pt x="1967745" y="144700"/>
                  </a:lnTo>
                  <a:lnTo>
                    <a:pt x="1926649" y="124820"/>
                  </a:lnTo>
                  <a:lnTo>
                    <a:pt x="1884818" y="106300"/>
                  </a:lnTo>
                  <a:lnTo>
                    <a:pt x="1842280" y="89167"/>
                  </a:lnTo>
                  <a:lnTo>
                    <a:pt x="1799068" y="73448"/>
                  </a:lnTo>
                  <a:lnTo>
                    <a:pt x="1755210" y="59170"/>
                  </a:lnTo>
                  <a:lnTo>
                    <a:pt x="1710736" y="46360"/>
                  </a:lnTo>
                  <a:lnTo>
                    <a:pt x="1665677" y="35045"/>
                  </a:lnTo>
                  <a:lnTo>
                    <a:pt x="1620063" y="25253"/>
                  </a:lnTo>
                  <a:lnTo>
                    <a:pt x="1573925" y="17011"/>
                  </a:lnTo>
                  <a:lnTo>
                    <a:pt x="1527291" y="10346"/>
                  </a:lnTo>
                  <a:lnTo>
                    <a:pt x="1480193" y="5285"/>
                  </a:lnTo>
                  <a:lnTo>
                    <a:pt x="1432660" y="1856"/>
                  </a:lnTo>
                  <a:lnTo>
                    <a:pt x="1384723" y="85"/>
                  </a:lnTo>
                  <a:close/>
                </a:path>
              </a:pathLst>
            </a:custGeom>
            <a:solidFill>
              <a:srgbClr val="183DAF">
                <a:alpha val="5686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61332" y="3488423"/>
              <a:ext cx="656094" cy="4198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88136" y="5256275"/>
              <a:ext cx="7590155" cy="0"/>
            </a:xfrm>
            <a:custGeom>
              <a:avLst/>
              <a:gdLst/>
              <a:ahLst/>
              <a:cxnLst/>
              <a:rect l="l" t="t" r="r" b="b"/>
              <a:pathLst>
                <a:path w="7590155">
                  <a:moveTo>
                    <a:pt x="0" y="0"/>
                  </a:moveTo>
                  <a:lnTo>
                    <a:pt x="7589900" y="0"/>
                  </a:lnTo>
                </a:path>
              </a:pathLst>
            </a:custGeom>
            <a:ln w="6096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81093" y="4091177"/>
              <a:ext cx="1405255" cy="1405255"/>
            </a:xfrm>
            <a:custGeom>
              <a:avLst/>
              <a:gdLst/>
              <a:ahLst/>
              <a:cxnLst/>
              <a:rect l="l" t="t" r="r" b="b"/>
              <a:pathLst>
                <a:path w="1405254" h="1405254">
                  <a:moveTo>
                    <a:pt x="0" y="702564"/>
                  </a:moveTo>
                  <a:lnTo>
                    <a:pt x="1620" y="654465"/>
                  </a:lnTo>
                  <a:lnTo>
                    <a:pt x="6414" y="607236"/>
                  </a:lnTo>
                  <a:lnTo>
                    <a:pt x="14274" y="560981"/>
                  </a:lnTo>
                  <a:lnTo>
                    <a:pt x="25098" y="515805"/>
                  </a:lnTo>
                  <a:lnTo>
                    <a:pt x="38780" y="471812"/>
                  </a:lnTo>
                  <a:lnTo>
                    <a:pt x="55215" y="429107"/>
                  </a:lnTo>
                  <a:lnTo>
                    <a:pt x="74299" y="387794"/>
                  </a:lnTo>
                  <a:lnTo>
                    <a:pt x="95927" y="347980"/>
                  </a:lnTo>
                  <a:lnTo>
                    <a:pt x="119994" y="309767"/>
                  </a:lnTo>
                  <a:lnTo>
                    <a:pt x="146397" y="273261"/>
                  </a:lnTo>
                  <a:lnTo>
                    <a:pt x="175029" y="238566"/>
                  </a:lnTo>
                  <a:lnTo>
                    <a:pt x="205787" y="205787"/>
                  </a:lnTo>
                  <a:lnTo>
                    <a:pt x="238566" y="175029"/>
                  </a:lnTo>
                  <a:lnTo>
                    <a:pt x="273261" y="146397"/>
                  </a:lnTo>
                  <a:lnTo>
                    <a:pt x="309767" y="119994"/>
                  </a:lnTo>
                  <a:lnTo>
                    <a:pt x="347980" y="95927"/>
                  </a:lnTo>
                  <a:lnTo>
                    <a:pt x="387794" y="74299"/>
                  </a:lnTo>
                  <a:lnTo>
                    <a:pt x="429107" y="55215"/>
                  </a:lnTo>
                  <a:lnTo>
                    <a:pt x="471812" y="38780"/>
                  </a:lnTo>
                  <a:lnTo>
                    <a:pt x="515805" y="25098"/>
                  </a:lnTo>
                  <a:lnTo>
                    <a:pt x="560981" y="14274"/>
                  </a:lnTo>
                  <a:lnTo>
                    <a:pt x="607236" y="6414"/>
                  </a:lnTo>
                  <a:lnTo>
                    <a:pt x="654465" y="1620"/>
                  </a:lnTo>
                  <a:lnTo>
                    <a:pt x="702563" y="0"/>
                  </a:lnTo>
                  <a:lnTo>
                    <a:pt x="750662" y="1620"/>
                  </a:lnTo>
                  <a:lnTo>
                    <a:pt x="797891" y="6414"/>
                  </a:lnTo>
                  <a:lnTo>
                    <a:pt x="844146" y="14274"/>
                  </a:lnTo>
                  <a:lnTo>
                    <a:pt x="889322" y="25098"/>
                  </a:lnTo>
                  <a:lnTo>
                    <a:pt x="933315" y="38780"/>
                  </a:lnTo>
                  <a:lnTo>
                    <a:pt x="976020" y="55215"/>
                  </a:lnTo>
                  <a:lnTo>
                    <a:pt x="1017333" y="74299"/>
                  </a:lnTo>
                  <a:lnTo>
                    <a:pt x="1057147" y="95927"/>
                  </a:lnTo>
                  <a:lnTo>
                    <a:pt x="1095360" y="119994"/>
                  </a:lnTo>
                  <a:lnTo>
                    <a:pt x="1131866" y="146397"/>
                  </a:lnTo>
                  <a:lnTo>
                    <a:pt x="1166561" y="175029"/>
                  </a:lnTo>
                  <a:lnTo>
                    <a:pt x="1199340" y="205787"/>
                  </a:lnTo>
                  <a:lnTo>
                    <a:pt x="1230098" y="238566"/>
                  </a:lnTo>
                  <a:lnTo>
                    <a:pt x="1258730" y="273261"/>
                  </a:lnTo>
                  <a:lnTo>
                    <a:pt x="1285133" y="309767"/>
                  </a:lnTo>
                  <a:lnTo>
                    <a:pt x="1309200" y="347979"/>
                  </a:lnTo>
                  <a:lnTo>
                    <a:pt x="1330828" y="387794"/>
                  </a:lnTo>
                  <a:lnTo>
                    <a:pt x="1349912" y="429107"/>
                  </a:lnTo>
                  <a:lnTo>
                    <a:pt x="1366347" y="471812"/>
                  </a:lnTo>
                  <a:lnTo>
                    <a:pt x="1380029" y="515805"/>
                  </a:lnTo>
                  <a:lnTo>
                    <a:pt x="1390853" y="560981"/>
                  </a:lnTo>
                  <a:lnTo>
                    <a:pt x="1398713" y="607236"/>
                  </a:lnTo>
                  <a:lnTo>
                    <a:pt x="1403507" y="654465"/>
                  </a:lnTo>
                  <a:lnTo>
                    <a:pt x="1405127" y="702564"/>
                  </a:lnTo>
                  <a:lnTo>
                    <a:pt x="1403507" y="750662"/>
                  </a:lnTo>
                  <a:lnTo>
                    <a:pt x="1398713" y="797891"/>
                  </a:lnTo>
                  <a:lnTo>
                    <a:pt x="1390853" y="844146"/>
                  </a:lnTo>
                  <a:lnTo>
                    <a:pt x="1380029" y="889322"/>
                  </a:lnTo>
                  <a:lnTo>
                    <a:pt x="1366347" y="933315"/>
                  </a:lnTo>
                  <a:lnTo>
                    <a:pt x="1349912" y="976020"/>
                  </a:lnTo>
                  <a:lnTo>
                    <a:pt x="1330828" y="1017333"/>
                  </a:lnTo>
                  <a:lnTo>
                    <a:pt x="1309200" y="1057147"/>
                  </a:lnTo>
                  <a:lnTo>
                    <a:pt x="1285133" y="1095360"/>
                  </a:lnTo>
                  <a:lnTo>
                    <a:pt x="1258730" y="1131866"/>
                  </a:lnTo>
                  <a:lnTo>
                    <a:pt x="1230098" y="1166561"/>
                  </a:lnTo>
                  <a:lnTo>
                    <a:pt x="1199340" y="1199340"/>
                  </a:lnTo>
                  <a:lnTo>
                    <a:pt x="1166561" y="1230098"/>
                  </a:lnTo>
                  <a:lnTo>
                    <a:pt x="1131866" y="1258730"/>
                  </a:lnTo>
                  <a:lnTo>
                    <a:pt x="1095360" y="1285133"/>
                  </a:lnTo>
                  <a:lnTo>
                    <a:pt x="1057147" y="1309200"/>
                  </a:lnTo>
                  <a:lnTo>
                    <a:pt x="1017333" y="1330828"/>
                  </a:lnTo>
                  <a:lnTo>
                    <a:pt x="976020" y="1349912"/>
                  </a:lnTo>
                  <a:lnTo>
                    <a:pt x="933315" y="1366347"/>
                  </a:lnTo>
                  <a:lnTo>
                    <a:pt x="889322" y="1380029"/>
                  </a:lnTo>
                  <a:lnTo>
                    <a:pt x="844146" y="1390853"/>
                  </a:lnTo>
                  <a:lnTo>
                    <a:pt x="797891" y="1398713"/>
                  </a:lnTo>
                  <a:lnTo>
                    <a:pt x="750662" y="1403507"/>
                  </a:lnTo>
                  <a:lnTo>
                    <a:pt x="702563" y="1405128"/>
                  </a:lnTo>
                  <a:lnTo>
                    <a:pt x="654465" y="1403507"/>
                  </a:lnTo>
                  <a:lnTo>
                    <a:pt x="607236" y="1398713"/>
                  </a:lnTo>
                  <a:lnTo>
                    <a:pt x="560981" y="1390853"/>
                  </a:lnTo>
                  <a:lnTo>
                    <a:pt x="515805" y="1380029"/>
                  </a:lnTo>
                  <a:lnTo>
                    <a:pt x="471812" y="1366347"/>
                  </a:lnTo>
                  <a:lnTo>
                    <a:pt x="429107" y="1349912"/>
                  </a:lnTo>
                  <a:lnTo>
                    <a:pt x="387794" y="1330828"/>
                  </a:lnTo>
                  <a:lnTo>
                    <a:pt x="347980" y="1309200"/>
                  </a:lnTo>
                  <a:lnTo>
                    <a:pt x="309767" y="1285133"/>
                  </a:lnTo>
                  <a:lnTo>
                    <a:pt x="273261" y="1258730"/>
                  </a:lnTo>
                  <a:lnTo>
                    <a:pt x="238566" y="1230098"/>
                  </a:lnTo>
                  <a:lnTo>
                    <a:pt x="205787" y="1199340"/>
                  </a:lnTo>
                  <a:lnTo>
                    <a:pt x="175029" y="1166561"/>
                  </a:lnTo>
                  <a:lnTo>
                    <a:pt x="146397" y="1131866"/>
                  </a:lnTo>
                  <a:lnTo>
                    <a:pt x="119994" y="1095360"/>
                  </a:lnTo>
                  <a:lnTo>
                    <a:pt x="95927" y="1057148"/>
                  </a:lnTo>
                  <a:lnTo>
                    <a:pt x="74299" y="1017333"/>
                  </a:lnTo>
                  <a:lnTo>
                    <a:pt x="55215" y="976020"/>
                  </a:lnTo>
                  <a:lnTo>
                    <a:pt x="38780" y="933315"/>
                  </a:lnTo>
                  <a:lnTo>
                    <a:pt x="25098" y="889322"/>
                  </a:lnTo>
                  <a:lnTo>
                    <a:pt x="14274" y="844146"/>
                  </a:lnTo>
                  <a:lnTo>
                    <a:pt x="6414" y="797891"/>
                  </a:lnTo>
                  <a:lnTo>
                    <a:pt x="1620" y="750662"/>
                  </a:lnTo>
                  <a:lnTo>
                    <a:pt x="0" y="702564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40224" y="3893057"/>
              <a:ext cx="86867" cy="19723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40586" y="5325008"/>
              <a:ext cx="512819" cy="11338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06424" y="5320283"/>
              <a:ext cx="784098" cy="1181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33943" y="5320283"/>
              <a:ext cx="672846" cy="11810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82283" y="5474207"/>
              <a:ext cx="445795" cy="38787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19856" y="5474207"/>
              <a:ext cx="532638" cy="38787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37489" y="431419"/>
            <a:ext cx="3926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What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Why?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6179"/>
            <a:ext cx="2119122" cy="30252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4755" y="2075688"/>
            <a:ext cx="1363218" cy="174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23915" y="5824728"/>
            <a:ext cx="1600962" cy="10286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37616" y="3203448"/>
            <a:ext cx="8497570" cy="2792095"/>
            <a:chOff x="737616" y="3203448"/>
            <a:chExt cx="8497570" cy="2792095"/>
          </a:xfrm>
        </p:grpSpPr>
        <p:sp>
          <p:nvSpPr>
            <p:cNvPr id="10" name="object 10"/>
            <p:cNvSpPr/>
            <p:nvPr/>
          </p:nvSpPr>
          <p:spPr>
            <a:xfrm>
              <a:off x="882396" y="3203447"/>
              <a:ext cx="8138159" cy="2788920"/>
            </a:xfrm>
            <a:custGeom>
              <a:avLst/>
              <a:gdLst/>
              <a:ahLst/>
              <a:cxnLst/>
              <a:rect l="l" t="t" r="r" b="b"/>
              <a:pathLst>
                <a:path w="8138159" h="2788920">
                  <a:moveTo>
                    <a:pt x="8138033" y="1394460"/>
                  </a:moveTo>
                  <a:lnTo>
                    <a:pt x="8125333" y="1388110"/>
                  </a:lnTo>
                  <a:lnTo>
                    <a:pt x="8061833" y="1356360"/>
                  </a:lnTo>
                  <a:lnTo>
                    <a:pt x="8061833" y="1388110"/>
                  </a:lnTo>
                  <a:lnTo>
                    <a:pt x="4075430" y="1388110"/>
                  </a:lnTo>
                  <a:lnTo>
                    <a:pt x="4075430" y="76200"/>
                  </a:lnTo>
                  <a:lnTo>
                    <a:pt x="4107180" y="76200"/>
                  </a:lnTo>
                  <a:lnTo>
                    <a:pt x="4100830" y="63500"/>
                  </a:lnTo>
                  <a:lnTo>
                    <a:pt x="4069080" y="0"/>
                  </a:lnTo>
                  <a:lnTo>
                    <a:pt x="4030980" y="76200"/>
                  </a:lnTo>
                  <a:lnTo>
                    <a:pt x="4062730" y="76200"/>
                  </a:lnTo>
                  <a:lnTo>
                    <a:pt x="4062730" y="1388110"/>
                  </a:lnTo>
                  <a:lnTo>
                    <a:pt x="76200" y="1388110"/>
                  </a:lnTo>
                  <a:lnTo>
                    <a:pt x="76200" y="1356360"/>
                  </a:lnTo>
                  <a:lnTo>
                    <a:pt x="0" y="1394460"/>
                  </a:lnTo>
                  <a:lnTo>
                    <a:pt x="76200" y="1432560"/>
                  </a:lnTo>
                  <a:lnTo>
                    <a:pt x="76200" y="1400810"/>
                  </a:lnTo>
                  <a:lnTo>
                    <a:pt x="4062730" y="1400810"/>
                  </a:lnTo>
                  <a:lnTo>
                    <a:pt x="4062730" y="2712135"/>
                  </a:lnTo>
                  <a:lnTo>
                    <a:pt x="4030980" y="2712135"/>
                  </a:lnTo>
                  <a:lnTo>
                    <a:pt x="4069080" y="2788335"/>
                  </a:lnTo>
                  <a:lnTo>
                    <a:pt x="4100830" y="2724835"/>
                  </a:lnTo>
                  <a:lnTo>
                    <a:pt x="4107180" y="2712135"/>
                  </a:lnTo>
                  <a:lnTo>
                    <a:pt x="4075430" y="2712135"/>
                  </a:lnTo>
                  <a:lnTo>
                    <a:pt x="4075430" y="1400810"/>
                  </a:lnTo>
                  <a:lnTo>
                    <a:pt x="8061833" y="1400810"/>
                  </a:lnTo>
                  <a:lnTo>
                    <a:pt x="8061833" y="1432560"/>
                  </a:lnTo>
                  <a:lnTo>
                    <a:pt x="8125333" y="1400810"/>
                  </a:lnTo>
                  <a:lnTo>
                    <a:pt x="8138033" y="139446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7616" y="3224784"/>
              <a:ext cx="1766570" cy="257810"/>
            </a:xfrm>
            <a:custGeom>
              <a:avLst/>
              <a:gdLst/>
              <a:ahLst/>
              <a:cxnLst/>
              <a:rect l="l" t="t" r="r" b="b"/>
              <a:pathLst>
                <a:path w="1766570" h="257810">
                  <a:moveTo>
                    <a:pt x="1766316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1766316" y="257556"/>
                  </a:lnTo>
                  <a:lnTo>
                    <a:pt x="176631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8972" y="3291840"/>
              <a:ext cx="1061466" cy="1623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37616" y="5739383"/>
              <a:ext cx="1766570" cy="256540"/>
            </a:xfrm>
            <a:custGeom>
              <a:avLst/>
              <a:gdLst/>
              <a:ahLst/>
              <a:cxnLst/>
              <a:rect l="l" t="t" r="r" b="b"/>
              <a:pathLst>
                <a:path w="1766570" h="256539">
                  <a:moveTo>
                    <a:pt x="1766316" y="0"/>
                  </a:moveTo>
                  <a:lnTo>
                    <a:pt x="0" y="0"/>
                  </a:lnTo>
                  <a:lnTo>
                    <a:pt x="0" y="256031"/>
                  </a:lnTo>
                  <a:lnTo>
                    <a:pt x="1766316" y="256031"/>
                  </a:lnTo>
                  <a:lnTo>
                    <a:pt x="176631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8972" y="5804916"/>
              <a:ext cx="628650" cy="13335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399020" y="3224784"/>
              <a:ext cx="1766570" cy="257810"/>
            </a:xfrm>
            <a:custGeom>
              <a:avLst/>
              <a:gdLst/>
              <a:ahLst/>
              <a:cxnLst/>
              <a:rect l="l" t="t" r="r" b="b"/>
              <a:pathLst>
                <a:path w="1766570" h="257810">
                  <a:moveTo>
                    <a:pt x="1766316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1766316" y="257556"/>
                  </a:lnTo>
                  <a:lnTo>
                    <a:pt x="176631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33004" y="3291840"/>
              <a:ext cx="1015746" cy="1623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399020" y="5739383"/>
              <a:ext cx="1766570" cy="256540"/>
            </a:xfrm>
            <a:custGeom>
              <a:avLst/>
              <a:gdLst/>
              <a:ahLst/>
              <a:cxnLst/>
              <a:rect l="l" t="t" r="r" b="b"/>
              <a:pathLst>
                <a:path w="1766570" h="256539">
                  <a:moveTo>
                    <a:pt x="1766316" y="0"/>
                  </a:moveTo>
                  <a:lnTo>
                    <a:pt x="0" y="0"/>
                  </a:lnTo>
                  <a:lnTo>
                    <a:pt x="0" y="256031"/>
                  </a:lnTo>
                  <a:lnTo>
                    <a:pt x="1766316" y="256031"/>
                  </a:lnTo>
                  <a:lnTo>
                    <a:pt x="176631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88680" y="5811012"/>
              <a:ext cx="560070" cy="12573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34356" y="3605771"/>
              <a:ext cx="4100322" cy="63933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6384" y="3605758"/>
              <a:ext cx="3010662" cy="47170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6384" y="4870678"/>
              <a:ext cx="4043934" cy="4732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34356" y="4870691"/>
              <a:ext cx="3995165" cy="448830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995928" y="2697479"/>
            <a:ext cx="1921002" cy="249174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3345179" y="2505455"/>
            <a:ext cx="3212465" cy="0"/>
          </a:xfrm>
          <a:custGeom>
            <a:avLst/>
            <a:gdLst/>
            <a:ahLst/>
            <a:cxnLst/>
            <a:rect l="l" t="t" r="r" b="b"/>
            <a:pathLst>
              <a:path w="3212465">
                <a:moveTo>
                  <a:pt x="0" y="0"/>
                </a:moveTo>
                <a:lnTo>
                  <a:pt x="3212465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45179" y="3089148"/>
            <a:ext cx="3212465" cy="0"/>
          </a:xfrm>
          <a:custGeom>
            <a:avLst/>
            <a:gdLst/>
            <a:ahLst/>
            <a:cxnLst/>
            <a:rect l="l" t="t" r="r" b="b"/>
            <a:pathLst>
              <a:path w="3212465">
                <a:moveTo>
                  <a:pt x="0" y="0"/>
                </a:moveTo>
                <a:lnTo>
                  <a:pt x="3212465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37489" y="431419"/>
            <a:ext cx="3926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What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Why?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6179"/>
            <a:ext cx="2119122" cy="30252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4755" y="2075688"/>
            <a:ext cx="1363218" cy="17449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088136" y="3489959"/>
            <a:ext cx="7590155" cy="0"/>
          </a:xfrm>
          <a:custGeom>
            <a:avLst/>
            <a:gdLst/>
            <a:ahLst/>
            <a:cxnLst/>
            <a:rect l="l" t="t" r="r" b="b"/>
            <a:pathLst>
              <a:path w="7590155">
                <a:moveTo>
                  <a:pt x="0" y="0"/>
                </a:moveTo>
                <a:lnTo>
                  <a:pt x="7589900" y="0"/>
                </a:lnTo>
              </a:path>
            </a:pathLst>
          </a:custGeom>
          <a:ln w="6096">
            <a:solidFill>
              <a:srgbClr val="183D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88136" y="5637276"/>
            <a:ext cx="7590155" cy="0"/>
          </a:xfrm>
          <a:custGeom>
            <a:avLst/>
            <a:gdLst/>
            <a:ahLst/>
            <a:cxnLst/>
            <a:rect l="l" t="t" r="r" b="b"/>
            <a:pathLst>
              <a:path w="7590155">
                <a:moveTo>
                  <a:pt x="0" y="0"/>
                </a:moveTo>
                <a:lnTo>
                  <a:pt x="7589900" y="0"/>
                </a:lnTo>
              </a:path>
            </a:pathLst>
          </a:custGeom>
          <a:ln w="6096">
            <a:solidFill>
              <a:srgbClr val="183D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21934" y="5757708"/>
            <a:ext cx="410675" cy="921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09515" y="5756147"/>
            <a:ext cx="857250" cy="1150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25395" y="5762402"/>
            <a:ext cx="307074" cy="1088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13076" y="3305555"/>
            <a:ext cx="1457705" cy="11811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527297" y="3310280"/>
            <a:ext cx="622548" cy="11338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28357" y="3596640"/>
            <a:ext cx="7455394" cy="199796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62355" y="6022847"/>
            <a:ext cx="2227326" cy="11506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680459" y="2706623"/>
            <a:ext cx="2550414" cy="249174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3345179" y="2514600"/>
            <a:ext cx="3212465" cy="0"/>
          </a:xfrm>
          <a:custGeom>
            <a:avLst/>
            <a:gdLst/>
            <a:ahLst/>
            <a:cxnLst/>
            <a:rect l="l" t="t" r="r" b="b"/>
            <a:pathLst>
              <a:path w="3212465">
                <a:moveTo>
                  <a:pt x="0" y="0"/>
                </a:moveTo>
                <a:lnTo>
                  <a:pt x="3212465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45179" y="3098292"/>
            <a:ext cx="3212465" cy="0"/>
          </a:xfrm>
          <a:custGeom>
            <a:avLst/>
            <a:gdLst/>
            <a:ahLst/>
            <a:cxnLst/>
            <a:rect l="l" t="t" r="r" b="b"/>
            <a:pathLst>
              <a:path w="3212465">
                <a:moveTo>
                  <a:pt x="0" y="0"/>
                </a:moveTo>
                <a:lnTo>
                  <a:pt x="3212465" y="0"/>
                </a:lnTo>
              </a:path>
            </a:pathLst>
          </a:custGeom>
          <a:ln w="6096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37489" y="431419"/>
            <a:ext cx="3926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What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Why?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6179"/>
            <a:ext cx="2119122" cy="30252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4755" y="2075688"/>
            <a:ext cx="1363218" cy="17449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25067" y="2566416"/>
            <a:ext cx="6214110" cy="3477895"/>
            <a:chOff x="925067" y="2566416"/>
            <a:chExt cx="6214110" cy="3477895"/>
          </a:xfrm>
        </p:grpSpPr>
        <p:sp>
          <p:nvSpPr>
            <p:cNvPr id="9" name="object 9"/>
            <p:cNvSpPr/>
            <p:nvPr/>
          </p:nvSpPr>
          <p:spPr>
            <a:xfrm>
              <a:off x="3268967" y="2566415"/>
              <a:ext cx="3517900" cy="3477895"/>
            </a:xfrm>
            <a:custGeom>
              <a:avLst/>
              <a:gdLst/>
              <a:ahLst/>
              <a:cxnLst/>
              <a:rect l="l" t="t" r="r" b="b"/>
              <a:pathLst>
                <a:path w="3517900" h="3477895">
                  <a:moveTo>
                    <a:pt x="3517404" y="2427732"/>
                  </a:moveTo>
                  <a:lnTo>
                    <a:pt x="3516312" y="2379675"/>
                  </a:lnTo>
                  <a:lnTo>
                    <a:pt x="3513112" y="2332164"/>
                  </a:lnTo>
                  <a:lnTo>
                    <a:pt x="3507816" y="2285263"/>
                  </a:lnTo>
                  <a:lnTo>
                    <a:pt x="3500475" y="2238997"/>
                  </a:lnTo>
                  <a:lnTo>
                    <a:pt x="3491153" y="2193442"/>
                  </a:lnTo>
                  <a:lnTo>
                    <a:pt x="3479889" y="2148611"/>
                  </a:lnTo>
                  <a:lnTo>
                    <a:pt x="3466719" y="2104567"/>
                  </a:lnTo>
                  <a:lnTo>
                    <a:pt x="3451695" y="2061362"/>
                  </a:lnTo>
                  <a:lnTo>
                    <a:pt x="3434880" y="2019033"/>
                  </a:lnTo>
                  <a:lnTo>
                    <a:pt x="3416287" y="1977631"/>
                  </a:lnTo>
                  <a:lnTo>
                    <a:pt x="3395992" y="1937194"/>
                  </a:lnTo>
                  <a:lnTo>
                    <a:pt x="3374034" y="1897786"/>
                  </a:lnTo>
                  <a:lnTo>
                    <a:pt x="3350450" y="1859432"/>
                  </a:lnTo>
                  <a:lnTo>
                    <a:pt x="3325291" y="1822196"/>
                  </a:lnTo>
                  <a:lnTo>
                    <a:pt x="3298596" y="1786102"/>
                  </a:lnTo>
                  <a:lnTo>
                    <a:pt x="3270427" y="1751228"/>
                  </a:lnTo>
                  <a:lnTo>
                    <a:pt x="3240824" y="1717598"/>
                  </a:lnTo>
                  <a:lnTo>
                    <a:pt x="3209836" y="1685264"/>
                  </a:lnTo>
                  <a:lnTo>
                    <a:pt x="3177502" y="1654276"/>
                  </a:lnTo>
                  <a:lnTo>
                    <a:pt x="3143872" y="1624672"/>
                  </a:lnTo>
                  <a:lnTo>
                    <a:pt x="3108998" y="1596504"/>
                  </a:lnTo>
                  <a:lnTo>
                    <a:pt x="3072904" y="1569808"/>
                  </a:lnTo>
                  <a:lnTo>
                    <a:pt x="3035668" y="1544650"/>
                  </a:lnTo>
                  <a:lnTo>
                    <a:pt x="3008985" y="1528254"/>
                  </a:lnTo>
                  <a:lnTo>
                    <a:pt x="3023095" y="1500149"/>
                  </a:lnTo>
                  <a:lnTo>
                    <a:pt x="3041688" y="1458747"/>
                  </a:lnTo>
                  <a:lnTo>
                    <a:pt x="3058503" y="1416418"/>
                  </a:lnTo>
                  <a:lnTo>
                    <a:pt x="3073527" y="1373212"/>
                  </a:lnTo>
                  <a:lnTo>
                    <a:pt x="3086697" y="1329169"/>
                  </a:lnTo>
                  <a:lnTo>
                    <a:pt x="3097961" y="1284338"/>
                  </a:lnTo>
                  <a:lnTo>
                    <a:pt x="3107283" y="1238783"/>
                  </a:lnTo>
                  <a:lnTo>
                    <a:pt x="3114624" y="1192517"/>
                  </a:lnTo>
                  <a:lnTo>
                    <a:pt x="3119920" y="1145616"/>
                  </a:lnTo>
                  <a:lnTo>
                    <a:pt x="3123120" y="1098105"/>
                  </a:lnTo>
                  <a:lnTo>
                    <a:pt x="3124212" y="1050036"/>
                  </a:lnTo>
                  <a:lnTo>
                    <a:pt x="3123120" y="1001979"/>
                  </a:lnTo>
                  <a:lnTo>
                    <a:pt x="3119920" y="954468"/>
                  </a:lnTo>
                  <a:lnTo>
                    <a:pt x="3114624" y="907567"/>
                  </a:lnTo>
                  <a:lnTo>
                    <a:pt x="3107283" y="861301"/>
                  </a:lnTo>
                  <a:lnTo>
                    <a:pt x="3097961" y="815746"/>
                  </a:lnTo>
                  <a:lnTo>
                    <a:pt x="3086697" y="770915"/>
                  </a:lnTo>
                  <a:lnTo>
                    <a:pt x="3073527" y="726871"/>
                  </a:lnTo>
                  <a:lnTo>
                    <a:pt x="3058503" y="683666"/>
                  </a:lnTo>
                  <a:lnTo>
                    <a:pt x="3041688" y="641337"/>
                  </a:lnTo>
                  <a:lnTo>
                    <a:pt x="3023095" y="599935"/>
                  </a:lnTo>
                  <a:lnTo>
                    <a:pt x="3002800" y="559498"/>
                  </a:lnTo>
                  <a:lnTo>
                    <a:pt x="2980842" y="520090"/>
                  </a:lnTo>
                  <a:lnTo>
                    <a:pt x="2957258" y="481736"/>
                  </a:lnTo>
                  <a:lnTo>
                    <a:pt x="2932099" y="444500"/>
                  </a:lnTo>
                  <a:lnTo>
                    <a:pt x="2905404" y="408406"/>
                  </a:lnTo>
                  <a:lnTo>
                    <a:pt x="2877235" y="373532"/>
                  </a:lnTo>
                  <a:lnTo>
                    <a:pt x="2847632" y="339902"/>
                  </a:lnTo>
                  <a:lnTo>
                    <a:pt x="2816644" y="307568"/>
                  </a:lnTo>
                  <a:lnTo>
                    <a:pt x="2784310" y="276580"/>
                  </a:lnTo>
                  <a:lnTo>
                    <a:pt x="2750680" y="246976"/>
                  </a:lnTo>
                  <a:lnTo>
                    <a:pt x="2715806" y="218808"/>
                  </a:lnTo>
                  <a:lnTo>
                    <a:pt x="2679712" y="192112"/>
                  </a:lnTo>
                  <a:lnTo>
                    <a:pt x="2642476" y="166954"/>
                  </a:lnTo>
                  <a:lnTo>
                    <a:pt x="2604122" y="143370"/>
                  </a:lnTo>
                  <a:lnTo>
                    <a:pt x="2564714" y="121412"/>
                  </a:lnTo>
                  <a:lnTo>
                    <a:pt x="2524277" y="101117"/>
                  </a:lnTo>
                  <a:lnTo>
                    <a:pt x="2482875" y="82524"/>
                  </a:lnTo>
                  <a:lnTo>
                    <a:pt x="2440546" y="65709"/>
                  </a:lnTo>
                  <a:lnTo>
                    <a:pt x="2397341" y="50685"/>
                  </a:lnTo>
                  <a:lnTo>
                    <a:pt x="2353297" y="37515"/>
                  </a:lnTo>
                  <a:lnTo>
                    <a:pt x="2308466" y="26250"/>
                  </a:lnTo>
                  <a:lnTo>
                    <a:pt x="2262911" y="16929"/>
                  </a:lnTo>
                  <a:lnTo>
                    <a:pt x="2216645" y="9588"/>
                  </a:lnTo>
                  <a:lnTo>
                    <a:pt x="2169744" y="4292"/>
                  </a:lnTo>
                  <a:lnTo>
                    <a:pt x="2122233" y="1092"/>
                  </a:lnTo>
                  <a:lnTo>
                    <a:pt x="2074176" y="0"/>
                  </a:lnTo>
                  <a:lnTo>
                    <a:pt x="2026107" y="1092"/>
                  </a:lnTo>
                  <a:lnTo>
                    <a:pt x="1978596" y="4292"/>
                  </a:lnTo>
                  <a:lnTo>
                    <a:pt x="1931695" y="9588"/>
                  </a:lnTo>
                  <a:lnTo>
                    <a:pt x="1885429" y="16929"/>
                  </a:lnTo>
                  <a:lnTo>
                    <a:pt x="1839874" y="26250"/>
                  </a:lnTo>
                  <a:lnTo>
                    <a:pt x="1795043" y="37515"/>
                  </a:lnTo>
                  <a:lnTo>
                    <a:pt x="1750999" y="50685"/>
                  </a:lnTo>
                  <a:lnTo>
                    <a:pt x="1707794" y="65709"/>
                  </a:lnTo>
                  <a:lnTo>
                    <a:pt x="1665465" y="82524"/>
                  </a:lnTo>
                  <a:lnTo>
                    <a:pt x="1624063" y="101117"/>
                  </a:lnTo>
                  <a:lnTo>
                    <a:pt x="1583626" y="121412"/>
                  </a:lnTo>
                  <a:lnTo>
                    <a:pt x="1544218" y="143370"/>
                  </a:lnTo>
                  <a:lnTo>
                    <a:pt x="1505864" y="166954"/>
                  </a:lnTo>
                  <a:lnTo>
                    <a:pt x="1468628" y="192112"/>
                  </a:lnTo>
                  <a:lnTo>
                    <a:pt x="1432534" y="218808"/>
                  </a:lnTo>
                  <a:lnTo>
                    <a:pt x="1397660" y="246976"/>
                  </a:lnTo>
                  <a:lnTo>
                    <a:pt x="1364030" y="276580"/>
                  </a:lnTo>
                  <a:lnTo>
                    <a:pt x="1331696" y="307568"/>
                  </a:lnTo>
                  <a:lnTo>
                    <a:pt x="1300708" y="339902"/>
                  </a:lnTo>
                  <a:lnTo>
                    <a:pt x="1271104" y="373532"/>
                  </a:lnTo>
                  <a:lnTo>
                    <a:pt x="1242936" y="408406"/>
                  </a:lnTo>
                  <a:lnTo>
                    <a:pt x="1216240" y="444500"/>
                  </a:lnTo>
                  <a:lnTo>
                    <a:pt x="1191082" y="481736"/>
                  </a:lnTo>
                  <a:lnTo>
                    <a:pt x="1167498" y="520090"/>
                  </a:lnTo>
                  <a:lnTo>
                    <a:pt x="1145540" y="559498"/>
                  </a:lnTo>
                  <a:lnTo>
                    <a:pt x="1125245" y="599935"/>
                  </a:lnTo>
                  <a:lnTo>
                    <a:pt x="1106652" y="641337"/>
                  </a:lnTo>
                  <a:lnTo>
                    <a:pt x="1089837" y="683666"/>
                  </a:lnTo>
                  <a:lnTo>
                    <a:pt x="1074813" y="726871"/>
                  </a:lnTo>
                  <a:lnTo>
                    <a:pt x="1061643" y="770915"/>
                  </a:lnTo>
                  <a:lnTo>
                    <a:pt x="1050378" y="815746"/>
                  </a:lnTo>
                  <a:lnTo>
                    <a:pt x="1041057" y="861301"/>
                  </a:lnTo>
                  <a:lnTo>
                    <a:pt x="1033716" y="907567"/>
                  </a:lnTo>
                  <a:lnTo>
                    <a:pt x="1028420" y="954468"/>
                  </a:lnTo>
                  <a:lnTo>
                    <a:pt x="1028204" y="957580"/>
                  </a:lnTo>
                  <a:lnTo>
                    <a:pt x="1001979" y="958164"/>
                  </a:lnTo>
                  <a:lnTo>
                    <a:pt x="954468" y="961377"/>
                  </a:lnTo>
                  <a:lnTo>
                    <a:pt x="907567" y="966673"/>
                  </a:lnTo>
                  <a:lnTo>
                    <a:pt x="861301" y="974001"/>
                  </a:lnTo>
                  <a:lnTo>
                    <a:pt x="815746" y="983335"/>
                  </a:lnTo>
                  <a:lnTo>
                    <a:pt x="770915" y="994613"/>
                  </a:lnTo>
                  <a:lnTo>
                    <a:pt x="726871" y="1007783"/>
                  </a:lnTo>
                  <a:lnTo>
                    <a:pt x="683666" y="1022807"/>
                  </a:lnTo>
                  <a:lnTo>
                    <a:pt x="641337" y="1039647"/>
                  </a:lnTo>
                  <a:lnTo>
                    <a:pt x="599935" y="1058240"/>
                  </a:lnTo>
                  <a:lnTo>
                    <a:pt x="559498" y="1078560"/>
                  </a:lnTo>
                  <a:lnTo>
                    <a:pt x="520090" y="1100531"/>
                  </a:lnTo>
                  <a:lnTo>
                    <a:pt x="481736" y="1124127"/>
                  </a:lnTo>
                  <a:lnTo>
                    <a:pt x="444500" y="1149311"/>
                  </a:lnTo>
                  <a:lnTo>
                    <a:pt x="408406" y="1176007"/>
                  </a:lnTo>
                  <a:lnTo>
                    <a:pt x="373532" y="1204201"/>
                  </a:lnTo>
                  <a:lnTo>
                    <a:pt x="339902" y="1233817"/>
                  </a:lnTo>
                  <a:lnTo>
                    <a:pt x="307568" y="1264831"/>
                  </a:lnTo>
                  <a:lnTo>
                    <a:pt x="276580" y="1297190"/>
                  </a:lnTo>
                  <a:lnTo>
                    <a:pt x="246976" y="1330845"/>
                  </a:lnTo>
                  <a:lnTo>
                    <a:pt x="218808" y="1365745"/>
                  </a:lnTo>
                  <a:lnTo>
                    <a:pt x="192112" y="1401851"/>
                  </a:lnTo>
                  <a:lnTo>
                    <a:pt x="166954" y="1439113"/>
                  </a:lnTo>
                  <a:lnTo>
                    <a:pt x="143370" y="1477492"/>
                  </a:lnTo>
                  <a:lnTo>
                    <a:pt x="121412" y="1516938"/>
                  </a:lnTo>
                  <a:lnTo>
                    <a:pt x="101117" y="1557401"/>
                  </a:lnTo>
                  <a:lnTo>
                    <a:pt x="82524" y="1598841"/>
                  </a:lnTo>
                  <a:lnTo>
                    <a:pt x="65709" y="1641195"/>
                  </a:lnTo>
                  <a:lnTo>
                    <a:pt x="50685" y="1684439"/>
                  </a:lnTo>
                  <a:lnTo>
                    <a:pt x="37515" y="1728520"/>
                  </a:lnTo>
                  <a:lnTo>
                    <a:pt x="26250" y="1773377"/>
                  </a:lnTo>
                  <a:lnTo>
                    <a:pt x="16929" y="1818982"/>
                  </a:lnTo>
                  <a:lnTo>
                    <a:pt x="9588" y="1865274"/>
                  </a:lnTo>
                  <a:lnTo>
                    <a:pt x="4292" y="1912226"/>
                  </a:lnTo>
                  <a:lnTo>
                    <a:pt x="1092" y="1959775"/>
                  </a:lnTo>
                  <a:lnTo>
                    <a:pt x="0" y="2007870"/>
                  </a:lnTo>
                  <a:lnTo>
                    <a:pt x="1092" y="2055977"/>
                  </a:lnTo>
                  <a:lnTo>
                    <a:pt x="4292" y="2103526"/>
                  </a:lnTo>
                  <a:lnTo>
                    <a:pt x="9588" y="2150478"/>
                  </a:lnTo>
                  <a:lnTo>
                    <a:pt x="16929" y="2196769"/>
                  </a:lnTo>
                  <a:lnTo>
                    <a:pt x="26250" y="2242375"/>
                  </a:lnTo>
                  <a:lnTo>
                    <a:pt x="37515" y="2287232"/>
                  </a:lnTo>
                  <a:lnTo>
                    <a:pt x="50685" y="2331313"/>
                  </a:lnTo>
                  <a:lnTo>
                    <a:pt x="65709" y="2374557"/>
                  </a:lnTo>
                  <a:lnTo>
                    <a:pt x="82524" y="2416911"/>
                  </a:lnTo>
                  <a:lnTo>
                    <a:pt x="101117" y="2458351"/>
                  </a:lnTo>
                  <a:lnTo>
                    <a:pt x="121412" y="2498814"/>
                  </a:lnTo>
                  <a:lnTo>
                    <a:pt x="143370" y="2538260"/>
                  </a:lnTo>
                  <a:lnTo>
                    <a:pt x="166954" y="2576639"/>
                  </a:lnTo>
                  <a:lnTo>
                    <a:pt x="192112" y="2613901"/>
                  </a:lnTo>
                  <a:lnTo>
                    <a:pt x="218808" y="2650007"/>
                  </a:lnTo>
                  <a:lnTo>
                    <a:pt x="246976" y="2684907"/>
                  </a:lnTo>
                  <a:lnTo>
                    <a:pt x="276580" y="2718562"/>
                  </a:lnTo>
                  <a:lnTo>
                    <a:pt x="307568" y="2750921"/>
                  </a:lnTo>
                  <a:lnTo>
                    <a:pt x="339902" y="2781935"/>
                  </a:lnTo>
                  <a:lnTo>
                    <a:pt x="373532" y="2811551"/>
                  </a:lnTo>
                  <a:lnTo>
                    <a:pt x="408406" y="2839745"/>
                  </a:lnTo>
                  <a:lnTo>
                    <a:pt x="444500" y="2866440"/>
                  </a:lnTo>
                  <a:lnTo>
                    <a:pt x="481736" y="2891625"/>
                  </a:lnTo>
                  <a:lnTo>
                    <a:pt x="520090" y="2915221"/>
                  </a:lnTo>
                  <a:lnTo>
                    <a:pt x="559498" y="2937192"/>
                  </a:lnTo>
                  <a:lnTo>
                    <a:pt x="599935" y="2957512"/>
                  </a:lnTo>
                  <a:lnTo>
                    <a:pt x="641337" y="2976105"/>
                  </a:lnTo>
                  <a:lnTo>
                    <a:pt x="683666" y="2992945"/>
                  </a:lnTo>
                  <a:lnTo>
                    <a:pt x="726871" y="3007969"/>
                  </a:lnTo>
                  <a:lnTo>
                    <a:pt x="770915" y="3021139"/>
                  </a:lnTo>
                  <a:lnTo>
                    <a:pt x="815746" y="3032417"/>
                  </a:lnTo>
                  <a:lnTo>
                    <a:pt x="861301" y="3041751"/>
                  </a:lnTo>
                  <a:lnTo>
                    <a:pt x="907567" y="3049079"/>
                  </a:lnTo>
                  <a:lnTo>
                    <a:pt x="954468" y="3054375"/>
                  </a:lnTo>
                  <a:lnTo>
                    <a:pt x="1001979" y="3057588"/>
                  </a:lnTo>
                  <a:lnTo>
                    <a:pt x="1050048" y="3058668"/>
                  </a:lnTo>
                  <a:lnTo>
                    <a:pt x="1098105" y="3057588"/>
                  </a:lnTo>
                  <a:lnTo>
                    <a:pt x="1145616" y="3054375"/>
                  </a:lnTo>
                  <a:lnTo>
                    <a:pt x="1192517" y="3049079"/>
                  </a:lnTo>
                  <a:lnTo>
                    <a:pt x="1238783" y="3041751"/>
                  </a:lnTo>
                  <a:lnTo>
                    <a:pt x="1284338" y="3032417"/>
                  </a:lnTo>
                  <a:lnTo>
                    <a:pt x="1329169" y="3021139"/>
                  </a:lnTo>
                  <a:lnTo>
                    <a:pt x="1373212" y="3007969"/>
                  </a:lnTo>
                  <a:lnTo>
                    <a:pt x="1416418" y="2992945"/>
                  </a:lnTo>
                  <a:lnTo>
                    <a:pt x="1458747" y="2976105"/>
                  </a:lnTo>
                  <a:lnTo>
                    <a:pt x="1500149" y="2957512"/>
                  </a:lnTo>
                  <a:lnTo>
                    <a:pt x="1540586" y="2937192"/>
                  </a:lnTo>
                  <a:lnTo>
                    <a:pt x="1547202" y="2933509"/>
                  </a:lnTo>
                  <a:lnTo>
                    <a:pt x="1560690" y="2957690"/>
                  </a:lnTo>
                  <a:lnTo>
                    <a:pt x="1584274" y="2996044"/>
                  </a:lnTo>
                  <a:lnTo>
                    <a:pt x="1609432" y="3033280"/>
                  </a:lnTo>
                  <a:lnTo>
                    <a:pt x="1636128" y="3069374"/>
                  </a:lnTo>
                  <a:lnTo>
                    <a:pt x="1664296" y="3104248"/>
                  </a:lnTo>
                  <a:lnTo>
                    <a:pt x="1693900" y="3137878"/>
                  </a:lnTo>
                  <a:lnTo>
                    <a:pt x="1724888" y="3170212"/>
                  </a:lnTo>
                  <a:lnTo>
                    <a:pt x="1757222" y="3201200"/>
                  </a:lnTo>
                  <a:lnTo>
                    <a:pt x="1790852" y="3230803"/>
                  </a:lnTo>
                  <a:lnTo>
                    <a:pt x="1825726" y="3258972"/>
                  </a:lnTo>
                  <a:lnTo>
                    <a:pt x="1861820" y="3285667"/>
                  </a:lnTo>
                  <a:lnTo>
                    <a:pt x="1899056" y="3310826"/>
                  </a:lnTo>
                  <a:lnTo>
                    <a:pt x="1937410" y="3334410"/>
                  </a:lnTo>
                  <a:lnTo>
                    <a:pt x="1976818" y="3356368"/>
                  </a:lnTo>
                  <a:lnTo>
                    <a:pt x="2017255" y="3376663"/>
                  </a:lnTo>
                  <a:lnTo>
                    <a:pt x="2058657" y="3395256"/>
                  </a:lnTo>
                  <a:lnTo>
                    <a:pt x="2100986" y="3412071"/>
                  </a:lnTo>
                  <a:lnTo>
                    <a:pt x="2144191" y="3427095"/>
                  </a:lnTo>
                  <a:lnTo>
                    <a:pt x="2188235" y="3440265"/>
                  </a:lnTo>
                  <a:lnTo>
                    <a:pt x="2233066" y="3451529"/>
                  </a:lnTo>
                  <a:lnTo>
                    <a:pt x="2278621" y="3460851"/>
                  </a:lnTo>
                  <a:lnTo>
                    <a:pt x="2324887" y="3468192"/>
                  </a:lnTo>
                  <a:lnTo>
                    <a:pt x="2371788" y="3473488"/>
                  </a:lnTo>
                  <a:lnTo>
                    <a:pt x="2419299" y="3476688"/>
                  </a:lnTo>
                  <a:lnTo>
                    <a:pt x="2467368" y="3477768"/>
                  </a:lnTo>
                  <a:lnTo>
                    <a:pt x="2515425" y="3476688"/>
                  </a:lnTo>
                  <a:lnTo>
                    <a:pt x="2562936" y="3473488"/>
                  </a:lnTo>
                  <a:lnTo>
                    <a:pt x="2609837" y="3468192"/>
                  </a:lnTo>
                  <a:lnTo>
                    <a:pt x="2656103" y="3460851"/>
                  </a:lnTo>
                  <a:lnTo>
                    <a:pt x="2701658" y="3451529"/>
                  </a:lnTo>
                  <a:lnTo>
                    <a:pt x="2746489" y="3440265"/>
                  </a:lnTo>
                  <a:lnTo>
                    <a:pt x="2790533" y="3427095"/>
                  </a:lnTo>
                  <a:lnTo>
                    <a:pt x="2833738" y="3412071"/>
                  </a:lnTo>
                  <a:lnTo>
                    <a:pt x="2876067" y="3395256"/>
                  </a:lnTo>
                  <a:lnTo>
                    <a:pt x="2917469" y="3376663"/>
                  </a:lnTo>
                  <a:lnTo>
                    <a:pt x="2957906" y="3356368"/>
                  </a:lnTo>
                  <a:lnTo>
                    <a:pt x="2997314" y="3334410"/>
                  </a:lnTo>
                  <a:lnTo>
                    <a:pt x="3035668" y="3310826"/>
                  </a:lnTo>
                  <a:lnTo>
                    <a:pt x="3072904" y="3285667"/>
                  </a:lnTo>
                  <a:lnTo>
                    <a:pt x="3108998" y="3258972"/>
                  </a:lnTo>
                  <a:lnTo>
                    <a:pt x="3143872" y="3230803"/>
                  </a:lnTo>
                  <a:lnTo>
                    <a:pt x="3177502" y="3201200"/>
                  </a:lnTo>
                  <a:lnTo>
                    <a:pt x="3209836" y="3170212"/>
                  </a:lnTo>
                  <a:lnTo>
                    <a:pt x="3240824" y="3137878"/>
                  </a:lnTo>
                  <a:lnTo>
                    <a:pt x="3270427" y="3104248"/>
                  </a:lnTo>
                  <a:lnTo>
                    <a:pt x="3298596" y="3069374"/>
                  </a:lnTo>
                  <a:lnTo>
                    <a:pt x="3325291" y="3033280"/>
                  </a:lnTo>
                  <a:lnTo>
                    <a:pt x="3350450" y="2996044"/>
                  </a:lnTo>
                  <a:lnTo>
                    <a:pt x="3374034" y="2957690"/>
                  </a:lnTo>
                  <a:lnTo>
                    <a:pt x="3395992" y="2918282"/>
                  </a:lnTo>
                  <a:lnTo>
                    <a:pt x="3416287" y="2877845"/>
                  </a:lnTo>
                  <a:lnTo>
                    <a:pt x="3434880" y="2836443"/>
                  </a:lnTo>
                  <a:lnTo>
                    <a:pt x="3451695" y="2794114"/>
                  </a:lnTo>
                  <a:lnTo>
                    <a:pt x="3466719" y="2750909"/>
                  </a:lnTo>
                  <a:lnTo>
                    <a:pt x="3479889" y="2706865"/>
                  </a:lnTo>
                  <a:lnTo>
                    <a:pt x="3491153" y="2662034"/>
                  </a:lnTo>
                  <a:lnTo>
                    <a:pt x="3500475" y="2616479"/>
                  </a:lnTo>
                  <a:lnTo>
                    <a:pt x="3507816" y="2570213"/>
                  </a:lnTo>
                  <a:lnTo>
                    <a:pt x="3513112" y="2523312"/>
                  </a:lnTo>
                  <a:lnTo>
                    <a:pt x="3516312" y="2475801"/>
                  </a:lnTo>
                  <a:lnTo>
                    <a:pt x="3517404" y="2427732"/>
                  </a:lnTo>
                  <a:close/>
                </a:path>
              </a:pathLst>
            </a:custGeom>
            <a:solidFill>
              <a:srgbClr val="A6A6A6">
                <a:alpha val="2784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2123" y="4069080"/>
              <a:ext cx="567055" cy="597535"/>
            </a:xfrm>
            <a:custGeom>
              <a:avLst/>
              <a:gdLst/>
              <a:ahLst/>
              <a:cxnLst/>
              <a:rect l="l" t="t" r="r" b="b"/>
              <a:pathLst>
                <a:path w="567054" h="597535">
                  <a:moveTo>
                    <a:pt x="437261" y="0"/>
                  </a:moveTo>
                  <a:lnTo>
                    <a:pt x="389694" y="26974"/>
                  </a:lnTo>
                  <a:lnTo>
                    <a:pt x="347052" y="54322"/>
                  </a:lnTo>
                  <a:lnTo>
                    <a:pt x="305843" y="83631"/>
                  </a:lnTo>
                  <a:lnTo>
                    <a:pt x="266135" y="114836"/>
                  </a:lnTo>
                  <a:lnTo>
                    <a:pt x="227993" y="147871"/>
                  </a:lnTo>
                  <a:lnTo>
                    <a:pt x="191484" y="182673"/>
                  </a:lnTo>
                  <a:lnTo>
                    <a:pt x="156673" y="219176"/>
                  </a:lnTo>
                  <a:lnTo>
                    <a:pt x="123627" y="257316"/>
                  </a:lnTo>
                  <a:lnTo>
                    <a:pt x="92412" y="297027"/>
                  </a:lnTo>
                  <a:lnTo>
                    <a:pt x="63094" y="338245"/>
                  </a:lnTo>
                  <a:lnTo>
                    <a:pt x="35739" y="380904"/>
                  </a:lnTo>
                  <a:lnTo>
                    <a:pt x="10413" y="424942"/>
                  </a:lnTo>
                  <a:lnTo>
                    <a:pt x="0" y="446532"/>
                  </a:lnTo>
                  <a:lnTo>
                    <a:pt x="39497" y="470535"/>
                  </a:lnTo>
                  <a:lnTo>
                    <a:pt x="84828" y="493745"/>
                  </a:lnTo>
                  <a:lnTo>
                    <a:pt x="131398" y="514795"/>
                  </a:lnTo>
                  <a:lnTo>
                    <a:pt x="179139" y="533616"/>
                  </a:lnTo>
                  <a:lnTo>
                    <a:pt x="227987" y="550142"/>
                  </a:lnTo>
                  <a:lnTo>
                    <a:pt x="277875" y="564308"/>
                  </a:lnTo>
                  <a:lnTo>
                    <a:pt x="328740" y="576047"/>
                  </a:lnTo>
                  <a:lnTo>
                    <a:pt x="380513" y="585293"/>
                  </a:lnTo>
                  <a:lnTo>
                    <a:pt x="433131" y="591979"/>
                  </a:lnTo>
                  <a:lnTo>
                    <a:pt x="486528" y="596039"/>
                  </a:lnTo>
                  <a:lnTo>
                    <a:pt x="540638" y="597408"/>
                  </a:lnTo>
                  <a:lnTo>
                    <a:pt x="562355" y="596265"/>
                  </a:lnTo>
                  <a:lnTo>
                    <a:pt x="566927" y="505460"/>
                  </a:lnTo>
                  <a:lnTo>
                    <a:pt x="565559" y="451384"/>
                  </a:lnTo>
                  <a:lnTo>
                    <a:pt x="561499" y="398014"/>
                  </a:lnTo>
                  <a:lnTo>
                    <a:pt x="554813" y="345418"/>
                  </a:lnTo>
                  <a:lnTo>
                    <a:pt x="545567" y="293660"/>
                  </a:lnTo>
                  <a:lnTo>
                    <a:pt x="533828" y="242808"/>
                  </a:lnTo>
                  <a:lnTo>
                    <a:pt x="519662" y="192927"/>
                  </a:lnTo>
                  <a:lnTo>
                    <a:pt x="503136" y="144084"/>
                  </a:lnTo>
                  <a:lnTo>
                    <a:pt x="484315" y="96345"/>
                  </a:lnTo>
                  <a:lnTo>
                    <a:pt x="463265" y="49776"/>
                  </a:lnTo>
                  <a:lnTo>
                    <a:pt x="440054" y="4445"/>
                  </a:lnTo>
                  <a:lnTo>
                    <a:pt x="437261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5067" y="4000500"/>
              <a:ext cx="3706368" cy="1722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5067" y="4913376"/>
              <a:ext cx="3706368" cy="17221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906524" y="3234435"/>
              <a:ext cx="5233035" cy="2472690"/>
            </a:xfrm>
            <a:custGeom>
              <a:avLst/>
              <a:gdLst/>
              <a:ahLst/>
              <a:cxnLst/>
              <a:rect l="l" t="t" r="r" b="b"/>
              <a:pathLst>
                <a:path w="5233034" h="2472690">
                  <a:moveTo>
                    <a:pt x="1599692" y="1311656"/>
                  </a:moveTo>
                  <a:lnTo>
                    <a:pt x="1586992" y="1305306"/>
                  </a:lnTo>
                  <a:lnTo>
                    <a:pt x="1523492" y="1273556"/>
                  </a:lnTo>
                  <a:lnTo>
                    <a:pt x="1523492" y="1305306"/>
                  </a:lnTo>
                  <a:lnTo>
                    <a:pt x="0" y="1305306"/>
                  </a:lnTo>
                  <a:lnTo>
                    <a:pt x="0" y="1318006"/>
                  </a:lnTo>
                  <a:lnTo>
                    <a:pt x="1523492" y="1318006"/>
                  </a:lnTo>
                  <a:lnTo>
                    <a:pt x="1523492" y="1349756"/>
                  </a:lnTo>
                  <a:lnTo>
                    <a:pt x="1586992" y="1318006"/>
                  </a:lnTo>
                  <a:lnTo>
                    <a:pt x="1599692" y="1311656"/>
                  </a:lnTo>
                  <a:close/>
                </a:path>
                <a:path w="5233034" h="2472690">
                  <a:moveTo>
                    <a:pt x="2653665" y="626110"/>
                  </a:moveTo>
                  <a:lnTo>
                    <a:pt x="2643530" y="581025"/>
                  </a:lnTo>
                  <a:lnTo>
                    <a:pt x="2634996" y="543052"/>
                  </a:lnTo>
                  <a:lnTo>
                    <a:pt x="2610370" y="563118"/>
                  </a:lnTo>
                  <a:lnTo>
                    <a:pt x="2150745" y="0"/>
                  </a:lnTo>
                  <a:lnTo>
                    <a:pt x="2140839" y="8128"/>
                  </a:lnTo>
                  <a:lnTo>
                    <a:pt x="2600515" y="571157"/>
                  </a:lnTo>
                  <a:lnTo>
                    <a:pt x="2575941" y="591185"/>
                  </a:lnTo>
                  <a:lnTo>
                    <a:pt x="2653665" y="626110"/>
                  </a:lnTo>
                  <a:close/>
                </a:path>
                <a:path w="5233034" h="2472690">
                  <a:moveTo>
                    <a:pt x="3034284" y="1857248"/>
                  </a:moveTo>
                  <a:lnTo>
                    <a:pt x="2949321" y="1852295"/>
                  </a:lnTo>
                  <a:lnTo>
                    <a:pt x="2961792" y="1881428"/>
                  </a:lnTo>
                  <a:lnTo>
                    <a:pt x="1609852" y="2460815"/>
                  </a:lnTo>
                  <a:lnTo>
                    <a:pt x="1614932" y="2472486"/>
                  </a:lnTo>
                  <a:lnTo>
                    <a:pt x="2966809" y="1893138"/>
                  </a:lnTo>
                  <a:lnTo>
                    <a:pt x="2979293" y="1922272"/>
                  </a:lnTo>
                  <a:lnTo>
                    <a:pt x="3018053" y="1876425"/>
                  </a:lnTo>
                  <a:lnTo>
                    <a:pt x="3034284" y="1857248"/>
                  </a:lnTo>
                  <a:close/>
                </a:path>
                <a:path w="5233034" h="2472690">
                  <a:moveTo>
                    <a:pt x="5155819" y="276733"/>
                  </a:moveTo>
                  <a:lnTo>
                    <a:pt x="5151247" y="264795"/>
                  </a:lnTo>
                  <a:lnTo>
                    <a:pt x="3318103" y="961478"/>
                  </a:lnTo>
                  <a:lnTo>
                    <a:pt x="3306826" y="931799"/>
                  </a:lnTo>
                  <a:lnTo>
                    <a:pt x="3249168" y="994410"/>
                  </a:lnTo>
                  <a:lnTo>
                    <a:pt x="3333877" y="1002919"/>
                  </a:lnTo>
                  <a:lnTo>
                    <a:pt x="3324301" y="977773"/>
                  </a:lnTo>
                  <a:lnTo>
                    <a:pt x="3322599" y="973277"/>
                  </a:lnTo>
                  <a:lnTo>
                    <a:pt x="5155819" y="276733"/>
                  </a:lnTo>
                  <a:close/>
                </a:path>
                <a:path w="5233034" h="2472690">
                  <a:moveTo>
                    <a:pt x="5232527" y="1508252"/>
                  </a:moveTo>
                  <a:lnTo>
                    <a:pt x="3996740" y="1076337"/>
                  </a:lnTo>
                  <a:lnTo>
                    <a:pt x="3998201" y="1072134"/>
                  </a:lnTo>
                  <a:lnTo>
                    <a:pt x="4007231" y="1046353"/>
                  </a:lnTo>
                  <a:lnTo>
                    <a:pt x="3922776" y="1057148"/>
                  </a:lnTo>
                  <a:lnTo>
                    <a:pt x="3982085" y="1118235"/>
                  </a:lnTo>
                  <a:lnTo>
                    <a:pt x="3992562" y="1088275"/>
                  </a:lnTo>
                  <a:lnTo>
                    <a:pt x="5228336" y="1520190"/>
                  </a:lnTo>
                  <a:lnTo>
                    <a:pt x="5232527" y="1508252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3791" y="4104132"/>
              <a:ext cx="1194816" cy="82143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72839" y="4407408"/>
              <a:ext cx="483870" cy="12877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66744" y="4582667"/>
              <a:ext cx="535686" cy="1333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00199" y="4367758"/>
              <a:ext cx="782574" cy="3406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09971" y="3186684"/>
              <a:ext cx="649986" cy="1303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33415" y="3363468"/>
              <a:ext cx="389382" cy="1333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41264" y="5070348"/>
              <a:ext cx="892301" cy="12877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50052" y="5245608"/>
              <a:ext cx="471677" cy="133350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246619" y="3401567"/>
            <a:ext cx="867930" cy="34061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246619" y="4543018"/>
            <a:ext cx="867930" cy="34216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540507" y="5686044"/>
            <a:ext cx="866406" cy="34063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814827" y="2830067"/>
            <a:ext cx="1229105" cy="549401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7046976" y="2881883"/>
            <a:ext cx="1283335" cy="1285240"/>
          </a:xfrm>
          <a:custGeom>
            <a:avLst/>
            <a:gdLst/>
            <a:ahLst/>
            <a:cxnLst/>
            <a:rect l="l" t="t" r="r" b="b"/>
            <a:pathLst>
              <a:path w="1283334" h="1285239">
                <a:moveTo>
                  <a:pt x="0" y="642365"/>
                </a:moveTo>
                <a:lnTo>
                  <a:pt x="1759" y="594432"/>
                </a:lnTo>
                <a:lnTo>
                  <a:pt x="6957" y="547454"/>
                </a:lnTo>
                <a:lnTo>
                  <a:pt x="15467" y="501557"/>
                </a:lnTo>
                <a:lnTo>
                  <a:pt x="27166" y="456863"/>
                </a:lnTo>
                <a:lnTo>
                  <a:pt x="41930" y="413498"/>
                </a:lnTo>
                <a:lnTo>
                  <a:pt x="59635" y="371585"/>
                </a:lnTo>
                <a:lnTo>
                  <a:pt x="80156" y="331250"/>
                </a:lnTo>
                <a:lnTo>
                  <a:pt x="103370" y="292616"/>
                </a:lnTo>
                <a:lnTo>
                  <a:pt x="129153" y="255808"/>
                </a:lnTo>
                <a:lnTo>
                  <a:pt x="157380" y="220950"/>
                </a:lnTo>
                <a:lnTo>
                  <a:pt x="187928" y="188166"/>
                </a:lnTo>
                <a:lnTo>
                  <a:pt x="220671" y="157581"/>
                </a:lnTo>
                <a:lnTo>
                  <a:pt x="255487" y="129318"/>
                </a:lnTo>
                <a:lnTo>
                  <a:pt x="292251" y="103503"/>
                </a:lnTo>
                <a:lnTo>
                  <a:pt x="330839" y="80260"/>
                </a:lnTo>
                <a:lnTo>
                  <a:pt x="371127" y="59712"/>
                </a:lnTo>
                <a:lnTo>
                  <a:pt x="412991" y="41984"/>
                </a:lnTo>
                <a:lnTo>
                  <a:pt x="456306" y="27201"/>
                </a:lnTo>
                <a:lnTo>
                  <a:pt x="500949" y="15487"/>
                </a:lnTo>
                <a:lnTo>
                  <a:pt x="546796" y="6966"/>
                </a:lnTo>
                <a:lnTo>
                  <a:pt x="593722" y="1762"/>
                </a:lnTo>
                <a:lnTo>
                  <a:pt x="641603" y="0"/>
                </a:lnTo>
                <a:lnTo>
                  <a:pt x="689485" y="1762"/>
                </a:lnTo>
                <a:lnTo>
                  <a:pt x="736411" y="6966"/>
                </a:lnTo>
                <a:lnTo>
                  <a:pt x="782258" y="15487"/>
                </a:lnTo>
                <a:lnTo>
                  <a:pt x="826901" y="27201"/>
                </a:lnTo>
                <a:lnTo>
                  <a:pt x="870216" y="41984"/>
                </a:lnTo>
                <a:lnTo>
                  <a:pt x="912080" y="59712"/>
                </a:lnTo>
                <a:lnTo>
                  <a:pt x="952368" y="80260"/>
                </a:lnTo>
                <a:lnTo>
                  <a:pt x="990956" y="103503"/>
                </a:lnTo>
                <a:lnTo>
                  <a:pt x="1027720" y="129318"/>
                </a:lnTo>
                <a:lnTo>
                  <a:pt x="1062536" y="157581"/>
                </a:lnTo>
                <a:lnTo>
                  <a:pt x="1095279" y="188166"/>
                </a:lnTo>
                <a:lnTo>
                  <a:pt x="1125827" y="220950"/>
                </a:lnTo>
                <a:lnTo>
                  <a:pt x="1154054" y="255808"/>
                </a:lnTo>
                <a:lnTo>
                  <a:pt x="1179837" y="292616"/>
                </a:lnTo>
                <a:lnTo>
                  <a:pt x="1203051" y="331250"/>
                </a:lnTo>
                <a:lnTo>
                  <a:pt x="1223572" y="371585"/>
                </a:lnTo>
                <a:lnTo>
                  <a:pt x="1241277" y="413498"/>
                </a:lnTo>
                <a:lnTo>
                  <a:pt x="1256041" y="456863"/>
                </a:lnTo>
                <a:lnTo>
                  <a:pt x="1267740" y="501557"/>
                </a:lnTo>
                <a:lnTo>
                  <a:pt x="1276250" y="547454"/>
                </a:lnTo>
                <a:lnTo>
                  <a:pt x="1281448" y="594432"/>
                </a:lnTo>
                <a:lnTo>
                  <a:pt x="1283207" y="642365"/>
                </a:lnTo>
                <a:lnTo>
                  <a:pt x="1281448" y="690299"/>
                </a:lnTo>
                <a:lnTo>
                  <a:pt x="1276250" y="737277"/>
                </a:lnTo>
                <a:lnTo>
                  <a:pt x="1267740" y="783174"/>
                </a:lnTo>
                <a:lnTo>
                  <a:pt x="1256041" y="827868"/>
                </a:lnTo>
                <a:lnTo>
                  <a:pt x="1241277" y="871233"/>
                </a:lnTo>
                <a:lnTo>
                  <a:pt x="1223572" y="913146"/>
                </a:lnTo>
                <a:lnTo>
                  <a:pt x="1203051" y="953481"/>
                </a:lnTo>
                <a:lnTo>
                  <a:pt x="1179837" y="992115"/>
                </a:lnTo>
                <a:lnTo>
                  <a:pt x="1154054" y="1028923"/>
                </a:lnTo>
                <a:lnTo>
                  <a:pt x="1125827" y="1063781"/>
                </a:lnTo>
                <a:lnTo>
                  <a:pt x="1095279" y="1096565"/>
                </a:lnTo>
                <a:lnTo>
                  <a:pt x="1062536" y="1127150"/>
                </a:lnTo>
                <a:lnTo>
                  <a:pt x="1027720" y="1155413"/>
                </a:lnTo>
                <a:lnTo>
                  <a:pt x="990956" y="1181228"/>
                </a:lnTo>
                <a:lnTo>
                  <a:pt x="952368" y="1204471"/>
                </a:lnTo>
                <a:lnTo>
                  <a:pt x="912080" y="1225019"/>
                </a:lnTo>
                <a:lnTo>
                  <a:pt x="870216" y="1242747"/>
                </a:lnTo>
                <a:lnTo>
                  <a:pt x="826901" y="1257530"/>
                </a:lnTo>
                <a:lnTo>
                  <a:pt x="782258" y="1269244"/>
                </a:lnTo>
                <a:lnTo>
                  <a:pt x="736411" y="1277765"/>
                </a:lnTo>
                <a:lnTo>
                  <a:pt x="689485" y="1282969"/>
                </a:lnTo>
                <a:lnTo>
                  <a:pt x="641603" y="1284732"/>
                </a:lnTo>
                <a:lnTo>
                  <a:pt x="593722" y="1282969"/>
                </a:lnTo>
                <a:lnTo>
                  <a:pt x="546796" y="1277765"/>
                </a:lnTo>
                <a:lnTo>
                  <a:pt x="500949" y="1269244"/>
                </a:lnTo>
                <a:lnTo>
                  <a:pt x="456306" y="1257530"/>
                </a:lnTo>
                <a:lnTo>
                  <a:pt x="412991" y="1242747"/>
                </a:lnTo>
                <a:lnTo>
                  <a:pt x="371127" y="1225019"/>
                </a:lnTo>
                <a:lnTo>
                  <a:pt x="330839" y="1204471"/>
                </a:lnTo>
                <a:lnTo>
                  <a:pt x="292251" y="1181228"/>
                </a:lnTo>
                <a:lnTo>
                  <a:pt x="255487" y="1155413"/>
                </a:lnTo>
                <a:lnTo>
                  <a:pt x="220671" y="1127150"/>
                </a:lnTo>
                <a:lnTo>
                  <a:pt x="187928" y="1096565"/>
                </a:lnTo>
                <a:lnTo>
                  <a:pt x="157380" y="1063781"/>
                </a:lnTo>
                <a:lnTo>
                  <a:pt x="129153" y="1028923"/>
                </a:lnTo>
                <a:lnTo>
                  <a:pt x="103370" y="992115"/>
                </a:lnTo>
                <a:lnTo>
                  <a:pt x="80156" y="953481"/>
                </a:lnTo>
                <a:lnTo>
                  <a:pt x="59635" y="913146"/>
                </a:lnTo>
                <a:lnTo>
                  <a:pt x="41930" y="871233"/>
                </a:lnTo>
                <a:lnTo>
                  <a:pt x="27166" y="827868"/>
                </a:lnTo>
                <a:lnTo>
                  <a:pt x="15467" y="783174"/>
                </a:lnTo>
                <a:lnTo>
                  <a:pt x="6957" y="737277"/>
                </a:lnTo>
                <a:lnTo>
                  <a:pt x="1759" y="690299"/>
                </a:lnTo>
                <a:lnTo>
                  <a:pt x="0" y="642365"/>
                </a:lnTo>
                <a:close/>
              </a:path>
            </a:pathLst>
          </a:custGeom>
          <a:ln w="12192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66936" y="6080886"/>
            <a:ext cx="403089" cy="79883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437489" y="431419"/>
            <a:ext cx="3926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What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Why?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6179"/>
            <a:ext cx="2119122" cy="30252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4164"/>
            <a:ext cx="2791206" cy="176022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12558" y="2559304"/>
          <a:ext cx="8630283" cy="34913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8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7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5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6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7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6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7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6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7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35045" y="2697860"/>
            <a:ext cx="1056258" cy="1555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51446" y="2697860"/>
            <a:ext cx="1285621" cy="1555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56867" y="3114294"/>
            <a:ext cx="672083" cy="11582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29888" y="3104769"/>
            <a:ext cx="271907" cy="15544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90816" y="3104769"/>
            <a:ext cx="216534" cy="12623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897503" y="3549522"/>
            <a:ext cx="337058" cy="15544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34211" y="3561969"/>
            <a:ext cx="516000" cy="11290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107046" y="3549522"/>
            <a:ext cx="583946" cy="12623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426972" y="4008373"/>
            <a:ext cx="531876" cy="11112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806063" y="3994150"/>
            <a:ext cx="513969" cy="12623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064375" y="3994150"/>
            <a:ext cx="673861" cy="15544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65897" y="4451350"/>
            <a:ext cx="855256" cy="14071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852671" y="4438903"/>
            <a:ext cx="426847" cy="15544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123176" y="4438903"/>
            <a:ext cx="549782" cy="15544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292097" y="4893055"/>
            <a:ext cx="803402" cy="14363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848734" y="4883530"/>
            <a:ext cx="428625" cy="12623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93444" y="5337683"/>
            <a:ext cx="602488" cy="11595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086600" y="4883530"/>
            <a:ext cx="624204" cy="15544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777615" y="5327903"/>
            <a:ext cx="569722" cy="126111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404111" y="5782436"/>
            <a:ext cx="579627" cy="14368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168895" y="5328284"/>
            <a:ext cx="465708" cy="12623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895344" y="5772937"/>
            <a:ext cx="334771" cy="12626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030211" y="5772937"/>
            <a:ext cx="736600" cy="155435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437489" y="431419"/>
            <a:ext cx="3926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What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Why?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6179"/>
            <a:ext cx="2119122" cy="30252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4351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7211"/>
            <a:ext cx="1480566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2407920"/>
            <a:ext cx="8309609" cy="15567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3926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What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Why?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6179"/>
            <a:ext cx="2119122" cy="30252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5688"/>
            <a:ext cx="1494282" cy="174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2424683"/>
            <a:ext cx="8023098" cy="1258062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62355" y="4184903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3231" y="4209288"/>
            <a:ext cx="3254502" cy="17449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2376" y="4584179"/>
            <a:ext cx="2972562" cy="105995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7489" y="431419"/>
            <a:ext cx="3926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What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Why?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6179"/>
            <a:ext cx="2119122" cy="30252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5688"/>
            <a:ext cx="2073402" cy="174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2424671"/>
            <a:ext cx="4336542" cy="105995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564892" y="3605784"/>
            <a:ext cx="6583680" cy="2390140"/>
            <a:chOff x="2564892" y="3605784"/>
            <a:chExt cx="6583680" cy="2390140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14444" y="3759708"/>
              <a:ext cx="4834115" cy="210464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64892" y="3605784"/>
              <a:ext cx="5131308" cy="238963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37489" y="431419"/>
            <a:ext cx="3926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What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Why?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0448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2186178" cy="17449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11708" y="2424683"/>
            <a:ext cx="8040370" cy="2954655"/>
            <a:chOff x="711708" y="2424683"/>
            <a:chExt cx="8040370" cy="295465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1708" y="2424683"/>
              <a:ext cx="8039861" cy="29542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45636" y="3134867"/>
              <a:ext cx="3512819" cy="176783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062472" y="3221735"/>
              <a:ext cx="806450" cy="805180"/>
            </a:xfrm>
            <a:custGeom>
              <a:avLst/>
              <a:gdLst/>
              <a:ahLst/>
              <a:cxnLst/>
              <a:rect l="l" t="t" r="r" b="b"/>
              <a:pathLst>
                <a:path w="806450" h="805179">
                  <a:moveTo>
                    <a:pt x="403098" y="0"/>
                  </a:moveTo>
                  <a:lnTo>
                    <a:pt x="356087" y="2706"/>
                  </a:lnTo>
                  <a:lnTo>
                    <a:pt x="310669" y="10623"/>
                  </a:lnTo>
                  <a:lnTo>
                    <a:pt x="267147" y="23450"/>
                  </a:lnTo>
                  <a:lnTo>
                    <a:pt x="225823" y="40885"/>
                  </a:lnTo>
                  <a:lnTo>
                    <a:pt x="186999" y="62627"/>
                  </a:lnTo>
                  <a:lnTo>
                    <a:pt x="150978" y="88374"/>
                  </a:lnTo>
                  <a:lnTo>
                    <a:pt x="118062" y="117824"/>
                  </a:lnTo>
                  <a:lnTo>
                    <a:pt x="88554" y="150676"/>
                  </a:lnTo>
                  <a:lnTo>
                    <a:pt x="62756" y="186628"/>
                  </a:lnTo>
                  <a:lnTo>
                    <a:pt x="40970" y="225378"/>
                  </a:lnTo>
                  <a:lnTo>
                    <a:pt x="23499" y="266626"/>
                  </a:lnTo>
                  <a:lnTo>
                    <a:pt x="10645" y="310069"/>
                  </a:lnTo>
                  <a:lnTo>
                    <a:pt x="2711" y="355406"/>
                  </a:lnTo>
                  <a:lnTo>
                    <a:pt x="0" y="402336"/>
                  </a:lnTo>
                  <a:lnTo>
                    <a:pt x="2711" y="449265"/>
                  </a:lnTo>
                  <a:lnTo>
                    <a:pt x="10645" y="494602"/>
                  </a:lnTo>
                  <a:lnTo>
                    <a:pt x="23499" y="538045"/>
                  </a:lnTo>
                  <a:lnTo>
                    <a:pt x="40970" y="579293"/>
                  </a:lnTo>
                  <a:lnTo>
                    <a:pt x="62756" y="618043"/>
                  </a:lnTo>
                  <a:lnTo>
                    <a:pt x="88554" y="653995"/>
                  </a:lnTo>
                  <a:lnTo>
                    <a:pt x="118062" y="686847"/>
                  </a:lnTo>
                  <a:lnTo>
                    <a:pt x="150978" y="716297"/>
                  </a:lnTo>
                  <a:lnTo>
                    <a:pt x="186999" y="742044"/>
                  </a:lnTo>
                  <a:lnTo>
                    <a:pt x="225823" y="763786"/>
                  </a:lnTo>
                  <a:lnTo>
                    <a:pt x="267147" y="781221"/>
                  </a:lnTo>
                  <a:lnTo>
                    <a:pt x="310669" y="794048"/>
                  </a:lnTo>
                  <a:lnTo>
                    <a:pt x="356087" y="801965"/>
                  </a:lnTo>
                  <a:lnTo>
                    <a:pt x="403098" y="804671"/>
                  </a:lnTo>
                  <a:lnTo>
                    <a:pt x="450108" y="801965"/>
                  </a:lnTo>
                  <a:lnTo>
                    <a:pt x="495526" y="794048"/>
                  </a:lnTo>
                  <a:lnTo>
                    <a:pt x="539048" y="781221"/>
                  </a:lnTo>
                  <a:lnTo>
                    <a:pt x="580372" y="763786"/>
                  </a:lnTo>
                  <a:lnTo>
                    <a:pt x="619196" y="742044"/>
                  </a:lnTo>
                  <a:lnTo>
                    <a:pt x="655217" y="716297"/>
                  </a:lnTo>
                  <a:lnTo>
                    <a:pt x="688133" y="686847"/>
                  </a:lnTo>
                  <a:lnTo>
                    <a:pt x="717641" y="653995"/>
                  </a:lnTo>
                  <a:lnTo>
                    <a:pt x="743439" y="618043"/>
                  </a:lnTo>
                  <a:lnTo>
                    <a:pt x="765225" y="579293"/>
                  </a:lnTo>
                  <a:lnTo>
                    <a:pt x="782696" y="538045"/>
                  </a:lnTo>
                  <a:lnTo>
                    <a:pt x="795550" y="494602"/>
                  </a:lnTo>
                  <a:lnTo>
                    <a:pt x="803484" y="449265"/>
                  </a:lnTo>
                  <a:lnTo>
                    <a:pt x="806196" y="402336"/>
                  </a:lnTo>
                  <a:lnTo>
                    <a:pt x="803484" y="355406"/>
                  </a:lnTo>
                  <a:lnTo>
                    <a:pt x="795550" y="310069"/>
                  </a:lnTo>
                  <a:lnTo>
                    <a:pt x="782696" y="266626"/>
                  </a:lnTo>
                  <a:lnTo>
                    <a:pt x="765225" y="225378"/>
                  </a:lnTo>
                  <a:lnTo>
                    <a:pt x="743439" y="186628"/>
                  </a:lnTo>
                  <a:lnTo>
                    <a:pt x="717641" y="150676"/>
                  </a:lnTo>
                  <a:lnTo>
                    <a:pt x="688133" y="117824"/>
                  </a:lnTo>
                  <a:lnTo>
                    <a:pt x="655217" y="88374"/>
                  </a:lnTo>
                  <a:lnTo>
                    <a:pt x="619196" y="62627"/>
                  </a:lnTo>
                  <a:lnTo>
                    <a:pt x="580372" y="40885"/>
                  </a:lnTo>
                  <a:lnTo>
                    <a:pt x="539048" y="23450"/>
                  </a:lnTo>
                  <a:lnTo>
                    <a:pt x="495526" y="10623"/>
                  </a:lnTo>
                  <a:lnTo>
                    <a:pt x="450108" y="2706"/>
                  </a:lnTo>
                  <a:lnTo>
                    <a:pt x="40309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283197" y="3382136"/>
            <a:ext cx="3632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95" dirty="0">
                <a:solidFill>
                  <a:srgbClr val="FFFFFF"/>
                </a:solidFill>
                <a:latin typeface="Trebuchet MS"/>
                <a:cs typeface="Trebuchet MS"/>
              </a:rPr>
              <a:t>ANALYZE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57544" y="3561588"/>
            <a:ext cx="1137285" cy="1278890"/>
            <a:chOff x="6257544" y="3561588"/>
            <a:chExt cx="1137285" cy="127889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57544" y="3561588"/>
              <a:ext cx="414527" cy="41452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588252" y="4034028"/>
              <a:ext cx="806450" cy="806450"/>
            </a:xfrm>
            <a:custGeom>
              <a:avLst/>
              <a:gdLst/>
              <a:ahLst/>
              <a:cxnLst/>
              <a:rect l="l" t="t" r="r" b="b"/>
              <a:pathLst>
                <a:path w="806450" h="806450">
                  <a:moveTo>
                    <a:pt x="403098" y="0"/>
                  </a:moveTo>
                  <a:lnTo>
                    <a:pt x="356087" y="2711"/>
                  </a:lnTo>
                  <a:lnTo>
                    <a:pt x="310669" y="10645"/>
                  </a:lnTo>
                  <a:lnTo>
                    <a:pt x="267147" y="23499"/>
                  </a:lnTo>
                  <a:lnTo>
                    <a:pt x="225823" y="40970"/>
                  </a:lnTo>
                  <a:lnTo>
                    <a:pt x="186999" y="62756"/>
                  </a:lnTo>
                  <a:lnTo>
                    <a:pt x="150978" y="88554"/>
                  </a:lnTo>
                  <a:lnTo>
                    <a:pt x="118062" y="118062"/>
                  </a:lnTo>
                  <a:lnTo>
                    <a:pt x="88554" y="150978"/>
                  </a:lnTo>
                  <a:lnTo>
                    <a:pt x="62756" y="186999"/>
                  </a:lnTo>
                  <a:lnTo>
                    <a:pt x="40970" y="225823"/>
                  </a:lnTo>
                  <a:lnTo>
                    <a:pt x="23499" y="267147"/>
                  </a:lnTo>
                  <a:lnTo>
                    <a:pt x="10645" y="310669"/>
                  </a:lnTo>
                  <a:lnTo>
                    <a:pt x="2711" y="356087"/>
                  </a:lnTo>
                  <a:lnTo>
                    <a:pt x="0" y="403098"/>
                  </a:lnTo>
                  <a:lnTo>
                    <a:pt x="2711" y="450108"/>
                  </a:lnTo>
                  <a:lnTo>
                    <a:pt x="10645" y="495526"/>
                  </a:lnTo>
                  <a:lnTo>
                    <a:pt x="23499" y="539048"/>
                  </a:lnTo>
                  <a:lnTo>
                    <a:pt x="40970" y="580372"/>
                  </a:lnTo>
                  <a:lnTo>
                    <a:pt x="62756" y="619196"/>
                  </a:lnTo>
                  <a:lnTo>
                    <a:pt x="88554" y="655217"/>
                  </a:lnTo>
                  <a:lnTo>
                    <a:pt x="118062" y="688133"/>
                  </a:lnTo>
                  <a:lnTo>
                    <a:pt x="150978" y="717641"/>
                  </a:lnTo>
                  <a:lnTo>
                    <a:pt x="186999" y="743439"/>
                  </a:lnTo>
                  <a:lnTo>
                    <a:pt x="225823" y="765225"/>
                  </a:lnTo>
                  <a:lnTo>
                    <a:pt x="267147" y="782696"/>
                  </a:lnTo>
                  <a:lnTo>
                    <a:pt x="310669" y="795550"/>
                  </a:lnTo>
                  <a:lnTo>
                    <a:pt x="356087" y="803484"/>
                  </a:lnTo>
                  <a:lnTo>
                    <a:pt x="403098" y="806196"/>
                  </a:lnTo>
                  <a:lnTo>
                    <a:pt x="450108" y="803484"/>
                  </a:lnTo>
                  <a:lnTo>
                    <a:pt x="495526" y="795550"/>
                  </a:lnTo>
                  <a:lnTo>
                    <a:pt x="539048" y="782696"/>
                  </a:lnTo>
                  <a:lnTo>
                    <a:pt x="580372" y="765225"/>
                  </a:lnTo>
                  <a:lnTo>
                    <a:pt x="619196" y="743439"/>
                  </a:lnTo>
                  <a:lnTo>
                    <a:pt x="655217" y="717641"/>
                  </a:lnTo>
                  <a:lnTo>
                    <a:pt x="688133" y="688133"/>
                  </a:lnTo>
                  <a:lnTo>
                    <a:pt x="717641" y="655217"/>
                  </a:lnTo>
                  <a:lnTo>
                    <a:pt x="743439" y="619196"/>
                  </a:lnTo>
                  <a:lnTo>
                    <a:pt x="765225" y="580372"/>
                  </a:lnTo>
                  <a:lnTo>
                    <a:pt x="782696" y="539048"/>
                  </a:lnTo>
                  <a:lnTo>
                    <a:pt x="795550" y="495526"/>
                  </a:lnTo>
                  <a:lnTo>
                    <a:pt x="803484" y="450108"/>
                  </a:lnTo>
                  <a:lnTo>
                    <a:pt x="806196" y="403098"/>
                  </a:lnTo>
                  <a:lnTo>
                    <a:pt x="803484" y="356087"/>
                  </a:lnTo>
                  <a:lnTo>
                    <a:pt x="795550" y="310669"/>
                  </a:lnTo>
                  <a:lnTo>
                    <a:pt x="782696" y="267147"/>
                  </a:lnTo>
                  <a:lnTo>
                    <a:pt x="765225" y="225823"/>
                  </a:lnTo>
                  <a:lnTo>
                    <a:pt x="743439" y="186999"/>
                  </a:lnTo>
                  <a:lnTo>
                    <a:pt x="717641" y="150978"/>
                  </a:lnTo>
                  <a:lnTo>
                    <a:pt x="688133" y="118062"/>
                  </a:lnTo>
                  <a:lnTo>
                    <a:pt x="655217" y="88554"/>
                  </a:lnTo>
                  <a:lnTo>
                    <a:pt x="619196" y="62756"/>
                  </a:lnTo>
                  <a:lnTo>
                    <a:pt x="580372" y="40970"/>
                  </a:lnTo>
                  <a:lnTo>
                    <a:pt x="539048" y="23499"/>
                  </a:lnTo>
                  <a:lnTo>
                    <a:pt x="495526" y="10645"/>
                  </a:lnTo>
                  <a:lnTo>
                    <a:pt x="450108" y="2711"/>
                  </a:lnTo>
                  <a:lnTo>
                    <a:pt x="40309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756272" y="4118864"/>
            <a:ext cx="4730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95"/>
              </a:spcBef>
            </a:pPr>
            <a:r>
              <a:rPr sz="1000" spc="-9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000" spc="-200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000" spc="-17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000" spc="-16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00" spc="-27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000" spc="-18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0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00" spc="-275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spc="-204" dirty="0">
                <a:solidFill>
                  <a:srgbClr val="FFFFFF"/>
                </a:solidFill>
                <a:latin typeface="Trebuchet MS"/>
                <a:cs typeface="Trebuchet MS"/>
              </a:rPr>
              <a:t>PROTOTYPE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97652" y="4059935"/>
            <a:ext cx="1600200" cy="805180"/>
            <a:chOff x="5597652" y="4059935"/>
            <a:chExt cx="1600200" cy="805180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84848" y="4415027"/>
              <a:ext cx="413003" cy="41452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597652" y="4059935"/>
              <a:ext cx="805180" cy="805180"/>
            </a:xfrm>
            <a:custGeom>
              <a:avLst/>
              <a:gdLst/>
              <a:ahLst/>
              <a:cxnLst/>
              <a:rect l="l" t="t" r="r" b="b"/>
              <a:pathLst>
                <a:path w="805179" h="805179">
                  <a:moveTo>
                    <a:pt x="402336" y="0"/>
                  </a:moveTo>
                  <a:lnTo>
                    <a:pt x="355406" y="2706"/>
                  </a:lnTo>
                  <a:lnTo>
                    <a:pt x="310069" y="10623"/>
                  </a:lnTo>
                  <a:lnTo>
                    <a:pt x="266626" y="23450"/>
                  </a:lnTo>
                  <a:lnTo>
                    <a:pt x="225378" y="40885"/>
                  </a:lnTo>
                  <a:lnTo>
                    <a:pt x="186628" y="62627"/>
                  </a:lnTo>
                  <a:lnTo>
                    <a:pt x="150676" y="88374"/>
                  </a:lnTo>
                  <a:lnTo>
                    <a:pt x="117824" y="117824"/>
                  </a:lnTo>
                  <a:lnTo>
                    <a:pt x="88374" y="150676"/>
                  </a:lnTo>
                  <a:lnTo>
                    <a:pt x="62627" y="186628"/>
                  </a:lnTo>
                  <a:lnTo>
                    <a:pt x="40885" y="225378"/>
                  </a:lnTo>
                  <a:lnTo>
                    <a:pt x="23450" y="266626"/>
                  </a:lnTo>
                  <a:lnTo>
                    <a:pt x="10623" y="310069"/>
                  </a:lnTo>
                  <a:lnTo>
                    <a:pt x="2706" y="355406"/>
                  </a:lnTo>
                  <a:lnTo>
                    <a:pt x="0" y="402336"/>
                  </a:lnTo>
                  <a:lnTo>
                    <a:pt x="2706" y="449265"/>
                  </a:lnTo>
                  <a:lnTo>
                    <a:pt x="10623" y="494602"/>
                  </a:lnTo>
                  <a:lnTo>
                    <a:pt x="23450" y="538045"/>
                  </a:lnTo>
                  <a:lnTo>
                    <a:pt x="40885" y="579293"/>
                  </a:lnTo>
                  <a:lnTo>
                    <a:pt x="62627" y="618043"/>
                  </a:lnTo>
                  <a:lnTo>
                    <a:pt x="88374" y="653995"/>
                  </a:lnTo>
                  <a:lnTo>
                    <a:pt x="117824" y="686847"/>
                  </a:lnTo>
                  <a:lnTo>
                    <a:pt x="150676" y="716297"/>
                  </a:lnTo>
                  <a:lnTo>
                    <a:pt x="186628" y="742044"/>
                  </a:lnTo>
                  <a:lnTo>
                    <a:pt x="225378" y="763786"/>
                  </a:lnTo>
                  <a:lnTo>
                    <a:pt x="266626" y="781221"/>
                  </a:lnTo>
                  <a:lnTo>
                    <a:pt x="310069" y="794048"/>
                  </a:lnTo>
                  <a:lnTo>
                    <a:pt x="355406" y="801965"/>
                  </a:lnTo>
                  <a:lnTo>
                    <a:pt x="402336" y="804671"/>
                  </a:lnTo>
                  <a:lnTo>
                    <a:pt x="449265" y="801965"/>
                  </a:lnTo>
                  <a:lnTo>
                    <a:pt x="494602" y="794048"/>
                  </a:lnTo>
                  <a:lnTo>
                    <a:pt x="538045" y="781221"/>
                  </a:lnTo>
                  <a:lnTo>
                    <a:pt x="579293" y="763786"/>
                  </a:lnTo>
                  <a:lnTo>
                    <a:pt x="618043" y="742044"/>
                  </a:lnTo>
                  <a:lnTo>
                    <a:pt x="653995" y="716297"/>
                  </a:lnTo>
                  <a:lnTo>
                    <a:pt x="686847" y="686847"/>
                  </a:lnTo>
                  <a:lnTo>
                    <a:pt x="716297" y="653995"/>
                  </a:lnTo>
                  <a:lnTo>
                    <a:pt x="742044" y="618043"/>
                  </a:lnTo>
                  <a:lnTo>
                    <a:pt x="763786" y="579293"/>
                  </a:lnTo>
                  <a:lnTo>
                    <a:pt x="781221" y="538045"/>
                  </a:lnTo>
                  <a:lnTo>
                    <a:pt x="794048" y="494602"/>
                  </a:lnTo>
                  <a:lnTo>
                    <a:pt x="801965" y="449265"/>
                  </a:lnTo>
                  <a:lnTo>
                    <a:pt x="804672" y="402336"/>
                  </a:lnTo>
                  <a:lnTo>
                    <a:pt x="801965" y="355406"/>
                  </a:lnTo>
                  <a:lnTo>
                    <a:pt x="794048" y="310069"/>
                  </a:lnTo>
                  <a:lnTo>
                    <a:pt x="781221" y="266626"/>
                  </a:lnTo>
                  <a:lnTo>
                    <a:pt x="763786" y="225378"/>
                  </a:lnTo>
                  <a:lnTo>
                    <a:pt x="742044" y="186628"/>
                  </a:lnTo>
                  <a:lnTo>
                    <a:pt x="716297" y="150676"/>
                  </a:lnTo>
                  <a:lnTo>
                    <a:pt x="686847" y="117824"/>
                  </a:lnTo>
                  <a:lnTo>
                    <a:pt x="653995" y="88374"/>
                  </a:lnTo>
                  <a:lnTo>
                    <a:pt x="618043" y="62627"/>
                  </a:lnTo>
                  <a:lnTo>
                    <a:pt x="579293" y="40885"/>
                  </a:lnTo>
                  <a:lnTo>
                    <a:pt x="538045" y="23450"/>
                  </a:lnTo>
                  <a:lnTo>
                    <a:pt x="494602" y="10623"/>
                  </a:lnTo>
                  <a:lnTo>
                    <a:pt x="449265" y="2706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897371" y="4220717"/>
            <a:ext cx="2089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7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000" spc="-18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000" spc="-5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000" spc="-24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021835" y="3221735"/>
            <a:ext cx="2188845" cy="1556385"/>
            <a:chOff x="4021835" y="3221735"/>
            <a:chExt cx="2188845" cy="1556385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97295" y="4363211"/>
              <a:ext cx="413003" cy="41452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021835" y="3221735"/>
              <a:ext cx="806450" cy="805180"/>
            </a:xfrm>
            <a:custGeom>
              <a:avLst/>
              <a:gdLst/>
              <a:ahLst/>
              <a:cxnLst/>
              <a:rect l="l" t="t" r="r" b="b"/>
              <a:pathLst>
                <a:path w="806450" h="805179">
                  <a:moveTo>
                    <a:pt x="403098" y="0"/>
                  </a:moveTo>
                  <a:lnTo>
                    <a:pt x="356087" y="2706"/>
                  </a:lnTo>
                  <a:lnTo>
                    <a:pt x="310669" y="10623"/>
                  </a:lnTo>
                  <a:lnTo>
                    <a:pt x="267147" y="23450"/>
                  </a:lnTo>
                  <a:lnTo>
                    <a:pt x="225823" y="40885"/>
                  </a:lnTo>
                  <a:lnTo>
                    <a:pt x="186999" y="62627"/>
                  </a:lnTo>
                  <a:lnTo>
                    <a:pt x="150978" y="88374"/>
                  </a:lnTo>
                  <a:lnTo>
                    <a:pt x="118062" y="117824"/>
                  </a:lnTo>
                  <a:lnTo>
                    <a:pt x="88554" y="150676"/>
                  </a:lnTo>
                  <a:lnTo>
                    <a:pt x="62756" y="186628"/>
                  </a:lnTo>
                  <a:lnTo>
                    <a:pt x="40970" y="225378"/>
                  </a:lnTo>
                  <a:lnTo>
                    <a:pt x="23499" y="266626"/>
                  </a:lnTo>
                  <a:lnTo>
                    <a:pt x="10645" y="310069"/>
                  </a:lnTo>
                  <a:lnTo>
                    <a:pt x="2711" y="355406"/>
                  </a:lnTo>
                  <a:lnTo>
                    <a:pt x="0" y="402336"/>
                  </a:lnTo>
                  <a:lnTo>
                    <a:pt x="2711" y="449265"/>
                  </a:lnTo>
                  <a:lnTo>
                    <a:pt x="10645" y="494602"/>
                  </a:lnTo>
                  <a:lnTo>
                    <a:pt x="23499" y="538045"/>
                  </a:lnTo>
                  <a:lnTo>
                    <a:pt x="40970" y="579293"/>
                  </a:lnTo>
                  <a:lnTo>
                    <a:pt x="62756" y="618043"/>
                  </a:lnTo>
                  <a:lnTo>
                    <a:pt x="88554" y="653995"/>
                  </a:lnTo>
                  <a:lnTo>
                    <a:pt x="118062" y="686847"/>
                  </a:lnTo>
                  <a:lnTo>
                    <a:pt x="150978" y="716297"/>
                  </a:lnTo>
                  <a:lnTo>
                    <a:pt x="186999" y="742044"/>
                  </a:lnTo>
                  <a:lnTo>
                    <a:pt x="225823" y="763786"/>
                  </a:lnTo>
                  <a:lnTo>
                    <a:pt x="267147" y="781221"/>
                  </a:lnTo>
                  <a:lnTo>
                    <a:pt x="310669" y="794048"/>
                  </a:lnTo>
                  <a:lnTo>
                    <a:pt x="356087" y="801965"/>
                  </a:lnTo>
                  <a:lnTo>
                    <a:pt x="403098" y="804671"/>
                  </a:lnTo>
                  <a:lnTo>
                    <a:pt x="450108" y="801965"/>
                  </a:lnTo>
                  <a:lnTo>
                    <a:pt x="495526" y="794048"/>
                  </a:lnTo>
                  <a:lnTo>
                    <a:pt x="539048" y="781221"/>
                  </a:lnTo>
                  <a:lnTo>
                    <a:pt x="580372" y="763786"/>
                  </a:lnTo>
                  <a:lnTo>
                    <a:pt x="619196" y="742044"/>
                  </a:lnTo>
                  <a:lnTo>
                    <a:pt x="655217" y="716297"/>
                  </a:lnTo>
                  <a:lnTo>
                    <a:pt x="688133" y="686847"/>
                  </a:lnTo>
                  <a:lnTo>
                    <a:pt x="717641" y="653995"/>
                  </a:lnTo>
                  <a:lnTo>
                    <a:pt x="743439" y="618043"/>
                  </a:lnTo>
                  <a:lnTo>
                    <a:pt x="765225" y="579293"/>
                  </a:lnTo>
                  <a:lnTo>
                    <a:pt x="782696" y="538045"/>
                  </a:lnTo>
                  <a:lnTo>
                    <a:pt x="795550" y="494602"/>
                  </a:lnTo>
                  <a:lnTo>
                    <a:pt x="803484" y="449265"/>
                  </a:lnTo>
                  <a:lnTo>
                    <a:pt x="806196" y="402336"/>
                  </a:lnTo>
                  <a:lnTo>
                    <a:pt x="803484" y="355406"/>
                  </a:lnTo>
                  <a:lnTo>
                    <a:pt x="795550" y="310069"/>
                  </a:lnTo>
                  <a:lnTo>
                    <a:pt x="782696" y="266626"/>
                  </a:lnTo>
                  <a:lnTo>
                    <a:pt x="765225" y="225378"/>
                  </a:lnTo>
                  <a:lnTo>
                    <a:pt x="743439" y="186628"/>
                  </a:lnTo>
                  <a:lnTo>
                    <a:pt x="717641" y="150676"/>
                  </a:lnTo>
                  <a:lnTo>
                    <a:pt x="688133" y="117824"/>
                  </a:lnTo>
                  <a:lnTo>
                    <a:pt x="655217" y="88374"/>
                  </a:lnTo>
                  <a:lnTo>
                    <a:pt x="619196" y="62627"/>
                  </a:lnTo>
                  <a:lnTo>
                    <a:pt x="580372" y="40885"/>
                  </a:lnTo>
                  <a:lnTo>
                    <a:pt x="539048" y="23450"/>
                  </a:lnTo>
                  <a:lnTo>
                    <a:pt x="495526" y="10623"/>
                  </a:lnTo>
                  <a:lnTo>
                    <a:pt x="450108" y="2706"/>
                  </a:lnTo>
                  <a:lnTo>
                    <a:pt x="40309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277359" y="3382136"/>
            <a:ext cx="2933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0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000" spc="-17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000" spc="-175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1000" spc="-10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000" spc="-21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000" spc="-18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218432" y="3221735"/>
            <a:ext cx="1666239" cy="805180"/>
            <a:chOff x="4218432" y="3221735"/>
            <a:chExt cx="1666239" cy="805180"/>
          </a:xfrm>
        </p:grpSpPr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18432" y="3525011"/>
              <a:ext cx="413003" cy="41452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077968" y="3221735"/>
              <a:ext cx="806450" cy="805180"/>
            </a:xfrm>
            <a:custGeom>
              <a:avLst/>
              <a:gdLst/>
              <a:ahLst/>
              <a:cxnLst/>
              <a:rect l="l" t="t" r="r" b="b"/>
              <a:pathLst>
                <a:path w="806450" h="805179">
                  <a:moveTo>
                    <a:pt x="403098" y="0"/>
                  </a:moveTo>
                  <a:lnTo>
                    <a:pt x="356087" y="2706"/>
                  </a:lnTo>
                  <a:lnTo>
                    <a:pt x="310669" y="10623"/>
                  </a:lnTo>
                  <a:lnTo>
                    <a:pt x="267147" y="23450"/>
                  </a:lnTo>
                  <a:lnTo>
                    <a:pt x="225823" y="40885"/>
                  </a:lnTo>
                  <a:lnTo>
                    <a:pt x="186999" y="62627"/>
                  </a:lnTo>
                  <a:lnTo>
                    <a:pt x="150978" y="88374"/>
                  </a:lnTo>
                  <a:lnTo>
                    <a:pt x="118062" y="117824"/>
                  </a:lnTo>
                  <a:lnTo>
                    <a:pt x="88554" y="150676"/>
                  </a:lnTo>
                  <a:lnTo>
                    <a:pt x="62756" y="186628"/>
                  </a:lnTo>
                  <a:lnTo>
                    <a:pt x="40970" y="225378"/>
                  </a:lnTo>
                  <a:lnTo>
                    <a:pt x="23499" y="266626"/>
                  </a:lnTo>
                  <a:lnTo>
                    <a:pt x="10645" y="310069"/>
                  </a:lnTo>
                  <a:lnTo>
                    <a:pt x="2711" y="355406"/>
                  </a:lnTo>
                  <a:lnTo>
                    <a:pt x="0" y="402336"/>
                  </a:lnTo>
                  <a:lnTo>
                    <a:pt x="2711" y="449265"/>
                  </a:lnTo>
                  <a:lnTo>
                    <a:pt x="10645" y="494602"/>
                  </a:lnTo>
                  <a:lnTo>
                    <a:pt x="23499" y="538045"/>
                  </a:lnTo>
                  <a:lnTo>
                    <a:pt x="40970" y="579293"/>
                  </a:lnTo>
                  <a:lnTo>
                    <a:pt x="62756" y="618043"/>
                  </a:lnTo>
                  <a:lnTo>
                    <a:pt x="88554" y="653995"/>
                  </a:lnTo>
                  <a:lnTo>
                    <a:pt x="118062" y="686847"/>
                  </a:lnTo>
                  <a:lnTo>
                    <a:pt x="150978" y="716297"/>
                  </a:lnTo>
                  <a:lnTo>
                    <a:pt x="186999" y="742044"/>
                  </a:lnTo>
                  <a:lnTo>
                    <a:pt x="225823" y="763786"/>
                  </a:lnTo>
                  <a:lnTo>
                    <a:pt x="267147" y="781221"/>
                  </a:lnTo>
                  <a:lnTo>
                    <a:pt x="310669" y="794048"/>
                  </a:lnTo>
                  <a:lnTo>
                    <a:pt x="356087" y="801965"/>
                  </a:lnTo>
                  <a:lnTo>
                    <a:pt x="403098" y="804671"/>
                  </a:lnTo>
                  <a:lnTo>
                    <a:pt x="450108" y="801965"/>
                  </a:lnTo>
                  <a:lnTo>
                    <a:pt x="495526" y="794048"/>
                  </a:lnTo>
                  <a:lnTo>
                    <a:pt x="539048" y="781221"/>
                  </a:lnTo>
                  <a:lnTo>
                    <a:pt x="580372" y="763786"/>
                  </a:lnTo>
                  <a:lnTo>
                    <a:pt x="619196" y="742044"/>
                  </a:lnTo>
                  <a:lnTo>
                    <a:pt x="655217" y="716297"/>
                  </a:lnTo>
                  <a:lnTo>
                    <a:pt x="688133" y="686847"/>
                  </a:lnTo>
                  <a:lnTo>
                    <a:pt x="717641" y="653995"/>
                  </a:lnTo>
                  <a:lnTo>
                    <a:pt x="743439" y="618043"/>
                  </a:lnTo>
                  <a:lnTo>
                    <a:pt x="765225" y="579293"/>
                  </a:lnTo>
                  <a:lnTo>
                    <a:pt x="782696" y="538045"/>
                  </a:lnTo>
                  <a:lnTo>
                    <a:pt x="795550" y="494602"/>
                  </a:lnTo>
                  <a:lnTo>
                    <a:pt x="803484" y="449265"/>
                  </a:lnTo>
                  <a:lnTo>
                    <a:pt x="806196" y="402336"/>
                  </a:lnTo>
                  <a:lnTo>
                    <a:pt x="803484" y="355406"/>
                  </a:lnTo>
                  <a:lnTo>
                    <a:pt x="795550" y="310069"/>
                  </a:lnTo>
                  <a:lnTo>
                    <a:pt x="782696" y="266626"/>
                  </a:lnTo>
                  <a:lnTo>
                    <a:pt x="765225" y="225378"/>
                  </a:lnTo>
                  <a:lnTo>
                    <a:pt x="743439" y="186628"/>
                  </a:lnTo>
                  <a:lnTo>
                    <a:pt x="717641" y="150676"/>
                  </a:lnTo>
                  <a:lnTo>
                    <a:pt x="688133" y="117824"/>
                  </a:lnTo>
                  <a:lnTo>
                    <a:pt x="655217" y="88374"/>
                  </a:lnTo>
                  <a:lnTo>
                    <a:pt x="619196" y="62627"/>
                  </a:lnTo>
                  <a:lnTo>
                    <a:pt x="580372" y="40885"/>
                  </a:lnTo>
                  <a:lnTo>
                    <a:pt x="539048" y="23450"/>
                  </a:lnTo>
                  <a:lnTo>
                    <a:pt x="495526" y="10623"/>
                  </a:lnTo>
                  <a:lnTo>
                    <a:pt x="450108" y="2706"/>
                  </a:lnTo>
                  <a:lnTo>
                    <a:pt x="40309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271896" y="3382136"/>
            <a:ext cx="421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60" dirty="0">
                <a:solidFill>
                  <a:srgbClr val="FFFFFF"/>
                </a:solidFill>
                <a:latin typeface="Trebuchet MS"/>
                <a:cs typeface="Trebuchet MS"/>
              </a:rPr>
              <a:t>DISCOVER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274564" y="3525011"/>
            <a:ext cx="413003" cy="414527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37489" y="431419"/>
            <a:ext cx="3926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What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Why?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3023" y="1536179"/>
            <a:ext cx="2119122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2186178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424683"/>
            <a:ext cx="8410194" cy="23446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926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What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Why?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3023" y="1536179"/>
            <a:ext cx="2119122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2506218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404872"/>
            <a:ext cx="1700022" cy="320878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926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What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is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r>
              <a:rPr sz="1800" spc="-4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Why?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3023" y="1536179"/>
            <a:ext cx="2119122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0891" y="3224771"/>
            <a:ext cx="2829306" cy="4031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7967" y="4055364"/>
            <a:ext cx="2638806" cy="221742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78991" y="4005071"/>
            <a:ext cx="36830" cy="251460"/>
          </a:xfrm>
          <a:custGeom>
            <a:avLst/>
            <a:gdLst/>
            <a:ahLst/>
            <a:cxnLst/>
            <a:rect l="l" t="t" r="r" b="b"/>
            <a:pathLst>
              <a:path w="36830" h="251460">
                <a:moveTo>
                  <a:pt x="36575" y="0"/>
                </a:moveTo>
                <a:lnTo>
                  <a:pt x="0" y="0"/>
                </a:lnTo>
                <a:lnTo>
                  <a:pt x="0" y="251459"/>
                </a:lnTo>
                <a:lnTo>
                  <a:pt x="36575" y="251459"/>
                </a:lnTo>
                <a:lnTo>
                  <a:pt x="36575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7967" y="4497323"/>
            <a:ext cx="2922270" cy="206501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078991" y="4434840"/>
            <a:ext cx="36830" cy="251460"/>
          </a:xfrm>
          <a:custGeom>
            <a:avLst/>
            <a:gdLst/>
            <a:ahLst/>
            <a:cxnLst/>
            <a:rect l="l" t="t" r="r" b="b"/>
            <a:pathLst>
              <a:path w="36830" h="251460">
                <a:moveTo>
                  <a:pt x="36575" y="0"/>
                </a:moveTo>
                <a:lnTo>
                  <a:pt x="0" y="0"/>
                </a:lnTo>
                <a:lnTo>
                  <a:pt x="0" y="251460"/>
                </a:lnTo>
                <a:lnTo>
                  <a:pt x="36575" y="251460"/>
                </a:lnTo>
                <a:lnTo>
                  <a:pt x="36575" y="0"/>
                </a:lnTo>
                <a:close/>
              </a:path>
            </a:pathLst>
          </a:custGeom>
          <a:solidFill>
            <a:srgbClr val="1329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2827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7211"/>
            <a:ext cx="1617725" cy="17449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795270" y="2586863"/>
            <a:ext cx="4584065" cy="2729865"/>
            <a:chOff x="2795270" y="2586863"/>
            <a:chExt cx="4584065" cy="2729865"/>
          </a:xfrm>
        </p:grpSpPr>
        <p:sp>
          <p:nvSpPr>
            <p:cNvPr id="8" name="object 8"/>
            <p:cNvSpPr/>
            <p:nvPr/>
          </p:nvSpPr>
          <p:spPr>
            <a:xfrm>
              <a:off x="5916930" y="2629662"/>
              <a:ext cx="1461770" cy="2630805"/>
            </a:xfrm>
            <a:custGeom>
              <a:avLst/>
              <a:gdLst/>
              <a:ahLst/>
              <a:cxnLst/>
              <a:rect l="l" t="t" r="r" b="b"/>
              <a:pathLst>
                <a:path w="1461770" h="2630804">
                  <a:moveTo>
                    <a:pt x="0" y="0"/>
                  </a:moveTo>
                  <a:lnTo>
                    <a:pt x="0" y="2630424"/>
                  </a:lnTo>
                  <a:lnTo>
                    <a:pt x="1461516" y="1908556"/>
                  </a:lnTo>
                  <a:lnTo>
                    <a:pt x="1461516" y="7218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16930" y="2629662"/>
              <a:ext cx="1461770" cy="2630805"/>
            </a:xfrm>
            <a:custGeom>
              <a:avLst/>
              <a:gdLst/>
              <a:ahLst/>
              <a:cxnLst/>
              <a:rect l="l" t="t" r="r" b="b"/>
              <a:pathLst>
                <a:path w="1461770" h="2630804">
                  <a:moveTo>
                    <a:pt x="0" y="0"/>
                  </a:moveTo>
                  <a:lnTo>
                    <a:pt x="1461516" y="721867"/>
                  </a:lnTo>
                  <a:lnTo>
                    <a:pt x="1461516" y="1908556"/>
                  </a:lnTo>
                  <a:lnTo>
                    <a:pt x="0" y="263042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86350" y="2629662"/>
              <a:ext cx="832485" cy="2630805"/>
            </a:xfrm>
            <a:custGeom>
              <a:avLst/>
              <a:gdLst/>
              <a:ahLst/>
              <a:cxnLst/>
              <a:rect l="l" t="t" r="r" b="b"/>
              <a:pathLst>
                <a:path w="832485" h="2630804">
                  <a:moveTo>
                    <a:pt x="832103" y="0"/>
                  </a:moveTo>
                  <a:lnTo>
                    <a:pt x="0" y="410972"/>
                  </a:lnTo>
                  <a:lnTo>
                    <a:pt x="0" y="2219452"/>
                  </a:lnTo>
                  <a:lnTo>
                    <a:pt x="832103" y="2630424"/>
                  </a:lnTo>
                  <a:lnTo>
                    <a:pt x="832103" y="0"/>
                  </a:lnTo>
                  <a:close/>
                </a:path>
              </a:pathLst>
            </a:custGeom>
            <a:solidFill>
              <a:srgbClr val="D9D9D9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86350" y="2629662"/>
              <a:ext cx="832485" cy="2630805"/>
            </a:xfrm>
            <a:custGeom>
              <a:avLst/>
              <a:gdLst/>
              <a:ahLst/>
              <a:cxnLst/>
              <a:rect l="l" t="t" r="r" b="b"/>
              <a:pathLst>
                <a:path w="832485" h="2630804">
                  <a:moveTo>
                    <a:pt x="832103" y="2630424"/>
                  </a:moveTo>
                  <a:lnTo>
                    <a:pt x="0" y="2219452"/>
                  </a:lnTo>
                  <a:lnTo>
                    <a:pt x="0" y="410972"/>
                  </a:lnTo>
                  <a:lnTo>
                    <a:pt x="832103" y="0"/>
                  </a:lnTo>
                  <a:lnTo>
                    <a:pt x="832103" y="263042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58818" y="2638806"/>
              <a:ext cx="832485" cy="2630805"/>
            </a:xfrm>
            <a:custGeom>
              <a:avLst/>
              <a:gdLst/>
              <a:ahLst/>
              <a:cxnLst/>
              <a:rect l="l" t="t" r="r" b="b"/>
              <a:pathLst>
                <a:path w="832485" h="2630804">
                  <a:moveTo>
                    <a:pt x="0" y="0"/>
                  </a:moveTo>
                  <a:lnTo>
                    <a:pt x="0" y="2630424"/>
                  </a:lnTo>
                  <a:lnTo>
                    <a:pt x="832104" y="2219452"/>
                  </a:lnTo>
                  <a:lnTo>
                    <a:pt x="832104" y="4109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58818" y="2638806"/>
              <a:ext cx="832485" cy="2630805"/>
            </a:xfrm>
            <a:custGeom>
              <a:avLst/>
              <a:gdLst/>
              <a:ahLst/>
              <a:cxnLst/>
              <a:rect l="l" t="t" r="r" b="b"/>
              <a:pathLst>
                <a:path w="832485" h="2630804">
                  <a:moveTo>
                    <a:pt x="0" y="0"/>
                  </a:moveTo>
                  <a:lnTo>
                    <a:pt x="832104" y="410972"/>
                  </a:lnTo>
                  <a:lnTo>
                    <a:pt x="832104" y="2219452"/>
                  </a:lnTo>
                  <a:lnTo>
                    <a:pt x="0" y="263042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98826" y="2641854"/>
              <a:ext cx="1461770" cy="2630805"/>
            </a:xfrm>
            <a:custGeom>
              <a:avLst/>
              <a:gdLst/>
              <a:ahLst/>
              <a:cxnLst/>
              <a:rect l="l" t="t" r="r" b="b"/>
              <a:pathLst>
                <a:path w="1461770" h="2630804">
                  <a:moveTo>
                    <a:pt x="1461515" y="0"/>
                  </a:moveTo>
                  <a:lnTo>
                    <a:pt x="0" y="721868"/>
                  </a:lnTo>
                  <a:lnTo>
                    <a:pt x="0" y="1908556"/>
                  </a:lnTo>
                  <a:lnTo>
                    <a:pt x="1461515" y="2630424"/>
                  </a:lnTo>
                  <a:lnTo>
                    <a:pt x="1461515" y="0"/>
                  </a:lnTo>
                  <a:close/>
                </a:path>
              </a:pathLst>
            </a:custGeom>
            <a:solidFill>
              <a:srgbClr val="D9D9D9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98826" y="2641854"/>
              <a:ext cx="1461770" cy="2630805"/>
            </a:xfrm>
            <a:custGeom>
              <a:avLst/>
              <a:gdLst/>
              <a:ahLst/>
              <a:cxnLst/>
              <a:rect l="l" t="t" r="r" b="b"/>
              <a:pathLst>
                <a:path w="1461770" h="2630804">
                  <a:moveTo>
                    <a:pt x="1461515" y="2630424"/>
                  </a:moveTo>
                  <a:lnTo>
                    <a:pt x="0" y="1908556"/>
                  </a:lnTo>
                  <a:lnTo>
                    <a:pt x="0" y="721868"/>
                  </a:lnTo>
                  <a:lnTo>
                    <a:pt x="1461515" y="0"/>
                  </a:lnTo>
                  <a:lnTo>
                    <a:pt x="1461515" y="263042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95270" y="2586862"/>
              <a:ext cx="3980179" cy="2729865"/>
            </a:xfrm>
            <a:custGeom>
              <a:avLst/>
              <a:gdLst/>
              <a:ahLst/>
              <a:cxnLst/>
              <a:rect l="l" t="t" r="r" b="b"/>
              <a:pathLst>
                <a:path w="3980179" h="2729865">
                  <a:moveTo>
                    <a:pt x="791083" y="2425446"/>
                  </a:moveTo>
                  <a:lnTo>
                    <a:pt x="760907" y="2397633"/>
                  </a:lnTo>
                  <a:lnTo>
                    <a:pt x="693547" y="2335530"/>
                  </a:lnTo>
                  <a:lnTo>
                    <a:pt x="717664" y="2382621"/>
                  </a:lnTo>
                  <a:lnTo>
                    <a:pt x="5588" y="2035302"/>
                  </a:lnTo>
                  <a:lnTo>
                    <a:pt x="0" y="2046732"/>
                  </a:lnTo>
                  <a:lnTo>
                    <a:pt x="712266" y="2394013"/>
                  </a:lnTo>
                  <a:lnTo>
                    <a:pt x="660146" y="2403983"/>
                  </a:lnTo>
                  <a:lnTo>
                    <a:pt x="791083" y="2425446"/>
                  </a:lnTo>
                  <a:close/>
                </a:path>
                <a:path w="3980179" h="2729865">
                  <a:moveTo>
                    <a:pt x="791083" y="317246"/>
                  </a:moveTo>
                  <a:lnTo>
                    <a:pt x="725297" y="327977"/>
                  </a:lnTo>
                  <a:lnTo>
                    <a:pt x="725297" y="356362"/>
                  </a:lnTo>
                  <a:lnTo>
                    <a:pt x="722490" y="350659"/>
                  </a:lnTo>
                  <a:lnTo>
                    <a:pt x="725297" y="356362"/>
                  </a:lnTo>
                  <a:lnTo>
                    <a:pt x="725297" y="327977"/>
                  </a:lnTo>
                  <a:lnTo>
                    <a:pt x="660146" y="338582"/>
                  </a:lnTo>
                  <a:lnTo>
                    <a:pt x="712101" y="348640"/>
                  </a:lnTo>
                  <a:lnTo>
                    <a:pt x="0" y="695960"/>
                  </a:lnTo>
                  <a:lnTo>
                    <a:pt x="5588" y="707390"/>
                  </a:lnTo>
                  <a:lnTo>
                    <a:pt x="717664" y="360083"/>
                  </a:lnTo>
                  <a:lnTo>
                    <a:pt x="693547" y="407162"/>
                  </a:lnTo>
                  <a:lnTo>
                    <a:pt x="761047" y="344932"/>
                  </a:lnTo>
                  <a:lnTo>
                    <a:pt x="791083" y="317246"/>
                  </a:lnTo>
                  <a:close/>
                </a:path>
                <a:path w="3980179" h="2729865">
                  <a:moveTo>
                    <a:pt x="1927987" y="207899"/>
                  </a:moveTo>
                  <a:lnTo>
                    <a:pt x="1897951" y="180213"/>
                  </a:lnTo>
                  <a:lnTo>
                    <a:pt x="1830451" y="117983"/>
                  </a:lnTo>
                  <a:lnTo>
                    <a:pt x="1854568" y="165061"/>
                  </a:lnTo>
                  <a:lnTo>
                    <a:pt x="1536573" y="9906"/>
                  </a:lnTo>
                  <a:lnTo>
                    <a:pt x="1531112" y="21336"/>
                  </a:lnTo>
                  <a:lnTo>
                    <a:pt x="1848980" y="176504"/>
                  </a:lnTo>
                  <a:lnTo>
                    <a:pt x="1859394" y="174498"/>
                  </a:lnTo>
                  <a:lnTo>
                    <a:pt x="1848980" y="176504"/>
                  </a:lnTo>
                  <a:lnTo>
                    <a:pt x="1797050" y="186436"/>
                  </a:lnTo>
                  <a:lnTo>
                    <a:pt x="1927987" y="207899"/>
                  </a:lnTo>
                  <a:close/>
                </a:path>
                <a:path w="3980179" h="2729865">
                  <a:moveTo>
                    <a:pt x="1932559" y="2531745"/>
                  </a:moveTo>
                  <a:lnTo>
                    <a:pt x="1801749" y="2553208"/>
                  </a:lnTo>
                  <a:lnTo>
                    <a:pt x="1853857" y="2563190"/>
                  </a:lnTo>
                  <a:lnTo>
                    <a:pt x="1535684" y="2718308"/>
                  </a:lnTo>
                  <a:lnTo>
                    <a:pt x="1541272" y="2729738"/>
                  </a:lnTo>
                  <a:lnTo>
                    <a:pt x="1859267" y="2574594"/>
                  </a:lnTo>
                  <a:lnTo>
                    <a:pt x="1835150" y="2621661"/>
                  </a:lnTo>
                  <a:lnTo>
                    <a:pt x="1902421" y="2559558"/>
                  </a:lnTo>
                  <a:lnTo>
                    <a:pt x="1932559" y="2531745"/>
                  </a:lnTo>
                  <a:close/>
                </a:path>
                <a:path w="3980179" h="2729865">
                  <a:moveTo>
                    <a:pt x="2734564" y="2554732"/>
                  </a:moveTo>
                  <a:lnTo>
                    <a:pt x="2704566" y="2527046"/>
                  </a:lnTo>
                  <a:lnTo>
                    <a:pt x="2637155" y="2464816"/>
                  </a:lnTo>
                  <a:lnTo>
                    <a:pt x="2661272" y="2511895"/>
                  </a:lnTo>
                  <a:lnTo>
                    <a:pt x="2343277" y="2356739"/>
                  </a:lnTo>
                  <a:lnTo>
                    <a:pt x="2337689" y="2368169"/>
                  </a:lnTo>
                  <a:lnTo>
                    <a:pt x="2655684" y="2523337"/>
                  </a:lnTo>
                  <a:lnTo>
                    <a:pt x="2603754" y="2533269"/>
                  </a:lnTo>
                  <a:lnTo>
                    <a:pt x="2734564" y="2554732"/>
                  </a:lnTo>
                  <a:close/>
                </a:path>
                <a:path w="3980179" h="2729865">
                  <a:moveTo>
                    <a:pt x="2742819" y="147955"/>
                  </a:moveTo>
                  <a:lnTo>
                    <a:pt x="2612009" y="169418"/>
                  </a:lnTo>
                  <a:lnTo>
                    <a:pt x="2663939" y="179362"/>
                  </a:lnTo>
                  <a:lnTo>
                    <a:pt x="2345944" y="334518"/>
                  </a:lnTo>
                  <a:lnTo>
                    <a:pt x="2351532" y="345821"/>
                  </a:lnTo>
                  <a:lnTo>
                    <a:pt x="2669565" y="190715"/>
                  </a:lnTo>
                  <a:lnTo>
                    <a:pt x="2645410" y="237871"/>
                  </a:lnTo>
                  <a:lnTo>
                    <a:pt x="2712821" y="175641"/>
                  </a:lnTo>
                  <a:lnTo>
                    <a:pt x="2742819" y="147955"/>
                  </a:lnTo>
                  <a:close/>
                </a:path>
                <a:path w="3980179" h="2729865">
                  <a:moveTo>
                    <a:pt x="3980180" y="2339594"/>
                  </a:moveTo>
                  <a:lnTo>
                    <a:pt x="3849243" y="2361057"/>
                  </a:lnTo>
                  <a:lnTo>
                    <a:pt x="3901173" y="2371001"/>
                  </a:lnTo>
                  <a:lnTo>
                    <a:pt x="3189097" y="2718308"/>
                  </a:lnTo>
                  <a:lnTo>
                    <a:pt x="3194685" y="2729738"/>
                  </a:lnTo>
                  <a:lnTo>
                    <a:pt x="3906761" y="2382431"/>
                  </a:lnTo>
                  <a:lnTo>
                    <a:pt x="3882644" y="2429510"/>
                  </a:lnTo>
                  <a:lnTo>
                    <a:pt x="3950144" y="2367280"/>
                  </a:lnTo>
                  <a:lnTo>
                    <a:pt x="3980180" y="2339594"/>
                  </a:lnTo>
                  <a:close/>
                </a:path>
                <a:path w="3980179" h="2729865">
                  <a:moveTo>
                    <a:pt x="3980180" y="390144"/>
                  </a:moveTo>
                  <a:lnTo>
                    <a:pt x="3950004" y="362331"/>
                  </a:lnTo>
                  <a:lnTo>
                    <a:pt x="3882644" y="300228"/>
                  </a:lnTo>
                  <a:lnTo>
                    <a:pt x="3906761" y="347319"/>
                  </a:lnTo>
                  <a:lnTo>
                    <a:pt x="3194685" y="0"/>
                  </a:lnTo>
                  <a:lnTo>
                    <a:pt x="3189097" y="11430"/>
                  </a:lnTo>
                  <a:lnTo>
                    <a:pt x="3901363" y="358711"/>
                  </a:lnTo>
                  <a:lnTo>
                    <a:pt x="3849243" y="368681"/>
                  </a:lnTo>
                  <a:lnTo>
                    <a:pt x="3980180" y="390144"/>
                  </a:lnTo>
                  <a:close/>
                </a:path>
              </a:pathLst>
            </a:custGeom>
            <a:solidFill>
              <a:srgbClr val="001F5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31592" y="3453383"/>
              <a:ext cx="4544695" cy="1431290"/>
            </a:xfrm>
            <a:custGeom>
              <a:avLst/>
              <a:gdLst/>
              <a:ahLst/>
              <a:cxnLst/>
              <a:rect l="l" t="t" r="r" b="b"/>
              <a:pathLst>
                <a:path w="4544695" h="1431289">
                  <a:moveTo>
                    <a:pt x="964692" y="429768"/>
                  </a:moveTo>
                  <a:lnTo>
                    <a:pt x="749808" y="0"/>
                  </a:lnTo>
                  <a:lnTo>
                    <a:pt x="214884" y="0"/>
                  </a:lnTo>
                  <a:lnTo>
                    <a:pt x="0" y="429768"/>
                  </a:lnTo>
                  <a:lnTo>
                    <a:pt x="214884" y="859536"/>
                  </a:lnTo>
                  <a:lnTo>
                    <a:pt x="749808" y="859536"/>
                  </a:lnTo>
                  <a:lnTo>
                    <a:pt x="964692" y="429768"/>
                  </a:lnTo>
                  <a:close/>
                </a:path>
                <a:path w="4544695" h="1431289">
                  <a:moveTo>
                    <a:pt x="1859280" y="1001268"/>
                  </a:moveTo>
                  <a:lnTo>
                    <a:pt x="1644396" y="571500"/>
                  </a:lnTo>
                  <a:lnTo>
                    <a:pt x="1109472" y="571500"/>
                  </a:lnTo>
                  <a:lnTo>
                    <a:pt x="894588" y="1001268"/>
                  </a:lnTo>
                  <a:lnTo>
                    <a:pt x="1109472" y="1431036"/>
                  </a:lnTo>
                  <a:lnTo>
                    <a:pt x="1644396" y="1431036"/>
                  </a:lnTo>
                  <a:lnTo>
                    <a:pt x="1859280" y="1001268"/>
                  </a:lnTo>
                  <a:close/>
                </a:path>
                <a:path w="4544695" h="1431289">
                  <a:moveTo>
                    <a:pt x="2755392" y="429768"/>
                  </a:moveTo>
                  <a:lnTo>
                    <a:pt x="2540508" y="0"/>
                  </a:lnTo>
                  <a:lnTo>
                    <a:pt x="2005584" y="0"/>
                  </a:lnTo>
                  <a:lnTo>
                    <a:pt x="1790700" y="429768"/>
                  </a:lnTo>
                  <a:lnTo>
                    <a:pt x="2005584" y="859536"/>
                  </a:lnTo>
                  <a:lnTo>
                    <a:pt x="2540508" y="859536"/>
                  </a:lnTo>
                  <a:lnTo>
                    <a:pt x="2755392" y="429768"/>
                  </a:lnTo>
                  <a:close/>
                </a:path>
                <a:path w="4544695" h="1431289">
                  <a:moveTo>
                    <a:pt x="3649980" y="1001268"/>
                  </a:moveTo>
                  <a:lnTo>
                    <a:pt x="3435096" y="571500"/>
                  </a:lnTo>
                  <a:lnTo>
                    <a:pt x="2900172" y="571500"/>
                  </a:lnTo>
                  <a:lnTo>
                    <a:pt x="2685288" y="1001268"/>
                  </a:lnTo>
                  <a:lnTo>
                    <a:pt x="2900172" y="1431036"/>
                  </a:lnTo>
                  <a:lnTo>
                    <a:pt x="3435096" y="1431036"/>
                  </a:lnTo>
                  <a:lnTo>
                    <a:pt x="3649980" y="1001268"/>
                  </a:lnTo>
                  <a:close/>
                </a:path>
                <a:path w="4544695" h="1431289">
                  <a:moveTo>
                    <a:pt x="4544568" y="429768"/>
                  </a:moveTo>
                  <a:lnTo>
                    <a:pt x="4329684" y="0"/>
                  </a:lnTo>
                  <a:lnTo>
                    <a:pt x="3794760" y="0"/>
                  </a:lnTo>
                  <a:lnTo>
                    <a:pt x="3579876" y="429768"/>
                  </a:lnTo>
                  <a:lnTo>
                    <a:pt x="3794760" y="859536"/>
                  </a:lnTo>
                  <a:lnTo>
                    <a:pt x="4329684" y="859536"/>
                  </a:lnTo>
                  <a:lnTo>
                    <a:pt x="4544568" y="429768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59251" y="5725667"/>
            <a:ext cx="1306829" cy="13182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19344" y="5725667"/>
            <a:ext cx="1328166" cy="162306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2795016" y="5448300"/>
            <a:ext cx="2047239" cy="96520"/>
          </a:xfrm>
          <a:custGeom>
            <a:avLst/>
            <a:gdLst/>
            <a:ahLst/>
            <a:cxnLst/>
            <a:rect l="l" t="t" r="r" b="b"/>
            <a:pathLst>
              <a:path w="2047239" h="96520">
                <a:moveTo>
                  <a:pt x="2046732" y="0"/>
                </a:moveTo>
                <a:lnTo>
                  <a:pt x="2046106" y="18698"/>
                </a:lnTo>
                <a:lnTo>
                  <a:pt x="2044398" y="33956"/>
                </a:lnTo>
                <a:lnTo>
                  <a:pt x="2041856" y="44237"/>
                </a:lnTo>
                <a:lnTo>
                  <a:pt x="2038731" y="48006"/>
                </a:lnTo>
                <a:lnTo>
                  <a:pt x="1031367" y="48006"/>
                </a:lnTo>
                <a:lnTo>
                  <a:pt x="1028241" y="51774"/>
                </a:lnTo>
                <a:lnTo>
                  <a:pt x="1025699" y="62055"/>
                </a:lnTo>
                <a:lnTo>
                  <a:pt x="1023991" y="77313"/>
                </a:lnTo>
                <a:lnTo>
                  <a:pt x="1023366" y="96012"/>
                </a:lnTo>
                <a:lnTo>
                  <a:pt x="1022740" y="77313"/>
                </a:lnTo>
                <a:lnTo>
                  <a:pt x="1021032" y="62055"/>
                </a:lnTo>
                <a:lnTo>
                  <a:pt x="1018490" y="51774"/>
                </a:lnTo>
                <a:lnTo>
                  <a:pt x="1015364" y="48006"/>
                </a:lnTo>
                <a:lnTo>
                  <a:pt x="8000" y="48006"/>
                </a:lnTo>
                <a:lnTo>
                  <a:pt x="4875" y="44237"/>
                </a:lnTo>
                <a:lnTo>
                  <a:pt x="2333" y="33956"/>
                </a:lnTo>
                <a:lnTo>
                  <a:pt x="625" y="18698"/>
                </a:lnTo>
                <a:lnTo>
                  <a:pt x="0" y="0"/>
                </a:lnTo>
              </a:path>
            </a:pathLst>
          </a:custGeom>
          <a:ln w="9143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061203" y="5448300"/>
            <a:ext cx="2047239" cy="96520"/>
          </a:xfrm>
          <a:custGeom>
            <a:avLst/>
            <a:gdLst/>
            <a:ahLst/>
            <a:cxnLst/>
            <a:rect l="l" t="t" r="r" b="b"/>
            <a:pathLst>
              <a:path w="2047240" h="96520">
                <a:moveTo>
                  <a:pt x="2046731" y="0"/>
                </a:moveTo>
                <a:lnTo>
                  <a:pt x="2046106" y="18698"/>
                </a:lnTo>
                <a:lnTo>
                  <a:pt x="2044398" y="33956"/>
                </a:lnTo>
                <a:lnTo>
                  <a:pt x="2041856" y="44237"/>
                </a:lnTo>
                <a:lnTo>
                  <a:pt x="2038730" y="48006"/>
                </a:lnTo>
                <a:lnTo>
                  <a:pt x="1031367" y="48006"/>
                </a:lnTo>
                <a:lnTo>
                  <a:pt x="1028241" y="51774"/>
                </a:lnTo>
                <a:lnTo>
                  <a:pt x="1025699" y="62055"/>
                </a:lnTo>
                <a:lnTo>
                  <a:pt x="1023991" y="77313"/>
                </a:lnTo>
                <a:lnTo>
                  <a:pt x="1023366" y="96012"/>
                </a:lnTo>
                <a:lnTo>
                  <a:pt x="1022740" y="77313"/>
                </a:lnTo>
                <a:lnTo>
                  <a:pt x="1021032" y="62055"/>
                </a:lnTo>
                <a:lnTo>
                  <a:pt x="1018490" y="51774"/>
                </a:lnTo>
                <a:lnTo>
                  <a:pt x="1015365" y="48006"/>
                </a:lnTo>
                <a:lnTo>
                  <a:pt x="8000" y="48006"/>
                </a:lnTo>
                <a:lnTo>
                  <a:pt x="4875" y="44237"/>
                </a:lnTo>
                <a:lnTo>
                  <a:pt x="2333" y="33956"/>
                </a:lnTo>
                <a:lnTo>
                  <a:pt x="625" y="18698"/>
                </a:lnTo>
                <a:lnTo>
                  <a:pt x="0" y="0"/>
                </a:lnTo>
              </a:path>
            </a:pathLst>
          </a:custGeom>
          <a:ln w="9143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57727" y="3832859"/>
            <a:ext cx="311658" cy="13182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85259" y="4404359"/>
            <a:ext cx="451865" cy="13182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07279" y="3832859"/>
            <a:ext cx="387858" cy="16230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50052" y="4290034"/>
            <a:ext cx="496087" cy="35892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783323" y="3832859"/>
            <a:ext cx="220218" cy="13182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3023" y="1536179"/>
            <a:ext cx="2119122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3118"/>
            <a:ext cx="838974" cy="23700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2827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5688"/>
            <a:ext cx="820674" cy="17602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442972" y="2563367"/>
            <a:ext cx="5323840" cy="1676400"/>
            <a:chOff x="2442972" y="2563367"/>
            <a:chExt cx="5323840" cy="1676400"/>
          </a:xfrm>
        </p:grpSpPr>
        <p:sp>
          <p:nvSpPr>
            <p:cNvPr id="9" name="object 9"/>
            <p:cNvSpPr/>
            <p:nvPr/>
          </p:nvSpPr>
          <p:spPr>
            <a:xfrm>
              <a:off x="2442972" y="2563367"/>
              <a:ext cx="1129665" cy="1007744"/>
            </a:xfrm>
            <a:custGeom>
              <a:avLst/>
              <a:gdLst/>
              <a:ahLst/>
              <a:cxnLst/>
              <a:rect l="l" t="t" r="r" b="b"/>
              <a:pathLst>
                <a:path w="1129664" h="1007745">
                  <a:moveTo>
                    <a:pt x="877442" y="0"/>
                  </a:moveTo>
                  <a:lnTo>
                    <a:pt x="251840" y="0"/>
                  </a:lnTo>
                  <a:lnTo>
                    <a:pt x="0" y="503682"/>
                  </a:lnTo>
                  <a:lnTo>
                    <a:pt x="251840" y="1007364"/>
                  </a:lnTo>
                  <a:lnTo>
                    <a:pt x="877442" y="1007364"/>
                  </a:lnTo>
                  <a:lnTo>
                    <a:pt x="1129283" y="503682"/>
                  </a:lnTo>
                  <a:lnTo>
                    <a:pt x="877442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02636" y="3014471"/>
              <a:ext cx="416813" cy="1318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489960" y="3233927"/>
              <a:ext cx="1130935" cy="1005840"/>
            </a:xfrm>
            <a:custGeom>
              <a:avLst/>
              <a:gdLst/>
              <a:ahLst/>
              <a:cxnLst/>
              <a:rect l="l" t="t" r="r" b="b"/>
              <a:pathLst>
                <a:path w="1130935" h="1005839">
                  <a:moveTo>
                    <a:pt x="879348" y="0"/>
                  </a:moveTo>
                  <a:lnTo>
                    <a:pt x="251460" y="0"/>
                  </a:lnTo>
                  <a:lnTo>
                    <a:pt x="0" y="502920"/>
                  </a:lnTo>
                  <a:lnTo>
                    <a:pt x="251460" y="1005840"/>
                  </a:lnTo>
                  <a:lnTo>
                    <a:pt x="879348" y="1005840"/>
                  </a:lnTo>
                  <a:lnTo>
                    <a:pt x="1130807" y="502920"/>
                  </a:lnTo>
                  <a:lnTo>
                    <a:pt x="879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32860" y="3671315"/>
              <a:ext cx="451865" cy="1318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38472" y="2563367"/>
              <a:ext cx="1130935" cy="1007744"/>
            </a:xfrm>
            <a:custGeom>
              <a:avLst/>
              <a:gdLst/>
              <a:ahLst/>
              <a:cxnLst/>
              <a:rect l="l" t="t" r="r" b="b"/>
              <a:pathLst>
                <a:path w="1130935" h="1007745">
                  <a:moveTo>
                    <a:pt x="878966" y="0"/>
                  </a:moveTo>
                  <a:lnTo>
                    <a:pt x="251840" y="0"/>
                  </a:lnTo>
                  <a:lnTo>
                    <a:pt x="0" y="503682"/>
                  </a:lnTo>
                  <a:lnTo>
                    <a:pt x="251840" y="1007364"/>
                  </a:lnTo>
                  <a:lnTo>
                    <a:pt x="878966" y="1007364"/>
                  </a:lnTo>
                  <a:lnTo>
                    <a:pt x="1130807" y="503682"/>
                  </a:lnTo>
                  <a:lnTo>
                    <a:pt x="87896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07279" y="3000755"/>
              <a:ext cx="387858" cy="16230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86984" y="2563367"/>
              <a:ext cx="2179320" cy="1676400"/>
            </a:xfrm>
            <a:custGeom>
              <a:avLst/>
              <a:gdLst/>
              <a:ahLst/>
              <a:cxnLst/>
              <a:rect l="l" t="t" r="r" b="b"/>
              <a:pathLst>
                <a:path w="2179320" h="1676400">
                  <a:moveTo>
                    <a:pt x="1130808" y="1173480"/>
                  </a:moveTo>
                  <a:lnTo>
                    <a:pt x="879348" y="670560"/>
                  </a:lnTo>
                  <a:lnTo>
                    <a:pt x="251460" y="670560"/>
                  </a:lnTo>
                  <a:lnTo>
                    <a:pt x="0" y="1173480"/>
                  </a:lnTo>
                  <a:lnTo>
                    <a:pt x="251460" y="1676400"/>
                  </a:lnTo>
                  <a:lnTo>
                    <a:pt x="879348" y="1676400"/>
                  </a:lnTo>
                  <a:lnTo>
                    <a:pt x="1130808" y="1173480"/>
                  </a:lnTo>
                  <a:close/>
                </a:path>
                <a:path w="2179320" h="1676400">
                  <a:moveTo>
                    <a:pt x="2179320" y="503682"/>
                  </a:moveTo>
                  <a:lnTo>
                    <a:pt x="1927479" y="0"/>
                  </a:lnTo>
                  <a:lnTo>
                    <a:pt x="1300353" y="0"/>
                  </a:lnTo>
                  <a:lnTo>
                    <a:pt x="1048512" y="503682"/>
                  </a:lnTo>
                  <a:lnTo>
                    <a:pt x="1300353" y="1007376"/>
                  </a:lnTo>
                  <a:lnTo>
                    <a:pt x="1927479" y="1007376"/>
                  </a:lnTo>
                  <a:lnTo>
                    <a:pt x="2179320" y="50368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89648" y="3002279"/>
              <a:ext cx="220218" cy="131825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0851" y="4805171"/>
            <a:ext cx="3338322" cy="75971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675376" y="3567684"/>
            <a:ext cx="953262" cy="16230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3118"/>
            <a:ext cx="838974" cy="23700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5876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8735"/>
            <a:ext cx="2533650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2468879"/>
            <a:ext cx="8401050" cy="23202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3118"/>
            <a:ext cx="838974" cy="23700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5688"/>
            <a:ext cx="2533650" cy="174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2464307"/>
            <a:ext cx="4373118" cy="275158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3118"/>
            <a:ext cx="838974" cy="23700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5688"/>
            <a:ext cx="3117342" cy="174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2464307"/>
            <a:ext cx="8402574" cy="314020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4846" y="6524434"/>
            <a:ext cx="6014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3118"/>
            <a:ext cx="838974" cy="23700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5688"/>
            <a:ext cx="3117342" cy="174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2464307"/>
            <a:ext cx="8396478" cy="254584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8924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9201"/>
            <a:ext cx="1122438" cy="2309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5688"/>
            <a:ext cx="1002030" cy="17449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442972" y="2563367"/>
            <a:ext cx="5323840" cy="1676400"/>
            <a:chOff x="2442972" y="2563367"/>
            <a:chExt cx="5323840" cy="1676400"/>
          </a:xfrm>
        </p:grpSpPr>
        <p:sp>
          <p:nvSpPr>
            <p:cNvPr id="9" name="object 9"/>
            <p:cNvSpPr/>
            <p:nvPr/>
          </p:nvSpPr>
          <p:spPr>
            <a:xfrm>
              <a:off x="2442972" y="2563367"/>
              <a:ext cx="1129665" cy="1007744"/>
            </a:xfrm>
            <a:custGeom>
              <a:avLst/>
              <a:gdLst/>
              <a:ahLst/>
              <a:cxnLst/>
              <a:rect l="l" t="t" r="r" b="b"/>
              <a:pathLst>
                <a:path w="1129664" h="1007745">
                  <a:moveTo>
                    <a:pt x="877442" y="0"/>
                  </a:moveTo>
                  <a:lnTo>
                    <a:pt x="251840" y="0"/>
                  </a:lnTo>
                  <a:lnTo>
                    <a:pt x="0" y="503682"/>
                  </a:lnTo>
                  <a:lnTo>
                    <a:pt x="251840" y="1007364"/>
                  </a:lnTo>
                  <a:lnTo>
                    <a:pt x="877442" y="1007364"/>
                  </a:lnTo>
                  <a:lnTo>
                    <a:pt x="1129283" y="503682"/>
                  </a:lnTo>
                  <a:lnTo>
                    <a:pt x="87744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51404" y="3002279"/>
              <a:ext cx="311657" cy="1318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489960" y="3233927"/>
              <a:ext cx="1130935" cy="1005840"/>
            </a:xfrm>
            <a:custGeom>
              <a:avLst/>
              <a:gdLst/>
              <a:ahLst/>
              <a:cxnLst/>
              <a:rect l="l" t="t" r="r" b="b"/>
              <a:pathLst>
                <a:path w="1130935" h="1005839">
                  <a:moveTo>
                    <a:pt x="879348" y="0"/>
                  </a:moveTo>
                  <a:lnTo>
                    <a:pt x="251460" y="0"/>
                  </a:lnTo>
                  <a:lnTo>
                    <a:pt x="0" y="502920"/>
                  </a:lnTo>
                  <a:lnTo>
                    <a:pt x="251460" y="1005840"/>
                  </a:lnTo>
                  <a:lnTo>
                    <a:pt x="879348" y="1005840"/>
                  </a:lnTo>
                  <a:lnTo>
                    <a:pt x="1130807" y="502920"/>
                  </a:lnTo>
                  <a:lnTo>
                    <a:pt x="879348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87139" y="3688079"/>
              <a:ext cx="546353" cy="12725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38472" y="2563367"/>
              <a:ext cx="1130935" cy="1007744"/>
            </a:xfrm>
            <a:custGeom>
              <a:avLst/>
              <a:gdLst/>
              <a:ahLst/>
              <a:cxnLst/>
              <a:rect l="l" t="t" r="r" b="b"/>
              <a:pathLst>
                <a:path w="1130935" h="1007745">
                  <a:moveTo>
                    <a:pt x="878966" y="0"/>
                  </a:moveTo>
                  <a:lnTo>
                    <a:pt x="251840" y="0"/>
                  </a:lnTo>
                  <a:lnTo>
                    <a:pt x="0" y="503682"/>
                  </a:lnTo>
                  <a:lnTo>
                    <a:pt x="251840" y="1007364"/>
                  </a:lnTo>
                  <a:lnTo>
                    <a:pt x="878966" y="1007364"/>
                  </a:lnTo>
                  <a:lnTo>
                    <a:pt x="1130807" y="503682"/>
                  </a:lnTo>
                  <a:lnTo>
                    <a:pt x="87896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07279" y="3000755"/>
              <a:ext cx="387858" cy="16230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86984" y="2563367"/>
              <a:ext cx="2179320" cy="1676400"/>
            </a:xfrm>
            <a:custGeom>
              <a:avLst/>
              <a:gdLst/>
              <a:ahLst/>
              <a:cxnLst/>
              <a:rect l="l" t="t" r="r" b="b"/>
              <a:pathLst>
                <a:path w="2179320" h="1676400">
                  <a:moveTo>
                    <a:pt x="1130808" y="1173480"/>
                  </a:moveTo>
                  <a:lnTo>
                    <a:pt x="879348" y="670560"/>
                  </a:lnTo>
                  <a:lnTo>
                    <a:pt x="251460" y="670560"/>
                  </a:lnTo>
                  <a:lnTo>
                    <a:pt x="0" y="1173480"/>
                  </a:lnTo>
                  <a:lnTo>
                    <a:pt x="251460" y="1676400"/>
                  </a:lnTo>
                  <a:lnTo>
                    <a:pt x="879348" y="1676400"/>
                  </a:lnTo>
                  <a:lnTo>
                    <a:pt x="1130808" y="1173480"/>
                  </a:lnTo>
                  <a:close/>
                </a:path>
                <a:path w="2179320" h="1676400">
                  <a:moveTo>
                    <a:pt x="2179320" y="503682"/>
                  </a:moveTo>
                  <a:lnTo>
                    <a:pt x="1927479" y="0"/>
                  </a:lnTo>
                  <a:lnTo>
                    <a:pt x="1300353" y="0"/>
                  </a:lnTo>
                  <a:lnTo>
                    <a:pt x="1048512" y="503682"/>
                  </a:lnTo>
                  <a:lnTo>
                    <a:pt x="1300353" y="1007376"/>
                  </a:lnTo>
                  <a:lnTo>
                    <a:pt x="1927479" y="1007376"/>
                  </a:lnTo>
                  <a:lnTo>
                    <a:pt x="2179320" y="50368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89648" y="3002279"/>
              <a:ext cx="220218" cy="131825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0851" y="4805159"/>
            <a:ext cx="4560570" cy="43968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675376" y="3567684"/>
            <a:ext cx="953262" cy="16230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9201"/>
            <a:ext cx="1122438" cy="2309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907" y="2078809"/>
            <a:ext cx="444238" cy="1393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2464295"/>
            <a:ext cx="8157209" cy="3573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23060" y="3566159"/>
            <a:ext cx="1906905" cy="1361440"/>
          </a:xfrm>
          <a:prstGeom prst="rect">
            <a:avLst/>
          </a:prstGeom>
          <a:ln w="12192">
            <a:solidFill>
              <a:srgbClr val="183DAF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Times New Roman"/>
              <a:cs typeface="Times New Roman"/>
            </a:endParaRPr>
          </a:p>
          <a:p>
            <a:pPr marR="1905" algn="ctr">
              <a:lnSpc>
                <a:spcPct val="100000"/>
              </a:lnSpc>
            </a:pPr>
            <a:r>
              <a:rPr sz="1400" spc="45" dirty="0">
                <a:solidFill>
                  <a:srgbClr val="183DAF"/>
                </a:solidFill>
                <a:latin typeface="Malgun Gothic"/>
                <a:cs typeface="Malgun Gothic"/>
              </a:rPr>
              <a:t>Data</a:t>
            </a:r>
            <a:r>
              <a:rPr sz="1400" spc="50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400" spc="40" dirty="0">
                <a:solidFill>
                  <a:srgbClr val="183DAF"/>
                </a:solidFill>
                <a:latin typeface="Malgun Gothic"/>
                <a:cs typeface="Malgun Gothic"/>
              </a:rPr>
              <a:t>Research</a:t>
            </a:r>
            <a:endParaRPr sz="1400">
              <a:latin typeface="Malgun Gothic"/>
              <a:cs typeface="Malgun Gothic"/>
            </a:endParaRPr>
          </a:p>
          <a:p>
            <a:pPr marL="170815" marR="163195" algn="ctr">
              <a:lnSpc>
                <a:spcPct val="100000"/>
              </a:lnSpc>
              <a:spcBef>
                <a:spcPts val="605"/>
              </a:spcBef>
            </a:pPr>
            <a:r>
              <a:rPr sz="1000" spc="-10" dirty="0">
                <a:solidFill>
                  <a:srgbClr val="183DAF"/>
                </a:solidFill>
                <a:latin typeface="Malgun Gothic"/>
                <a:cs typeface="Malgun Gothic"/>
              </a:rPr>
              <a:t>Academic</a:t>
            </a:r>
            <a:r>
              <a:rPr sz="1000" spc="30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183DAF"/>
                </a:solidFill>
                <a:latin typeface="Malgun Gothic"/>
                <a:cs typeface="Malgun Gothic"/>
              </a:rPr>
              <a:t>Data</a:t>
            </a:r>
            <a:r>
              <a:rPr sz="1000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183DAF"/>
                </a:solidFill>
                <a:latin typeface="Malgun Gothic"/>
                <a:cs typeface="Malgun Gothic"/>
              </a:rPr>
              <a:t>/ </a:t>
            </a:r>
            <a:r>
              <a:rPr sz="1000" spc="-10" dirty="0">
                <a:solidFill>
                  <a:srgbClr val="183DAF"/>
                </a:solidFill>
                <a:latin typeface="Malgun Gothic"/>
                <a:cs typeface="Malgun Gothic"/>
              </a:rPr>
              <a:t>Magazine </a:t>
            </a:r>
            <a:r>
              <a:rPr sz="1000" spc="-335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000" spc="-10" dirty="0">
                <a:solidFill>
                  <a:srgbClr val="183DAF"/>
                </a:solidFill>
                <a:latin typeface="Malgun Gothic"/>
                <a:cs typeface="Malgun Gothic"/>
              </a:rPr>
              <a:t>Articles</a:t>
            </a:r>
            <a:r>
              <a:rPr sz="1000" spc="40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183DAF"/>
                </a:solidFill>
                <a:latin typeface="Malgun Gothic"/>
                <a:cs typeface="Malgun Gothic"/>
              </a:rPr>
              <a:t>/</a:t>
            </a:r>
            <a:r>
              <a:rPr sz="1000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183DAF"/>
                </a:solidFill>
                <a:latin typeface="Malgun Gothic"/>
                <a:cs typeface="Malgun Gothic"/>
              </a:rPr>
              <a:t>Statistics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71061" y="4130421"/>
            <a:ext cx="1504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183DAF"/>
                </a:solidFill>
                <a:latin typeface="Malgun Gothic"/>
                <a:cs typeface="Malgun Gothic"/>
              </a:rPr>
              <a:t>&gt;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71413" y="4130421"/>
            <a:ext cx="1504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183DAF"/>
                </a:solidFill>
                <a:latin typeface="Malgun Gothic"/>
                <a:cs typeface="Malgun Gothic"/>
              </a:rPr>
              <a:t>&gt;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22776" y="3566159"/>
            <a:ext cx="1906905" cy="1361440"/>
          </a:xfrm>
          <a:prstGeom prst="rect">
            <a:avLst/>
          </a:prstGeom>
          <a:ln w="12192">
            <a:solidFill>
              <a:srgbClr val="183DAF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solidFill>
                  <a:srgbClr val="183DAF"/>
                </a:solidFill>
                <a:latin typeface="Malgun Gothic"/>
                <a:cs typeface="Malgun Gothic"/>
              </a:rPr>
              <a:t>Observation</a:t>
            </a:r>
            <a:r>
              <a:rPr sz="1400" spc="20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400" spc="-10" dirty="0">
                <a:solidFill>
                  <a:srgbClr val="183DAF"/>
                </a:solidFill>
                <a:latin typeface="Malgun Gothic"/>
                <a:cs typeface="Malgun Gothic"/>
              </a:rPr>
              <a:t>Research</a:t>
            </a:r>
            <a:endParaRPr sz="1400">
              <a:latin typeface="Malgun Gothic"/>
              <a:cs typeface="Malgun Gothic"/>
            </a:endParaRPr>
          </a:p>
          <a:p>
            <a:pPr marL="46355" marR="38100" algn="ctr">
              <a:lnSpc>
                <a:spcPct val="100000"/>
              </a:lnSpc>
              <a:spcBef>
                <a:spcPts val="605"/>
              </a:spcBef>
            </a:pPr>
            <a:r>
              <a:rPr sz="1000" spc="-20" dirty="0">
                <a:solidFill>
                  <a:srgbClr val="183DAF"/>
                </a:solidFill>
                <a:latin typeface="Malgun Gothic"/>
                <a:cs typeface="Malgun Gothic"/>
              </a:rPr>
              <a:t>People</a:t>
            </a:r>
            <a:r>
              <a:rPr sz="1000" spc="20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183DAF"/>
                </a:solidFill>
                <a:latin typeface="Malgun Gothic"/>
                <a:cs typeface="Malgun Gothic"/>
              </a:rPr>
              <a:t>/</a:t>
            </a:r>
            <a:r>
              <a:rPr sz="1000" spc="-35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000" spc="-20" dirty="0">
                <a:solidFill>
                  <a:srgbClr val="183DAF"/>
                </a:solidFill>
                <a:latin typeface="Malgun Gothic"/>
                <a:cs typeface="Malgun Gothic"/>
              </a:rPr>
              <a:t>Environments</a:t>
            </a:r>
            <a:r>
              <a:rPr sz="1000" spc="25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183DAF"/>
                </a:solidFill>
                <a:latin typeface="Malgun Gothic"/>
                <a:cs typeface="Malgun Gothic"/>
              </a:rPr>
              <a:t>/</a:t>
            </a:r>
            <a:r>
              <a:rPr sz="1000" spc="-20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000" spc="-15" dirty="0">
                <a:solidFill>
                  <a:srgbClr val="183DAF"/>
                </a:solidFill>
                <a:latin typeface="Malgun Gothic"/>
                <a:cs typeface="Malgun Gothic"/>
              </a:rPr>
              <a:t>Tools</a:t>
            </a:r>
            <a:r>
              <a:rPr sz="1000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183DAF"/>
                </a:solidFill>
                <a:latin typeface="Malgun Gothic"/>
                <a:cs typeface="Malgun Gothic"/>
              </a:rPr>
              <a:t>/ </a:t>
            </a:r>
            <a:r>
              <a:rPr sz="1000" spc="-335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000" spc="-15" dirty="0">
                <a:solidFill>
                  <a:srgbClr val="183DAF"/>
                </a:solidFill>
                <a:latin typeface="Malgun Gothic"/>
                <a:cs typeface="Malgun Gothic"/>
              </a:rPr>
              <a:t>Activities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22491" y="3566159"/>
            <a:ext cx="1908175" cy="1361440"/>
          </a:xfrm>
          <a:prstGeom prst="rect">
            <a:avLst/>
          </a:prstGeom>
          <a:ln w="12192">
            <a:solidFill>
              <a:srgbClr val="183DAF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25" dirty="0">
                <a:solidFill>
                  <a:srgbClr val="183DAF"/>
                </a:solidFill>
                <a:latin typeface="Malgun Gothic"/>
                <a:cs typeface="Malgun Gothic"/>
              </a:rPr>
              <a:t>Interview</a:t>
            </a:r>
            <a:endParaRPr sz="1400">
              <a:latin typeface="Malgun Gothic"/>
              <a:cs typeface="Malgun Gothic"/>
            </a:endParaRPr>
          </a:p>
          <a:p>
            <a:pPr marR="635" algn="ctr">
              <a:lnSpc>
                <a:spcPct val="100000"/>
              </a:lnSpc>
              <a:spcBef>
                <a:spcPts val="905"/>
              </a:spcBef>
            </a:pPr>
            <a:r>
              <a:rPr sz="1000" spc="10" dirty="0">
                <a:solidFill>
                  <a:srgbClr val="183DAF"/>
                </a:solidFill>
                <a:latin typeface="Malgun Gothic"/>
                <a:cs typeface="Malgun Gothic"/>
              </a:rPr>
              <a:t>Recipient</a:t>
            </a:r>
            <a:r>
              <a:rPr sz="1000" spc="100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183DAF"/>
                </a:solidFill>
                <a:latin typeface="Malgun Gothic"/>
                <a:cs typeface="Malgun Gothic"/>
              </a:rPr>
              <a:t>Interview</a:t>
            </a:r>
            <a:r>
              <a:rPr sz="1000" spc="105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183DAF"/>
                </a:solidFill>
                <a:latin typeface="Malgun Gothic"/>
                <a:cs typeface="Malgun Gothic"/>
              </a:rPr>
              <a:t>/</a:t>
            </a:r>
            <a:r>
              <a:rPr sz="1000" spc="35" dirty="0">
                <a:solidFill>
                  <a:srgbClr val="183DAF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183DAF"/>
                </a:solidFill>
                <a:latin typeface="Malgun Gothic"/>
                <a:cs typeface="Malgun Gothic"/>
              </a:rPr>
              <a:t>Specialist</a:t>
            </a:r>
            <a:endParaRPr sz="10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sz="1000" spc="10" dirty="0">
                <a:solidFill>
                  <a:srgbClr val="183DAF"/>
                </a:solidFill>
                <a:latin typeface="Malgun Gothic"/>
                <a:cs typeface="Malgun Gothic"/>
              </a:rPr>
              <a:t>Interview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</a:t>
            </a:r>
            <a:r>
              <a:rPr spc="-25" dirty="0"/>
              <a:t> </a:t>
            </a:r>
            <a:r>
              <a:rPr spc="-5" dirty="0"/>
              <a:t>Five</a:t>
            </a:r>
            <a:r>
              <a:rPr spc="-10" dirty="0"/>
              <a:t> </a:t>
            </a:r>
            <a:r>
              <a:rPr spc="-5" dirty="0"/>
              <a:t>Steps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Design</a:t>
            </a:r>
            <a:r>
              <a:rPr spc="-15" dirty="0"/>
              <a:t> </a:t>
            </a:r>
            <a:r>
              <a:rPr spc="-5" dirty="0"/>
              <a:t>Thinking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656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39201"/>
            <a:ext cx="1122438" cy="2309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5876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8735"/>
            <a:ext cx="1497330" cy="1607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2468879"/>
            <a:ext cx="8388858" cy="13540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479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023" y="1546834"/>
            <a:ext cx="1122438" cy="23243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5688"/>
            <a:ext cx="1497330" cy="1607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2464307"/>
            <a:ext cx="8458962" cy="215112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1646682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464307"/>
            <a:ext cx="8378190" cy="85572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7616" y="3726243"/>
            <a:ext cx="2799715" cy="2709716"/>
          </a:xfrm>
          <a:prstGeom prst="rect">
            <a:avLst/>
          </a:prstGeom>
          <a:ln w="12192">
            <a:solidFill>
              <a:srgbClr val="183DAF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180340" algn="just">
              <a:lnSpc>
                <a:spcPct val="100000"/>
              </a:lnSpc>
              <a:spcBef>
                <a:spcPts val="610"/>
              </a:spcBef>
            </a:pPr>
            <a:r>
              <a:rPr sz="1300" dirty="0">
                <a:latin typeface="Trebuchet MS"/>
                <a:cs typeface="Trebuchet MS"/>
              </a:rPr>
              <a:t>01. Think </a:t>
            </a:r>
            <a:r>
              <a:rPr sz="1300" dirty="0">
                <a:solidFill>
                  <a:srgbClr val="183DAF"/>
                </a:solidFill>
                <a:latin typeface="Trebuchet MS"/>
                <a:cs typeface="Trebuchet MS"/>
              </a:rPr>
              <a:t>freely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rebuchet MS"/>
              <a:cs typeface="Trebuchet MS"/>
            </a:endParaRPr>
          </a:p>
          <a:p>
            <a:pPr marL="273050" indent="-87630" algn="just">
              <a:lnSpc>
                <a:spcPct val="100000"/>
              </a:lnSpc>
              <a:buFont typeface="Arial MT"/>
              <a:buChar char="•"/>
              <a:tabLst>
                <a:tab pos="273685" algn="l"/>
              </a:tabLst>
            </a:pPr>
            <a:r>
              <a:rPr sz="1200" dirty="0">
                <a:latin typeface="Trebuchet MS"/>
                <a:cs typeface="Trebuchet MS"/>
              </a:rPr>
              <a:t>There is no one right answer.</a:t>
            </a:r>
            <a:endParaRPr sz="1200">
              <a:latin typeface="Trebuchet MS"/>
              <a:cs typeface="Trebuchet MS"/>
            </a:endParaRPr>
          </a:p>
          <a:p>
            <a:pPr marL="273050" marR="175895" indent="-86995" algn="just">
              <a:lnSpc>
                <a:spcPct val="100000"/>
              </a:lnSpc>
              <a:buFont typeface="Arial MT"/>
              <a:buChar char="•"/>
              <a:tabLst>
                <a:tab pos="273685" algn="l"/>
              </a:tabLst>
            </a:pPr>
            <a:r>
              <a:rPr sz="1200" dirty="0">
                <a:latin typeface="Trebuchet MS"/>
                <a:cs typeface="Trebuchet MS"/>
              </a:rPr>
              <a:t>Put yourself in the shoes of the person  experiencing the problem and look at the  problem from a new perspective.</a:t>
            </a:r>
            <a:endParaRPr sz="1200">
              <a:latin typeface="Trebuchet MS"/>
              <a:cs typeface="Trebuchet MS"/>
            </a:endParaRPr>
          </a:p>
          <a:p>
            <a:pPr marL="273050" marR="177800" indent="-86995" algn="just">
              <a:lnSpc>
                <a:spcPct val="100000"/>
              </a:lnSpc>
              <a:buFont typeface="Arial MT"/>
              <a:buChar char="•"/>
              <a:tabLst>
                <a:tab pos="273685" algn="l"/>
              </a:tabLst>
            </a:pPr>
            <a:r>
              <a:rPr sz="1200" dirty="0">
                <a:latin typeface="Trebuchet MS"/>
                <a:cs typeface="Trebuchet MS"/>
              </a:rPr>
              <a:t>Write freely what they see, what they see, and  what they question.</a:t>
            </a:r>
            <a:endParaRPr sz="1200">
              <a:latin typeface="Trebuchet MS"/>
              <a:cs typeface="Trebuchet MS"/>
            </a:endParaRPr>
          </a:p>
          <a:p>
            <a:pPr marL="273050" indent="-87630" algn="just">
              <a:lnSpc>
                <a:spcPct val="100000"/>
              </a:lnSpc>
              <a:buFont typeface="Arial MT"/>
              <a:buChar char="•"/>
              <a:tabLst>
                <a:tab pos="273685" algn="l"/>
              </a:tabLst>
            </a:pPr>
            <a:r>
              <a:rPr sz="1200" dirty="0">
                <a:latin typeface="Trebuchet MS"/>
                <a:cs typeface="Trebuchet MS"/>
              </a:rPr>
              <a:t>Even minor findings can lead to very meaningful</a:t>
            </a:r>
            <a:endParaRPr sz="1200">
              <a:latin typeface="Trebuchet MS"/>
              <a:cs typeface="Trebuchet MS"/>
            </a:endParaRPr>
          </a:p>
          <a:p>
            <a:pPr marL="273050" algn="just">
              <a:lnSpc>
                <a:spcPct val="100000"/>
              </a:lnSpc>
            </a:pPr>
            <a:r>
              <a:rPr sz="1200" dirty="0">
                <a:latin typeface="Trebuchet MS"/>
                <a:cs typeface="Trebuchet MS"/>
              </a:rPr>
              <a:t>solutions, so think without limiting them.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4928" y="3726243"/>
            <a:ext cx="2799715" cy="1978747"/>
          </a:xfrm>
          <a:prstGeom prst="rect">
            <a:avLst/>
          </a:prstGeom>
          <a:ln w="12192">
            <a:solidFill>
              <a:srgbClr val="183DAF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610"/>
              </a:spcBef>
            </a:pPr>
            <a:r>
              <a:rPr sz="1300" dirty="0">
                <a:latin typeface="Trebuchet MS"/>
                <a:cs typeface="Trebuchet MS"/>
              </a:rPr>
              <a:t>02. Looking at a </a:t>
            </a:r>
            <a:r>
              <a:rPr sz="1300" dirty="0">
                <a:solidFill>
                  <a:srgbClr val="183DAF"/>
                </a:solidFill>
                <a:latin typeface="Trebuchet MS"/>
                <a:cs typeface="Trebuchet MS"/>
              </a:rPr>
              <a:t>New Perspective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Trebuchet MS"/>
              <a:cs typeface="Trebuchet MS"/>
            </a:endParaRPr>
          </a:p>
          <a:p>
            <a:pPr marL="269240" marR="161925" indent="-8699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69875" algn="l"/>
              </a:tabLst>
            </a:pPr>
            <a:r>
              <a:rPr sz="1200" dirty="0">
                <a:latin typeface="Trebuchet MS"/>
                <a:cs typeface="Trebuchet MS"/>
              </a:rPr>
              <a:t>Observe the things that have been taken for  granted.</a:t>
            </a:r>
            <a:endParaRPr sz="1200">
              <a:latin typeface="Trebuchet MS"/>
              <a:cs typeface="Trebuchet MS"/>
            </a:endParaRPr>
          </a:p>
          <a:p>
            <a:pPr marL="269240" marR="161925" indent="-86995">
              <a:lnSpc>
                <a:spcPct val="100000"/>
              </a:lnSpc>
              <a:buFont typeface="Arial MT"/>
              <a:buChar char="•"/>
              <a:tabLst>
                <a:tab pos="269875" algn="l"/>
              </a:tabLst>
            </a:pPr>
            <a:r>
              <a:rPr sz="1200" dirty="0">
                <a:latin typeface="Trebuchet MS"/>
                <a:cs typeface="Trebuchet MS"/>
              </a:rPr>
              <a:t>You may see things you've never seen before  and discover new problems.</a:t>
            </a:r>
            <a:endParaRPr sz="1200">
              <a:latin typeface="Trebuchet MS"/>
              <a:cs typeface="Trebuchet MS"/>
            </a:endParaRPr>
          </a:p>
          <a:p>
            <a:pPr marL="269240" indent="-86995">
              <a:lnSpc>
                <a:spcPct val="100000"/>
              </a:lnSpc>
              <a:buFont typeface="Arial MT"/>
              <a:buChar char="•"/>
              <a:tabLst>
                <a:tab pos="269875" algn="l"/>
              </a:tabLst>
            </a:pPr>
            <a:r>
              <a:rPr sz="1200" dirty="0">
                <a:latin typeface="Trebuchet MS"/>
                <a:cs typeface="Trebuchet MS"/>
              </a:rPr>
              <a:t>For example, are bookstores where people go to</a:t>
            </a:r>
            <a:endParaRPr sz="1200">
              <a:latin typeface="Trebuchet MS"/>
              <a:cs typeface="Trebuchet MS"/>
            </a:endParaRPr>
          </a:p>
          <a:p>
            <a:pPr marL="269240">
              <a:lnSpc>
                <a:spcPct val="100000"/>
              </a:lnSpc>
            </a:pPr>
            <a:r>
              <a:rPr sz="1200" dirty="0">
                <a:latin typeface="Trebuchet MS"/>
                <a:cs typeface="Trebuchet MS"/>
              </a:rPr>
              <a:t>buy books?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92240" y="3726243"/>
            <a:ext cx="2799715" cy="1971052"/>
          </a:xfrm>
          <a:prstGeom prst="rect">
            <a:avLst/>
          </a:prstGeom>
          <a:ln w="12192">
            <a:solidFill>
              <a:srgbClr val="183DAF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180975" algn="just">
              <a:lnSpc>
                <a:spcPct val="100000"/>
              </a:lnSpc>
              <a:spcBef>
                <a:spcPts val="610"/>
              </a:spcBef>
            </a:pPr>
            <a:r>
              <a:rPr sz="1300" dirty="0">
                <a:latin typeface="Trebuchet MS"/>
                <a:cs typeface="Trebuchet MS"/>
              </a:rPr>
              <a:t>03. </a:t>
            </a:r>
            <a:r>
              <a:rPr sz="1300" dirty="0">
                <a:solidFill>
                  <a:srgbClr val="183DAF"/>
                </a:solidFill>
                <a:latin typeface="Trebuchet MS"/>
                <a:cs typeface="Trebuchet MS"/>
              </a:rPr>
              <a:t>Record </a:t>
            </a:r>
            <a:r>
              <a:rPr sz="1300" dirty="0">
                <a:solidFill>
                  <a:srgbClr val="57585B"/>
                </a:solidFill>
                <a:latin typeface="Trebuchet MS"/>
                <a:cs typeface="Trebuchet MS"/>
              </a:rPr>
              <a:t>in Detail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rebuchet MS"/>
              <a:cs typeface="Trebuchet MS"/>
            </a:endParaRPr>
          </a:p>
          <a:p>
            <a:pPr marL="236220" indent="-87630" algn="just">
              <a:lnSpc>
                <a:spcPct val="100000"/>
              </a:lnSpc>
              <a:buFont typeface="Arial MT"/>
              <a:buChar char="•"/>
              <a:tabLst>
                <a:tab pos="236854" algn="l"/>
              </a:tabLst>
            </a:pPr>
            <a:r>
              <a:rPr sz="1200" dirty="0">
                <a:latin typeface="Trebuchet MS"/>
                <a:cs typeface="Trebuchet MS"/>
              </a:rPr>
              <a:t>Writing down findings, questions, etc. in detail</a:t>
            </a:r>
            <a:endParaRPr sz="1200">
              <a:latin typeface="Trebuchet MS"/>
              <a:cs typeface="Trebuchet MS"/>
            </a:endParaRPr>
          </a:p>
          <a:p>
            <a:pPr marL="236220" algn="just">
              <a:lnSpc>
                <a:spcPct val="100000"/>
              </a:lnSpc>
            </a:pPr>
            <a:r>
              <a:rPr sz="1200" dirty="0">
                <a:latin typeface="Trebuchet MS"/>
                <a:cs typeface="Trebuchet MS"/>
              </a:rPr>
              <a:t>develops ideas and leads to more ideas.</a:t>
            </a:r>
            <a:endParaRPr sz="1200">
              <a:latin typeface="Trebuchet MS"/>
              <a:cs typeface="Trebuchet MS"/>
            </a:endParaRPr>
          </a:p>
          <a:p>
            <a:pPr marL="236220" marR="210185" indent="-86995" algn="just">
              <a:lnSpc>
                <a:spcPct val="100000"/>
              </a:lnSpc>
              <a:buFont typeface="Arial MT"/>
              <a:buChar char="•"/>
              <a:tabLst>
                <a:tab pos="236854" algn="l"/>
              </a:tabLst>
            </a:pPr>
            <a:r>
              <a:rPr sz="1200" dirty="0">
                <a:latin typeface="Trebuchet MS"/>
                <a:cs typeface="Trebuchet MS"/>
              </a:rPr>
              <a:t>Your records will serve as an important  foundation for finding true solutions in the next  step, Direction Finder.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</a:t>
            </a:r>
            <a:r>
              <a:rPr spc="-25" dirty="0"/>
              <a:t> </a:t>
            </a:r>
            <a:r>
              <a:rPr spc="-5" dirty="0"/>
              <a:t>Five</a:t>
            </a:r>
            <a:r>
              <a:rPr spc="-10" dirty="0"/>
              <a:t> </a:t>
            </a:r>
            <a:r>
              <a:rPr spc="-5" dirty="0"/>
              <a:t>Steps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Design</a:t>
            </a:r>
            <a:r>
              <a:rPr spc="-15" dirty="0"/>
              <a:t> </a:t>
            </a:r>
            <a:r>
              <a:rPr spc="-5" dirty="0"/>
              <a:t>Thinking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3023" y="1546834"/>
            <a:ext cx="1122438" cy="23243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8067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1646682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401811"/>
            <a:ext cx="8138922" cy="65761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95527" y="3331451"/>
            <a:ext cx="8282305" cy="2660650"/>
          </a:xfrm>
          <a:custGeom>
            <a:avLst/>
            <a:gdLst/>
            <a:ahLst/>
            <a:cxnLst/>
            <a:rect l="l" t="t" r="r" b="b"/>
            <a:pathLst>
              <a:path w="8282305" h="2660650">
                <a:moveTo>
                  <a:pt x="0" y="2660396"/>
                </a:moveTo>
                <a:lnTo>
                  <a:pt x="8282305" y="2660396"/>
                </a:lnTo>
                <a:lnTo>
                  <a:pt x="8282305" y="0"/>
                </a:lnTo>
                <a:lnTo>
                  <a:pt x="0" y="0"/>
                </a:lnTo>
                <a:lnTo>
                  <a:pt x="0" y="2660396"/>
                </a:lnTo>
                <a:close/>
              </a:path>
            </a:pathLst>
          </a:custGeom>
          <a:ln w="12192">
            <a:solidFill>
              <a:srgbClr val="183DA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379219" y="4753102"/>
            <a:ext cx="1853564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83DAF"/>
                </a:solidFill>
                <a:latin typeface="+mj-lt"/>
                <a:cs typeface="Trebuchet MS"/>
              </a:rPr>
              <a:t>ENVIRONMENT </a:t>
            </a:r>
            <a:r>
              <a:rPr sz="1300" dirty="0">
                <a:solidFill>
                  <a:srgbClr val="57585B"/>
                </a:solidFill>
                <a:latin typeface="+mj-lt"/>
                <a:cs typeface="Trebuchet MS"/>
              </a:rPr>
              <a:t>Observing environment</a:t>
            </a:r>
            <a:endParaRPr sz="1300" dirty="0">
              <a:latin typeface="+mj-lt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7282" y="3577209"/>
            <a:ext cx="1278890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83DAF"/>
                </a:solidFill>
                <a:cs typeface="Trebuchet MS"/>
              </a:rPr>
              <a:t>PEOPLE </a:t>
            </a:r>
            <a:r>
              <a:rPr sz="1300" dirty="0">
                <a:solidFill>
                  <a:srgbClr val="57585B"/>
                </a:solidFill>
                <a:cs typeface="Trebuchet MS"/>
              </a:rPr>
              <a:t>Observing people</a:t>
            </a:r>
            <a:endParaRPr sz="1300" dirty="0"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27269" y="3577209"/>
            <a:ext cx="1111250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83DAF"/>
                </a:solidFill>
                <a:cs typeface="Trebuchet MS"/>
              </a:rPr>
              <a:t>TOOLS </a:t>
            </a:r>
            <a:r>
              <a:rPr sz="1300" dirty="0">
                <a:cs typeface="Trebuchet MS"/>
              </a:rPr>
              <a:t>Observingtools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89447" y="4753102"/>
            <a:ext cx="129984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83DAF"/>
                </a:solidFill>
                <a:latin typeface="+mj-lt"/>
                <a:cs typeface="Trebuchet MS"/>
              </a:rPr>
              <a:t>ACTIVITY </a:t>
            </a:r>
            <a:r>
              <a:rPr sz="1300" dirty="0">
                <a:solidFill>
                  <a:srgbClr val="57585B"/>
                </a:solidFill>
                <a:latin typeface="+mj-lt"/>
                <a:cs typeface="Trebuchet MS"/>
              </a:rPr>
              <a:t>Observing activity</a:t>
            </a:r>
            <a:endParaRPr sz="1300" dirty="0">
              <a:latin typeface="+mj-lt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25652" y="3517391"/>
            <a:ext cx="7822565" cy="2273300"/>
            <a:chOff x="1025652" y="3517391"/>
            <a:chExt cx="7822565" cy="2273300"/>
          </a:xfrm>
        </p:grpSpPr>
        <p:sp>
          <p:nvSpPr>
            <p:cNvPr id="14" name="object 14"/>
            <p:cNvSpPr/>
            <p:nvPr/>
          </p:nvSpPr>
          <p:spPr>
            <a:xfrm>
              <a:off x="1025652" y="3532631"/>
              <a:ext cx="7822565" cy="2258060"/>
            </a:xfrm>
            <a:custGeom>
              <a:avLst/>
              <a:gdLst/>
              <a:ahLst/>
              <a:cxnLst/>
              <a:rect l="l" t="t" r="r" b="b"/>
              <a:pathLst>
                <a:path w="7822565" h="2258060">
                  <a:moveTo>
                    <a:pt x="3910584" y="0"/>
                  </a:moveTo>
                  <a:lnTo>
                    <a:pt x="3910584" y="2257793"/>
                  </a:lnTo>
                </a:path>
                <a:path w="7822565" h="2258060">
                  <a:moveTo>
                    <a:pt x="0" y="1054607"/>
                  </a:moveTo>
                  <a:lnTo>
                    <a:pt x="7822183" y="1054607"/>
                  </a:lnTo>
                </a:path>
              </a:pathLst>
            </a:custGeom>
            <a:ln w="3175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55692" y="4732019"/>
              <a:ext cx="233172" cy="2560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83123" y="3538727"/>
              <a:ext cx="231648" cy="25450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5652" y="3517391"/>
              <a:ext cx="269747" cy="2971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3272" y="4696967"/>
              <a:ext cx="233172" cy="256031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</a:t>
            </a:r>
            <a:r>
              <a:rPr spc="-25" dirty="0"/>
              <a:t> </a:t>
            </a:r>
            <a:r>
              <a:rPr spc="-5" dirty="0"/>
              <a:t>Five</a:t>
            </a:r>
            <a:r>
              <a:rPr spc="-10" dirty="0"/>
              <a:t> </a:t>
            </a:r>
            <a:r>
              <a:rPr spc="-5" dirty="0"/>
              <a:t>Steps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Design</a:t>
            </a:r>
            <a:r>
              <a:rPr spc="-15" dirty="0"/>
              <a:t> </a:t>
            </a:r>
            <a:r>
              <a:rPr spc="-5" dirty="0"/>
              <a:t>Thinking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3023" y="1546834"/>
            <a:ext cx="1122438" cy="23243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2230374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5652" y="3230841"/>
            <a:ext cx="3498341" cy="32084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89220" y="3230879"/>
            <a:ext cx="2769870" cy="13944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5652" y="4917947"/>
            <a:ext cx="3268217" cy="78715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89220" y="4917922"/>
            <a:ext cx="3347466" cy="4777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379219" y="4335856"/>
            <a:ext cx="1853564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83DAF"/>
                </a:solidFill>
                <a:latin typeface="Trebuchet MS"/>
                <a:cs typeface="Trebuchet MS"/>
              </a:rPr>
              <a:t>ENVIRONMENT </a:t>
            </a:r>
            <a:r>
              <a:rPr sz="1300" dirty="0">
                <a:solidFill>
                  <a:srgbClr val="57585B"/>
                </a:solidFill>
                <a:latin typeface="Trebuchet MS"/>
                <a:cs typeface="Trebuchet MS"/>
              </a:rPr>
              <a:t>Observing environment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7282" y="2748152"/>
            <a:ext cx="1278890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83DAF"/>
                </a:solidFill>
                <a:latin typeface="Trebuchet MS"/>
                <a:cs typeface="Trebuchet MS"/>
              </a:rPr>
              <a:t>PEOPLE </a:t>
            </a:r>
            <a:r>
              <a:rPr sz="1300" dirty="0">
                <a:solidFill>
                  <a:srgbClr val="57585B"/>
                </a:solidFill>
                <a:latin typeface="Trebuchet MS"/>
                <a:cs typeface="Trebuchet MS"/>
              </a:rPr>
              <a:t>Observing people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27269" y="2748152"/>
            <a:ext cx="1111250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83DAF"/>
                </a:solidFill>
                <a:latin typeface="Trebuchet MS"/>
                <a:cs typeface="Trebuchet MS"/>
              </a:rPr>
              <a:t>TOOLS </a:t>
            </a:r>
            <a:r>
              <a:rPr sz="1300" dirty="0">
                <a:latin typeface="Trebuchet MS"/>
                <a:cs typeface="Trebuchet MS"/>
              </a:rPr>
              <a:t>Observingtools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489446" y="4335856"/>
            <a:ext cx="1749553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183DAF"/>
                </a:solidFill>
                <a:latin typeface="Trebuchet MS"/>
                <a:cs typeface="Trebuchet MS"/>
              </a:rPr>
              <a:t>ACTIVITY </a:t>
            </a:r>
            <a:r>
              <a:rPr sz="1300" dirty="0">
                <a:solidFill>
                  <a:srgbClr val="57585B"/>
                </a:solidFill>
                <a:latin typeface="Trebuchet MS"/>
                <a:cs typeface="Trebuchet MS"/>
              </a:rPr>
              <a:t>Observing activity</a:t>
            </a:r>
            <a:endParaRPr sz="1300" dirty="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89431" y="2496261"/>
            <a:ext cx="8295005" cy="3526154"/>
            <a:chOff x="789431" y="2496261"/>
            <a:chExt cx="8295005" cy="3526154"/>
          </a:xfrm>
        </p:grpSpPr>
        <p:sp>
          <p:nvSpPr>
            <p:cNvPr id="16" name="object 16"/>
            <p:cNvSpPr/>
            <p:nvPr/>
          </p:nvSpPr>
          <p:spPr>
            <a:xfrm>
              <a:off x="795527" y="2502357"/>
              <a:ext cx="8282305" cy="3514090"/>
            </a:xfrm>
            <a:custGeom>
              <a:avLst/>
              <a:gdLst/>
              <a:ahLst/>
              <a:cxnLst/>
              <a:rect l="l" t="t" r="r" b="b"/>
              <a:pathLst>
                <a:path w="8282305" h="3514090">
                  <a:moveTo>
                    <a:pt x="0" y="3513709"/>
                  </a:moveTo>
                  <a:lnTo>
                    <a:pt x="8282305" y="3513709"/>
                  </a:lnTo>
                  <a:lnTo>
                    <a:pt x="8282305" y="0"/>
                  </a:lnTo>
                  <a:lnTo>
                    <a:pt x="0" y="0"/>
                  </a:lnTo>
                  <a:lnTo>
                    <a:pt x="0" y="3513709"/>
                  </a:lnTo>
                  <a:close/>
                </a:path>
              </a:pathLst>
            </a:custGeom>
            <a:ln w="12192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25652" y="2769107"/>
              <a:ext cx="7822565" cy="2981960"/>
            </a:xfrm>
            <a:custGeom>
              <a:avLst/>
              <a:gdLst/>
              <a:ahLst/>
              <a:cxnLst/>
              <a:rect l="l" t="t" r="r" b="b"/>
              <a:pathLst>
                <a:path w="7822565" h="2981960">
                  <a:moveTo>
                    <a:pt x="3910584" y="0"/>
                  </a:moveTo>
                  <a:lnTo>
                    <a:pt x="3910584" y="2981452"/>
                  </a:lnTo>
                </a:path>
                <a:path w="7822565" h="2981960">
                  <a:moveTo>
                    <a:pt x="0" y="1391411"/>
                  </a:moveTo>
                  <a:lnTo>
                    <a:pt x="7822183" y="1391411"/>
                  </a:lnTo>
                </a:path>
              </a:pathLst>
            </a:custGeom>
            <a:ln w="3175">
              <a:solidFill>
                <a:srgbClr val="183D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84647" y="4341876"/>
              <a:ext cx="233172" cy="2560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83123" y="2709672"/>
              <a:ext cx="231648" cy="25450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5652" y="2688335"/>
              <a:ext cx="269747" cy="29717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2227" y="4314444"/>
              <a:ext cx="233172" cy="256031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</a:t>
            </a:r>
            <a:r>
              <a:rPr spc="-25" dirty="0"/>
              <a:t> </a:t>
            </a:r>
            <a:r>
              <a:rPr spc="-5" dirty="0"/>
              <a:t>Five</a:t>
            </a:r>
            <a:r>
              <a:rPr spc="-10" dirty="0"/>
              <a:t> </a:t>
            </a:r>
            <a:r>
              <a:rPr spc="-5" dirty="0"/>
              <a:t>Steps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Design</a:t>
            </a:r>
            <a:r>
              <a:rPr spc="-15" dirty="0"/>
              <a:t> </a:t>
            </a:r>
            <a:r>
              <a:rPr spc="-5" dirty="0"/>
              <a:t>Thinking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73023" y="1546834"/>
            <a:ext cx="1122438" cy="23243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7116" y="1536179"/>
            <a:ext cx="1032522" cy="30252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4164"/>
            <a:ext cx="928878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4805171"/>
            <a:ext cx="4580382" cy="45948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365248" y="2680716"/>
            <a:ext cx="5323840" cy="1675130"/>
            <a:chOff x="2365248" y="2680716"/>
            <a:chExt cx="5323840" cy="1675130"/>
          </a:xfrm>
        </p:grpSpPr>
        <p:sp>
          <p:nvSpPr>
            <p:cNvPr id="10" name="object 10"/>
            <p:cNvSpPr/>
            <p:nvPr/>
          </p:nvSpPr>
          <p:spPr>
            <a:xfrm>
              <a:off x="2365248" y="2680716"/>
              <a:ext cx="1130935" cy="1005840"/>
            </a:xfrm>
            <a:custGeom>
              <a:avLst/>
              <a:gdLst/>
              <a:ahLst/>
              <a:cxnLst/>
              <a:rect l="l" t="t" r="r" b="b"/>
              <a:pathLst>
                <a:path w="1130935" h="1005839">
                  <a:moveTo>
                    <a:pt x="879347" y="0"/>
                  </a:moveTo>
                  <a:lnTo>
                    <a:pt x="251459" y="0"/>
                  </a:lnTo>
                  <a:lnTo>
                    <a:pt x="0" y="502920"/>
                  </a:lnTo>
                  <a:lnTo>
                    <a:pt x="251459" y="1005840"/>
                  </a:lnTo>
                  <a:lnTo>
                    <a:pt x="879347" y="1005840"/>
                  </a:lnTo>
                  <a:lnTo>
                    <a:pt x="1130807" y="502920"/>
                  </a:lnTo>
                  <a:lnTo>
                    <a:pt x="87934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75204" y="3118104"/>
              <a:ext cx="310133" cy="1318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413760" y="3349752"/>
              <a:ext cx="1130935" cy="1005840"/>
            </a:xfrm>
            <a:custGeom>
              <a:avLst/>
              <a:gdLst/>
              <a:ahLst/>
              <a:cxnLst/>
              <a:rect l="l" t="t" r="r" b="b"/>
              <a:pathLst>
                <a:path w="1130935" h="1005839">
                  <a:moveTo>
                    <a:pt x="879348" y="0"/>
                  </a:moveTo>
                  <a:lnTo>
                    <a:pt x="251460" y="0"/>
                  </a:lnTo>
                  <a:lnTo>
                    <a:pt x="0" y="502920"/>
                  </a:lnTo>
                  <a:lnTo>
                    <a:pt x="251460" y="1005840"/>
                  </a:lnTo>
                  <a:lnTo>
                    <a:pt x="879348" y="1005840"/>
                  </a:lnTo>
                  <a:lnTo>
                    <a:pt x="1130807" y="502920"/>
                  </a:lnTo>
                  <a:lnTo>
                    <a:pt x="879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5136" y="3787140"/>
              <a:ext cx="451865" cy="1318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462272" y="2680716"/>
              <a:ext cx="1130935" cy="1005840"/>
            </a:xfrm>
            <a:custGeom>
              <a:avLst/>
              <a:gdLst/>
              <a:ahLst/>
              <a:cxnLst/>
              <a:rect l="l" t="t" r="r" b="b"/>
              <a:pathLst>
                <a:path w="1130935" h="1005839">
                  <a:moveTo>
                    <a:pt x="879348" y="0"/>
                  </a:moveTo>
                  <a:lnTo>
                    <a:pt x="251460" y="0"/>
                  </a:lnTo>
                  <a:lnTo>
                    <a:pt x="0" y="502920"/>
                  </a:lnTo>
                  <a:lnTo>
                    <a:pt x="251460" y="1005840"/>
                  </a:lnTo>
                  <a:lnTo>
                    <a:pt x="879348" y="1005840"/>
                  </a:lnTo>
                  <a:lnTo>
                    <a:pt x="1130807" y="502920"/>
                  </a:lnTo>
                  <a:lnTo>
                    <a:pt x="879348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59452" y="3130296"/>
              <a:ext cx="531113" cy="1623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10784" y="2680715"/>
              <a:ext cx="2178050" cy="1675130"/>
            </a:xfrm>
            <a:custGeom>
              <a:avLst/>
              <a:gdLst/>
              <a:ahLst/>
              <a:cxnLst/>
              <a:rect l="l" t="t" r="r" b="b"/>
              <a:pathLst>
                <a:path w="2178050" h="1675129">
                  <a:moveTo>
                    <a:pt x="1130808" y="1171956"/>
                  </a:moveTo>
                  <a:lnTo>
                    <a:pt x="879348" y="669036"/>
                  </a:lnTo>
                  <a:lnTo>
                    <a:pt x="251460" y="669036"/>
                  </a:lnTo>
                  <a:lnTo>
                    <a:pt x="0" y="1171956"/>
                  </a:lnTo>
                  <a:lnTo>
                    <a:pt x="251460" y="1674876"/>
                  </a:lnTo>
                  <a:lnTo>
                    <a:pt x="879348" y="1674876"/>
                  </a:lnTo>
                  <a:lnTo>
                    <a:pt x="1130808" y="1171956"/>
                  </a:lnTo>
                  <a:close/>
                </a:path>
                <a:path w="2178050" h="1675129">
                  <a:moveTo>
                    <a:pt x="2177796" y="502920"/>
                  </a:moveTo>
                  <a:lnTo>
                    <a:pt x="1926336" y="0"/>
                  </a:lnTo>
                  <a:lnTo>
                    <a:pt x="1299972" y="0"/>
                  </a:lnTo>
                  <a:lnTo>
                    <a:pt x="1048512" y="502920"/>
                  </a:lnTo>
                  <a:lnTo>
                    <a:pt x="1299972" y="1005840"/>
                  </a:lnTo>
                  <a:lnTo>
                    <a:pt x="1926336" y="1005840"/>
                  </a:lnTo>
                  <a:lnTo>
                    <a:pt x="2177796" y="50292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11924" y="3118104"/>
              <a:ext cx="221742" cy="1318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99176" y="3683508"/>
              <a:ext cx="953262" cy="16230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7" y="2080284"/>
            <a:ext cx="448810" cy="1378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424683"/>
            <a:ext cx="8384285" cy="26494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7116" y="1536179"/>
            <a:ext cx="1032522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7" y="2080284"/>
            <a:ext cx="448810" cy="1378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424671"/>
            <a:ext cx="8333994" cy="6576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53311" y="3470147"/>
            <a:ext cx="7801609" cy="1023357"/>
          </a:xfrm>
          <a:prstGeom prst="rect">
            <a:avLst/>
          </a:prstGeom>
          <a:ln w="12192">
            <a:solidFill>
              <a:srgbClr val="13289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22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  <a:tabLst>
                <a:tab pos="718185" algn="l"/>
              </a:tabLst>
            </a:pP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am </a:t>
            </a:r>
            <a:r>
              <a:rPr sz="1400" u="sng" dirty="0">
                <a:solidFill>
                  <a:srgbClr val="13289F"/>
                </a:solidFill>
                <a:uFill>
                  <a:solidFill>
                    <a:srgbClr val="12279E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years old.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">
              <a:lnSpc>
                <a:spcPct val="100000"/>
              </a:lnSpc>
              <a:tabLst>
                <a:tab pos="1626870" algn="l"/>
                <a:tab pos="3805554" algn="l"/>
              </a:tabLst>
            </a:pP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job is</a:t>
            </a:r>
            <a:r>
              <a:rPr sz="1400" u="sng" dirty="0">
                <a:solidFill>
                  <a:srgbClr val="13289F"/>
                </a:solidFill>
                <a:uFill>
                  <a:solidFill>
                    <a:srgbClr val="12279E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what I do is</a:t>
            </a:r>
            <a:r>
              <a:rPr sz="1400" u="sng" dirty="0">
                <a:solidFill>
                  <a:srgbClr val="13289F"/>
                </a:solidFill>
                <a:uFill>
                  <a:solidFill>
                    <a:srgbClr val="12279E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7116" y="1536179"/>
            <a:ext cx="1032522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0448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7" y="2080284"/>
            <a:ext cx="448810" cy="1378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424683"/>
            <a:ext cx="8437629" cy="245135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7116" y="1536179"/>
            <a:ext cx="1032522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7" y="2080284"/>
            <a:ext cx="448810" cy="1378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424683"/>
            <a:ext cx="8178546" cy="125806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28927" y="4287011"/>
            <a:ext cx="7907020" cy="1353820"/>
          </a:xfrm>
          <a:prstGeom prst="rect">
            <a:avLst/>
          </a:prstGeom>
          <a:ln w="12192">
            <a:solidFill>
              <a:srgbClr val="13289F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tabLst>
                <a:tab pos="3711575" algn="l"/>
              </a:tabLst>
            </a:pPr>
            <a:r>
              <a:rPr sz="1400" dirty="0">
                <a:solidFill>
                  <a:srgbClr val="13289F"/>
                </a:solidFill>
                <a:latin typeface="Trebuchet MS"/>
                <a:cs typeface="Trebuchet MS"/>
              </a:rPr>
              <a:t>What amuses me is</a:t>
            </a:r>
            <a:r>
              <a:rPr sz="1400" u="sng" dirty="0">
                <a:solidFill>
                  <a:srgbClr val="13289F"/>
                </a:solidFill>
                <a:uFill>
                  <a:solidFill>
                    <a:srgbClr val="12279E"/>
                  </a:solidFill>
                </a:uFill>
                <a:latin typeface="Trebuchet MS"/>
                <a:cs typeface="Trebuchet MS"/>
              </a:rPr>
              <a:t>	</a:t>
            </a:r>
            <a:r>
              <a:rPr sz="1400" dirty="0">
                <a:solidFill>
                  <a:srgbClr val="13289F"/>
                </a:solidFill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91440" marR="3577590">
              <a:lnSpc>
                <a:spcPct val="100000"/>
              </a:lnSpc>
              <a:tabLst>
                <a:tab pos="3982720" algn="l"/>
                <a:tab pos="4290695" algn="l"/>
              </a:tabLst>
            </a:pPr>
            <a:r>
              <a:rPr sz="1400" dirty="0">
                <a:solidFill>
                  <a:srgbClr val="13289F"/>
                </a:solidFill>
                <a:latin typeface="Trebuchet MS"/>
                <a:cs typeface="Trebuchet MS"/>
              </a:rPr>
              <a:t>What I think is important to me is </a:t>
            </a:r>
            <a:r>
              <a:rPr sz="1400" u="sng" dirty="0">
                <a:solidFill>
                  <a:srgbClr val="13289F"/>
                </a:solidFill>
                <a:uFill>
                  <a:solidFill>
                    <a:srgbClr val="12279E"/>
                  </a:solidFill>
                </a:uFill>
                <a:latin typeface="Trebuchet MS"/>
                <a:cs typeface="Trebuchet MS"/>
              </a:rPr>
              <a:t> 		</a:t>
            </a:r>
            <a:r>
              <a:rPr sz="1400" dirty="0">
                <a:solidFill>
                  <a:srgbClr val="13289F"/>
                </a:solidFill>
                <a:latin typeface="Trebuchet MS"/>
                <a:cs typeface="Trebuchet MS"/>
              </a:rPr>
              <a:t>.  What I hate very much is</a:t>
            </a:r>
            <a:r>
              <a:rPr sz="1400" u="sng" dirty="0">
                <a:solidFill>
                  <a:srgbClr val="13289F"/>
                </a:solidFill>
                <a:uFill>
                  <a:solidFill>
                    <a:srgbClr val="12279E"/>
                  </a:solidFill>
                </a:uFill>
                <a:latin typeface="Trebuchet MS"/>
                <a:cs typeface="Trebuchet MS"/>
              </a:rPr>
              <a:t>	</a:t>
            </a:r>
            <a:r>
              <a:rPr sz="1400" dirty="0">
                <a:solidFill>
                  <a:srgbClr val="13289F"/>
                </a:solidFill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91440">
              <a:lnSpc>
                <a:spcPct val="100000"/>
              </a:lnSpc>
              <a:tabLst>
                <a:tab pos="3629025" algn="l"/>
              </a:tabLst>
            </a:pPr>
            <a:r>
              <a:rPr sz="1400" dirty="0">
                <a:solidFill>
                  <a:srgbClr val="13289F"/>
                </a:solidFill>
                <a:latin typeface="Trebuchet MS"/>
                <a:cs typeface="Trebuchet MS"/>
              </a:rPr>
              <a:t>My goal is</a:t>
            </a:r>
            <a:r>
              <a:rPr sz="1400" u="sng" dirty="0">
                <a:solidFill>
                  <a:srgbClr val="13289F"/>
                </a:solidFill>
                <a:uFill>
                  <a:solidFill>
                    <a:srgbClr val="12279E"/>
                  </a:solidFill>
                </a:uFill>
                <a:latin typeface="Trebuchet MS"/>
                <a:cs typeface="Trebuchet MS"/>
              </a:rPr>
              <a:t>	</a:t>
            </a:r>
            <a:r>
              <a:rPr sz="1400" dirty="0">
                <a:solidFill>
                  <a:srgbClr val="13289F"/>
                </a:solidFill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</a:t>
            </a:r>
            <a:r>
              <a:rPr spc="-25" dirty="0"/>
              <a:t> </a:t>
            </a:r>
            <a:r>
              <a:rPr spc="-5" dirty="0"/>
              <a:t>Five</a:t>
            </a:r>
            <a:r>
              <a:rPr spc="-10" dirty="0"/>
              <a:t> </a:t>
            </a:r>
            <a:r>
              <a:rPr spc="-5" dirty="0"/>
              <a:t>Steps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Design</a:t>
            </a:r>
            <a:r>
              <a:rPr spc="-15" dirty="0"/>
              <a:t> </a:t>
            </a:r>
            <a:r>
              <a:rPr spc="-5" dirty="0"/>
              <a:t>Thinking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7116" y="1536179"/>
            <a:ext cx="1032522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7" y="2080284"/>
            <a:ext cx="448810" cy="1378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424671"/>
            <a:ext cx="7730490" cy="105995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7116" y="1536179"/>
            <a:ext cx="1032522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5876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7" y="2083381"/>
            <a:ext cx="448810" cy="13937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421635"/>
            <a:ext cx="8306561" cy="185699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7116" y="1536179"/>
            <a:ext cx="1032522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1038606" cy="1744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3231" y="2593848"/>
            <a:ext cx="8343900" cy="1726755"/>
          </a:xfrm>
          <a:prstGeom prst="rect">
            <a:avLst/>
          </a:prstGeom>
          <a:ln w="12192">
            <a:solidFill>
              <a:srgbClr val="13289F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90805">
              <a:lnSpc>
                <a:spcPct val="100000"/>
              </a:lnSpc>
            </a:pP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am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55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years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old.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805" marR="2603500">
              <a:lnSpc>
                <a:spcPct val="100000"/>
              </a:lnSpc>
            </a:pP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daily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wage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construction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worker,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houses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located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urban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area. </a:t>
            </a:r>
            <a:endParaRPr lang="en-US" sz="1400" dirty="0">
              <a:solidFill>
                <a:srgbClr val="13289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805" marR="2603500">
              <a:lnSpc>
                <a:spcPct val="100000"/>
              </a:lnSpc>
            </a:pP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en-US"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me is a meal voucher provided by the municipality.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805" marR="2054225">
              <a:lnSpc>
                <a:spcPct val="100000"/>
              </a:lnSpc>
            </a:pP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 think is important to me is saving money as much as I can since I might have no work to do if I get older.  What I hate very much is the fact that blurriness in the eye has disturbed me a lot recently.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805">
              <a:lnSpc>
                <a:spcPct val="100000"/>
              </a:lnSpc>
            </a:pPr>
            <a:r>
              <a:rPr sz="1400" dirty="0">
                <a:solidFill>
                  <a:srgbClr val="1328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goal is to achieve economic stability without worrying about subsistence.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</a:t>
            </a:r>
            <a:r>
              <a:rPr spc="-25" dirty="0"/>
              <a:t> </a:t>
            </a:r>
            <a:r>
              <a:rPr spc="-5" dirty="0"/>
              <a:t>Five</a:t>
            </a:r>
            <a:r>
              <a:rPr spc="-10" dirty="0"/>
              <a:t> </a:t>
            </a:r>
            <a:r>
              <a:rPr spc="-5" dirty="0"/>
              <a:t>Steps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Design</a:t>
            </a:r>
            <a:r>
              <a:rPr spc="-15" dirty="0"/>
              <a:t> </a:t>
            </a:r>
            <a:r>
              <a:rPr spc="-5" dirty="0"/>
              <a:t>Thinking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7116" y="1536179"/>
            <a:ext cx="1032522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49779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4164"/>
            <a:ext cx="1067561" cy="17449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60831" y="2650235"/>
            <a:ext cx="2682240" cy="1310640"/>
          </a:xfrm>
          <a:custGeom>
            <a:avLst/>
            <a:gdLst/>
            <a:ahLst/>
            <a:cxnLst/>
            <a:rect l="l" t="t" r="r" b="b"/>
            <a:pathLst>
              <a:path w="2682240" h="1310639">
                <a:moveTo>
                  <a:pt x="0" y="627888"/>
                </a:moveTo>
                <a:lnTo>
                  <a:pt x="2682240" y="627888"/>
                </a:lnTo>
                <a:lnTo>
                  <a:pt x="2682240" y="0"/>
                </a:lnTo>
                <a:lnTo>
                  <a:pt x="0" y="0"/>
                </a:lnTo>
                <a:lnTo>
                  <a:pt x="0" y="627888"/>
                </a:lnTo>
                <a:close/>
              </a:path>
              <a:path w="2682240" h="1310639">
                <a:moveTo>
                  <a:pt x="0" y="1310639"/>
                </a:moveTo>
                <a:lnTo>
                  <a:pt x="2682240" y="1310639"/>
                </a:lnTo>
                <a:lnTo>
                  <a:pt x="2682240" y="682751"/>
                </a:lnTo>
                <a:lnTo>
                  <a:pt x="0" y="682751"/>
                </a:lnTo>
                <a:lnTo>
                  <a:pt x="0" y="1310639"/>
                </a:lnTo>
                <a:close/>
              </a:path>
            </a:pathLst>
          </a:custGeom>
          <a:ln w="12192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99742" y="2656078"/>
            <a:ext cx="80391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200" dirty="0">
                <a:solidFill>
                  <a:srgbClr val="13289F"/>
                </a:solidFill>
                <a:latin typeface="Arial"/>
                <a:cs typeface="Arial"/>
              </a:rPr>
              <a:t>Ag</a:t>
            </a:r>
            <a:r>
              <a:rPr sz="1200" b="1" spc="-160" dirty="0">
                <a:solidFill>
                  <a:srgbClr val="13289F"/>
                </a:solidFill>
                <a:latin typeface="Arial"/>
                <a:cs typeface="Arial"/>
              </a:rPr>
              <a:t>e</a:t>
            </a:r>
            <a:r>
              <a:rPr sz="1200" b="1" spc="-35" dirty="0">
                <a:solidFill>
                  <a:srgbClr val="13289F"/>
                </a:solidFill>
                <a:latin typeface="Arial"/>
                <a:cs typeface="Arial"/>
              </a:rPr>
              <a:t> </a:t>
            </a:r>
            <a:r>
              <a:rPr sz="1200" b="1" spc="225" dirty="0">
                <a:solidFill>
                  <a:srgbClr val="13289F"/>
                </a:solidFill>
                <a:latin typeface="Arial"/>
                <a:cs typeface="Arial"/>
              </a:rPr>
              <a:t>/</a:t>
            </a:r>
            <a:r>
              <a:rPr sz="1200" b="1" spc="-35" dirty="0">
                <a:solidFill>
                  <a:srgbClr val="13289F"/>
                </a:solidFill>
                <a:latin typeface="Arial"/>
                <a:cs typeface="Arial"/>
              </a:rPr>
              <a:t> </a:t>
            </a:r>
            <a:r>
              <a:rPr sz="1200" b="1" spc="-265" dirty="0">
                <a:solidFill>
                  <a:srgbClr val="13289F"/>
                </a:solidFill>
                <a:latin typeface="Arial"/>
                <a:cs typeface="Arial"/>
              </a:rPr>
              <a:t>G</a:t>
            </a:r>
            <a:r>
              <a:rPr sz="1200" b="1" spc="-160" dirty="0">
                <a:solidFill>
                  <a:srgbClr val="13289F"/>
                </a:solidFill>
                <a:latin typeface="Arial"/>
                <a:cs typeface="Arial"/>
              </a:rPr>
              <a:t>e</a:t>
            </a:r>
            <a:r>
              <a:rPr sz="1200" b="1" spc="-175" dirty="0">
                <a:solidFill>
                  <a:srgbClr val="13289F"/>
                </a:solidFill>
                <a:latin typeface="Arial"/>
                <a:cs typeface="Arial"/>
              </a:rPr>
              <a:t>n</a:t>
            </a:r>
            <a:r>
              <a:rPr sz="1200" b="1" spc="-180" dirty="0">
                <a:solidFill>
                  <a:srgbClr val="13289F"/>
                </a:solidFill>
                <a:latin typeface="Arial"/>
                <a:cs typeface="Arial"/>
              </a:rPr>
              <a:t>d</a:t>
            </a:r>
            <a:r>
              <a:rPr sz="1200" b="1" spc="-160" dirty="0">
                <a:solidFill>
                  <a:srgbClr val="13289F"/>
                </a:solidFill>
                <a:latin typeface="Arial"/>
                <a:cs typeface="Arial"/>
              </a:rPr>
              <a:t>e</a:t>
            </a:r>
            <a:r>
              <a:rPr sz="1200" b="1" spc="-55" dirty="0">
                <a:solidFill>
                  <a:srgbClr val="13289F"/>
                </a:solidFill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80"/>
              </a:spcBef>
            </a:pPr>
            <a:r>
              <a:rPr sz="1200" spc="-135" dirty="0">
                <a:latin typeface="Trebuchet MS"/>
                <a:cs typeface="Trebuchet MS"/>
              </a:rPr>
              <a:t>5</a:t>
            </a:r>
            <a:r>
              <a:rPr sz="1200" spc="-140" dirty="0">
                <a:latin typeface="Trebuchet MS"/>
                <a:cs typeface="Trebuchet MS"/>
              </a:rPr>
              <a:t>5</a:t>
            </a:r>
            <a:r>
              <a:rPr sz="1200" spc="-150" dirty="0">
                <a:latin typeface="Trebuchet MS"/>
                <a:cs typeface="Trebuchet MS"/>
              </a:rPr>
              <a:t> </a:t>
            </a:r>
            <a:r>
              <a:rPr sz="1200" spc="-114" dirty="0">
                <a:latin typeface="Trebuchet MS"/>
                <a:cs typeface="Trebuchet MS"/>
              </a:rPr>
              <a:t>/</a:t>
            </a:r>
            <a:r>
              <a:rPr sz="1200" spc="-130" dirty="0">
                <a:latin typeface="Trebuchet MS"/>
                <a:cs typeface="Trebuchet MS"/>
              </a:rPr>
              <a:t> </a:t>
            </a:r>
            <a:r>
              <a:rPr sz="1200" spc="-245" dirty="0">
                <a:latin typeface="Trebuchet MS"/>
                <a:cs typeface="Trebuchet MS"/>
              </a:rPr>
              <a:t>M</a:t>
            </a:r>
            <a:r>
              <a:rPr sz="1200" spc="-185" dirty="0">
                <a:latin typeface="Trebuchet MS"/>
                <a:cs typeface="Trebuchet MS"/>
              </a:rPr>
              <a:t>a</a:t>
            </a:r>
            <a:r>
              <a:rPr sz="1200" spc="-150" dirty="0">
                <a:latin typeface="Trebuchet MS"/>
                <a:cs typeface="Trebuchet MS"/>
              </a:rPr>
              <a:t>l</a:t>
            </a:r>
            <a:r>
              <a:rPr sz="1200" spc="-210" dirty="0">
                <a:latin typeface="Trebuchet MS"/>
                <a:cs typeface="Trebuchet MS"/>
              </a:rPr>
              <a:t>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8471" y="3341878"/>
            <a:ext cx="1543685" cy="6822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3289F"/>
                </a:solidFill>
                <a:latin typeface="Arial"/>
                <a:cs typeface="Arial"/>
              </a:rPr>
              <a:t>Occupation</a:t>
            </a:r>
            <a:endParaRPr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1200" dirty="0">
                <a:latin typeface="Trebuchet MS"/>
                <a:cs typeface="Trebuchet MS"/>
              </a:rPr>
              <a:t>Daily wage construction worker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60831" y="4014215"/>
            <a:ext cx="2682240" cy="507831"/>
          </a:xfrm>
          <a:prstGeom prst="rect">
            <a:avLst/>
          </a:prstGeom>
          <a:ln w="12191">
            <a:solidFill>
              <a:srgbClr val="D9D9D9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200" b="1" dirty="0">
                <a:solidFill>
                  <a:srgbClr val="13289F"/>
                </a:solidFill>
                <a:latin typeface="Arial"/>
                <a:cs typeface="Arial"/>
              </a:rPr>
              <a:t>Social Group</a:t>
            </a:r>
            <a:endParaRPr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sz="1200" dirty="0">
                <a:latin typeface="Trebuchet MS"/>
                <a:cs typeface="Trebuchet MS"/>
              </a:rPr>
              <a:t>Underserved community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60831" y="4696967"/>
            <a:ext cx="2682240" cy="501418"/>
          </a:xfrm>
          <a:prstGeom prst="rect">
            <a:avLst/>
          </a:prstGeom>
          <a:ln w="12191">
            <a:solidFill>
              <a:srgbClr val="D9D9D9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751205">
              <a:lnSpc>
                <a:spcPct val="100000"/>
              </a:lnSpc>
              <a:spcBef>
                <a:spcPts val="229"/>
              </a:spcBef>
            </a:pPr>
            <a:r>
              <a:rPr sz="1200" b="1" dirty="0">
                <a:solidFill>
                  <a:srgbClr val="13289F"/>
                </a:solidFill>
                <a:latin typeface="Arial"/>
                <a:cs typeface="Arial"/>
              </a:rPr>
              <a:t>Social Circumstances</a:t>
            </a:r>
            <a:endParaRPr sz="1200" dirty="0">
              <a:latin typeface="Arial"/>
              <a:cs typeface="Arial"/>
            </a:endParaRPr>
          </a:p>
          <a:p>
            <a:pPr marL="781050">
              <a:lnSpc>
                <a:spcPct val="100000"/>
              </a:lnSpc>
              <a:spcBef>
                <a:spcPts val="795"/>
              </a:spcBef>
            </a:pPr>
            <a:r>
              <a:rPr sz="1200" dirty="0">
                <a:latin typeface="Trebuchet MS"/>
                <a:cs typeface="Trebuchet MS"/>
              </a:rPr>
              <a:t>Living in suburban area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60831" y="5378196"/>
            <a:ext cx="2682240" cy="496290"/>
          </a:xfrm>
          <a:prstGeom prst="rect">
            <a:avLst/>
          </a:prstGeom>
          <a:ln w="12191">
            <a:solidFill>
              <a:srgbClr val="D9D9D9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1200" b="1" dirty="0">
                <a:solidFill>
                  <a:srgbClr val="13289F"/>
                </a:solidFill>
                <a:latin typeface="Arial"/>
                <a:cs typeface="Arial"/>
              </a:rPr>
              <a:t>Essential Items</a:t>
            </a:r>
            <a:endParaRPr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1200" dirty="0">
                <a:latin typeface="Trebuchet MS"/>
                <a:cs typeface="Trebuchet MS"/>
              </a:rPr>
              <a:t>Glucose meter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3404615" y="2650235"/>
            <a:ext cx="5937885" cy="2348865"/>
            <a:chOff x="3404615" y="2650235"/>
            <a:chExt cx="5937885" cy="2348865"/>
          </a:xfrm>
        </p:grpSpPr>
        <p:sp>
          <p:nvSpPr>
            <p:cNvPr id="14" name="object 14"/>
            <p:cNvSpPr/>
            <p:nvPr/>
          </p:nvSpPr>
          <p:spPr>
            <a:xfrm>
              <a:off x="3404615" y="2887979"/>
              <a:ext cx="5937885" cy="1750060"/>
            </a:xfrm>
            <a:custGeom>
              <a:avLst/>
              <a:gdLst/>
              <a:ahLst/>
              <a:cxnLst/>
              <a:rect l="l" t="t" r="r" b="b"/>
              <a:pathLst>
                <a:path w="5937884" h="1750060">
                  <a:moveTo>
                    <a:pt x="0" y="1749552"/>
                  </a:moveTo>
                  <a:lnTo>
                    <a:pt x="5937503" y="1749552"/>
                  </a:lnTo>
                  <a:lnTo>
                    <a:pt x="5937503" y="0"/>
                  </a:lnTo>
                  <a:lnTo>
                    <a:pt x="0" y="0"/>
                  </a:lnTo>
                  <a:lnTo>
                    <a:pt x="0" y="174955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04615" y="2650235"/>
              <a:ext cx="5937885" cy="238125"/>
            </a:xfrm>
            <a:custGeom>
              <a:avLst/>
              <a:gdLst/>
              <a:ahLst/>
              <a:cxnLst/>
              <a:rect l="l" t="t" r="r" b="b"/>
              <a:pathLst>
                <a:path w="5937884" h="238125">
                  <a:moveTo>
                    <a:pt x="5937503" y="0"/>
                  </a:moveTo>
                  <a:lnTo>
                    <a:pt x="0" y="0"/>
                  </a:lnTo>
                  <a:lnTo>
                    <a:pt x="0" y="237744"/>
                  </a:lnTo>
                  <a:lnTo>
                    <a:pt x="5937503" y="237744"/>
                  </a:lnTo>
                  <a:lnTo>
                    <a:pt x="593750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74079" y="4332731"/>
              <a:ext cx="798830" cy="666115"/>
            </a:xfrm>
            <a:custGeom>
              <a:avLst/>
              <a:gdLst/>
              <a:ahLst/>
              <a:cxnLst/>
              <a:rect l="l" t="t" r="r" b="b"/>
              <a:pathLst>
                <a:path w="798829" h="666114">
                  <a:moveTo>
                    <a:pt x="675004" y="0"/>
                  </a:moveTo>
                  <a:lnTo>
                    <a:pt x="123571" y="0"/>
                  </a:lnTo>
                  <a:lnTo>
                    <a:pt x="123571" y="332994"/>
                  </a:lnTo>
                  <a:lnTo>
                    <a:pt x="0" y="332994"/>
                  </a:lnTo>
                  <a:lnTo>
                    <a:pt x="399288" y="665988"/>
                  </a:lnTo>
                  <a:lnTo>
                    <a:pt x="798576" y="332994"/>
                  </a:lnTo>
                  <a:lnTo>
                    <a:pt x="675004" y="332994"/>
                  </a:lnTo>
                  <a:lnTo>
                    <a:pt x="6750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86200" y="5029200"/>
            <a:ext cx="1600200" cy="96774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89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00"/>
              </a:spcBef>
            </a:pPr>
            <a:r>
              <a:rPr sz="1050" b="1" spc="-195" dirty="0">
                <a:solidFill>
                  <a:srgbClr val="252525"/>
                </a:solidFill>
                <a:latin typeface="Arial"/>
                <a:cs typeface="Arial"/>
              </a:rPr>
              <a:t>W</a:t>
            </a:r>
            <a:r>
              <a:rPr sz="1050" b="1" spc="-8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050" b="1" spc="-145" dirty="0">
                <a:solidFill>
                  <a:srgbClr val="252525"/>
                </a:solidFill>
                <a:latin typeface="Arial"/>
                <a:cs typeface="Arial"/>
              </a:rPr>
              <a:t>n</a:t>
            </a:r>
            <a:r>
              <a:rPr sz="1050" b="1" spc="-90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050" b="1" spc="-145" dirty="0">
                <a:solidFill>
                  <a:srgbClr val="252525"/>
                </a:solidFill>
                <a:latin typeface="Arial"/>
                <a:cs typeface="Arial"/>
              </a:rPr>
              <a:t>s</a:t>
            </a:r>
            <a:r>
              <a:rPr sz="1050" b="1" spc="-5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b="1" spc="-70" dirty="0">
                <a:solidFill>
                  <a:srgbClr val="252525"/>
                </a:solidFill>
                <a:latin typeface="Arial"/>
                <a:cs typeface="Arial"/>
              </a:rPr>
              <a:t>1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 dirty="0">
              <a:latin typeface="Arial"/>
              <a:cs typeface="Arial"/>
            </a:endParaRPr>
          </a:p>
          <a:p>
            <a:pPr marL="129539" marR="120014" indent="-635" algn="ctr">
              <a:lnSpc>
                <a:spcPct val="100000"/>
              </a:lnSpc>
            </a:pPr>
            <a:r>
              <a:rPr sz="1200" dirty="0">
                <a:latin typeface="Trebuchet MS"/>
                <a:cs typeface="Trebuchet MS"/>
              </a:rPr>
              <a:t>Visiting medical clinic to  check-up for ocular disease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689091" y="5029200"/>
            <a:ext cx="1600200" cy="96774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89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00"/>
              </a:spcBef>
            </a:pPr>
            <a:r>
              <a:rPr sz="1050" b="1" spc="-195" dirty="0">
                <a:solidFill>
                  <a:srgbClr val="252525"/>
                </a:solidFill>
                <a:latin typeface="Arial"/>
                <a:cs typeface="Arial"/>
              </a:rPr>
              <a:t>W</a:t>
            </a:r>
            <a:r>
              <a:rPr sz="1050" b="1" spc="-8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050" b="1" spc="-145" dirty="0">
                <a:solidFill>
                  <a:srgbClr val="252525"/>
                </a:solidFill>
                <a:latin typeface="Arial"/>
                <a:cs typeface="Arial"/>
              </a:rPr>
              <a:t>n</a:t>
            </a:r>
            <a:r>
              <a:rPr sz="1050" b="1" spc="-90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050" b="1" spc="-145" dirty="0">
                <a:solidFill>
                  <a:srgbClr val="252525"/>
                </a:solidFill>
                <a:latin typeface="Arial"/>
                <a:cs typeface="Arial"/>
              </a:rPr>
              <a:t>s</a:t>
            </a:r>
            <a:r>
              <a:rPr sz="1050" b="1" spc="-5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b="1" spc="-70" dirty="0">
                <a:solidFill>
                  <a:srgbClr val="252525"/>
                </a:solidFill>
                <a:latin typeface="Arial"/>
                <a:cs typeface="Arial"/>
              </a:rPr>
              <a:t>2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 dirty="0">
              <a:latin typeface="Arial"/>
              <a:cs typeface="Arial"/>
            </a:endParaRPr>
          </a:p>
          <a:p>
            <a:pPr marL="146050" marR="137795" algn="ctr">
              <a:lnSpc>
                <a:spcPct val="100000"/>
              </a:lnSpc>
            </a:pPr>
            <a:r>
              <a:rPr sz="1200" dirty="0">
                <a:latin typeface="Trebuchet MS"/>
                <a:cs typeface="Trebuchet MS"/>
              </a:rPr>
              <a:t>Getting medical advice with  low or no medical cost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491983" y="5029200"/>
            <a:ext cx="1600200" cy="1136208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889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1050" b="1" spc="-195" dirty="0">
                <a:solidFill>
                  <a:srgbClr val="252525"/>
                </a:solidFill>
                <a:latin typeface="Arial"/>
                <a:cs typeface="Arial"/>
              </a:rPr>
              <a:t>W</a:t>
            </a:r>
            <a:r>
              <a:rPr sz="1050" b="1" spc="-8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050" b="1" spc="-145" dirty="0">
                <a:solidFill>
                  <a:srgbClr val="252525"/>
                </a:solidFill>
                <a:latin typeface="Arial"/>
                <a:cs typeface="Arial"/>
              </a:rPr>
              <a:t>n</a:t>
            </a:r>
            <a:r>
              <a:rPr sz="1050" b="1" spc="-90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050" b="1" spc="-145" dirty="0">
                <a:solidFill>
                  <a:srgbClr val="252525"/>
                </a:solidFill>
                <a:latin typeface="Arial"/>
                <a:cs typeface="Arial"/>
              </a:rPr>
              <a:t>s</a:t>
            </a:r>
            <a:r>
              <a:rPr sz="1050" b="1" spc="-5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050" b="1" spc="-70" dirty="0">
                <a:solidFill>
                  <a:srgbClr val="252525"/>
                </a:solidFill>
                <a:latin typeface="Arial"/>
                <a:cs typeface="Arial"/>
              </a:rPr>
              <a:t>3</a:t>
            </a:r>
            <a:endParaRPr sz="1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 dirty="0">
              <a:latin typeface="Arial"/>
              <a:cs typeface="Arial"/>
            </a:endParaRPr>
          </a:p>
          <a:p>
            <a:pPr marL="217170" marR="210820" algn="ctr">
              <a:lnSpc>
                <a:spcPct val="100000"/>
              </a:lnSpc>
            </a:pPr>
            <a:r>
              <a:rPr sz="1200" dirty="0">
                <a:latin typeface="Trebuchet MS"/>
                <a:cs typeface="Trebuchet MS"/>
              </a:rPr>
              <a:t>Eating sweets without  worrying about diabetes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448555" y="2672588"/>
            <a:ext cx="339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180" dirty="0">
                <a:solidFill>
                  <a:srgbClr val="252525"/>
                </a:solidFill>
                <a:latin typeface="Arial"/>
                <a:cs typeface="Arial"/>
              </a:rPr>
              <a:t>V</a:t>
            </a:r>
            <a:r>
              <a:rPr sz="1200" b="1" spc="-95" dirty="0">
                <a:solidFill>
                  <a:srgbClr val="252525"/>
                </a:solidFill>
                <a:latin typeface="Arial"/>
                <a:cs typeface="Arial"/>
              </a:rPr>
              <a:t>al</a:t>
            </a:r>
            <a:r>
              <a:rPr sz="1200" b="1" spc="-130" dirty="0">
                <a:solidFill>
                  <a:srgbClr val="252525"/>
                </a:solidFill>
                <a:latin typeface="Arial"/>
                <a:cs typeface="Arial"/>
              </a:rPr>
              <a:t>u</a:t>
            </a:r>
            <a:r>
              <a:rPr sz="1200" b="1" spc="-160" dirty="0">
                <a:solidFill>
                  <a:srgbClr val="252525"/>
                </a:solidFill>
                <a:latin typeface="Arial"/>
                <a:cs typeface="Arial"/>
              </a:rPr>
              <a:t>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59701" y="2672588"/>
            <a:ext cx="5238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145" dirty="0">
                <a:solidFill>
                  <a:srgbClr val="252525"/>
                </a:solidFill>
                <a:latin typeface="Arial"/>
                <a:cs typeface="Arial"/>
              </a:rPr>
              <a:t>Behavior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32703" y="3029711"/>
            <a:ext cx="176784" cy="103632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515867" y="2944367"/>
            <a:ext cx="2192020" cy="229550"/>
          </a:xfrm>
          <a:prstGeom prst="rect">
            <a:avLst/>
          </a:prstGeom>
          <a:solidFill>
            <a:srgbClr val="FFFFFF"/>
          </a:solidFill>
          <a:ln w="6096">
            <a:solidFill>
              <a:srgbClr val="D9D9D9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664210">
              <a:lnSpc>
                <a:spcPct val="100000"/>
              </a:lnSpc>
              <a:spcBef>
                <a:spcPts val="350"/>
              </a:spcBef>
            </a:pPr>
            <a:r>
              <a:rPr sz="1200" dirty="0">
                <a:latin typeface="Trebuchet MS"/>
                <a:cs typeface="Trebuchet MS"/>
              </a:rPr>
              <a:t>Economic stability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14059" y="2944367"/>
            <a:ext cx="3400425" cy="229550"/>
          </a:xfrm>
          <a:prstGeom prst="rect">
            <a:avLst/>
          </a:prstGeom>
          <a:solidFill>
            <a:srgbClr val="FFFFFF"/>
          </a:solidFill>
          <a:ln w="6096">
            <a:solidFill>
              <a:srgbClr val="D9D9D9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036955">
              <a:lnSpc>
                <a:spcPct val="100000"/>
              </a:lnSpc>
              <a:spcBef>
                <a:spcPts val="350"/>
              </a:spcBef>
            </a:pPr>
            <a:r>
              <a:rPr sz="1200" dirty="0">
                <a:latin typeface="Trebuchet MS"/>
                <a:cs typeface="Trebuchet MS"/>
              </a:rPr>
              <a:t>Seek for economic stability.</a:t>
            </a:r>
          </a:p>
        </p:txBody>
      </p:sp>
      <p:grpSp>
        <p:nvGrpSpPr>
          <p:cNvPr id="25" name="object 25"/>
          <p:cNvGrpSpPr/>
          <p:nvPr/>
        </p:nvGrpSpPr>
        <p:grpSpPr>
          <a:xfrm>
            <a:off x="3515867" y="3276600"/>
            <a:ext cx="2293620" cy="273050"/>
            <a:chOff x="3515867" y="3276600"/>
            <a:chExt cx="2293620" cy="273050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32703" y="3361943"/>
              <a:ext cx="176784" cy="10363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515867" y="3276600"/>
              <a:ext cx="2192020" cy="273050"/>
            </a:xfrm>
            <a:custGeom>
              <a:avLst/>
              <a:gdLst/>
              <a:ahLst/>
              <a:cxnLst/>
              <a:rect l="l" t="t" r="r" b="b"/>
              <a:pathLst>
                <a:path w="2192020" h="273050">
                  <a:moveTo>
                    <a:pt x="2191512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2191512" y="272796"/>
                  </a:lnTo>
                  <a:lnTo>
                    <a:pt x="21915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515867" y="3276600"/>
            <a:ext cx="2192020" cy="22955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200" dirty="0">
                <a:latin typeface="Trebuchet MS"/>
                <a:cs typeface="Trebuchet MS"/>
              </a:rPr>
              <a:t>Sweets lover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14059" y="3276600"/>
            <a:ext cx="3400425" cy="229550"/>
          </a:xfrm>
          <a:prstGeom prst="rect">
            <a:avLst/>
          </a:prstGeom>
          <a:solidFill>
            <a:srgbClr val="FFFFFF"/>
          </a:solidFill>
          <a:ln w="6096">
            <a:solidFill>
              <a:srgbClr val="D9D9D9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91235">
              <a:lnSpc>
                <a:spcPct val="100000"/>
              </a:lnSpc>
              <a:spcBef>
                <a:spcPts val="350"/>
              </a:spcBef>
            </a:pPr>
            <a:r>
              <a:rPr sz="1200" dirty="0">
                <a:latin typeface="Trebuchet MS"/>
                <a:cs typeface="Trebuchet MS"/>
              </a:rPr>
              <a:t>Eat sweets but have diabetes.</a:t>
            </a:r>
          </a:p>
        </p:txBody>
      </p:sp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32703" y="3694176"/>
            <a:ext cx="176784" cy="103631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3515867" y="3608832"/>
            <a:ext cx="2192020" cy="229550"/>
          </a:xfrm>
          <a:prstGeom prst="rect">
            <a:avLst/>
          </a:prstGeom>
          <a:solidFill>
            <a:srgbClr val="FFFFFF"/>
          </a:solidFill>
          <a:ln w="6096">
            <a:solidFill>
              <a:srgbClr val="D9D9D9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200" dirty="0">
                <a:latin typeface="Trebuchet MS"/>
                <a:cs typeface="Trebuchet MS"/>
              </a:rPr>
              <a:t>Alcoholic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814059" y="3608832"/>
            <a:ext cx="3400425" cy="229550"/>
          </a:xfrm>
          <a:prstGeom prst="rect">
            <a:avLst/>
          </a:prstGeom>
          <a:solidFill>
            <a:srgbClr val="FFFFFF"/>
          </a:solidFill>
          <a:ln w="6096">
            <a:solidFill>
              <a:srgbClr val="D9D9D9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915035">
              <a:lnSpc>
                <a:spcPct val="100000"/>
              </a:lnSpc>
              <a:spcBef>
                <a:spcPts val="350"/>
              </a:spcBef>
            </a:pPr>
            <a:r>
              <a:rPr sz="1200" dirty="0">
                <a:latin typeface="Trebuchet MS"/>
                <a:cs typeface="Trebuchet MS"/>
              </a:rPr>
              <a:t>Drink a bottle of liquor everyday.</a:t>
            </a:r>
          </a:p>
        </p:txBody>
      </p:sp>
      <p:grpSp>
        <p:nvGrpSpPr>
          <p:cNvPr id="33" name="object 33"/>
          <p:cNvGrpSpPr/>
          <p:nvPr/>
        </p:nvGrpSpPr>
        <p:grpSpPr>
          <a:xfrm>
            <a:off x="3515867" y="3941064"/>
            <a:ext cx="2293620" cy="273050"/>
            <a:chOff x="3515867" y="3941064"/>
            <a:chExt cx="2293620" cy="273050"/>
          </a:xfrm>
        </p:grpSpPr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32703" y="4026408"/>
              <a:ext cx="176784" cy="10363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515867" y="3941064"/>
              <a:ext cx="2192020" cy="273050"/>
            </a:xfrm>
            <a:custGeom>
              <a:avLst/>
              <a:gdLst/>
              <a:ahLst/>
              <a:cxnLst/>
              <a:rect l="l" t="t" r="r" b="b"/>
              <a:pathLst>
                <a:path w="2192020" h="273050">
                  <a:moveTo>
                    <a:pt x="2191512" y="0"/>
                  </a:moveTo>
                  <a:lnTo>
                    <a:pt x="0" y="0"/>
                  </a:lnTo>
                  <a:lnTo>
                    <a:pt x="0" y="272795"/>
                  </a:lnTo>
                  <a:lnTo>
                    <a:pt x="2191512" y="272795"/>
                  </a:lnTo>
                  <a:lnTo>
                    <a:pt x="21915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515867" y="3941064"/>
            <a:ext cx="2192020" cy="230191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55"/>
              </a:spcBef>
            </a:pPr>
            <a:r>
              <a:rPr sz="1200" dirty="0">
                <a:latin typeface="Trebuchet MS"/>
                <a:cs typeface="Trebuchet MS"/>
              </a:rPr>
              <a:t>Subsistence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5814059" y="3941064"/>
            <a:ext cx="3400425" cy="214802"/>
          </a:xfrm>
          <a:prstGeom prst="rect">
            <a:avLst/>
          </a:prstGeom>
          <a:solidFill>
            <a:srgbClr val="FFFFFF"/>
          </a:solidFill>
          <a:ln w="6096">
            <a:solidFill>
              <a:srgbClr val="D9D9D9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680085">
              <a:lnSpc>
                <a:spcPct val="100000"/>
              </a:lnSpc>
              <a:spcBef>
                <a:spcPts val="355"/>
              </a:spcBef>
            </a:pPr>
            <a:r>
              <a:rPr sz="1100" dirty="0">
                <a:latin typeface="Trebuchet MS"/>
                <a:cs typeface="Trebuchet MS"/>
              </a:rPr>
              <a:t>Always buy products with the lowest price.</a:t>
            </a:r>
          </a:p>
        </p:txBody>
      </p:sp>
      <p:grpSp>
        <p:nvGrpSpPr>
          <p:cNvPr id="38" name="object 38"/>
          <p:cNvGrpSpPr/>
          <p:nvPr/>
        </p:nvGrpSpPr>
        <p:grpSpPr>
          <a:xfrm>
            <a:off x="3512820" y="4270247"/>
            <a:ext cx="5704840" cy="280670"/>
            <a:chOff x="3512820" y="4270247"/>
            <a:chExt cx="5704840" cy="280670"/>
          </a:xfrm>
        </p:grpSpPr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32704" y="4358639"/>
              <a:ext cx="176784" cy="10363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515868" y="4273295"/>
              <a:ext cx="2192020" cy="274320"/>
            </a:xfrm>
            <a:custGeom>
              <a:avLst/>
              <a:gdLst/>
              <a:ahLst/>
              <a:cxnLst/>
              <a:rect l="l" t="t" r="r" b="b"/>
              <a:pathLst>
                <a:path w="2192020" h="274320">
                  <a:moveTo>
                    <a:pt x="2191512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2191512" y="274319"/>
                  </a:lnTo>
                  <a:lnTo>
                    <a:pt x="21915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515868" y="4273295"/>
              <a:ext cx="2192020" cy="274320"/>
            </a:xfrm>
            <a:custGeom>
              <a:avLst/>
              <a:gdLst/>
              <a:ahLst/>
              <a:cxnLst/>
              <a:rect l="l" t="t" r="r" b="b"/>
              <a:pathLst>
                <a:path w="2192020" h="274320">
                  <a:moveTo>
                    <a:pt x="0" y="274319"/>
                  </a:moveTo>
                  <a:lnTo>
                    <a:pt x="2191512" y="274319"/>
                  </a:lnTo>
                  <a:lnTo>
                    <a:pt x="2191512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14060" y="4273295"/>
              <a:ext cx="3400425" cy="274320"/>
            </a:xfrm>
            <a:custGeom>
              <a:avLst/>
              <a:gdLst/>
              <a:ahLst/>
              <a:cxnLst/>
              <a:rect l="l" t="t" r="r" b="b"/>
              <a:pathLst>
                <a:path w="3400425" h="274320">
                  <a:moveTo>
                    <a:pt x="3400043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3400043" y="274319"/>
                  </a:lnTo>
                  <a:lnTo>
                    <a:pt x="3400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14060" y="4273295"/>
              <a:ext cx="3400425" cy="274320"/>
            </a:xfrm>
            <a:custGeom>
              <a:avLst/>
              <a:gdLst/>
              <a:ahLst/>
              <a:cxnLst/>
              <a:rect l="l" t="t" r="r" b="b"/>
              <a:pathLst>
                <a:path w="3400425" h="274320">
                  <a:moveTo>
                    <a:pt x="0" y="274319"/>
                  </a:moveTo>
                  <a:lnTo>
                    <a:pt x="3400043" y="274319"/>
                  </a:lnTo>
                  <a:lnTo>
                    <a:pt x="3400043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4" name="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9204" y="2778251"/>
            <a:ext cx="830580" cy="830580"/>
          </a:xfrm>
          <a:prstGeom prst="rect">
            <a:avLst/>
          </a:prstGeom>
        </p:spPr>
      </p:pic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</a:t>
            </a:r>
            <a:r>
              <a:rPr spc="-25" dirty="0"/>
              <a:t> </a:t>
            </a:r>
            <a:r>
              <a:rPr spc="-5" dirty="0"/>
              <a:t>Five</a:t>
            </a:r>
            <a:r>
              <a:rPr spc="-10" dirty="0"/>
              <a:t> </a:t>
            </a:r>
            <a:r>
              <a:rPr spc="-5" dirty="0"/>
              <a:t>Steps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Design</a:t>
            </a:r>
            <a:r>
              <a:rPr spc="-15" dirty="0"/>
              <a:t> </a:t>
            </a:r>
            <a:r>
              <a:rPr spc="-5" dirty="0"/>
              <a:t>Thinking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47" name="object 4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7116" y="1536179"/>
            <a:ext cx="1032522" cy="30252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1551432"/>
            <a:ext cx="2682240" cy="848994"/>
          </a:xfrm>
          <a:custGeom>
            <a:avLst/>
            <a:gdLst/>
            <a:ahLst/>
            <a:cxnLst/>
            <a:rect l="l" t="t" r="r" b="b"/>
            <a:pathLst>
              <a:path w="2682240" h="848994">
                <a:moveTo>
                  <a:pt x="0" y="848868"/>
                </a:moveTo>
                <a:lnTo>
                  <a:pt x="2682240" y="848868"/>
                </a:lnTo>
                <a:lnTo>
                  <a:pt x="2682240" y="0"/>
                </a:lnTo>
                <a:lnTo>
                  <a:pt x="0" y="0"/>
                </a:lnTo>
                <a:lnTo>
                  <a:pt x="0" y="848868"/>
                </a:lnTo>
                <a:close/>
              </a:path>
            </a:pathLst>
          </a:custGeom>
          <a:ln w="12191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0831" y="2473451"/>
            <a:ext cx="2682240" cy="848994"/>
          </a:xfrm>
          <a:custGeom>
            <a:avLst/>
            <a:gdLst/>
            <a:ahLst/>
            <a:cxnLst/>
            <a:rect l="l" t="t" r="r" b="b"/>
            <a:pathLst>
              <a:path w="2682240" h="848995">
                <a:moveTo>
                  <a:pt x="0" y="848868"/>
                </a:moveTo>
                <a:lnTo>
                  <a:pt x="2682240" y="848868"/>
                </a:lnTo>
                <a:lnTo>
                  <a:pt x="2682240" y="0"/>
                </a:lnTo>
                <a:lnTo>
                  <a:pt x="0" y="0"/>
                </a:lnTo>
                <a:lnTo>
                  <a:pt x="0" y="848868"/>
                </a:lnTo>
                <a:close/>
              </a:path>
            </a:pathLst>
          </a:custGeom>
          <a:ln w="12191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0831" y="3395471"/>
            <a:ext cx="2682240" cy="848994"/>
          </a:xfrm>
          <a:custGeom>
            <a:avLst/>
            <a:gdLst/>
            <a:ahLst/>
            <a:cxnLst/>
            <a:rect l="l" t="t" r="r" b="b"/>
            <a:pathLst>
              <a:path w="2682240" h="848995">
                <a:moveTo>
                  <a:pt x="0" y="848867"/>
                </a:moveTo>
                <a:lnTo>
                  <a:pt x="2682240" y="848867"/>
                </a:lnTo>
                <a:lnTo>
                  <a:pt x="2682240" y="0"/>
                </a:lnTo>
                <a:lnTo>
                  <a:pt x="0" y="0"/>
                </a:lnTo>
                <a:lnTo>
                  <a:pt x="0" y="848867"/>
                </a:lnTo>
                <a:close/>
              </a:path>
            </a:pathLst>
          </a:custGeom>
          <a:ln w="12191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0831" y="4317491"/>
            <a:ext cx="2682240" cy="848994"/>
          </a:xfrm>
          <a:custGeom>
            <a:avLst/>
            <a:gdLst/>
            <a:ahLst/>
            <a:cxnLst/>
            <a:rect l="l" t="t" r="r" b="b"/>
            <a:pathLst>
              <a:path w="2682240" h="848995">
                <a:moveTo>
                  <a:pt x="0" y="848867"/>
                </a:moveTo>
                <a:lnTo>
                  <a:pt x="2682240" y="848867"/>
                </a:lnTo>
                <a:lnTo>
                  <a:pt x="2682240" y="0"/>
                </a:lnTo>
                <a:lnTo>
                  <a:pt x="0" y="0"/>
                </a:lnTo>
                <a:lnTo>
                  <a:pt x="0" y="848867"/>
                </a:lnTo>
                <a:close/>
              </a:path>
            </a:pathLst>
          </a:custGeom>
          <a:ln w="12192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0831" y="5239511"/>
            <a:ext cx="2682240" cy="847725"/>
          </a:xfrm>
          <a:custGeom>
            <a:avLst/>
            <a:gdLst/>
            <a:ahLst/>
            <a:cxnLst/>
            <a:rect l="l" t="t" r="r" b="b"/>
            <a:pathLst>
              <a:path w="2682240" h="847725">
                <a:moveTo>
                  <a:pt x="0" y="847344"/>
                </a:moveTo>
                <a:lnTo>
                  <a:pt x="2682240" y="847344"/>
                </a:lnTo>
                <a:lnTo>
                  <a:pt x="2682240" y="0"/>
                </a:lnTo>
                <a:lnTo>
                  <a:pt x="0" y="0"/>
                </a:lnTo>
                <a:lnTo>
                  <a:pt x="0" y="847344"/>
                </a:lnTo>
                <a:close/>
              </a:path>
            </a:pathLst>
          </a:custGeom>
          <a:ln w="12191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404615" y="1551432"/>
            <a:ext cx="5937885" cy="2687320"/>
            <a:chOff x="3404615" y="1551432"/>
            <a:chExt cx="5937885" cy="2687320"/>
          </a:xfrm>
        </p:grpSpPr>
        <p:sp>
          <p:nvSpPr>
            <p:cNvPr id="11" name="object 11"/>
            <p:cNvSpPr/>
            <p:nvPr/>
          </p:nvSpPr>
          <p:spPr>
            <a:xfrm>
              <a:off x="3404615" y="1872996"/>
              <a:ext cx="5937885" cy="2365375"/>
            </a:xfrm>
            <a:custGeom>
              <a:avLst/>
              <a:gdLst/>
              <a:ahLst/>
              <a:cxnLst/>
              <a:rect l="l" t="t" r="r" b="b"/>
              <a:pathLst>
                <a:path w="5937884" h="2365375">
                  <a:moveTo>
                    <a:pt x="0" y="2365247"/>
                  </a:moveTo>
                  <a:lnTo>
                    <a:pt x="5937503" y="2365247"/>
                  </a:lnTo>
                  <a:lnTo>
                    <a:pt x="5937503" y="0"/>
                  </a:lnTo>
                  <a:lnTo>
                    <a:pt x="0" y="0"/>
                  </a:lnTo>
                  <a:lnTo>
                    <a:pt x="0" y="236524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04615" y="1551432"/>
              <a:ext cx="5937885" cy="321945"/>
            </a:xfrm>
            <a:custGeom>
              <a:avLst/>
              <a:gdLst/>
              <a:ahLst/>
              <a:cxnLst/>
              <a:rect l="l" t="t" r="r" b="b"/>
              <a:pathLst>
                <a:path w="5937884" h="321944">
                  <a:moveTo>
                    <a:pt x="5937503" y="0"/>
                  </a:moveTo>
                  <a:lnTo>
                    <a:pt x="0" y="0"/>
                  </a:lnTo>
                  <a:lnTo>
                    <a:pt x="0" y="321563"/>
                  </a:lnTo>
                  <a:lnTo>
                    <a:pt x="5937503" y="321563"/>
                  </a:lnTo>
                  <a:lnTo>
                    <a:pt x="593750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3886200" y="4767071"/>
            <a:ext cx="1600200" cy="1308100"/>
          </a:xfrm>
          <a:custGeom>
            <a:avLst/>
            <a:gdLst/>
            <a:ahLst/>
            <a:cxnLst/>
            <a:rect l="l" t="t" r="r" b="b"/>
            <a:pathLst>
              <a:path w="1600200" h="1308100">
                <a:moveTo>
                  <a:pt x="1600200" y="0"/>
                </a:moveTo>
                <a:lnTo>
                  <a:pt x="0" y="0"/>
                </a:lnTo>
                <a:lnTo>
                  <a:pt x="0" y="1307591"/>
                </a:lnTo>
                <a:lnTo>
                  <a:pt x="1600200" y="1307591"/>
                </a:lnTo>
                <a:lnTo>
                  <a:pt x="16002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74079" y="3825240"/>
            <a:ext cx="798830" cy="901065"/>
          </a:xfrm>
          <a:custGeom>
            <a:avLst/>
            <a:gdLst/>
            <a:ahLst/>
            <a:cxnLst/>
            <a:rect l="l" t="t" r="r" b="b"/>
            <a:pathLst>
              <a:path w="798829" h="901064">
                <a:moveTo>
                  <a:pt x="675004" y="0"/>
                </a:moveTo>
                <a:lnTo>
                  <a:pt x="123571" y="0"/>
                </a:lnTo>
                <a:lnTo>
                  <a:pt x="123571" y="501396"/>
                </a:lnTo>
                <a:lnTo>
                  <a:pt x="0" y="501396"/>
                </a:lnTo>
                <a:lnTo>
                  <a:pt x="399288" y="900684"/>
                </a:lnTo>
                <a:lnTo>
                  <a:pt x="798576" y="501396"/>
                </a:lnTo>
                <a:lnTo>
                  <a:pt x="675004" y="501396"/>
                </a:lnTo>
                <a:lnTo>
                  <a:pt x="67500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420870" y="1586230"/>
            <a:ext cx="3962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195" dirty="0">
                <a:solidFill>
                  <a:srgbClr val="252525"/>
                </a:solidFill>
                <a:latin typeface="Arial"/>
                <a:cs typeface="Arial"/>
              </a:rPr>
              <a:t>V</a:t>
            </a:r>
            <a:r>
              <a:rPr sz="1400" b="1" spc="-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400" b="1" spc="-60" dirty="0">
                <a:solidFill>
                  <a:srgbClr val="252525"/>
                </a:solidFill>
                <a:latin typeface="Arial"/>
                <a:cs typeface="Arial"/>
              </a:rPr>
              <a:t>l</a:t>
            </a:r>
            <a:r>
              <a:rPr sz="1400" b="1" spc="-204" dirty="0">
                <a:solidFill>
                  <a:srgbClr val="252525"/>
                </a:solidFill>
                <a:latin typeface="Arial"/>
                <a:cs typeface="Arial"/>
              </a:rPr>
              <a:t>u</a:t>
            </a:r>
            <a:r>
              <a:rPr sz="1400" b="1" spc="-185" dirty="0">
                <a:solidFill>
                  <a:srgbClr val="252525"/>
                </a:solidFill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15885" y="1586230"/>
            <a:ext cx="6102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240" dirty="0">
                <a:solidFill>
                  <a:srgbClr val="252525"/>
                </a:solidFill>
                <a:latin typeface="Arial"/>
                <a:cs typeface="Arial"/>
              </a:rPr>
              <a:t>Be</a:t>
            </a:r>
            <a:r>
              <a:rPr sz="1400" b="1" spc="-170" dirty="0">
                <a:solidFill>
                  <a:srgbClr val="252525"/>
                </a:solidFill>
                <a:latin typeface="Arial"/>
                <a:cs typeface="Arial"/>
              </a:rPr>
              <a:t>h</a:t>
            </a:r>
            <a:r>
              <a:rPr sz="1400" b="1" spc="-16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400" b="1" spc="-200" dirty="0">
                <a:solidFill>
                  <a:srgbClr val="252525"/>
                </a:solidFill>
                <a:latin typeface="Arial"/>
                <a:cs typeface="Arial"/>
              </a:rPr>
              <a:t>v</a:t>
            </a:r>
            <a:r>
              <a:rPr sz="1400" b="1" spc="-105" dirty="0">
                <a:solidFill>
                  <a:srgbClr val="252525"/>
                </a:solidFill>
                <a:latin typeface="Arial"/>
                <a:cs typeface="Arial"/>
              </a:rPr>
              <a:t>ior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512692" y="1946020"/>
            <a:ext cx="5746115" cy="2172335"/>
            <a:chOff x="3512692" y="1946020"/>
            <a:chExt cx="5746115" cy="217233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2703" y="3860291"/>
              <a:ext cx="176784" cy="14020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15867" y="3745991"/>
              <a:ext cx="2192020" cy="368935"/>
            </a:xfrm>
            <a:custGeom>
              <a:avLst/>
              <a:gdLst/>
              <a:ahLst/>
              <a:cxnLst/>
              <a:rect l="l" t="t" r="r" b="b"/>
              <a:pathLst>
                <a:path w="2192020" h="368935">
                  <a:moveTo>
                    <a:pt x="2191512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2191512" y="368807"/>
                  </a:lnTo>
                  <a:lnTo>
                    <a:pt x="21915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15867" y="3745991"/>
              <a:ext cx="2192020" cy="368935"/>
            </a:xfrm>
            <a:custGeom>
              <a:avLst/>
              <a:gdLst/>
              <a:ahLst/>
              <a:cxnLst/>
              <a:rect l="l" t="t" r="r" b="b"/>
              <a:pathLst>
                <a:path w="2192020" h="368935">
                  <a:moveTo>
                    <a:pt x="0" y="368807"/>
                  </a:moveTo>
                  <a:lnTo>
                    <a:pt x="2191512" y="368807"/>
                  </a:lnTo>
                  <a:lnTo>
                    <a:pt x="2191512" y="0"/>
                  </a:lnTo>
                  <a:lnTo>
                    <a:pt x="0" y="0"/>
                  </a:lnTo>
                  <a:lnTo>
                    <a:pt x="0" y="368807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14060" y="3745991"/>
              <a:ext cx="3400425" cy="368935"/>
            </a:xfrm>
            <a:custGeom>
              <a:avLst/>
              <a:gdLst/>
              <a:ahLst/>
              <a:cxnLst/>
              <a:rect l="l" t="t" r="r" b="b"/>
              <a:pathLst>
                <a:path w="3400425" h="368935">
                  <a:moveTo>
                    <a:pt x="3400043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3400043" y="368807"/>
                  </a:lnTo>
                  <a:lnTo>
                    <a:pt x="3400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14060" y="3745991"/>
              <a:ext cx="3400425" cy="368935"/>
            </a:xfrm>
            <a:custGeom>
              <a:avLst/>
              <a:gdLst/>
              <a:ahLst/>
              <a:cxnLst/>
              <a:rect l="l" t="t" r="r" b="b"/>
              <a:pathLst>
                <a:path w="3400425" h="368935">
                  <a:moveTo>
                    <a:pt x="0" y="368807"/>
                  </a:moveTo>
                  <a:lnTo>
                    <a:pt x="3400043" y="368807"/>
                  </a:lnTo>
                  <a:lnTo>
                    <a:pt x="3400043" y="0"/>
                  </a:lnTo>
                  <a:lnTo>
                    <a:pt x="0" y="0"/>
                  </a:lnTo>
                  <a:lnTo>
                    <a:pt x="0" y="368807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32703" y="2065019"/>
              <a:ext cx="176784" cy="13868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515867" y="1949195"/>
              <a:ext cx="2192020" cy="368935"/>
            </a:xfrm>
            <a:custGeom>
              <a:avLst/>
              <a:gdLst/>
              <a:ahLst/>
              <a:cxnLst/>
              <a:rect l="l" t="t" r="r" b="b"/>
              <a:pathLst>
                <a:path w="2192020" h="368935">
                  <a:moveTo>
                    <a:pt x="2191512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2191512" y="368808"/>
                  </a:lnTo>
                  <a:lnTo>
                    <a:pt x="21915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15867" y="1949195"/>
              <a:ext cx="2192020" cy="368935"/>
            </a:xfrm>
            <a:custGeom>
              <a:avLst/>
              <a:gdLst/>
              <a:ahLst/>
              <a:cxnLst/>
              <a:rect l="l" t="t" r="r" b="b"/>
              <a:pathLst>
                <a:path w="2192020" h="368935">
                  <a:moveTo>
                    <a:pt x="0" y="368808"/>
                  </a:moveTo>
                  <a:lnTo>
                    <a:pt x="2191512" y="368808"/>
                  </a:lnTo>
                  <a:lnTo>
                    <a:pt x="2191512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14060" y="1949195"/>
              <a:ext cx="3400425" cy="368935"/>
            </a:xfrm>
            <a:custGeom>
              <a:avLst/>
              <a:gdLst/>
              <a:ahLst/>
              <a:cxnLst/>
              <a:rect l="l" t="t" r="r" b="b"/>
              <a:pathLst>
                <a:path w="3400425" h="368935">
                  <a:moveTo>
                    <a:pt x="3400043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3400043" y="368808"/>
                  </a:lnTo>
                  <a:lnTo>
                    <a:pt x="3400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14060" y="1949195"/>
              <a:ext cx="3400425" cy="368935"/>
            </a:xfrm>
            <a:custGeom>
              <a:avLst/>
              <a:gdLst/>
              <a:ahLst/>
              <a:cxnLst/>
              <a:rect l="l" t="t" r="r" b="b"/>
              <a:pathLst>
                <a:path w="3400425" h="368935">
                  <a:moveTo>
                    <a:pt x="0" y="368808"/>
                  </a:moveTo>
                  <a:lnTo>
                    <a:pt x="3400043" y="368808"/>
                  </a:lnTo>
                  <a:lnTo>
                    <a:pt x="3400043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2703" y="2513075"/>
              <a:ext cx="176784" cy="14020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515867" y="2398775"/>
              <a:ext cx="2192020" cy="368935"/>
            </a:xfrm>
            <a:custGeom>
              <a:avLst/>
              <a:gdLst/>
              <a:ahLst/>
              <a:cxnLst/>
              <a:rect l="l" t="t" r="r" b="b"/>
              <a:pathLst>
                <a:path w="2192020" h="368935">
                  <a:moveTo>
                    <a:pt x="2191512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2191512" y="368808"/>
                  </a:lnTo>
                  <a:lnTo>
                    <a:pt x="21915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15867" y="2398775"/>
              <a:ext cx="2192020" cy="368935"/>
            </a:xfrm>
            <a:custGeom>
              <a:avLst/>
              <a:gdLst/>
              <a:ahLst/>
              <a:cxnLst/>
              <a:rect l="l" t="t" r="r" b="b"/>
              <a:pathLst>
                <a:path w="2192020" h="368935">
                  <a:moveTo>
                    <a:pt x="0" y="368808"/>
                  </a:moveTo>
                  <a:lnTo>
                    <a:pt x="2191512" y="368808"/>
                  </a:lnTo>
                  <a:lnTo>
                    <a:pt x="2191512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14060" y="2398775"/>
              <a:ext cx="3400425" cy="368935"/>
            </a:xfrm>
            <a:custGeom>
              <a:avLst/>
              <a:gdLst/>
              <a:ahLst/>
              <a:cxnLst/>
              <a:rect l="l" t="t" r="r" b="b"/>
              <a:pathLst>
                <a:path w="3400425" h="368935">
                  <a:moveTo>
                    <a:pt x="3400043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3400043" y="368808"/>
                  </a:lnTo>
                  <a:lnTo>
                    <a:pt x="3400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14060" y="2398775"/>
              <a:ext cx="3400425" cy="368935"/>
            </a:xfrm>
            <a:custGeom>
              <a:avLst/>
              <a:gdLst/>
              <a:ahLst/>
              <a:cxnLst/>
              <a:rect l="l" t="t" r="r" b="b"/>
              <a:pathLst>
                <a:path w="3400425" h="368935">
                  <a:moveTo>
                    <a:pt x="0" y="368808"/>
                  </a:moveTo>
                  <a:lnTo>
                    <a:pt x="3400043" y="368808"/>
                  </a:lnTo>
                  <a:lnTo>
                    <a:pt x="3400043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3851" y="2962655"/>
              <a:ext cx="176784" cy="13868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557015" y="2848355"/>
              <a:ext cx="2192020" cy="368935"/>
            </a:xfrm>
            <a:custGeom>
              <a:avLst/>
              <a:gdLst/>
              <a:ahLst/>
              <a:cxnLst/>
              <a:rect l="l" t="t" r="r" b="b"/>
              <a:pathLst>
                <a:path w="2192020" h="368935">
                  <a:moveTo>
                    <a:pt x="2191512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2191512" y="368808"/>
                  </a:lnTo>
                  <a:lnTo>
                    <a:pt x="21915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57015" y="2848355"/>
              <a:ext cx="2192020" cy="368935"/>
            </a:xfrm>
            <a:custGeom>
              <a:avLst/>
              <a:gdLst/>
              <a:ahLst/>
              <a:cxnLst/>
              <a:rect l="l" t="t" r="r" b="b"/>
              <a:pathLst>
                <a:path w="2192020" h="368935">
                  <a:moveTo>
                    <a:pt x="0" y="368808"/>
                  </a:moveTo>
                  <a:lnTo>
                    <a:pt x="2191512" y="368808"/>
                  </a:lnTo>
                  <a:lnTo>
                    <a:pt x="2191512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55207" y="2848355"/>
              <a:ext cx="3400425" cy="368935"/>
            </a:xfrm>
            <a:custGeom>
              <a:avLst/>
              <a:gdLst/>
              <a:ahLst/>
              <a:cxnLst/>
              <a:rect l="l" t="t" r="r" b="b"/>
              <a:pathLst>
                <a:path w="3400425" h="368935">
                  <a:moveTo>
                    <a:pt x="3400043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3400043" y="368808"/>
                  </a:lnTo>
                  <a:lnTo>
                    <a:pt x="3400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55207" y="2848355"/>
              <a:ext cx="3400425" cy="368935"/>
            </a:xfrm>
            <a:custGeom>
              <a:avLst/>
              <a:gdLst/>
              <a:ahLst/>
              <a:cxnLst/>
              <a:rect l="l" t="t" r="r" b="b"/>
              <a:pathLst>
                <a:path w="3400425" h="368935">
                  <a:moveTo>
                    <a:pt x="0" y="368808"/>
                  </a:moveTo>
                  <a:lnTo>
                    <a:pt x="3400043" y="368808"/>
                  </a:lnTo>
                  <a:lnTo>
                    <a:pt x="3400043" y="0"/>
                  </a:lnTo>
                  <a:lnTo>
                    <a:pt x="0" y="0"/>
                  </a:lnTo>
                  <a:lnTo>
                    <a:pt x="0" y="36880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32703" y="3412235"/>
              <a:ext cx="176784" cy="13868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515867" y="3296411"/>
              <a:ext cx="2192020" cy="370840"/>
            </a:xfrm>
            <a:custGeom>
              <a:avLst/>
              <a:gdLst/>
              <a:ahLst/>
              <a:cxnLst/>
              <a:rect l="l" t="t" r="r" b="b"/>
              <a:pathLst>
                <a:path w="2192020" h="370839">
                  <a:moveTo>
                    <a:pt x="2191512" y="0"/>
                  </a:moveTo>
                  <a:lnTo>
                    <a:pt x="0" y="0"/>
                  </a:lnTo>
                  <a:lnTo>
                    <a:pt x="0" y="370331"/>
                  </a:lnTo>
                  <a:lnTo>
                    <a:pt x="2191512" y="370331"/>
                  </a:lnTo>
                  <a:lnTo>
                    <a:pt x="21915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15867" y="3296411"/>
              <a:ext cx="2192020" cy="370840"/>
            </a:xfrm>
            <a:custGeom>
              <a:avLst/>
              <a:gdLst/>
              <a:ahLst/>
              <a:cxnLst/>
              <a:rect l="l" t="t" r="r" b="b"/>
              <a:pathLst>
                <a:path w="2192020" h="370839">
                  <a:moveTo>
                    <a:pt x="0" y="370331"/>
                  </a:moveTo>
                  <a:lnTo>
                    <a:pt x="2191512" y="370331"/>
                  </a:lnTo>
                  <a:lnTo>
                    <a:pt x="2191512" y="0"/>
                  </a:lnTo>
                  <a:lnTo>
                    <a:pt x="0" y="0"/>
                  </a:lnTo>
                  <a:lnTo>
                    <a:pt x="0" y="370331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14060" y="3296411"/>
              <a:ext cx="3400425" cy="370840"/>
            </a:xfrm>
            <a:custGeom>
              <a:avLst/>
              <a:gdLst/>
              <a:ahLst/>
              <a:cxnLst/>
              <a:rect l="l" t="t" r="r" b="b"/>
              <a:pathLst>
                <a:path w="3400425" h="370839">
                  <a:moveTo>
                    <a:pt x="3400043" y="0"/>
                  </a:moveTo>
                  <a:lnTo>
                    <a:pt x="0" y="0"/>
                  </a:lnTo>
                  <a:lnTo>
                    <a:pt x="0" y="370331"/>
                  </a:lnTo>
                  <a:lnTo>
                    <a:pt x="3400043" y="370331"/>
                  </a:lnTo>
                  <a:lnTo>
                    <a:pt x="3400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14060" y="3296411"/>
              <a:ext cx="3400425" cy="370840"/>
            </a:xfrm>
            <a:custGeom>
              <a:avLst/>
              <a:gdLst/>
              <a:ahLst/>
              <a:cxnLst/>
              <a:rect l="l" t="t" r="r" b="b"/>
              <a:pathLst>
                <a:path w="3400425" h="370839">
                  <a:moveTo>
                    <a:pt x="0" y="370331"/>
                  </a:moveTo>
                  <a:lnTo>
                    <a:pt x="3400043" y="370331"/>
                  </a:lnTo>
                  <a:lnTo>
                    <a:pt x="3400043" y="0"/>
                  </a:lnTo>
                  <a:lnTo>
                    <a:pt x="0" y="0"/>
                  </a:lnTo>
                  <a:lnTo>
                    <a:pt x="0" y="370331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886200" y="4767071"/>
            <a:ext cx="1600200" cy="130810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950"/>
              </a:spcBef>
            </a:pPr>
            <a:r>
              <a:rPr sz="1100" b="1" spc="-185" dirty="0">
                <a:solidFill>
                  <a:srgbClr val="252525"/>
                </a:solidFill>
                <a:latin typeface="Arial"/>
                <a:cs typeface="Arial"/>
              </a:rPr>
              <a:t>W</a:t>
            </a:r>
            <a:r>
              <a:rPr sz="1100" b="1" spc="-10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b="1" spc="-165" dirty="0">
                <a:solidFill>
                  <a:srgbClr val="252525"/>
                </a:solidFill>
                <a:latin typeface="Arial"/>
                <a:cs typeface="Arial"/>
              </a:rPr>
              <a:t>n</a:t>
            </a:r>
            <a:r>
              <a:rPr sz="1100" b="1" spc="-55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100" b="1" spc="-190" dirty="0">
                <a:solidFill>
                  <a:srgbClr val="252525"/>
                </a:solidFill>
                <a:latin typeface="Arial"/>
                <a:cs typeface="Arial"/>
              </a:rPr>
              <a:t>s</a:t>
            </a:r>
            <a:r>
              <a:rPr sz="1100" b="1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spc="-75" dirty="0">
                <a:solidFill>
                  <a:srgbClr val="252525"/>
                </a:solid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689091" y="4767071"/>
            <a:ext cx="1600200" cy="130810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2065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0"/>
              </a:spcBef>
            </a:pPr>
            <a:r>
              <a:rPr sz="1100" b="1" spc="-185" dirty="0">
                <a:solidFill>
                  <a:srgbClr val="252525"/>
                </a:solidFill>
                <a:latin typeface="Arial"/>
                <a:cs typeface="Arial"/>
              </a:rPr>
              <a:t>W</a:t>
            </a:r>
            <a:r>
              <a:rPr sz="1100" b="1" spc="-10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b="1" spc="-165" dirty="0">
                <a:solidFill>
                  <a:srgbClr val="252525"/>
                </a:solidFill>
                <a:latin typeface="Arial"/>
                <a:cs typeface="Arial"/>
              </a:rPr>
              <a:t>n</a:t>
            </a:r>
            <a:r>
              <a:rPr sz="1100" b="1" spc="-55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100" b="1" spc="-190" dirty="0">
                <a:solidFill>
                  <a:srgbClr val="252525"/>
                </a:solidFill>
                <a:latin typeface="Arial"/>
                <a:cs typeface="Arial"/>
              </a:rPr>
              <a:t>s</a:t>
            </a:r>
            <a:r>
              <a:rPr sz="1100" b="1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spc="-75" dirty="0">
                <a:solidFill>
                  <a:srgbClr val="252525"/>
                </a:solidFill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491983" y="4767071"/>
            <a:ext cx="1600200" cy="130810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2065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0"/>
              </a:spcBef>
            </a:pPr>
            <a:r>
              <a:rPr sz="1100" b="1" spc="-185" dirty="0">
                <a:solidFill>
                  <a:srgbClr val="252525"/>
                </a:solidFill>
                <a:latin typeface="Arial"/>
                <a:cs typeface="Arial"/>
              </a:rPr>
              <a:t>W</a:t>
            </a:r>
            <a:r>
              <a:rPr sz="1100" b="1" spc="-10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100" b="1" spc="-165" dirty="0">
                <a:solidFill>
                  <a:srgbClr val="252525"/>
                </a:solidFill>
                <a:latin typeface="Arial"/>
                <a:cs typeface="Arial"/>
              </a:rPr>
              <a:t>n</a:t>
            </a:r>
            <a:r>
              <a:rPr sz="1100" b="1" spc="-55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100" b="1" spc="-190" dirty="0">
                <a:solidFill>
                  <a:srgbClr val="252525"/>
                </a:solidFill>
                <a:latin typeface="Arial"/>
                <a:cs typeface="Arial"/>
              </a:rPr>
              <a:t>s</a:t>
            </a:r>
            <a:r>
              <a:rPr sz="1100" b="1" spc="-2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100" b="1" spc="-75" dirty="0">
                <a:solidFill>
                  <a:srgbClr val="252525"/>
                </a:solidFill>
                <a:latin typeface="Arial"/>
                <a:cs typeface="Arial"/>
              </a:rPr>
              <a:t>3</a:t>
            </a:r>
            <a:endParaRPr sz="11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37894" y="1638681"/>
            <a:ext cx="9296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15" dirty="0">
                <a:solidFill>
                  <a:srgbClr val="252525"/>
                </a:solidFill>
                <a:latin typeface="Arial"/>
                <a:cs typeface="Arial"/>
              </a:rPr>
              <a:t>Age</a:t>
            </a:r>
            <a:r>
              <a:rPr sz="1400" b="1" spc="-6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265" dirty="0">
                <a:solidFill>
                  <a:srgbClr val="252525"/>
                </a:solidFill>
                <a:latin typeface="Arial"/>
                <a:cs typeface="Arial"/>
              </a:rPr>
              <a:t>/</a:t>
            </a:r>
            <a:r>
              <a:rPr sz="1400" b="1" spc="-5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229" dirty="0">
                <a:solidFill>
                  <a:srgbClr val="252525"/>
                </a:solidFill>
                <a:latin typeface="Arial"/>
                <a:cs typeface="Arial"/>
              </a:rPr>
              <a:t>Gen</a:t>
            </a:r>
            <a:r>
              <a:rPr sz="1400" b="1" spc="-220" dirty="0">
                <a:solidFill>
                  <a:srgbClr val="252525"/>
                </a:solidFill>
                <a:latin typeface="Arial"/>
                <a:cs typeface="Arial"/>
              </a:rPr>
              <a:t>d</a:t>
            </a:r>
            <a:r>
              <a:rPr sz="1400" b="1" spc="-125" dirty="0">
                <a:solidFill>
                  <a:srgbClr val="252525"/>
                </a:solidFill>
                <a:latin typeface="Arial"/>
                <a:cs typeface="Arial"/>
              </a:rPr>
              <a:t>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23238" y="2565907"/>
            <a:ext cx="7569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0" dirty="0">
                <a:solidFill>
                  <a:srgbClr val="252525"/>
                </a:solidFill>
                <a:latin typeface="Arial"/>
                <a:cs typeface="Arial"/>
              </a:rPr>
              <a:t>Occupation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65580" y="3505580"/>
            <a:ext cx="870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60" dirty="0">
                <a:solidFill>
                  <a:srgbClr val="252525"/>
                </a:solidFill>
                <a:latin typeface="Arial"/>
                <a:cs typeface="Arial"/>
              </a:rPr>
              <a:t>Soc</a:t>
            </a:r>
            <a:r>
              <a:rPr sz="1400" b="1" spc="-130" dirty="0">
                <a:solidFill>
                  <a:srgbClr val="252525"/>
                </a:solidFill>
                <a:latin typeface="Arial"/>
                <a:cs typeface="Arial"/>
              </a:rPr>
              <a:t>i</a:t>
            </a:r>
            <a:r>
              <a:rPr sz="1400" b="1" spc="-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400" b="1" spc="-50" dirty="0">
                <a:solidFill>
                  <a:srgbClr val="252525"/>
                </a:solidFill>
                <a:latin typeface="Arial"/>
                <a:cs typeface="Arial"/>
              </a:rPr>
              <a:t>l</a:t>
            </a:r>
            <a:r>
              <a:rPr sz="1400" b="1" spc="-5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204" dirty="0">
                <a:solidFill>
                  <a:srgbClr val="252525"/>
                </a:solidFill>
                <a:latin typeface="Arial"/>
                <a:cs typeface="Arial"/>
              </a:rPr>
              <a:t>Gro</a:t>
            </a:r>
            <a:r>
              <a:rPr sz="1400" b="1" spc="-200" dirty="0">
                <a:solidFill>
                  <a:srgbClr val="252525"/>
                </a:solidFill>
                <a:latin typeface="Arial"/>
                <a:cs typeface="Arial"/>
              </a:rPr>
              <a:t>u</a:t>
            </a:r>
            <a:r>
              <a:rPr sz="1400" b="1" spc="-190" dirty="0">
                <a:solidFill>
                  <a:srgbClr val="252525"/>
                </a:solidFill>
                <a:latin typeface="Arial"/>
                <a:cs typeface="Arial"/>
              </a:rPr>
              <a:t>p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200403" y="4419980"/>
            <a:ext cx="14027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60" dirty="0">
                <a:solidFill>
                  <a:srgbClr val="252525"/>
                </a:solidFill>
                <a:latin typeface="Arial"/>
                <a:cs typeface="Arial"/>
              </a:rPr>
              <a:t>Soc</a:t>
            </a:r>
            <a:r>
              <a:rPr sz="1400" b="1" spc="-130" dirty="0">
                <a:solidFill>
                  <a:srgbClr val="252525"/>
                </a:solidFill>
                <a:latin typeface="Arial"/>
                <a:cs typeface="Arial"/>
              </a:rPr>
              <a:t>i</a:t>
            </a:r>
            <a:r>
              <a:rPr sz="1400" b="1" spc="-10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400" b="1" spc="-50" dirty="0">
                <a:solidFill>
                  <a:srgbClr val="252525"/>
                </a:solidFill>
                <a:latin typeface="Arial"/>
                <a:cs typeface="Arial"/>
              </a:rPr>
              <a:t>l</a:t>
            </a:r>
            <a:r>
              <a:rPr sz="1400" b="1" spc="-5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195" dirty="0">
                <a:solidFill>
                  <a:srgbClr val="252525"/>
                </a:solidFill>
                <a:latin typeface="Arial"/>
                <a:cs typeface="Arial"/>
              </a:rPr>
              <a:t>Cir</a:t>
            </a:r>
            <a:r>
              <a:rPr sz="1400" b="1" spc="-240" dirty="0">
                <a:solidFill>
                  <a:srgbClr val="252525"/>
                </a:solidFill>
                <a:latin typeface="Arial"/>
                <a:cs typeface="Arial"/>
              </a:rPr>
              <a:t>c</a:t>
            </a:r>
            <a:r>
              <a:rPr sz="1400" b="1" spc="-204" dirty="0">
                <a:solidFill>
                  <a:srgbClr val="252525"/>
                </a:solidFill>
                <a:latin typeface="Arial"/>
                <a:cs typeface="Arial"/>
              </a:rPr>
              <a:t>u</a:t>
            </a:r>
            <a:r>
              <a:rPr sz="1400" b="1" spc="-320" dirty="0">
                <a:solidFill>
                  <a:srgbClr val="252525"/>
                </a:solidFill>
                <a:latin typeface="Arial"/>
                <a:cs typeface="Arial"/>
              </a:rPr>
              <a:t>m</a:t>
            </a:r>
            <a:r>
              <a:rPr sz="1400" b="1" spc="-195" dirty="0">
                <a:solidFill>
                  <a:srgbClr val="252525"/>
                </a:solidFill>
                <a:latin typeface="Arial"/>
                <a:cs typeface="Arial"/>
              </a:rPr>
              <a:t>s</a:t>
            </a:r>
            <a:r>
              <a:rPr sz="1400" b="1" spc="-65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400" b="1" spc="-15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400" b="1" spc="-175" dirty="0">
                <a:solidFill>
                  <a:srgbClr val="252525"/>
                </a:solidFill>
                <a:latin typeface="Arial"/>
                <a:cs typeface="Arial"/>
              </a:rPr>
              <a:t>n</a:t>
            </a:r>
            <a:r>
              <a:rPr sz="1400" b="1" spc="-254" dirty="0">
                <a:solidFill>
                  <a:srgbClr val="252525"/>
                </a:solidFill>
                <a:latin typeface="Arial"/>
                <a:cs typeface="Arial"/>
              </a:rPr>
              <a:t>ces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81125" y="5334127"/>
            <a:ext cx="10414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95" dirty="0">
                <a:solidFill>
                  <a:srgbClr val="252525"/>
                </a:solidFill>
                <a:latin typeface="Arial"/>
                <a:cs typeface="Arial"/>
              </a:rPr>
              <a:t>Es</a:t>
            </a:r>
            <a:r>
              <a:rPr sz="1400" b="1" spc="-190" dirty="0">
                <a:solidFill>
                  <a:srgbClr val="252525"/>
                </a:solidFill>
                <a:latin typeface="Arial"/>
                <a:cs typeface="Arial"/>
              </a:rPr>
              <a:t>sen</a:t>
            </a:r>
            <a:r>
              <a:rPr sz="1400" b="1" spc="-105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400" b="1" spc="-50" dirty="0">
                <a:solidFill>
                  <a:srgbClr val="252525"/>
                </a:solidFill>
                <a:latin typeface="Arial"/>
                <a:cs typeface="Arial"/>
              </a:rPr>
              <a:t>i</a:t>
            </a:r>
            <a:r>
              <a:rPr sz="1400" b="1" spc="-10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400" b="1" spc="-30" dirty="0">
                <a:solidFill>
                  <a:srgbClr val="252525"/>
                </a:solidFill>
                <a:latin typeface="Arial"/>
                <a:cs typeface="Arial"/>
              </a:rPr>
              <a:t>l</a:t>
            </a:r>
            <a:r>
              <a:rPr sz="1400" b="1" spc="-5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252525"/>
                </a:solidFill>
                <a:latin typeface="Arial"/>
                <a:cs typeface="Arial"/>
              </a:rPr>
              <a:t>I</a:t>
            </a:r>
            <a:r>
              <a:rPr sz="1400" b="1" spc="-15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400" b="1" spc="-225" dirty="0">
                <a:solidFill>
                  <a:srgbClr val="252525"/>
                </a:solidFill>
                <a:latin typeface="Arial"/>
                <a:cs typeface="Arial"/>
              </a:rPr>
              <a:t>em</a:t>
            </a:r>
            <a:r>
              <a:rPr sz="1400" b="1" spc="-245" dirty="0">
                <a:solidFill>
                  <a:srgbClr val="252525"/>
                </a:solidFill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1" name="object 5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58824" y="1839467"/>
            <a:ext cx="4017264" cy="4017263"/>
          </a:xfrm>
          <a:prstGeom prst="rect">
            <a:avLst/>
          </a:prstGeom>
        </p:spPr>
      </p:pic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1899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Appendix.</a:t>
            </a:r>
            <a:r>
              <a:rPr spc="-45" dirty="0"/>
              <a:t> </a:t>
            </a:r>
            <a:r>
              <a:rPr spc="-5" dirty="0"/>
              <a:t>Persona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944623" y="1520952"/>
            <a:ext cx="7397750" cy="4535805"/>
            <a:chOff x="1944623" y="1520952"/>
            <a:chExt cx="7397750" cy="4535805"/>
          </a:xfrm>
        </p:grpSpPr>
        <p:sp>
          <p:nvSpPr>
            <p:cNvPr id="6" name="object 6"/>
            <p:cNvSpPr/>
            <p:nvPr/>
          </p:nvSpPr>
          <p:spPr>
            <a:xfrm>
              <a:off x="1944623" y="1520952"/>
              <a:ext cx="7397750" cy="2270760"/>
            </a:xfrm>
            <a:custGeom>
              <a:avLst/>
              <a:gdLst/>
              <a:ahLst/>
              <a:cxnLst/>
              <a:rect l="l" t="t" r="r" b="b"/>
              <a:pathLst>
                <a:path w="7397750" h="2270760">
                  <a:moveTo>
                    <a:pt x="7397496" y="0"/>
                  </a:moveTo>
                  <a:lnTo>
                    <a:pt x="0" y="0"/>
                  </a:lnTo>
                  <a:lnTo>
                    <a:pt x="0" y="2270760"/>
                  </a:lnTo>
                  <a:lnTo>
                    <a:pt x="7397496" y="2270760"/>
                  </a:lnTo>
                  <a:lnTo>
                    <a:pt x="7397496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44623" y="3787140"/>
              <a:ext cx="7397750" cy="2269490"/>
            </a:xfrm>
            <a:custGeom>
              <a:avLst/>
              <a:gdLst/>
              <a:ahLst/>
              <a:cxnLst/>
              <a:rect l="l" t="t" r="r" b="b"/>
              <a:pathLst>
                <a:path w="7397750" h="2269490">
                  <a:moveTo>
                    <a:pt x="7397496" y="0"/>
                  </a:moveTo>
                  <a:lnTo>
                    <a:pt x="0" y="0"/>
                  </a:lnTo>
                  <a:lnTo>
                    <a:pt x="0" y="2269236"/>
                  </a:lnTo>
                  <a:lnTo>
                    <a:pt x="7397496" y="2269236"/>
                  </a:lnTo>
                  <a:lnTo>
                    <a:pt x="7397496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13816" y="2243327"/>
            <a:ext cx="826135" cy="826135"/>
            <a:chOff x="813816" y="2243327"/>
            <a:chExt cx="826135" cy="826135"/>
          </a:xfrm>
        </p:grpSpPr>
        <p:sp>
          <p:nvSpPr>
            <p:cNvPr id="9" name="object 9"/>
            <p:cNvSpPr/>
            <p:nvPr/>
          </p:nvSpPr>
          <p:spPr>
            <a:xfrm>
              <a:off x="813816" y="2243327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5" h="826135">
                  <a:moveTo>
                    <a:pt x="413003" y="0"/>
                  </a:moveTo>
                  <a:lnTo>
                    <a:pt x="364839" y="2778"/>
                  </a:lnTo>
                  <a:lnTo>
                    <a:pt x="318307" y="10907"/>
                  </a:lnTo>
                  <a:lnTo>
                    <a:pt x="273716" y="24077"/>
                  </a:lnTo>
                  <a:lnTo>
                    <a:pt x="231376" y="41978"/>
                  </a:lnTo>
                  <a:lnTo>
                    <a:pt x="191599" y="64300"/>
                  </a:lnTo>
                  <a:lnTo>
                    <a:pt x="154692" y="90733"/>
                  </a:lnTo>
                  <a:lnTo>
                    <a:pt x="120967" y="120967"/>
                  </a:lnTo>
                  <a:lnTo>
                    <a:pt x="90733" y="154692"/>
                  </a:lnTo>
                  <a:lnTo>
                    <a:pt x="64300" y="191599"/>
                  </a:lnTo>
                  <a:lnTo>
                    <a:pt x="41978" y="231376"/>
                  </a:lnTo>
                  <a:lnTo>
                    <a:pt x="24077" y="273716"/>
                  </a:lnTo>
                  <a:lnTo>
                    <a:pt x="10907" y="318307"/>
                  </a:lnTo>
                  <a:lnTo>
                    <a:pt x="2778" y="364839"/>
                  </a:lnTo>
                  <a:lnTo>
                    <a:pt x="0" y="413004"/>
                  </a:lnTo>
                  <a:lnTo>
                    <a:pt x="2778" y="461168"/>
                  </a:lnTo>
                  <a:lnTo>
                    <a:pt x="10907" y="507700"/>
                  </a:lnTo>
                  <a:lnTo>
                    <a:pt x="24077" y="552291"/>
                  </a:lnTo>
                  <a:lnTo>
                    <a:pt x="41978" y="594631"/>
                  </a:lnTo>
                  <a:lnTo>
                    <a:pt x="64300" y="634408"/>
                  </a:lnTo>
                  <a:lnTo>
                    <a:pt x="90733" y="671315"/>
                  </a:lnTo>
                  <a:lnTo>
                    <a:pt x="120967" y="705040"/>
                  </a:lnTo>
                  <a:lnTo>
                    <a:pt x="154692" y="735274"/>
                  </a:lnTo>
                  <a:lnTo>
                    <a:pt x="191599" y="761707"/>
                  </a:lnTo>
                  <a:lnTo>
                    <a:pt x="231376" y="784029"/>
                  </a:lnTo>
                  <a:lnTo>
                    <a:pt x="273716" y="801930"/>
                  </a:lnTo>
                  <a:lnTo>
                    <a:pt x="318307" y="815100"/>
                  </a:lnTo>
                  <a:lnTo>
                    <a:pt x="364839" y="823229"/>
                  </a:lnTo>
                  <a:lnTo>
                    <a:pt x="413003" y="826008"/>
                  </a:lnTo>
                  <a:lnTo>
                    <a:pt x="461168" y="823229"/>
                  </a:lnTo>
                  <a:lnTo>
                    <a:pt x="507700" y="815100"/>
                  </a:lnTo>
                  <a:lnTo>
                    <a:pt x="552291" y="801930"/>
                  </a:lnTo>
                  <a:lnTo>
                    <a:pt x="594631" y="784029"/>
                  </a:lnTo>
                  <a:lnTo>
                    <a:pt x="634408" y="761707"/>
                  </a:lnTo>
                  <a:lnTo>
                    <a:pt x="671315" y="735274"/>
                  </a:lnTo>
                  <a:lnTo>
                    <a:pt x="705040" y="705040"/>
                  </a:lnTo>
                  <a:lnTo>
                    <a:pt x="735274" y="671315"/>
                  </a:lnTo>
                  <a:lnTo>
                    <a:pt x="761707" y="634408"/>
                  </a:lnTo>
                  <a:lnTo>
                    <a:pt x="784029" y="594631"/>
                  </a:lnTo>
                  <a:lnTo>
                    <a:pt x="801930" y="552291"/>
                  </a:lnTo>
                  <a:lnTo>
                    <a:pt x="815100" y="507700"/>
                  </a:lnTo>
                  <a:lnTo>
                    <a:pt x="823229" y="461168"/>
                  </a:lnTo>
                  <a:lnTo>
                    <a:pt x="826008" y="413004"/>
                  </a:lnTo>
                  <a:lnTo>
                    <a:pt x="823229" y="364839"/>
                  </a:lnTo>
                  <a:lnTo>
                    <a:pt x="815100" y="318307"/>
                  </a:lnTo>
                  <a:lnTo>
                    <a:pt x="801930" y="273716"/>
                  </a:lnTo>
                  <a:lnTo>
                    <a:pt x="784029" y="231376"/>
                  </a:lnTo>
                  <a:lnTo>
                    <a:pt x="761707" y="191599"/>
                  </a:lnTo>
                  <a:lnTo>
                    <a:pt x="735274" y="154692"/>
                  </a:lnTo>
                  <a:lnTo>
                    <a:pt x="705040" y="120967"/>
                  </a:lnTo>
                  <a:lnTo>
                    <a:pt x="671315" y="90733"/>
                  </a:lnTo>
                  <a:lnTo>
                    <a:pt x="634408" y="64300"/>
                  </a:lnTo>
                  <a:lnTo>
                    <a:pt x="594631" y="41978"/>
                  </a:lnTo>
                  <a:lnTo>
                    <a:pt x="552291" y="24077"/>
                  </a:lnTo>
                  <a:lnTo>
                    <a:pt x="507700" y="10907"/>
                  </a:lnTo>
                  <a:lnTo>
                    <a:pt x="461168" y="2778"/>
                  </a:lnTo>
                  <a:lnTo>
                    <a:pt x="413003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3648" y="2447543"/>
              <a:ext cx="123443" cy="12496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36548" y="2447543"/>
              <a:ext cx="123443" cy="1249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89076" y="2686811"/>
              <a:ext cx="469900" cy="234950"/>
            </a:xfrm>
            <a:custGeom>
              <a:avLst/>
              <a:gdLst/>
              <a:ahLst/>
              <a:cxnLst/>
              <a:rect l="l" t="t" r="r" b="b"/>
              <a:pathLst>
                <a:path w="469900" h="234950">
                  <a:moveTo>
                    <a:pt x="469392" y="0"/>
                  </a:moveTo>
                  <a:lnTo>
                    <a:pt x="0" y="0"/>
                  </a:lnTo>
                  <a:lnTo>
                    <a:pt x="4768" y="47313"/>
                  </a:lnTo>
                  <a:lnTo>
                    <a:pt x="18443" y="91374"/>
                  </a:lnTo>
                  <a:lnTo>
                    <a:pt x="40083" y="131241"/>
                  </a:lnTo>
                  <a:lnTo>
                    <a:pt x="68741" y="165973"/>
                  </a:lnTo>
                  <a:lnTo>
                    <a:pt x="103476" y="194626"/>
                  </a:lnTo>
                  <a:lnTo>
                    <a:pt x="143342" y="216259"/>
                  </a:lnTo>
                  <a:lnTo>
                    <a:pt x="187397" y="229929"/>
                  </a:lnTo>
                  <a:lnTo>
                    <a:pt x="234696" y="234696"/>
                  </a:lnTo>
                  <a:lnTo>
                    <a:pt x="282009" y="229929"/>
                  </a:lnTo>
                  <a:lnTo>
                    <a:pt x="326070" y="216259"/>
                  </a:lnTo>
                  <a:lnTo>
                    <a:pt x="365937" y="194626"/>
                  </a:lnTo>
                  <a:lnTo>
                    <a:pt x="400669" y="165973"/>
                  </a:lnTo>
                  <a:lnTo>
                    <a:pt x="429322" y="131241"/>
                  </a:lnTo>
                  <a:lnTo>
                    <a:pt x="450955" y="91374"/>
                  </a:lnTo>
                  <a:lnTo>
                    <a:pt x="464625" y="47313"/>
                  </a:lnTo>
                  <a:lnTo>
                    <a:pt x="4693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813816" y="4509515"/>
            <a:ext cx="826135" cy="826135"/>
            <a:chOff x="813816" y="4509515"/>
            <a:chExt cx="826135" cy="826135"/>
          </a:xfrm>
        </p:grpSpPr>
        <p:sp>
          <p:nvSpPr>
            <p:cNvPr id="14" name="object 14"/>
            <p:cNvSpPr/>
            <p:nvPr/>
          </p:nvSpPr>
          <p:spPr>
            <a:xfrm>
              <a:off x="813816" y="4509515"/>
              <a:ext cx="826135" cy="826135"/>
            </a:xfrm>
            <a:custGeom>
              <a:avLst/>
              <a:gdLst/>
              <a:ahLst/>
              <a:cxnLst/>
              <a:rect l="l" t="t" r="r" b="b"/>
              <a:pathLst>
                <a:path w="826135" h="826135">
                  <a:moveTo>
                    <a:pt x="413003" y="0"/>
                  </a:moveTo>
                  <a:lnTo>
                    <a:pt x="364839" y="2778"/>
                  </a:lnTo>
                  <a:lnTo>
                    <a:pt x="318307" y="10907"/>
                  </a:lnTo>
                  <a:lnTo>
                    <a:pt x="273716" y="24077"/>
                  </a:lnTo>
                  <a:lnTo>
                    <a:pt x="231376" y="41978"/>
                  </a:lnTo>
                  <a:lnTo>
                    <a:pt x="191599" y="64300"/>
                  </a:lnTo>
                  <a:lnTo>
                    <a:pt x="154692" y="90733"/>
                  </a:lnTo>
                  <a:lnTo>
                    <a:pt x="120967" y="120967"/>
                  </a:lnTo>
                  <a:lnTo>
                    <a:pt x="90733" y="154692"/>
                  </a:lnTo>
                  <a:lnTo>
                    <a:pt x="64300" y="191599"/>
                  </a:lnTo>
                  <a:lnTo>
                    <a:pt x="41978" y="231376"/>
                  </a:lnTo>
                  <a:lnTo>
                    <a:pt x="24077" y="273716"/>
                  </a:lnTo>
                  <a:lnTo>
                    <a:pt x="10907" y="318307"/>
                  </a:lnTo>
                  <a:lnTo>
                    <a:pt x="2778" y="364839"/>
                  </a:lnTo>
                  <a:lnTo>
                    <a:pt x="0" y="413003"/>
                  </a:lnTo>
                  <a:lnTo>
                    <a:pt x="2778" y="461168"/>
                  </a:lnTo>
                  <a:lnTo>
                    <a:pt x="10907" y="507700"/>
                  </a:lnTo>
                  <a:lnTo>
                    <a:pt x="24077" y="552291"/>
                  </a:lnTo>
                  <a:lnTo>
                    <a:pt x="41978" y="594631"/>
                  </a:lnTo>
                  <a:lnTo>
                    <a:pt x="64300" y="634408"/>
                  </a:lnTo>
                  <a:lnTo>
                    <a:pt x="90733" y="671315"/>
                  </a:lnTo>
                  <a:lnTo>
                    <a:pt x="120967" y="705040"/>
                  </a:lnTo>
                  <a:lnTo>
                    <a:pt x="154692" y="735274"/>
                  </a:lnTo>
                  <a:lnTo>
                    <a:pt x="191599" y="761707"/>
                  </a:lnTo>
                  <a:lnTo>
                    <a:pt x="231376" y="784029"/>
                  </a:lnTo>
                  <a:lnTo>
                    <a:pt x="273716" y="801930"/>
                  </a:lnTo>
                  <a:lnTo>
                    <a:pt x="318307" y="815100"/>
                  </a:lnTo>
                  <a:lnTo>
                    <a:pt x="364839" y="823229"/>
                  </a:lnTo>
                  <a:lnTo>
                    <a:pt x="413003" y="826007"/>
                  </a:lnTo>
                  <a:lnTo>
                    <a:pt x="461168" y="823229"/>
                  </a:lnTo>
                  <a:lnTo>
                    <a:pt x="507700" y="815100"/>
                  </a:lnTo>
                  <a:lnTo>
                    <a:pt x="552291" y="801930"/>
                  </a:lnTo>
                  <a:lnTo>
                    <a:pt x="594631" y="784029"/>
                  </a:lnTo>
                  <a:lnTo>
                    <a:pt x="634408" y="761707"/>
                  </a:lnTo>
                  <a:lnTo>
                    <a:pt x="671315" y="735274"/>
                  </a:lnTo>
                  <a:lnTo>
                    <a:pt x="705040" y="705040"/>
                  </a:lnTo>
                  <a:lnTo>
                    <a:pt x="735274" y="671315"/>
                  </a:lnTo>
                  <a:lnTo>
                    <a:pt x="761707" y="634408"/>
                  </a:lnTo>
                  <a:lnTo>
                    <a:pt x="784029" y="594631"/>
                  </a:lnTo>
                  <a:lnTo>
                    <a:pt x="801930" y="552291"/>
                  </a:lnTo>
                  <a:lnTo>
                    <a:pt x="815100" y="507700"/>
                  </a:lnTo>
                  <a:lnTo>
                    <a:pt x="823229" y="461168"/>
                  </a:lnTo>
                  <a:lnTo>
                    <a:pt x="826008" y="413003"/>
                  </a:lnTo>
                  <a:lnTo>
                    <a:pt x="823229" y="364839"/>
                  </a:lnTo>
                  <a:lnTo>
                    <a:pt x="815100" y="318307"/>
                  </a:lnTo>
                  <a:lnTo>
                    <a:pt x="801930" y="273716"/>
                  </a:lnTo>
                  <a:lnTo>
                    <a:pt x="784029" y="231376"/>
                  </a:lnTo>
                  <a:lnTo>
                    <a:pt x="761707" y="191599"/>
                  </a:lnTo>
                  <a:lnTo>
                    <a:pt x="735274" y="154692"/>
                  </a:lnTo>
                  <a:lnTo>
                    <a:pt x="705040" y="120967"/>
                  </a:lnTo>
                  <a:lnTo>
                    <a:pt x="671315" y="90733"/>
                  </a:lnTo>
                  <a:lnTo>
                    <a:pt x="634408" y="64300"/>
                  </a:lnTo>
                  <a:lnTo>
                    <a:pt x="594631" y="41978"/>
                  </a:lnTo>
                  <a:lnTo>
                    <a:pt x="552291" y="24077"/>
                  </a:lnTo>
                  <a:lnTo>
                    <a:pt x="507700" y="10907"/>
                  </a:lnTo>
                  <a:lnTo>
                    <a:pt x="461168" y="2778"/>
                  </a:lnTo>
                  <a:lnTo>
                    <a:pt x="413003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3648" y="4713731"/>
              <a:ext cx="123443" cy="12496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36548" y="4713731"/>
              <a:ext cx="123443" cy="12496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89076" y="4922519"/>
              <a:ext cx="469900" cy="234950"/>
            </a:xfrm>
            <a:custGeom>
              <a:avLst/>
              <a:gdLst/>
              <a:ahLst/>
              <a:cxnLst/>
              <a:rect l="l" t="t" r="r" b="b"/>
              <a:pathLst>
                <a:path w="469900" h="234950">
                  <a:moveTo>
                    <a:pt x="234696" y="0"/>
                  </a:moveTo>
                  <a:lnTo>
                    <a:pt x="187397" y="4766"/>
                  </a:lnTo>
                  <a:lnTo>
                    <a:pt x="143342" y="18436"/>
                  </a:lnTo>
                  <a:lnTo>
                    <a:pt x="103476" y="40069"/>
                  </a:lnTo>
                  <a:lnTo>
                    <a:pt x="68741" y="68722"/>
                  </a:lnTo>
                  <a:lnTo>
                    <a:pt x="40083" y="103454"/>
                  </a:lnTo>
                  <a:lnTo>
                    <a:pt x="18443" y="143321"/>
                  </a:lnTo>
                  <a:lnTo>
                    <a:pt x="4768" y="187382"/>
                  </a:lnTo>
                  <a:lnTo>
                    <a:pt x="0" y="234695"/>
                  </a:lnTo>
                  <a:lnTo>
                    <a:pt x="469392" y="234695"/>
                  </a:lnTo>
                  <a:lnTo>
                    <a:pt x="464625" y="187382"/>
                  </a:lnTo>
                  <a:lnTo>
                    <a:pt x="450955" y="143321"/>
                  </a:lnTo>
                  <a:lnTo>
                    <a:pt x="429322" y="103454"/>
                  </a:lnTo>
                  <a:lnTo>
                    <a:pt x="400669" y="68722"/>
                  </a:lnTo>
                  <a:lnTo>
                    <a:pt x="365937" y="40069"/>
                  </a:lnTo>
                  <a:lnTo>
                    <a:pt x="326070" y="18436"/>
                  </a:lnTo>
                  <a:lnTo>
                    <a:pt x="282009" y="4766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594103" y="1520952"/>
            <a:ext cx="699770" cy="4552315"/>
            <a:chOff x="1594103" y="1520952"/>
            <a:chExt cx="699770" cy="4552315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94103" y="1520952"/>
              <a:ext cx="699516" cy="226618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94103" y="3806952"/>
              <a:ext cx="699516" cy="226618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432557" y="1716151"/>
            <a:ext cx="88201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200" dirty="0">
                <a:solidFill>
                  <a:srgbClr val="252525"/>
                </a:solidFill>
                <a:latin typeface="Arial"/>
                <a:cs typeface="Arial"/>
              </a:rPr>
              <a:t>MOTIVATING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8360" y="5441391"/>
            <a:ext cx="2633980" cy="4387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20"/>
              </a:lnSpc>
              <a:spcBef>
                <a:spcPts val="100"/>
              </a:spcBef>
            </a:pPr>
            <a:r>
              <a:rPr sz="1400" b="1" spc="-95" dirty="0">
                <a:solidFill>
                  <a:srgbClr val="252525"/>
                </a:solidFill>
                <a:latin typeface="Arial"/>
                <a:cs typeface="Arial"/>
              </a:rPr>
              <a:t>“</a:t>
            </a:r>
            <a:r>
              <a:rPr sz="1400" b="1" spc="25" dirty="0">
                <a:solidFill>
                  <a:srgbClr val="252525"/>
                </a:solidFill>
                <a:latin typeface="Arial"/>
                <a:cs typeface="Arial"/>
              </a:rPr>
              <a:t>I</a:t>
            </a:r>
            <a:r>
              <a:rPr sz="1400" b="1" spc="-5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170" dirty="0">
                <a:solidFill>
                  <a:srgbClr val="252525"/>
                </a:solidFill>
                <a:latin typeface="Arial"/>
                <a:cs typeface="Arial"/>
              </a:rPr>
              <a:t>h</a:t>
            </a:r>
            <a:r>
              <a:rPr sz="1400" b="1" spc="-16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400" b="1" spc="-65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400" b="1" spc="-90" dirty="0">
                <a:solidFill>
                  <a:srgbClr val="252525"/>
                </a:solidFill>
                <a:latin typeface="Arial"/>
                <a:cs typeface="Arial"/>
              </a:rPr>
              <a:t>e…”</a:t>
            </a:r>
            <a:endParaRPr sz="1400">
              <a:latin typeface="Arial"/>
              <a:cs typeface="Arial"/>
            </a:endParaRPr>
          </a:p>
          <a:p>
            <a:pPr marL="1583690">
              <a:lnSpc>
                <a:spcPts val="1620"/>
              </a:lnSpc>
            </a:pPr>
            <a:r>
              <a:rPr sz="1400" b="1" spc="-220" dirty="0">
                <a:solidFill>
                  <a:srgbClr val="252525"/>
                </a:solidFill>
                <a:latin typeface="Arial"/>
                <a:cs typeface="Arial"/>
              </a:rPr>
              <a:t>DEMOTIVATING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0247" y="3183712"/>
            <a:ext cx="7289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90" dirty="0">
                <a:solidFill>
                  <a:srgbClr val="252525"/>
                </a:solidFill>
                <a:latin typeface="Arial"/>
                <a:cs typeface="Arial"/>
              </a:rPr>
              <a:t>“</a:t>
            </a:r>
            <a:r>
              <a:rPr sz="1400" b="1" spc="25" dirty="0">
                <a:solidFill>
                  <a:srgbClr val="252525"/>
                </a:solidFill>
                <a:latin typeface="Arial"/>
                <a:cs typeface="Arial"/>
              </a:rPr>
              <a:t>I</a:t>
            </a:r>
            <a:r>
              <a:rPr sz="1400" b="1" spc="-5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80" dirty="0">
                <a:solidFill>
                  <a:srgbClr val="252525"/>
                </a:solidFill>
                <a:latin typeface="Arial"/>
                <a:cs typeface="Arial"/>
              </a:rPr>
              <a:t>l</a:t>
            </a:r>
            <a:r>
              <a:rPr sz="1400" b="1" spc="-185" dirty="0">
                <a:solidFill>
                  <a:srgbClr val="252525"/>
                </a:solidFill>
                <a:latin typeface="Arial"/>
                <a:cs typeface="Arial"/>
              </a:rPr>
              <a:t>o</a:t>
            </a:r>
            <a:r>
              <a:rPr sz="1400" b="1" spc="-215" dirty="0">
                <a:solidFill>
                  <a:srgbClr val="252525"/>
                </a:solidFill>
                <a:latin typeface="Arial"/>
                <a:cs typeface="Arial"/>
              </a:rPr>
              <a:t>v</a:t>
            </a:r>
            <a:r>
              <a:rPr sz="1400" b="1" spc="-90" dirty="0">
                <a:solidFill>
                  <a:srgbClr val="252525"/>
                </a:solidFill>
                <a:latin typeface="Arial"/>
                <a:cs typeface="Arial"/>
              </a:rPr>
              <a:t>e…”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7489" y="431419"/>
            <a:ext cx="2496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Appendix.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Empathy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Map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1687" y="1536179"/>
            <a:ext cx="825258" cy="23394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49779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4164"/>
            <a:ext cx="849630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4805171"/>
            <a:ext cx="5590794" cy="45948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365248" y="2663951"/>
            <a:ext cx="5323840" cy="1676400"/>
            <a:chOff x="2365248" y="2663951"/>
            <a:chExt cx="5323840" cy="1676400"/>
          </a:xfrm>
        </p:grpSpPr>
        <p:sp>
          <p:nvSpPr>
            <p:cNvPr id="10" name="object 10"/>
            <p:cNvSpPr/>
            <p:nvPr/>
          </p:nvSpPr>
          <p:spPr>
            <a:xfrm>
              <a:off x="2365248" y="2663951"/>
              <a:ext cx="1130935" cy="1007744"/>
            </a:xfrm>
            <a:custGeom>
              <a:avLst/>
              <a:gdLst/>
              <a:ahLst/>
              <a:cxnLst/>
              <a:rect l="l" t="t" r="r" b="b"/>
              <a:pathLst>
                <a:path w="1130935" h="1007745">
                  <a:moveTo>
                    <a:pt x="878966" y="0"/>
                  </a:moveTo>
                  <a:lnTo>
                    <a:pt x="251840" y="0"/>
                  </a:lnTo>
                  <a:lnTo>
                    <a:pt x="0" y="503682"/>
                  </a:lnTo>
                  <a:lnTo>
                    <a:pt x="251840" y="1007364"/>
                  </a:lnTo>
                  <a:lnTo>
                    <a:pt x="878966" y="1007364"/>
                  </a:lnTo>
                  <a:lnTo>
                    <a:pt x="1130807" y="503682"/>
                  </a:lnTo>
                  <a:lnTo>
                    <a:pt x="87896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75204" y="3101339"/>
              <a:ext cx="310133" cy="1333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413760" y="3332987"/>
              <a:ext cx="1130935" cy="1007744"/>
            </a:xfrm>
            <a:custGeom>
              <a:avLst/>
              <a:gdLst/>
              <a:ahLst/>
              <a:cxnLst/>
              <a:rect l="l" t="t" r="r" b="b"/>
              <a:pathLst>
                <a:path w="1130935" h="1007745">
                  <a:moveTo>
                    <a:pt x="878966" y="0"/>
                  </a:moveTo>
                  <a:lnTo>
                    <a:pt x="251840" y="0"/>
                  </a:lnTo>
                  <a:lnTo>
                    <a:pt x="0" y="503681"/>
                  </a:lnTo>
                  <a:lnTo>
                    <a:pt x="251840" y="1007363"/>
                  </a:lnTo>
                  <a:lnTo>
                    <a:pt x="878966" y="1007363"/>
                  </a:lnTo>
                  <a:lnTo>
                    <a:pt x="1130807" y="503681"/>
                  </a:lnTo>
                  <a:lnTo>
                    <a:pt x="87896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5136" y="3771899"/>
              <a:ext cx="451865" cy="1318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462272" y="2663951"/>
              <a:ext cx="1130935" cy="1007744"/>
            </a:xfrm>
            <a:custGeom>
              <a:avLst/>
              <a:gdLst/>
              <a:ahLst/>
              <a:cxnLst/>
              <a:rect l="l" t="t" r="r" b="b"/>
              <a:pathLst>
                <a:path w="1130935" h="1007745">
                  <a:moveTo>
                    <a:pt x="878966" y="0"/>
                  </a:moveTo>
                  <a:lnTo>
                    <a:pt x="251840" y="0"/>
                  </a:lnTo>
                  <a:lnTo>
                    <a:pt x="0" y="503682"/>
                  </a:lnTo>
                  <a:lnTo>
                    <a:pt x="251840" y="1007364"/>
                  </a:lnTo>
                  <a:lnTo>
                    <a:pt x="878966" y="1007364"/>
                  </a:lnTo>
                  <a:lnTo>
                    <a:pt x="1130807" y="503682"/>
                  </a:lnTo>
                  <a:lnTo>
                    <a:pt x="87896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31080" y="3101339"/>
              <a:ext cx="387858" cy="1623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10783" y="3332987"/>
              <a:ext cx="1130935" cy="1007744"/>
            </a:xfrm>
            <a:custGeom>
              <a:avLst/>
              <a:gdLst/>
              <a:ahLst/>
              <a:cxnLst/>
              <a:rect l="l" t="t" r="r" b="b"/>
              <a:pathLst>
                <a:path w="1130934" h="1007745">
                  <a:moveTo>
                    <a:pt x="878966" y="0"/>
                  </a:moveTo>
                  <a:lnTo>
                    <a:pt x="251840" y="0"/>
                  </a:lnTo>
                  <a:lnTo>
                    <a:pt x="0" y="503681"/>
                  </a:lnTo>
                  <a:lnTo>
                    <a:pt x="251840" y="1007363"/>
                  </a:lnTo>
                  <a:lnTo>
                    <a:pt x="878966" y="1007363"/>
                  </a:lnTo>
                  <a:lnTo>
                    <a:pt x="1130808" y="503681"/>
                  </a:lnTo>
                  <a:lnTo>
                    <a:pt x="878966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59295" y="2663951"/>
              <a:ext cx="1129665" cy="1007744"/>
            </a:xfrm>
            <a:custGeom>
              <a:avLst/>
              <a:gdLst/>
              <a:ahLst/>
              <a:cxnLst/>
              <a:rect l="l" t="t" r="r" b="b"/>
              <a:pathLst>
                <a:path w="1129665" h="1007745">
                  <a:moveTo>
                    <a:pt x="877443" y="0"/>
                  </a:moveTo>
                  <a:lnTo>
                    <a:pt x="251840" y="0"/>
                  </a:lnTo>
                  <a:lnTo>
                    <a:pt x="0" y="503682"/>
                  </a:lnTo>
                  <a:lnTo>
                    <a:pt x="251840" y="1007364"/>
                  </a:lnTo>
                  <a:lnTo>
                    <a:pt x="877443" y="1007364"/>
                  </a:lnTo>
                  <a:lnTo>
                    <a:pt x="1129283" y="503682"/>
                  </a:lnTo>
                  <a:lnTo>
                    <a:pt x="87744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11924" y="3101339"/>
              <a:ext cx="221742" cy="1333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56148" y="3669779"/>
              <a:ext cx="643902" cy="37415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1687" y="1536179"/>
            <a:ext cx="825258" cy="23394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5688"/>
            <a:ext cx="793241" cy="174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2426195"/>
            <a:ext cx="8210550" cy="6576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1687" y="1536179"/>
            <a:ext cx="825258" cy="23394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5688"/>
            <a:ext cx="793241" cy="1744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2426207"/>
            <a:ext cx="8327898" cy="202615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0851" y="2075688"/>
            <a:ext cx="759714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417064"/>
            <a:ext cx="3435858" cy="224256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728064" y="2763245"/>
            <a:ext cx="4596130" cy="2265045"/>
            <a:chOff x="4728064" y="2763245"/>
            <a:chExt cx="4596130" cy="2265045"/>
          </a:xfrm>
        </p:grpSpPr>
        <p:sp>
          <p:nvSpPr>
            <p:cNvPr id="9" name="object 9"/>
            <p:cNvSpPr/>
            <p:nvPr/>
          </p:nvSpPr>
          <p:spPr>
            <a:xfrm>
              <a:off x="4728064" y="2763245"/>
              <a:ext cx="2298065" cy="1132840"/>
            </a:xfrm>
            <a:custGeom>
              <a:avLst/>
              <a:gdLst/>
              <a:ahLst/>
              <a:cxnLst/>
              <a:rect l="l" t="t" r="r" b="b"/>
              <a:pathLst>
                <a:path w="2298065" h="1132839">
                  <a:moveTo>
                    <a:pt x="2298038" y="0"/>
                  </a:moveTo>
                  <a:lnTo>
                    <a:pt x="0" y="0"/>
                  </a:lnTo>
                  <a:lnTo>
                    <a:pt x="0" y="1132277"/>
                  </a:lnTo>
                  <a:lnTo>
                    <a:pt x="2298038" y="1132277"/>
                  </a:lnTo>
                  <a:lnTo>
                    <a:pt x="229803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26102" y="2763245"/>
              <a:ext cx="2298065" cy="1132840"/>
            </a:xfrm>
            <a:custGeom>
              <a:avLst/>
              <a:gdLst/>
              <a:ahLst/>
              <a:cxnLst/>
              <a:rect l="l" t="t" r="r" b="b"/>
              <a:pathLst>
                <a:path w="2298065" h="1132839">
                  <a:moveTo>
                    <a:pt x="2298038" y="0"/>
                  </a:moveTo>
                  <a:lnTo>
                    <a:pt x="0" y="0"/>
                  </a:lnTo>
                  <a:lnTo>
                    <a:pt x="0" y="1132277"/>
                  </a:lnTo>
                  <a:lnTo>
                    <a:pt x="2298038" y="1132277"/>
                  </a:lnTo>
                  <a:lnTo>
                    <a:pt x="2298038" y="0"/>
                  </a:lnTo>
                  <a:close/>
                </a:path>
              </a:pathLst>
            </a:custGeom>
            <a:solidFill>
              <a:srgbClr val="527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28064" y="3895551"/>
              <a:ext cx="2298065" cy="1132840"/>
            </a:xfrm>
            <a:custGeom>
              <a:avLst/>
              <a:gdLst/>
              <a:ahLst/>
              <a:cxnLst/>
              <a:rect l="l" t="t" r="r" b="b"/>
              <a:pathLst>
                <a:path w="2298065" h="1132839">
                  <a:moveTo>
                    <a:pt x="2298038" y="0"/>
                  </a:moveTo>
                  <a:lnTo>
                    <a:pt x="0" y="0"/>
                  </a:lnTo>
                  <a:lnTo>
                    <a:pt x="0" y="1132277"/>
                  </a:lnTo>
                  <a:lnTo>
                    <a:pt x="2298038" y="1132277"/>
                  </a:lnTo>
                  <a:lnTo>
                    <a:pt x="2298038" y="0"/>
                  </a:lnTo>
                  <a:close/>
                </a:path>
              </a:pathLst>
            </a:custGeom>
            <a:solidFill>
              <a:srgbClr val="7A95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26102" y="3895552"/>
              <a:ext cx="2298065" cy="1132840"/>
            </a:xfrm>
            <a:custGeom>
              <a:avLst/>
              <a:gdLst/>
              <a:ahLst/>
              <a:cxnLst/>
              <a:rect l="l" t="t" r="r" b="b"/>
              <a:pathLst>
                <a:path w="2298065" h="1132839">
                  <a:moveTo>
                    <a:pt x="2298038" y="0"/>
                  </a:moveTo>
                  <a:lnTo>
                    <a:pt x="0" y="0"/>
                  </a:lnTo>
                  <a:lnTo>
                    <a:pt x="0" y="1132277"/>
                  </a:lnTo>
                  <a:lnTo>
                    <a:pt x="2298038" y="1132277"/>
                  </a:lnTo>
                  <a:lnTo>
                    <a:pt x="2298038" y="0"/>
                  </a:lnTo>
                  <a:close/>
                </a:path>
              </a:pathLst>
            </a:custGeom>
            <a:solidFill>
              <a:srgbClr val="C2C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593286" y="3888595"/>
            <a:ext cx="610235" cy="1019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0" spc="-4510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endParaRPr sz="6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73487" y="2725384"/>
            <a:ext cx="1586865" cy="1019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500" spc="-10" dirty="0">
                <a:latin typeface="Calibri"/>
                <a:cs typeface="Calibri"/>
              </a:rPr>
              <a:t>M</a:t>
            </a:r>
            <a:r>
              <a:rPr sz="500" spc="10" dirty="0">
                <a:latin typeface="Calibri"/>
                <a:cs typeface="Calibri"/>
              </a:rPr>
              <a:t>o</a:t>
            </a:r>
            <a:r>
              <a:rPr sz="500" spc="-5" dirty="0">
                <a:latin typeface="Calibri"/>
                <a:cs typeface="Calibri"/>
              </a:rPr>
              <a:t>s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-5" dirty="0">
                <a:latin typeface="Calibri"/>
                <a:cs typeface="Calibri"/>
              </a:rPr>
              <a:t> li</a:t>
            </a:r>
            <a:r>
              <a:rPr sz="500" spc="-10" dirty="0">
                <a:latin typeface="Calibri"/>
                <a:cs typeface="Calibri"/>
              </a:rPr>
              <a:t>k</a:t>
            </a:r>
            <a:r>
              <a:rPr sz="500" dirty="0">
                <a:latin typeface="Calibri"/>
                <a:cs typeface="Calibri"/>
              </a:rPr>
              <a:t>e</a:t>
            </a:r>
            <a:r>
              <a:rPr sz="500" spc="-5" dirty="0">
                <a:latin typeface="Calibri"/>
                <a:cs typeface="Calibri"/>
              </a:rPr>
              <a:t>l</a:t>
            </a:r>
            <a:r>
              <a:rPr sz="500" dirty="0">
                <a:latin typeface="Calibri"/>
                <a:cs typeface="Calibri"/>
              </a:rPr>
              <a:t>y</a:t>
            </a:r>
            <a:r>
              <a:rPr sz="500" spc="2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-15" dirty="0">
                <a:latin typeface="Calibri"/>
                <a:cs typeface="Calibri"/>
              </a:rPr>
              <a:t>h</a:t>
            </a:r>
            <a:r>
              <a:rPr sz="500" dirty="0">
                <a:latin typeface="Calibri"/>
                <a:cs typeface="Calibri"/>
              </a:rPr>
              <a:t>e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-15" dirty="0">
                <a:latin typeface="Calibri"/>
                <a:cs typeface="Calibri"/>
              </a:rPr>
              <a:t>b</a:t>
            </a:r>
            <a:r>
              <a:rPr sz="500" dirty="0">
                <a:latin typeface="Calibri"/>
                <a:cs typeface="Calibri"/>
              </a:rPr>
              <a:t>est</a:t>
            </a:r>
            <a:r>
              <a:rPr sz="500" spc="-5" dirty="0">
                <a:latin typeface="Calibri"/>
                <a:cs typeface="Calibri"/>
              </a:rPr>
              <a:t> </a:t>
            </a:r>
            <a:r>
              <a:rPr sz="500" spc="-190" dirty="0">
                <a:latin typeface="Calibri"/>
                <a:cs typeface="Calibri"/>
              </a:rPr>
              <a:t>s</a:t>
            </a:r>
            <a:r>
              <a:rPr sz="9750" spc="-6225" baseline="-2136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500" spc="10" dirty="0">
                <a:latin typeface="Calibri"/>
                <a:cs typeface="Calibri"/>
              </a:rPr>
              <a:t>o</a:t>
            </a:r>
            <a:r>
              <a:rPr sz="500" spc="-5" dirty="0">
                <a:latin typeface="Calibri"/>
                <a:cs typeface="Calibri"/>
              </a:rPr>
              <a:t>l</a:t>
            </a:r>
            <a:r>
              <a:rPr sz="500" spc="-15" dirty="0">
                <a:latin typeface="Calibri"/>
                <a:cs typeface="Calibri"/>
              </a:rPr>
              <a:t>u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-5" dirty="0">
                <a:latin typeface="Calibri"/>
                <a:cs typeface="Calibri"/>
              </a:rPr>
              <a:t>i</a:t>
            </a:r>
            <a:r>
              <a:rPr sz="500" spc="10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fo</a:t>
            </a:r>
            <a:r>
              <a:rPr sz="500" dirty="0">
                <a:latin typeface="Calibri"/>
                <a:cs typeface="Calibri"/>
              </a:rPr>
              <a:t>r</a:t>
            </a:r>
            <a:r>
              <a:rPr sz="500" spc="-4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a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-15" dirty="0">
                <a:latin typeface="Calibri"/>
                <a:cs typeface="Calibri"/>
              </a:rPr>
              <a:t>p</a:t>
            </a:r>
            <a:r>
              <a:rPr sz="500" spc="-10" dirty="0">
                <a:latin typeface="Calibri"/>
                <a:cs typeface="Calibri"/>
              </a:rPr>
              <a:t>r</a:t>
            </a:r>
            <a:r>
              <a:rPr sz="500" spc="10" dirty="0">
                <a:latin typeface="Calibri"/>
                <a:cs typeface="Calibri"/>
              </a:rPr>
              <a:t>o</a:t>
            </a:r>
            <a:r>
              <a:rPr sz="500" spc="-15" dirty="0">
                <a:latin typeface="Calibri"/>
                <a:cs typeface="Calibri"/>
              </a:rPr>
              <a:t>b</a:t>
            </a:r>
            <a:r>
              <a:rPr sz="500" spc="-5" dirty="0">
                <a:latin typeface="Calibri"/>
                <a:cs typeface="Calibri"/>
              </a:rPr>
              <a:t>l</a:t>
            </a:r>
            <a:r>
              <a:rPr sz="500" dirty="0">
                <a:latin typeface="Calibri"/>
                <a:cs typeface="Calibri"/>
              </a:rPr>
              <a:t>e</a:t>
            </a:r>
            <a:r>
              <a:rPr sz="500" spc="-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.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n</a:t>
            </a:r>
            <a:r>
              <a:rPr sz="500" spc="-1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-15" dirty="0">
                <a:latin typeface="Calibri"/>
                <a:cs typeface="Calibri"/>
              </a:rPr>
              <a:t>h</a:t>
            </a:r>
            <a:r>
              <a:rPr sz="500" dirty="0">
                <a:latin typeface="Calibri"/>
                <a:cs typeface="Calibri"/>
              </a:rPr>
              <a:t>e </a:t>
            </a:r>
            <a:r>
              <a:rPr sz="500" spc="-15" dirty="0">
                <a:latin typeface="Calibri"/>
                <a:cs typeface="Calibri"/>
              </a:rPr>
              <a:t>n</a:t>
            </a:r>
            <a:r>
              <a:rPr sz="500" dirty="0">
                <a:latin typeface="Calibri"/>
                <a:cs typeface="Calibri"/>
              </a:rPr>
              <a:t>e</a:t>
            </a:r>
            <a:r>
              <a:rPr sz="500" spc="5" dirty="0">
                <a:latin typeface="Calibri"/>
                <a:cs typeface="Calibri"/>
              </a:rPr>
              <a:t>x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-5" dirty="0">
                <a:latin typeface="Calibri"/>
                <a:cs typeface="Calibri"/>
              </a:rPr>
              <a:t> st</a:t>
            </a:r>
            <a:r>
              <a:rPr sz="500" dirty="0">
                <a:latin typeface="Calibri"/>
                <a:cs typeface="Calibri"/>
              </a:rPr>
              <a:t>e</a:t>
            </a:r>
            <a:r>
              <a:rPr sz="500" spc="-15" dirty="0">
                <a:latin typeface="Calibri"/>
                <a:cs typeface="Calibri"/>
              </a:rPr>
              <a:t>p</a:t>
            </a:r>
            <a:r>
              <a:rPr sz="500" dirty="0">
                <a:latin typeface="Calibri"/>
                <a:cs typeface="Calibri"/>
              </a:rPr>
              <a:t>,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29859" y="2587113"/>
            <a:ext cx="2291080" cy="118745"/>
            <a:chOff x="4729859" y="2587113"/>
            <a:chExt cx="2291080" cy="118745"/>
          </a:xfrm>
        </p:grpSpPr>
        <p:sp>
          <p:nvSpPr>
            <p:cNvPr id="16" name="object 16"/>
            <p:cNvSpPr/>
            <p:nvPr/>
          </p:nvSpPr>
          <p:spPr>
            <a:xfrm>
              <a:off x="4729859" y="2624855"/>
              <a:ext cx="2291080" cy="43180"/>
            </a:xfrm>
            <a:custGeom>
              <a:avLst/>
              <a:gdLst/>
              <a:ahLst/>
              <a:cxnLst/>
              <a:rect l="l" t="t" r="r" b="b"/>
              <a:pathLst>
                <a:path w="2291079" h="43180">
                  <a:moveTo>
                    <a:pt x="43088" y="0"/>
                  </a:moveTo>
                  <a:lnTo>
                    <a:pt x="0" y="21567"/>
                  </a:lnTo>
                  <a:lnTo>
                    <a:pt x="43088" y="43134"/>
                  </a:lnTo>
                  <a:lnTo>
                    <a:pt x="43088" y="26958"/>
                  </a:lnTo>
                  <a:lnTo>
                    <a:pt x="35899" y="26958"/>
                  </a:lnTo>
                  <a:lnTo>
                    <a:pt x="35899" y="16175"/>
                  </a:lnTo>
                  <a:lnTo>
                    <a:pt x="43088" y="16175"/>
                  </a:lnTo>
                  <a:lnTo>
                    <a:pt x="43088" y="0"/>
                  </a:lnTo>
                  <a:close/>
                </a:path>
                <a:path w="2291079" h="43180">
                  <a:moveTo>
                    <a:pt x="2247768" y="0"/>
                  </a:moveTo>
                  <a:lnTo>
                    <a:pt x="2247768" y="43134"/>
                  </a:lnTo>
                  <a:lnTo>
                    <a:pt x="2280084" y="26959"/>
                  </a:lnTo>
                  <a:lnTo>
                    <a:pt x="2254949" y="26959"/>
                  </a:lnTo>
                  <a:lnTo>
                    <a:pt x="2254949" y="16175"/>
                  </a:lnTo>
                  <a:lnTo>
                    <a:pt x="2280084" y="16175"/>
                  </a:lnTo>
                  <a:lnTo>
                    <a:pt x="2247768" y="0"/>
                  </a:lnTo>
                  <a:close/>
                </a:path>
                <a:path w="2291079" h="43180">
                  <a:moveTo>
                    <a:pt x="43088" y="16175"/>
                  </a:moveTo>
                  <a:lnTo>
                    <a:pt x="35899" y="16175"/>
                  </a:lnTo>
                  <a:lnTo>
                    <a:pt x="35899" y="26958"/>
                  </a:lnTo>
                  <a:lnTo>
                    <a:pt x="43088" y="26958"/>
                  </a:lnTo>
                  <a:lnTo>
                    <a:pt x="43088" y="16175"/>
                  </a:lnTo>
                  <a:close/>
                </a:path>
                <a:path w="2291079" h="43180">
                  <a:moveTo>
                    <a:pt x="2247768" y="16175"/>
                  </a:moveTo>
                  <a:lnTo>
                    <a:pt x="43088" y="16175"/>
                  </a:lnTo>
                  <a:lnTo>
                    <a:pt x="43088" y="26958"/>
                  </a:lnTo>
                  <a:lnTo>
                    <a:pt x="2247768" y="26959"/>
                  </a:lnTo>
                  <a:lnTo>
                    <a:pt x="2247768" y="16175"/>
                  </a:lnTo>
                  <a:close/>
                </a:path>
                <a:path w="2291079" h="43180">
                  <a:moveTo>
                    <a:pt x="2280084" y="16175"/>
                  </a:moveTo>
                  <a:lnTo>
                    <a:pt x="2254949" y="16175"/>
                  </a:lnTo>
                  <a:lnTo>
                    <a:pt x="2254949" y="26959"/>
                  </a:lnTo>
                  <a:lnTo>
                    <a:pt x="2280084" y="26959"/>
                  </a:lnTo>
                  <a:lnTo>
                    <a:pt x="2290856" y="21567"/>
                  </a:lnTo>
                  <a:lnTo>
                    <a:pt x="2280084" y="1617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10833" y="2587113"/>
              <a:ext cx="725805" cy="118745"/>
            </a:xfrm>
            <a:custGeom>
              <a:avLst/>
              <a:gdLst/>
              <a:ahLst/>
              <a:cxnLst/>
              <a:rect l="l" t="t" r="r" b="b"/>
              <a:pathLst>
                <a:path w="725804" h="118744">
                  <a:moveTo>
                    <a:pt x="725318" y="0"/>
                  </a:moveTo>
                  <a:lnTo>
                    <a:pt x="0" y="0"/>
                  </a:lnTo>
                  <a:lnTo>
                    <a:pt x="0" y="118619"/>
                  </a:lnTo>
                  <a:lnTo>
                    <a:pt x="725318" y="118619"/>
                  </a:lnTo>
                  <a:lnTo>
                    <a:pt x="7253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540359" y="2565462"/>
            <a:ext cx="66992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50" dirty="0">
                <a:solidFill>
                  <a:srgbClr val="252525"/>
                </a:solidFill>
                <a:latin typeface="Arial MT"/>
                <a:cs typeface="Arial MT"/>
              </a:rPr>
              <a:t>U</a:t>
            </a:r>
            <a:r>
              <a:rPr sz="800" spc="5" dirty="0">
                <a:solidFill>
                  <a:srgbClr val="252525"/>
                </a:solidFill>
                <a:latin typeface="Arial MT"/>
                <a:cs typeface="Arial MT"/>
              </a:rPr>
              <a:t>n</a:t>
            </a:r>
            <a:r>
              <a:rPr sz="800" spc="20" dirty="0">
                <a:solidFill>
                  <a:srgbClr val="252525"/>
                </a:solidFill>
                <a:latin typeface="Arial MT"/>
                <a:cs typeface="Arial MT"/>
              </a:rPr>
              <a:t>k</a:t>
            </a:r>
            <a:r>
              <a:rPr sz="800" spc="5" dirty="0">
                <a:solidFill>
                  <a:srgbClr val="252525"/>
                </a:solidFill>
                <a:latin typeface="Arial MT"/>
                <a:cs typeface="Arial MT"/>
              </a:rPr>
              <a:t>n</a:t>
            </a:r>
            <a:r>
              <a:rPr sz="800" spc="-25" dirty="0">
                <a:solidFill>
                  <a:srgbClr val="252525"/>
                </a:solidFill>
                <a:latin typeface="Arial MT"/>
                <a:cs typeface="Arial MT"/>
              </a:rPr>
              <a:t>o</a:t>
            </a:r>
            <a:r>
              <a:rPr sz="800" spc="35" dirty="0">
                <a:solidFill>
                  <a:srgbClr val="252525"/>
                </a:solidFill>
                <a:latin typeface="Arial MT"/>
                <a:cs typeface="Arial MT"/>
              </a:rPr>
              <a:t>w</a:t>
            </a:r>
            <a:r>
              <a:rPr sz="800" spc="-5" dirty="0">
                <a:solidFill>
                  <a:srgbClr val="252525"/>
                </a:solidFill>
                <a:latin typeface="Arial MT"/>
                <a:cs typeface="Arial MT"/>
              </a:rPr>
              <a:t>n</a:t>
            </a:r>
            <a:r>
              <a:rPr sz="8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252525"/>
                </a:solidFill>
                <a:latin typeface="Arial MT"/>
                <a:cs typeface="Arial MT"/>
              </a:rPr>
              <a:t>I</a:t>
            </a:r>
            <a:r>
              <a:rPr sz="800" spc="5" dirty="0">
                <a:solidFill>
                  <a:srgbClr val="252525"/>
                </a:solidFill>
                <a:latin typeface="Arial MT"/>
                <a:cs typeface="Arial MT"/>
              </a:rPr>
              <a:t>d</a:t>
            </a:r>
            <a:r>
              <a:rPr sz="800" spc="-25" dirty="0">
                <a:solidFill>
                  <a:srgbClr val="252525"/>
                </a:solidFill>
                <a:latin typeface="Arial MT"/>
                <a:cs typeface="Arial MT"/>
              </a:rPr>
              <a:t>e</a:t>
            </a:r>
            <a:r>
              <a:rPr sz="800" spc="-5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027897" y="2587113"/>
            <a:ext cx="2291080" cy="118745"/>
            <a:chOff x="7027897" y="2587113"/>
            <a:chExt cx="2291080" cy="118745"/>
          </a:xfrm>
        </p:grpSpPr>
        <p:sp>
          <p:nvSpPr>
            <p:cNvPr id="20" name="object 20"/>
            <p:cNvSpPr/>
            <p:nvPr/>
          </p:nvSpPr>
          <p:spPr>
            <a:xfrm>
              <a:off x="7027897" y="2624856"/>
              <a:ext cx="2291080" cy="43180"/>
            </a:xfrm>
            <a:custGeom>
              <a:avLst/>
              <a:gdLst/>
              <a:ahLst/>
              <a:cxnLst/>
              <a:rect l="l" t="t" r="r" b="b"/>
              <a:pathLst>
                <a:path w="2291079" h="43180">
                  <a:moveTo>
                    <a:pt x="43088" y="0"/>
                  </a:moveTo>
                  <a:lnTo>
                    <a:pt x="0" y="21567"/>
                  </a:lnTo>
                  <a:lnTo>
                    <a:pt x="43088" y="43134"/>
                  </a:lnTo>
                  <a:lnTo>
                    <a:pt x="43088" y="26958"/>
                  </a:lnTo>
                  <a:lnTo>
                    <a:pt x="35906" y="26958"/>
                  </a:lnTo>
                  <a:lnTo>
                    <a:pt x="35906" y="16175"/>
                  </a:lnTo>
                  <a:lnTo>
                    <a:pt x="43088" y="16175"/>
                  </a:lnTo>
                  <a:lnTo>
                    <a:pt x="43088" y="0"/>
                  </a:lnTo>
                  <a:close/>
                </a:path>
                <a:path w="2291079" h="43180">
                  <a:moveTo>
                    <a:pt x="2247768" y="0"/>
                  </a:moveTo>
                  <a:lnTo>
                    <a:pt x="2247768" y="43134"/>
                  </a:lnTo>
                  <a:lnTo>
                    <a:pt x="2280084" y="26959"/>
                  </a:lnTo>
                  <a:lnTo>
                    <a:pt x="2254949" y="26959"/>
                  </a:lnTo>
                  <a:lnTo>
                    <a:pt x="2254949" y="16175"/>
                  </a:lnTo>
                  <a:lnTo>
                    <a:pt x="2280084" y="16175"/>
                  </a:lnTo>
                  <a:lnTo>
                    <a:pt x="2247768" y="0"/>
                  </a:lnTo>
                  <a:close/>
                </a:path>
                <a:path w="2291079" h="43180">
                  <a:moveTo>
                    <a:pt x="43088" y="16175"/>
                  </a:moveTo>
                  <a:lnTo>
                    <a:pt x="35906" y="16175"/>
                  </a:lnTo>
                  <a:lnTo>
                    <a:pt x="35906" y="26958"/>
                  </a:lnTo>
                  <a:lnTo>
                    <a:pt x="43088" y="26958"/>
                  </a:lnTo>
                  <a:lnTo>
                    <a:pt x="43088" y="16175"/>
                  </a:lnTo>
                  <a:close/>
                </a:path>
                <a:path w="2291079" h="43180">
                  <a:moveTo>
                    <a:pt x="2247768" y="16175"/>
                  </a:moveTo>
                  <a:lnTo>
                    <a:pt x="43088" y="16175"/>
                  </a:lnTo>
                  <a:lnTo>
                    <a:pt x="43088" y="26958"/>
                  </a:lnTo>
                  <a:lnTo>
                    <a:pt x="2247768" y="26959"/>
                  </a:lnTo>
                  <a:lnTo>
                    <a:pt x="2247768" y="16175"/>
                  </a:lnTo>
                  <a:close/>
                </a:path>
                <a:path w="2291079" h="43180">
                  <a:moveTo>
                    <a:pt x="2280084" y="16175"/>
                  </a:moveTo>
                  <a:lnTo>
                    <a:pt x="2254949" y="16175"/>
                  </a:lnTo>
                  <a:lnTo>
                    <a:pt x="2254949" y="26959"/>
                  </a:lnTo>
                  <a:lnTo>
                    <a:pt x="2280084" y="26959"/>
                  </a:lnTo>
                  <a:lnTo>
                    <a:pt x="2290856" y="21567"/>
                  </a:lnTo>
                  <a:lnTo>
                    <a:pt x="2280084" y="1617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66322" y="2587113"/>
              <a:ext cx="610870" cy="118745"/>
            </a:xfrm>
            <a:custGeom>
              <a:avLst/>
              <a:gdLst/>
              <a:ahLst/>
              <a:cxnLst/>
              <a:rect l="l" t="t" r="r" b="b"/>
              <a:pathLst>
                <a:path w="610870" h="118744">
                  <a:moveTo>
                    <a:pt x="610416" y="0"/>
                  </a:moveTo>
                  <a:lnTo>
                    <a:pt x="0" y="0"/>
                  </a:lnTo>
                  <a:lnTo>
                    <a:pt x="0" y="118619"/>
                  </a:lnTo>
                  <a:lnTo>
                    <a:pt x="610416" y="118619"/>
                  </a:lnTo>
                  <a:lnTo>
                    <a:pt x="6104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898289" y="2565463"/>
            <a:ext cx="55308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55" dirty="0">
                <a:solidFill>
                  <a:srgbClr val="252525"/>
                </a:solidFill>
                <a:latin typeface="Arial MT"/>
                <a:cs typeface="Arial MT"/>
              </a:rPr>
              <a:t>K</a:t>
            </a:r>
            <a:r>
              <a:rPr sz="800" spc="5" dirty="0">
                <a:solidFill>
                  <a:srgbClr val="252525"/>
                </a:solidFill>
                <a:latin typeface="Arial MT"/>
                <a:cs typeface="Arial MT"/>
              </a:rPr>
              <a:t>n</a:t>
            </a:r>
            <a:r>
              <a:rPr sz="800" spc="-25" dirty="0">
                <a:solidFill>
                  <a:srgbClr val="252525"/>
                </a:solidFill>
                <a:latin typeface="Arial MT"/>
                <a:cs typeface="Arial MT"/>
              </a:rPr>
              <a:t>o</a:t>
            </a:r>
            <a:r>
              <a:rPr sz="800" spc="40" dirty="0">
                <a:solidFill>
                  <a:srgbClr val="252525"/>
                </a:solidFill>
                <a:latin typeface="Arial MT"/>
                <a:cs typeface="Arial MT"/>
              </a:rPr>
              <a:t>w</a:t>
            </a:r>
            <a:r>
              <a:rPr sz="800" spc="-5" dirty="0">
                <a:solidFill>
                  <a:srgbClr val="252525"/>
                </a:solidFill>
                <a:latin typeface="Arial MT"/>
                <a:cs typeface="Arial MT"/>
              </a:rPr>
              <a:t>n</a:t>
            </a:r>
            <a:r>
              <a:rPr sz="8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252525"/>
                </a:solidFill>
                <a:latin typeface="Arial MT"/>
                <a:cs typeface="Arial MT"/>
              </a:rPr>
              <a:t>I</a:t>
            </a:r>
            <a:r>
              <a:rPr sz="800" spc="5" dirty="0">
                <a:solidFill>
                  <a:srgbClr val="252525"/>
                </a:solidFill>
                <a:latin typeface="Arial MT"/>
                <a:cs typeface="Arial MT"/>
              </a:rPr>
              <a:t>d</a:t>
            </a:r>
            <a:r>
              <a:rPr sz="800" spc="-25" dirty="0">
                <a:solidFill>
                  <a:srgbClr val="252525"/>
                </a:solidFill>
                <a:latin typeface="Arial MT"/>
                <a:cs typeface="Arial MT"/>
              </a:rPr>
              <a:t>e</a:t>
            </a:r>
            <a:r>
              <a:rPr sz="800" spc="-5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503646" y="2765042"/>
            <a:ext cx="43180" cy="1136015"/>
          </a:xfrm>
          <a:custGeom>
            <a:avLst/>
            <a:gdLst/>
            <a:ahLst/>
            <a:cxnLst/>
            <a:rect l="l" t="t" r="r" b="b"/>
            <a:pathLst>
              <a:path w="43179" h="1136014">
                <a:moveTo>
                  <a:pt x="16158" y="1092737"/>
                </a:moveTo>
                <a:lnTo>
                  <a:pt x="0" y="1092737"/>
                </a:lnTo>
                <a:lnTo>
                  <a:pt x="21544" y="1135872"/>
                </a:lnTo>
                <a:lnTo>
                  <a:pt x="39497" y="1099926"/>
                </a:lnTo>
                <a:lnTo>
                  <a:pt x="16158" y="1099926"/>
                </a:lnTo>
                <a:lnTo>
                  <a:pt x="16158" y="1092737"/>
                </a:lnTo>
                <a:close/>
              </a:path>
              <a:path w="43179" h="1136014">
                <a:moveTo>
                  <a:pt x="26930" y="35945"/>
                </a:moveTo>
                <a:lnTo>
                  <a:pt x="16158" y="35945"/>
                </a:lnTo>
                <a:lnTo>
                  <a:pt x="16158" y="1099926"/>
                </a:lnTo>
                <a:lnTo>
                  <a:pt x="26930" y="1099926"/>
                </a:lnTo>
                <a:lnTo>
                  <a:pt x="26930" y="35945"/>
                </a:lnTo>
                <a:close/>
              </a:path>
              <a:path w="43179" h="1136014">
                <a:moveTo>
                  <a:pt x="43088" y="1092737"/>
                </a:moveTo>
                <a:lnTo>
                  <a:pt x="26930" y="1092737"/>
                </a:lnTo>
                <a:lnTo>
                  <a:pt x="26930" y="1099926"/>
                </a:lnTo>
                <a:lnTo>
                  <a:pt x="39497" y="1099926"/>
                </a:lnTo>
                <a:lnTo>
                  <a:pt x="43088" y="1092737"/>
                </a:lnTo>
                <a:close/>
              </a:path>
              <a:path w="43179" h="1136014">
                <a:moveTo>
                  <a:pt x="21544" y="0"/>
                </a:moveTo>
                <a:lnTo>
                  <a:pt x="0" y="43134"/>
                </a:lnTo>
                <a:lnTo>
                  <a:pt x="16158" y="43134"/>
                </a:lnTo>
                <a:lnTo>
                  <a:pt x="16158" y="35945"/>
                </a:lnTo>
                <a:lnTo>
                  <a:pt x="39497" y="35945"/>
                </a:lnTo>
                <a:lnTo>
                  <a:pt x="21544" y="0"/>
                </a:lnTo>
                <a:close/>
              </a:path>
              <a:path w="43179" h="1136014">
                <a:moveTo>
                  <a:pt x="39497" y="35945"/>
                </a:moveTo>
                <a:lnTo>
                  <a:pt x="26930" y="35945"/>
                </a:lnTo>
                <a:lnTo>
                  <a:pt x="26930" y="43134"/>
                </a:lnTo>
                <a:lnTo>
                  <a:pt x="43088" y="43134"/>
                </a:lnTo>
                <a:lnTo>
                  <a:pt x="39497" y="3594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454342" y="3093320"/>
            <a:ext cx="138430" cy="516255"/>
          </a:xfrm>
          <a:prstGeom prst="rect">
            <a:avLst/>
          </a:prstGeom>
        </p:spPr>
        <p:txBody>
          <a:bodyPr vert="vert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spc="-2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800" spc="-30" dirty="0">
                <a:solidFill>
                  <a:srgbClr val="252525"/>
                </a:solidFill>
                <a:latin typeface="Arial MT"/>
                <a:cs typeface="Arial MT"/>
              </a:rPr>
              <a:t>c</a:t>
            </a:r>
            <a:r>
              <a:rPr sz="800" spc="85" dirty="0">
                <a:solidFill>
                  <a:srgbClr val="252525"/>
                </a:solidFill>
                <a:latin typeface="Arial MT"/>
                <a:cs typeface="Arial MT"/>
              </a:rPr>
              <a:t>t</a:t>
            </a:r>
            <a:r>
              <a:rPr sz="800" spc="45" dirty="0">
                <a:solidFill>
                  <a:srgbClr val="252525"/>
                </a:solidFill>
                <a:latin typeface="Arial MT"/>
                <a:cs typeface="Arial MT"/>
              </a:rPr>
              <a:t>i</a:t>
            </a:r>
            <a:r>
              <a:rPr sz="800" spc="-20" dirty="0">
                <a:solidFill>
                  <a:srgbClr val="252525"/>
                </a:solidFill>
                <a:latin typeface="Arial MT"/>
                <a:cs typeface="Arial MT"/>
              </a:rPr>
              <a:t>o</a:t>
            </a:r>
            <a:r>
              <a:rPr sz="800" spc="10" dirty="0">
                <a:solidFill>
                  <a:srgbClr val="252525"/>
                </a:solidFill>
                <a:latin typeface="Arial MT"/>
                <a:cs typeface="Arial MT"/>
              </a:rPr>
              <a:t>n</a:t>
            </a:r>
            <a:r>
              <a:rPr sz="800" spc="-2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sz="800" spc="10" dirty="0">
                <a:solidFill>
                  <a:srgbClr val="252525"/>
                </a:solidFill>
                <a:latin typeface="Arial MT"/>
                <a:cs typeface="Arial MT"/>
              </a:rPr>
              <a:t>b</a:t>
            </a:r>
            <a:r>
              <a:rPr sz="800" spc="75" dirty="0">
                <a:solidFill>
                  <a:srgbClr val="252525"/>
                </a:solidFill>
                <a:latin typeface="Arial MT"/>
                <a:cs typeface="Arial MT"/>
              </a:rPr>
              <a:t>l</a:t>
            </a:r>
            <a:r>
              <a:rPr sz="800" dirty="0">
                <a:solidFill>
                  <a:srgbClr val="252525"/>
                </a:solidFill>
                <a:latin typeface="Arial MT"/>
                <a:cs typeface="Arial MT"/>
              </a:rPr>
              <a:t>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503646" y="3900914"/>
            <a:ext cx="43180" cy="1136015"/>
          </a:xfrm>
          <a:custGeom>
            <a:avLst/>
            <a:gdLst/>
            <a:ahLst/>
            <a:cxnLst/>
            <a:rect l="l" t="t" r="r" b="b"/>
            <a:pathLst>
              <a:path w="43179" h="1136014">
                <a:moveTo>
                  <a:pt x="16158" y="1092759"/>
                </a:moveTo>
                <a:lnTo>
                  <a:pt x="0" y="1092759"/>
                </a:lnTo>
                <a:lnTo>
                  <a:pt x="21544" y="1135893"/>
                </a:lnTo>
                <a:lnTo>
                  <a:pt x="39494" y="1099955"/>
                </a:lnTo>
                <a:lnTo>
                  <a:pt x="16158" y="1099955"/>
                </a:lnTo>
                <a:lnTo>
                  <a:pt x="16158" y="1092759"/>
                </a:lnTo>
                <a:close/>
              </a:path>
              <a:path w="43179" h="1136014">
                <a:moveTo>
                  <a:pt x="26930" y="35945"/>
                </a:moveTo>
                <a:lnTo>
                  <a:pt x="16158" y="35945"/>
                </a:lnTo>
                <a:lnTo>
                  <a:pt x="16158" y="1099955"/>
                </a:lnTo>
                <a:lnTo>
                  <a:pt x="26930" y="1099955"/>
                </a:lnTo>
                <a:lnTo>
                  <a:pt x="26930" y="35945"/>
                </a:lnTo>
                <a:close/>
              </a:path>
              <a:path w="43179" h="1136014">
                <a:moveTo>
                  <a:pt x="43088" y="1092759"/>
                </a:moveTo>
                <a:lnTo>
                  <a:pt x="26930" y="1092759"/>
                </a:lnTo>
                <a:lnTo>
                  <a:pt x="26930" y="1099955"/>
                </a:lnTo>
                <a:lnTo>
                  <a:pt x="39494" y="1099955"/>
                </a:lnTo>
                <a:lnTo>
                  <a:pt x="43088" y="1092759"/>
                </a:lnTo>
                <a:close/>
              </a:path>
              <a:path w="43179" h="1136014">
                <a:moveTo>
                  <a:pt x="21544" y="0"/>
                </a:moveTo>
                <a:lnTo>
                  <a:pt x="0" y="43134"/>
                </a:lnTo>
                <a:lnTo>
                  <a:pt x="16158" y="43134"/>
                </a:lnTo>
                <a:lnTo>
                  <a:pt x="16158" y="35945"/>
                </a:lnTo>
                <a:lnTo>
                  <a:pt x="39497" y="35945"/>
                </a:lnTo>
                <a:lnTo>
                  <a:pt x="21544" y="0"/>
                </a:lnTo>
                <a:close/>
              </a:path>
              <a:path w="43179" h="1136014">
                <a:moveTo>
                  <a:pt x="39497" y="35945"/>
                </a:moveTo>
                <a:lnTo>
                  <a:pt x="26930" y="35945"/>
                </a:lnTo>
                <a:lnTo>
                  <a:pt x="26930" y="43134"/>
                </a:lnTo>
                <a:lnTo>
                  <a:pt x="43088" y="43134"/>
                </a:lnTo>
                <a:lnTo>
                  <a:pt x="39497" y="3594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454342" y="4143283"/>
            <a:ext cx="138430" cy="693420"/>
          </a:xfrm>
          <a:prstGeom prst="rect">
            <a:avLst/>
          </a:prstGeom>
        </p:spPr>
        <p:txBody>
          <a:bodyPr vert="vert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spc="-15" dirty="0">
                <a:solidFill>
                  <a:srgbClr val="252525"/>
                </a:solidFill>
                <a:latin typeface="Arial MT"/>
                <a:cs typeface="Arial MT"/>
              </a:rPr>
              <a:t>Not</a:t>
            </a:r>
            <a:r>
              <a:rPr sz="8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252525"/>
                </a:solidFill>
                <a:latin typeface="Arial MT"/>
                <a:cs typeface="Arial MT"/>
              </a:rPr>
              <a:t>actionable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22500" y="3478557"/>
            <a:ext cx="1713230" cy="374015"/>
          </a:xfrm>
          <a:prstGeom prst="rect">
            <a:avLst/>
          </a:prstGeom>
          <a:solidFill>
            <a:srgbClr val="FFFFFF">
              <a:alpha val="59999"/>
            </a:srgbClr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6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500" spc="10" dirty="0">
                <a:latin typeface="Calibri"/>
                <a:cs typeface="Calibri"/>
              </a:rPr>
              <a:t>E</a:t>
            </a:r>
            <a:r>
              <a:rPr sz="500" dirty="0">
                <a:latin typeface="Calibri"/>
                <a:cs typeface="Calibri"/>
              </a:rPr>
              <a:t>x</a:t>
            </a:r>
            <a:r>
              <a:rPr sz="500" spc="-10" dirty="0">
                <a:latin typeface="Calibri"/>
                <a:cs typeface="Calibri"/>
              </a:rPr>
              <a:t>p</a:t>
            </a:r>
            <a:r>
              <a:rPr sz="500" spc="5" dirty="0">
                <a:latin typeface="Calibri"/>
                <a:cs typeface="Calibri"/>
              </a:rPr>
              <a:t>e</a:t>
            </a:r>
            <a:r>
              <a:rPr sz="500" spc="-10" dirty="0">
                <a:latin typeface="Calibri"/>
                <a:cs typeface="Calibri"/>
              </a:rPr>
              <a:t>r</a:t>
            </a:r>
            <a:r>
              <a:rPr sz="500" spc="-5" dirty="0">
                <a:latin typeface="Calibri"/>
                <a:cs typeface="Calibri"/>
              </a:rPr>
              <a:t>i</a:t>
            </a:r>
            <a:r>
              <a:rPr sz="500" spc="5" dirty="0">
                <a:latin typeface="Calibri"/>
                <a:cs typeface="Calibri"/>
              </a:rPr>
              <a:t>e</a:t>
            </a:r>
            <a:r>
              <a:rPr sz="500" spc="-10" dirty="0">
                <a:latin typeface="Calibri"/>
                <a:cs typeface="Calibri"/>
              </a:rPr>
              <a:t>n</a:t>
            </a:r>
            <a:r>
              <a:rPr sz="500" spc="5" dirty="0">
                <a:latin typeface="Calibri"/>
                <a:cs typeface="Calibri"/>
              </a:rPr>
              <a:t>ce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-10" dirty="0">
                <a:latin typeface="Calibri"/>
                <a:cs typeface="Calibri"/>
              </a:rPr>
              <a:t>M</a:t>
            </a:r>
            <a:r>
              <a:rPr sz="500" spc="5" dirty="0">
                <a:latin typeface="Calibri"/>
                <a:cs typeface="Calibri"/>
              </a:rPr>
              <a:t>a</a:t>
            </a:r>
            <a:r>
              <a:rPr sz="500" spc="-10" dirty="0">
                <a:latin typeface="Calibri"/>
                <a:cs typeface="Calibri"/>
              </a:rPr>
              <a:t>pp</a:t>
            </a:r>
            <a:r>
              <a:rPr sz="500" spc="-5" dirty="0">
                <a:latin typeface="Calibri"/>
                <a:cs typeface="Calibri"/>
              </a:rPr>
              <a:t>i</a:t>
            </a:r>
            <a:r>
              <a:rPr sz="500" spc="-10" dirty="0">
                <a:latin typeface="Calibri"/>
                <a:cs typeface="Calibri"/>
              </a:rPr>
              <a:t>ng</a:t>
            </a:r>
            <a:r>
              <a:rPr sz="500" dirty="0">
                <a:latin typeface="Calibri"/>
                <a:cs typeface="Calibri"/>
              </a:rPr>
              <a:t>,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-10" dirty="0">
                <a:latin typeface="Calibri"/>
                <a:cs typeface="Calibri"/>
              </a:rPr>
              <a:t>d</a:t>
            </a:r>
            <a:r>
              <a:rPr sz="500" spc="5" dirty="0">
                <a:latin typeface="Calibri"/>
                <a:cs typeface="Calibri"/>
              </a:rPr>
              <a:t>e</a:t>
            </a:r>
            <a:r>
              <a:rPr sz="500" spc="-5" dirty="0">
                <a:latin typeface="Calibri"/>
                <a:cs typeface="Calibri"/>
              </a:rPr>
              <a:t>v</a:t>
            </a:r>
            <a:r>
              <a:rPr sz="500" spc="5" dirty="0">
                <a:latin typeface="Calibri"/>
                <a:cs typeface="Calibri"/>
              </a:rPr>
              <a:t>e</a:t>
            </a:r>
            <a:r>
              <a:rPr sz="500" spc="-5" dirty="0">
                <a:latin typeface="Calibri"/>
                <a:cs typeface="Calibri"/>
              </a:rPr>
              <a:t>l</a:t>
            </a:r>
            <a:r>
              <a:rPr sz="500" spc="15" dirty="0">
                <a:latin typeface="Calibri"/>
                <a:cs typeface="Calibri"/>
              </a:rPr>
              <a:t>o</a:t>
            </a:r>
            <a:r>
              <a:rPr sz="500" spc="5" dirty="0">
                <a:latin typeface="Calibri"/>
                <a:cs typeface="Calibri"/>
              </a:rPr>
              <a:t>p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a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s</a:t>
            </a:r>
            <a:r>
              <a:rPr sz="500" spc="-10" dirty="0">
                <a:latin typeface="Calibri"/>
                <a:cs typeface="Calibri"/>
              </a:rPr>
              <a:t>p</a:t>
            </a:r>
            <a:r>
              <a:rPr sz="500" spc="5" dirty="0">
                <a:latin typeface="Calibri"/>
                <a:cs typeface="Calibri"/>
              </a:rPr>
              <a:t>e</a:t>
            </a:r>
            <a:r>
              <a:rPr sz="500" spc="10" dirty="0">
                <a:latin typeface="Calibri"/>
                <a:cs typeface="Calibri"/>
              </a:rPr>
              <a:t>c</a:t>
            </a:r>
            <a:r>
              <a:rPr sz="500" spc="-5" dirty="0">
                <a:latin typeface="Calibri"/>
                <a:cs typeface="Calibri"/>
              </a:rPr>
              <a:t>i</a:t>
            </a:r>
            <a:r>
              <a:rPr sz="500" spc="10" dirty="0">
                <a:latin typeface="Calibri"/>
                <a:cs typeface="Calibri"/>
              </a:rPr>
              <a:t>f</a:t>
            </a:r>
            <a:r>
              <a:rPr sz="500" spc="-5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c</a:t>
            </a:r>
            <a:r>
              <a:rPr sz="500" spc="-20" dirty="0">
                <a:latin typeface="Calibri"/>
                <a:cs typeface="Calibri"/>
              </a:rPr>
              <a:t> </a:t>
            </a:r>
            <a:r>
              <a:rPr sz="500" spc="-10" dirty="0">
                <a:latin typeface="Calibri"/>
                <a:cs typeface="Calibri"/>
              </a:rPr>
              <a:t>p</a:t>
            </a:r>
            <a:r>
              <a:rPr sz="500" spc="-5" dirty="0">
                <a:latin typeface="Calibri"/>
                <a:cs typeface="Calibri"/>
              </a:rPr>
              <a:t>l</a:t>
            </a:r>
            <a:r>
              <a:rPr sz="500" spc="5" dirty="0">
                <a:latin typeface="Calibri"/>
                <a:cs typeface="Calibri"/>
              </a:rPr>
              <a:t>an</a:t>
            </a:r>
            <a:r>
              <a:rPr sz="500" spc="10" dirty="0">
                <a:latin typeface="Calibri"/>
                <a:cs typeface="Calibri"/>
              </a:rPr>
              <a:t> fo</a:t>
            </a:r>
            <a:r>
              <a:rPr sz="500" dirty="0">
                <a:latin typeface="Calibri"/>
                <a:cs typeface="Calibri"/>
              </a:rPr>
              <a:t>r</a:t>
            </a:r>
            <a:r>
              <a:rPr sz="500" spc="-40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a</a:t>
            </a:r>
            <a:r>
              <a:rPr sz="500" spc="-10" dirty="0">
                <a:latin typeface="Calibri"/>
                <a:cs typeface="Calibri"/>
              </a:rPr>
              <a:t>pp</a:t>
            </a:r>
            <a:r>
              <a:rPr sz="500" spc="-5" dirty="0">
                <a:latin typeface="Calibri"/>
                <a:cs typeface="Calibri"/>
              </a:rPr>
              <a:t>lyi</a:t>
            </a:r>
            <a:r>
              <a:rPr sz="500" spc="-10" dirty="0">
                <a:latin typeface="Calibri"/>
                <a:cs typeface="Calibri"/>
              </a:rPr>
              <a:t>n</a:t>
            </a:r>
            <a:r>
              <a:rPr sz="500" dirty="0">
                <a:latin typeface="Calibri"/>
                <a:cs typeface="Calibri"/>
              </a:rPr>
              <a:t>g</a:t>
            </a:r>
            <a:endParaRPr sz="5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5"/>
              </a:spcBef>
            </a:pPr>
            <a:r>
              <a:rPr sz="500" dirty="0">
                <a:latin typeface="Calibri"/>
                <a:cs typeface="Calibri"/>
              </a:rPr>
              <a:t>ideas</a:t>
            </a:r>
            <a:r>
              <a:rPr sz="500" spc="-1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to </a:t>
            </a:r>
            <a:r>
              <a:rPr sz="500" spc="-5" dirty="0">
                <a:latin typeface="Calibri"/>
                <a:cs typeface="Calibri"/>
              </a:rPr>
              <a:t>problem</a:t>
            </a:r>
            <a:r>
              <a:rPr sz="500" dirty="0">
                <a:latin typeface="Calibri"/>
                <a:cs typeface="Calibri"/>
              </a:rPr>
              <a:t> situations.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72243" y="2725384"/>
            <a:ext cx="1536065" cy="1019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500" spc="5" dirty="0">
                <a:latin typeface="Calibri"/>
                <a:cs typeface="Calibri"/>
              </a:rPr>
              <a:t>T</a:t>
            </a:r>
            <a:r>
              <a:rPr sz="500" spc="-15" dirty="0">
                <a:latin typeface="Calibri"/>
                <a:cs typeface="Calibri"/>
              </a:rPr>
              <a:t>h</a:t>
            </a:r>
            <a:r>
              <a:rPr sz="500" spc="-5" dirty="0">
                <a:latin typeface="Calibri"/>
                <a:cs typeface="Calibri"/>
              </a:rPr>
              <a:t>i</a:t>
            </a:r>
            <a:r>
              <a:rPr sz="500" spc="-15" dirty="0">
                <a:latin typeface="Calibri"/>
                <a:cs typeface="Calibri"/>
              </a:rPr>
              <a:t>n</a:t>
            </a:r>
            <a:r>
              <a:rPr sz="500" dirty="0">
                <a:latin typeface="Calibri"/>
                <a:cs typeface="Calibri"/>
              </a:rPr>
              <a:t>k</a:t>
            </a:r>
            <a:r>
              <a:rPr sz="500" spc="2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a</a:t>
            </a:r>
            <a:r>
              <a:rPr sz="500" spc="-15" dirty="0">
                <a:latin typeface="Calibri"/>
                <a:cs typeface="Calibri"/>
              </a:rPr>
              <a:t>b</a:t>
            </a:r>
            <a:r>
              <a:rPr sz="500" spc="10" dirty="0">
                <a:latin typeface="Calibri"/>
                <a:cs typeface="Calibri"/>
              </a:rPr>
              <a:t>o</a:t>
            </a:r>
            <a:r>
              <a:rPr sz="500" spc="-15" dirty="0">
                <a:latin typeface="Calibri"/>
                <a:cs typeface="Calibri"/>
              </a:rPr>
              <a:t>u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-5" dirty="0">
                <a:latin typeface="Calibri"/>
                <a:cs typeface="Calibri"/>
              </a:rPr>
              <a:t> </a:t>
            </a:r>
            <a:r>
              <a:rPr sz="500" spc="-15" dirty="0">
                <a:latin typeface="Calibri"/>
                <a:cs typeface="Calibri"/>
              </a:rPr>
              <a:t>h</a:t>
            </a:r>
            <a:r>
              <a:rPr sz="500" spc="10" dirty="0">
                <a:latin typeface="Calibri"/>
                <a:cs typeface="Calibri"/>
              </a:rPr>
              <a:t>o</a:t>
            </a:r>
            <a:r>
              <a:rPr sz="500" spc="5" dirty="0">
                <a:latin typeface="Calibri"/>
                <a:cs typeface="Calibri"/>
              </a:rPr>
              <a:t>w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y</a:t>
            </a:r>
            <a:r>
              <a:rPr sz="500" spc="10" dirty="0">
                <a:latin typeface="Calibri"/>
                <a:cs typeface="Calibri"/>
              </a:rPr>
              <a:t>o</a:t>
            </a:r>
            <a:r>
              <a:rPr sz="500" spc="-170" dirty="0">
                <a:latin typeface="Calibri"/>
                <a:cs typeface="Calibri"/>
              </a:rPr>
              <a:t>u</a:t>
            </a:r>
            <a:r>
              <a:rPr sz="9750" spc="-6105" baseline="-2136" dirty="0">
                <a:solidFill>
                  <a:srgbClr val="FFFFFF"/>
                </a:solidFill>
                <a:latin typeface="Arial MT"/>
                <a:cs typeface="Arial MT"/>
              </a:rPr>
              <a:t>B</a:t>
            </a:r>
            <a:r>
              <a:rPr sz="500" spc="10" dirty="0">
                <a:latin typeface="Calibri"/>
                <a:cs typeface="Calibri"/>
              </a:rPr>
              <a:t>ca</a:t>
            </a:r>
            <a:r>
              <a:rPr sz="500" dirty="0">
                <a:latin typeface="Calibri"/>
                <a:cs typeface="Calibri"/>
              </a:rPr>
              <a:t>n</a:t>
            </a:r>
            <a:r>
              <a:rPr sz="500" spc="-15" dirty="0">
                <a:latin typeface="Calibri"/>
                <a:cs typeface="Calibri"/>
              </a:rPr>
              <a:t> d</a:t>
            </a:r>
            <a:r>
              <a:rPr sz="500" spc="-5" dirty="0">
                <a:latin typeface="Calibri"/>
                <a:cs typeface="Calibri"/>
              </a:rPr>
              <a:t>is</a:t>
            </a:r>
            <a:r>
              <a:rPr sz="500" spc="5" dirty="0">
                <a:latin typeface="Calibri"/>
                <a:cs typeface="Calibri"/>
              </a:rPr>
              <a:t>c</a:t>
            </a:r>
            <a:r>
              <a:rPr sz="500" spc="-10" dirty="0">
                <a:latin typeface="Calibri"/>
                <a:cs typeface="Calibri"/>
              </a:rPr>
              <a:t>r</a:t>
            </a:r>
            <a:r>
              <a:rPr sz="500" spc="-5" dirty="0">
                <a:latin typeface="Calibri"/>
                <a:cs typeface="Calibri"/>
              </a:rPr>
              <a:t>i</a:t>
            </a:r>
            <a:r>
              <a:rPr sz="500" spc="-10" dirty="0">
                <a:latin typeface="Calibri"/>
                <a:cs typeface="Calibri"/>
              </a:rPr>
              <a:t>m</a:t>
            </a:r>
            <a:r>
              <a:rPr sz="500" spc="-5" dirty="0">
                <a:latin typeface="Calibri"/>
                <a:cs typeface="Calibri"/>
              </a:rPr>
              <a:t>i</a:t>
            </a:r>
            <a:r>
              <a:rPr sz="500" spc="-15" dirty="0">
                <a:latin typeface="Calibri"/>
                <a:cs typeface="Calibri"/>
              </a:rPr>
              <a:t>n</a:t>
            </a:r>
            <a:r>
              <a:rPr sz="500" spc="10" dirty="0">
                <a:latin typeface="Calibri"/>
                <a:cs typeface="Calibri"/>
              </a:rPr>
              <a:t>a</a:t>
            </a:r>
            <a:r>
              <a:rPr sz="500" dirty="0">
                <a:latin typeface="Calibri"/>
                <a:cs typeface="Calibri"/>
              </a:rPr>
              <a:t>te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to</a:t>
            </a:r>
            <a:r>
              <a:rPr sz="500" spc="10" dirty="0">
                <a:latin typeface="Calibri"/>
                <a:cs typeface="Calibri"/>
              </a:rPr>
              <a:t> f</a:t>
            </a:r>
            <a:r>
              <a:rPr sz="500" spc="-5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-5" dirty="0">
                <a:latin typeface="Calibri"/>
                <a:cs typeface="Calibri"/>
              </a:rPr>
              <a:t> y</a:t>
            </a:r>
            <a:r>
              <a:rPr sz="500" spc="10" dirty="0">
                <a:latin typeface="Calibri"/>
                <a:cs typeface="Calibri"/>
              </a:rPr>
              <a:t>o</a:t>
            </a:r>
            <a:r>
              <a:rPr sz="500" spc="-15" dirty="0">
                <a:latin typeface="Calibri"/>
                <a:cs typeface="Calibri"/>
              </a:rPr>
              <a:t>u</a:t>
            </a:r>
            <a:r>
              <a:rPr sz="500" dirty="0">
                <a:latin typeface="Calibri"/>
                <a:cs typeface="Calibri"/>
              </a:rPr>
              <a:t>r</a:t>
            </a:r>
            <a:r>
              <a:rPr sz="500" spc="-10" dirty="0">
                <a:latin typeface="Calibri"/>
                <a:cs typeface="Calibri"/>
              </a:rPr>
              <a:t> </a:t>
            </a:r>
            <a:r>
              <a:rPr sz="500" spc="-15" dirty="0">
                <a:latin typeface="Calibri"/>
                <a:cs typeface="Calibri"/>
              </a:rPr>
              <a:t>p</a:t>
            </a:r>
            <a:r>
              <a:rPr sz="500" spc="-10" dirty="0">
                <a:latin typeface="Calibri"/>
                <a:cs typeface="Calibri"/>
              </a:rPr>
              <a:t>r</a:t>
            </a:r>
            <a:r>
              <a:rPr sz="500" spc="10" dirty="0">
                <a:latin typeface="Calibri"/>
                <a:cs typeface="Calibri"/>
              </a:rPr>
              <a:t>o</a:t>
            </a:r>
            <a:r>
              <a:rPr sz="500" spc="-15" dirty="0">
                <a:latin typeface="Calibri"/>
                <a:cs typeface="Calibri"/>
              </a:rPr>
              <a:t>b</a:t>
            </a:r>
            <a:r>
              <a:rPr sz="500" spc="-5" dirty="0">
                <a:latin typeface="Calibri"/>
                <a:cs typeface="Calibri"/>
              </a:rPr>
              <a:t>l</a:t>
            </a:r>
            <a:r>
              <a:rPr sz="500" dirty="0">
                <a:latin typeface="Calibri"/>
                <a:cs typeface="Calibri"/>
              </a:rPr>
              <a:t>e</a:t>
            </a:r>
            <a:r>
              <a:rPr sz="500" spc="-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16947" y="3478557"/>
            <a:ext cx="1713230" cy="374015"/>
          </a:xfrm>
          <a:prstGeom prst="rect">
            <a:avLst/>
          </a:prstGeom>
          <a:solidFill>
            <a:srgbClr val="FFFFFF">
              <a:alpha val="59999"/>
            </a:srgbClr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650">
              <a:latin typeface="Times New Roman"/>
              <a:cs typeface="Times New Roman"/>
            </a:endParaRPr>
          </a:p>
          <a:p>
            <a:pPr marL="55244" marR="60960">
              <a:lnSpc>
                <a:spcPct val="104000"/>
              </a:lnSpc>
            </a:pPr>
            <a:r>
              <a:rPr sz="500" spc="5" dirty="0">
                <a:latin typeface="Calibri"/>
                <a:cs typeface="Calibri"/>
              </a:rPr>
              <a:t>Take </a:t>
            </a:r>
            <a:r>
              <a:rPr sz="500" dirty="0">
                <a:latin typeface="Calibri"/>
                <a:cs typeface="Calibri"/>
              </a:rPr>
              <a:t>a </a:t>
            </a:r>
            <a:r>
              <a:rPr sz="500" spc="5" dirty="0">
                <a:latin typeface="Calibri"/>
                <a:cs typeface="Calibri"/>
              </a:rPr>
              <a:t>look at </a:t>
            </a:r>
            <a:r>
              <a:rPr sz="500" dirty="0">
                <a:latin typeface="Calibri"/>
                <a:cs typeface="Calibri"/>
              </a:rPr>
              <a:t>what has been successful and </a:t>
            </a:r>
            <a:r>
              <a:rPr sz="500" spc="-5" dirty="0">
                <a:latin typeface="Calibri"/>
                <a:cs typeface="Calibri"/>
              </a:rPr>
              <a:t>disappointing </a:t>
            </a:r>
            <a:r>
              <a:rPr sz="500" dirty="0">
                <a:latin typeface="Calibri"/>
                <a:cs typeface="Calibri"/>
              </a:rPr>
              <a:t>in 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the </a:t>
            </a:r>
            <a:r>
              <a:rPr sz="500" dirty="0">
                <a:latin typeface="Calibri"/>
                <a:cs typeface="Calibri"/>
              </a:rPr>
              <a:t>past, find out what to complement,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and what to keep 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intact.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22500" y="4607269"/>
            <a:ext cx="1713230" cy="377825"/>
          </a:xfrm>
          <a:custGeom>
            <a:avLst/>
            <a:gdLst/>
            <a:ahLst/>
            <a:cxnLst/>
            <a:rect l="l" t="t" r="r" b="b"/>
            <a:pathLst>
              <a:path w="1713229" h="377825">
                <a:moveTo>
                  <a:pt x="1712756" y="0"/>
                </a:moveTo>
                <a:lnTo>
                  <a:pt x="0" y="0"/>
                </a:lnTo>
                <a:lnTo>
                  <a:pt x="0" y="377425"/>
                </a:lnTo>
                <a:lnTo>
                  <a:pt x="1712756" y="377425"/>
                </a:lnTo>
                <a:lnTo>
                  <a:pt x="1712756" y="0"/>
                </a:lnTo>
                <a:close/>
              </a:path>
            </a:pathLst>
          </a:custGeom>
          <a:solidFill>
            <a:srgbClr val="FFFFFF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060787" y="4620629"/>
            <a:ext cx="1560195" cy="103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spc="-10" dirty="0">
                <a:latin typeface="Calibri"/>
                <a:cs typeface="Calibri"/>
              </a:rPr>
              <a:t>F</a:t>
            </a:r>
            <a:r>
              <a:rPr sz="500" spc="-5" dirty="0">
                <a:latin typeface="Calibri"/>
                <a:cs typeface="Calibri"/>
              </a:rPr>
              <a:t>i</a:t>
            </a:r>
            <a:r>
              <a:rPr sz="500" spc="-10" dirty="0">
                <a:latin typeface="Calibri"/>
                <a:cs typeface="Calibri"/>
              </a:rPr>
              <a:t>n</a:t>
            </a:r>
            <a:r>
              <a:rPr sz="500" spc="5" dirty="0">
                <a:latin typeface="Calibri"/>
                <a:cs typeface="Calibri"/>
              </a:rPr>
              <a:t>d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o</a:t>
            </a:r>
            <a:r>
              <a:rPr sz="500" spc="-10" dirty="0">
                <a:latin typeface="Calibri"/>
                <a:cs typeface="Calibri"/>
              </a:rPr>
              <a:t>u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-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w</a:t>
            </a:r>
            <a:r>
              <a:rPr sz="500" spc="-10" dirty="0">
                <a:latin typeface="Calibri"/>
                <a:cs typeface="Calibri"/>
              </a:rPr>
              <a:t>h</a:t>
            </a:r>
            <a:r>
              <a:rPr sz="500" spc="5" dirty="0">
                <a:latin typeface="Calibri"/>
                <a:cs typeface="Calibri"/>
              </a:rPr>
              <a:t>a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-3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y</a:t>
            </a:r>
            <a:r>
              <a:rPr sz="500" spc="15" dirty="0">
                <a:latin typeface="Calibri"/>
                <a:cs typeface="Calibri"/>
              </a:rPr>
              <a:t>o</a:t>
            </a:r>
            <a:r>
              <a:rPr sz="500" spc="5" dirty="0">
                <a:latin typeface="Calibri"/>
                <a:cs typeface="Calibri"/>
              </a:rPr>
              <a:t>u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-10" dirty="0">
                <a:latin typeface="Calibri"/>
                <a:cs typeface="Calibri"/>
              </a:rPr>
              <a:t>n</a:t>
            </a:r>
            <a:r>
              <a:rPr sz="500" spc="5" dirty="0">
                <a:latin typeface="Calibri"/>
                <a:cs typeface="Calibri"/>
              </a:rPr>
              <a:t>eed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to</a:t>
            </a:r>
            <a:r>
              <a:rPr sz="500" spc="-20" dirty="0">
                <a:latin typeface="Calibri"/>
                <a:cs typeface="Calibri"/>
              </a:rPr>
              <a:t> </a:t>
            </a:r>
            <a:r>
              <a:rPr sz="500" spc="-10" dirty="0">
                <a:latin typeface="Calibri"/>
                <a:cs typeface="Calibri"/>
              </a:rPr>
              <a:t>m</a:t>
            </a:r>
            <a:r>
              <a:rPr sz="500" spc="5" dirty="0">
                <a:latin typeface="Calibri"/>
                <a:cs typeface="Calibri"/>
              </a:rPr>
              <a:t>a</a:t>
            </a:r>
            <a:r>
              <a:rPr sz="500" spc="-10" dirty="0">
                <a:latin typeface="Calibri"/>
                <a:cs typeface="Calibri"/>
              </a:rPr>
              <a:t>k</a:t>
            </a:r>
            <a:r>
              <a:rPr sz="500" spc="5" dirty="0">
                <a:latin typeface="Calibri"/>
                <a:cs typeface="Calibri"/>
              </a:rPr>
              <a:t>e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y</a:t>
            </a:r>
            <a:r>
              <a:rPr sz="500" spc="15" dirty="0">
                <a:latin typeface="Calibri"/>
                <a:cs typeface="Calibri"/>
              </a:rPr>
              <a:t>o</a:t>
            </a:r>
            <a:r>
              <a:rPr sz="500" spc="-10" dirty="0">
                <a:latin typeface="Calibri"/>
                <a:cs typeface="Calibri"/>
              </a:rPr>
              <a:t>u</a:t>
            </a:r>
            <a:r>
              <a:rPr sz="500" dirty="0">
                <a:latin typeface="Calibri"/>
                <a:cs typeface="Calibri"/>
              </a:rPr>
              <a:t>r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i</a:t>
            </a:r>
            <a:r>
              <a:rPr sz="500" spc="-10" dirty="0">
                <a:latin typeface="Calibri"/>
                <a:cs typeface="Calibri"/>
              </a:rPr>
              <a:t>d</a:t>
            </a:r>
            <a:r>
              <a:rPr sz="500" spc="5" dirty="0">
                <a:latin typeface="Calibri"/>
                <a:cs typeface="Calibri"/>
              </a:rPr>
              <a:t>ea</a:t>
            </a:r>
            <a:r>
              <a:rPr sz="500" dirty="0">
                <a:latin typeface="Calibri"/>
                <a:cs typeface="Calibri"/>
              </a:rPr>
              <a:t>s</a:t>
            </a:r>
            <a:r>
              <a:rPr sz="500" spc="-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c</a:t>
            </a:r>
            <a:r>
              <a:rPr sz="500" spc="15" dirty="0">
                <a:latin typeface="Calibri"/>
                <a:cs typeface="Calibri"/>
              </a:rPr>
              <a:t>o</a:t>
            </a:r>
            <a:r>
              <a:rPr sz="500" spc="-10" dirty="0">
                <a:latin typeface="Calibri"/>
                <a:cs typeface="Calibri"/>
              </a:rPr>
              <a:t>m</a:t>
            </a:r>
            <a:r>
              <a:rPr sz="500" spc="5" dirty="0">
                <a:latin typeface="Calibri"/>
                <a:cs typeface="Calibri"/>
              </a:rPr>
              <a:t>e</a:t>
            </a:r>
            <a:r>
              <a:rPr sz="500" dirty="0">
                <a:latin typeface="Calibri"/>
                <a:cs typeface="Calibri"/>
              </a:rPr>
              <a:t> t</a:t>
            </a:r>
            <a:r>
              <a:rPr sz="500" spc="-10" dirty="0">
                <a:latin typeface="Calibri"/>
                <a:cs typeface="Calibri"/>
              </a:rPr>
              <a:t>ru</a:t>
            </a:r>
            <a:r>
              <a:rPr sz="500" spc="5" dirty="0">
                <a:latin typeface="Calibri"/>
                <a:cs typeface="Calibri"/>
              </a:rPr>
              <a:t>e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a</a:t>
            </a:r>
            <a:r>
              <a:rPr sz="500" spc="-10" dirty="0">
                <a:latin typeface="Calibri"/>
                <a:cs typeface="Calibri"/>
              </a:rPr>
              <a:t>n</a:t>
            </a:r>
            <a:r>
              <a:rPr sz="500" spc="5" dirty="0">
                <a:latin typeface="Calibri"/>
                <a:cs typeface="Calibri"/>
              </a:rPr>
              <a:t>d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60787" y="4696474"/>
            <a:ext cx="1003935" cy="103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spc="10" dirty="0">
                <a:latin typeface="Calibri"/>
                <a:cs typeface="Calibri"/>
              </a:rPr>
              <a:t>a</a:t>
            </a:r>
            <a:r>
              <a:rPr sz="500" spc="-15" dirty="0">
                <a:latin typeface="Calibri"/>
                <a:cs typeface="Calibri"/>
              </a:rPr>
              <a:t>n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-5" dirty="0">
                <a:latin typeface="Calibri"/>
                <a:cs typeface="Calibri"/>
              </a:rPr>
              <a:t>i</a:t>
            </a:r>
            <a:r>
              <a:rPr sz="500" spc="10" dirty="0">
                <a:latin typeface="Calibri"/>
                <a:cs typeface="Calibri"/>
              </a:rPr>
              <a:t>c</a:t>
            </a:r>
            <a:r>
              <a:rPr sz="500" spc="-5" dirty="0">
                <a:latin typeface="Calibri"/>
                <a:cs typeface="Calibri"/>
              </a:rPr>
              <a:t>i</a:t>
            </a:r>
            <a:r>
              <a:rPr sz="500" spc="-15" dirty="0">
                <a:latin typeface="Calibri"/>
                <a:cs typeface="Calibri"/>
              </a:rPr>
              <a:t>p</a:t>
            </a:r>
            <a:r>
              <a:rPr sz="500" spc="10" dirty="0">
                <a:latin typeface="Calibri"/>
                <a:cs typeface="Calibri"/>
              </a:rPr>
              <a:t>a</a:t>
            </a:r>
            <a:r>
              <a:rPr sz="500" dirty="0">
                <a:latin typeface="Calibri"/>
                <a:cs typeface="Calibri"/>
              </a:rPr>
              <a:t>te </a:t>
            </a:r>
            <a:r>
              <a:rPr sz="500" spc="5" dirty="0">
                <a:latin typeface="Calibri"/>
                <a:cs typeface="Calibri"/>
              </a:rPr>
              <a:t>w</a:t>
            </a:r>
            <a:r>
              <a:rPr sz="500" spc="-15" dirty="0">
                <a:latin typeface="Calibri"/>
                <a:cs typeface="Calibri"/>
              </a:rPr>
              <a:t>h</a:t>
            </a:r>
            <a:r>
              <a:rPr sz="500" dirty="0">
                <a:latin typeface="Calibri"/>
                <a:cs typeface="Calibri"/>
              </a:rPr>
              <a:t>en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-15" dirty="0">
                <a:latin typeface="Calibri"/>
                <a:cs typeface="Calibri"/>
              </a:rPr>
              <a:t>h</a:t>
            </a:r>
            <a:r>
              <a:rPr sz="500" dirty="0">
                <a:latin typeface="Calibri"/>
                <a:cs typeface="Calibri"/>
              </a:rPr>
              <a:t>ey</a:t>
            </a:r>
            <a:r>
              <a:rPr sz="500" spc="2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ca</a:t>
            </a:r>
            <a:r>
              <a:rPr sz="500" dirty="0">
                <a:latin typeface="Calibri"/>
                <a:cs typeface="Calibri"/>
              </a:rPr>
              <a:t>n</a:t>
            </a:r>
            <a:r>
              <a:rPr sz="500" spc="-45" dirty="0">
                <a:latin typeface="Calibri"/>
                <a:cs typeface="Calibri"/>
              </a:rPr>
              <a:t> </a:t>
            </a:r>
            <a:r>
              <a:rPr sz="500" spc="-15" dirty="0">
                <a:latin typeface="Calibri"/>
                <a:cs typeface="Calibri"/>
              </a:rPr>
              <a:t>b</a:t>
            </a:r>
            <a:r>
              <a:rPr sz="500" dirty="0">
                <a:latin typeface="Calibri"/>
                <a:cs typeface="Calibri"/>
              </a:rPr>
              <a:t>e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-10" dirty="0">
                <a:latin typeface="Calibri"/>
                <a:cs typeface="Calibri"/>
              </a:rPr>
              <a:t>r</a:t>
            </a:r>
            <a:r>
              <a:rPr sz="500" dirty="0">
                <a:latin typeface="Calibri"/>
                <a:cs typeface="Calibri"/>
              </a:rPr>
              <a:t>e</a:t>
            </a:r>
            <a:r>
              <a:rPr sz="500" spc="10" dirty="0">
                <a:latin typeface="Calibri"/>
                <a:cs typeface="Calibri"/>
              </a:rPr>
              <a:t>a</a:t>
            </a:r>
            <a:r>
              <a:rPr sz="500" spc="-5" dirty="0">
                <a:latin typeface="Calibri"/>
                <a:cs typeface="Calibri"/>
              </a:rPr>
              <a:t>liz</a:t>
            </a:r>
            <a:r>
              <a:rPr sz="500" dirty="0">
                <a:latin typeface="Calibri"/>
                <a:cs typeface="Calibri"/>
              </a:rPr>
              <a:t>e</a:t>
            </a:r>
            <a:r>
              <a:rPr sz="500" spc="-15" dirty="0">
                <a:latin typeface="Calibri"/>
                <a:cs typeface="Calibri"/>
              </a:rPr>
              <a:t>d</a:t>
            </a:r>
            <a:r>
              <a:rPr sz="500" dirty="0">
                <a:latin typeface="Calibri"/>
                <a:cs typeface="Calibri"/>
              </a:rPr>
              <a:t>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316947" y="4607269"/>
            <a:ext cx="1713230" cy="377825"/>
          </a:xfrm>
          <a:custGeom>
            <a:avLst/>
            <a:gdLst/>
            <a:ahLst/>
            <a:cxnLst/>
            <a:rect l="l" t="t" r="r" b="b"/>
            <a:pathLst>
              <a:path w="1713229" h="377825">
                <a:moveTo>
                  <a:pt x="1712756" y="0"/>
                </a:moveTo>
                <a:lnTo>
                  <a:pt x="0" y="0"/>
                </a:lnTo>
                <a:lnTo>
                  <a:pt x="0" y="377425"/>
                </a:lnTo>
                <a:lnTo>
                  <a:pt x="1712756" y="377425"/>
                </a:lnTo>
                <a:lnTo>
                  <a:pt x="1712756" y="0"/>
                </a:lnTo>
                <a:close/>
              </a:path>
            </a:pathLst>
          </a:custGeom>
          <a:solidFill>
            <a:srgbClr val="FFFFFF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359544" y="3857690"/>
            <a:ext cx="1104900" cy="1019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dirty="0">
                <a:latin typeface="Calibri"/>
                <a:cs typeface="Calibri"/>
              </a:rPr>
              <a:t>W</a:t>
            </a:r>
            <a:r>
              <a:rPr sz="500" spc="-10" dirty="0">
                <a:latin typeface="Calibri"/>
                <a:cs typeface="Calibri"/>
              </a:rPr>
              <a:t>h</a:t>
            </a:r>
            <a:r>
              <a:rPr sz="500" spc="5" dirty="0">
                <a:latin typeface="Calibri"/>
                <a:cs typeface="Calibri"/>
              </a:rPr>
              <a:t>en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s</a:t>
            </a:r>
            <a:r>
              <a:rPr sz="500" spc="5" dirty="0">
                <a:latin typeface="Calibri"/>
                <a:cs typeface="Calibri"/>
              </a:rPr>
              <a:t>e</a:t>
            </a:r>
            <a:r>
              <a:rPr sz="500" spc="-5" dirty="0">
                <a:latin typeface="Calibri"/>
                <a:cs typeface="Calibri"/>
              </a:rPr>
              <a:t>l</a:t>
            </a:r>
            <a:r>
              <a:rPr sz="500" spc="5" dirty="0">
                <a:latin typeface="Calibri"/>
                <a:cs typeface="Calibri"/>
              </a:rPr>
              <a:t>e</a:t>
            </a:r>
            <a:r>
              <a:rPr sz="500" spc="10" dirty="0">
                <a:latin typeface="Calibri"/>
                <a:cs typeface="Calibri"/>
              </a:rPr>
              <a:t>c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-10" dirty="0">
                <a:latin typeface="Calibri"/>
                <a:cs typeface="Calibri"/>
              </a:rPr>
              <a:t>in</a:t>
            </a:r>
            <a:r>
              <a:rPr sz="500" dirty="0">
                <a:latin typeface="Calibri"/>
                <a:cs typeface="Calibri"/>
              </a:rPr>
              <a:t>g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i</a:t>
            </a:r>
            <a:r>
              <a:rPr sz="500" spc="-10" dirty="0">
                <a:latin typeface="Calibri"/>
                <a:cs typeface="Calibri"/>
              </a:rPr>
              <a:t>d</a:t>
            </a:r>
            <a:r>
              <a:rPr sz="500" spc="5" dirty="0">
                <a:latin typeface="Calibri"/>
                <a:cs typeface="Calibri"/>
              </a:rPr>
              <a:t>ea</a:t>
            </a:r>
            <a:r>
              <a:rPr sz="500" spc="-190" dirty="0">
                <a:latin typeface="Calibri"/>
                <a:cs typeface="Calibri"/>
              </a:rPr>
              <a:t>s</a:t>
            </a:r>
            <a:r>
              <a:rPr sz="9750" spc="-6765" baseline="-2136" dirty="0">
                <a:solidFill>
                  <a:srgbClr val="FFFFFF"/>
                </a:solidFill>
                <a:latin typeface="Arial MT"/>
                <a:cs typeface="Arial MT"/>
              </a:rPr>
              <a:t>D</a:t>
            </a:r>
            <a:r>
              <a:rPr sz="500" dirty="0">
                <a:latin typeface="Calibri"/>
                <a:cs typeface="Calibri"/>
              </a:rPr>
              <a:t>,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exc</a:t>
            </a:r>
            <a:r>
              <a:rPr sz="500" spc="-5" dirty="0">
                <a:latin typeface="Calibri"/>
                <a:cs typeface="Calibri"/>
              </a:rPr>
              <a:t>l</a:t>
            </a:r>
            <a:r>
              <a:rPr sz="500" spc="-10" dirty="0">
                <a:latin typeface="Calibri"/>
                <a:cs typeface="Calibri"/>
              </a:rPr>
              <a:t>ud</a:t>
            </a:r>
            <a:r>
              <a:rPr sz="500" spc="5" dirty="0">
                <a:latin typeface="Calibri"/>
                <a:cs typeface="Calibri"/>
              </a:rPr>
              <a:t>e</a:t>
            </a:r>
            <a:r>
              <a:rPr sz="500" dirty="0">
                <a:latin typeface="Calibri"/>
                <a:cs typeface="Calibri"/>
              </a:rPr>
              <a:t> t</a:t>
            </a:r>
            <a:r>
              <a:rPr sz="500" spc="-10" dirty="0">
                <a:latin typeface="Calibri"/>
                <a:cs typeface="Calibri"/>
              </a:rPr>
              <a:t>h</a:t>
            </a:r>
            <a:r>
              <a:rPr sz="500" spc="5" dirty="0">
                <a:latin typeface="Calibri"/>
                <a:cs typeface="Calibri"/>
              </a:rPr>
              <a:t>em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f</a:t>
            </a:r>
            <a:r>
              <a:rPr sz="500" spc="-5" dirty="0">
                <a:latin typeface="Calibri"/>
                <a:cs typeface="Calibri"/>
              </a:rPr>
              <a:t>i</a:t>
            </a:r>
            <a:r>
              <a:rPr sz="500" spc="-10" dirty="0">
                <a:latin typeface="Calibri"/>
                <a:cs typeface="Calibri"/>
              </a:rPr>
              <a:t>r</a:t>
            </a:r>
            <a:r>
              <a:rPr sz="500" spc="-5" dirty="0">
                <a:latin typeface="Calibri"/>
                <a:cs typeface="Calibri"/>
              </a:rPr>
              <a:t>s</a:t>
            </a:r>
            <a:r>
              <a:rPr sz="500" dirty="0">
                <a:latin typeface="Calibri"/>
                <a:cs typeface="Calibri"/>
              </a:rPr>
              <a:t>t.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</a:t>
            </a:r>
            <a:r>
              <a:rPr spc="-25" dirty="0"/>
              <a:t> </a:t>
            </a:r>
            <a:r>
              <a:rPr spc="-5" dirty="0"/>
              <a:t>Five</a:t>
            </a:r>
            <a:r>
              <a:rPr spc="-10" dirty="0"/>
              <a:t> </a:t>
            </a:r>
            <a:r>
              <a:rPr spc="-5" dirty="0"/>
              <a:t>Steps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Design</a:t>
            </a:r>
            <a:r>
              <a:rPr spc="-15" dirty="0"/>
              <a:t> </a:t>
            </a:r>
            <a:r>
              <a:rPr spc="-5" dirty="0"/>
              <a:t>Thinking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37" name="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1687" y="1536179"/>
            <a:ext cx="825258" cy="23394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12519" y="2007107"/>
          <a:ext cx="8122920" cy="39989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1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1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9488">
                <a:tc>
                  <a:txBody>
                    <a:bodyPr/>
                    <a:lstStyle/>
                    <a:p>
                      <a:pPr marL="154940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1500">
                        <a:latin typeface="Arial"/>
                        <a:cs typeface="Arial"/>
                      </a:endParaRPr>
                    </a:p>
                  </a:txBody>
                  <a:tcPr marL="0" marR="0" marT="67945" marB="0">
                    <a:solidFill>
                      <a:srgbClr val="183DAF"/>
                    </a:solidFill>
                  </a:tcPr>
                </a:tc>
                <a:tc>
                  <a:txBody>
                    <a:bodyPr/>
                    <a:lstStyle/>
                    <a:p>
                      <a:pPr marL="155003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1500">
                        <a:latin typeface="Arial"/>
                        <a:cs typeface="Arial"/>
                      </a:endParaRPr>
                    </a:p>
                  </a:txBody>
                  <a:tcPr marL="0" marR="0" marT="67945" marB="0">
                    <a:solidFill>
                      <a:srgbClr val="527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9488">
                <a:tc>
                  <a:txBody>
                    <a:bodyPr/>
                    <a:lstStyle/>
                    <a:p>
                      <a:pPr marL="154940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endParaRPr sz="1150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solidFill>
                      <a:srgbClr val="7A95EC"/>
                    </a:solidFill>
                  </a:tcPr>
                </a:tc>
                <a:tc>
                  <a:txBody>
                    <a:bodyPr/>
                    <a:lstStyle/>
                    <a:p>
                      <a:pPr marL="155003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15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1150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solidFill>
                      <a:srgbClr val="C2C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1113282" y="1693164"/>
            <a:ext cx="4050029" cy="215265"/>
            <a:chOff x="1113282" y="1693164"/>
            <a:chExt cx="4050029" cy="215265"/>
          </a:xfrm>
        </p:grpSpPr>
        <p:sp>
          <p:nvSpPr>
            <p:cNvPr id="7" name="object 7"/>
            <p:cNvSpPr/>
            <p:nvPr/>
          </p:nvSpPr>
          <p:spPr>
            <a:xfrm>
              <a:off x="1113282" y="1764030"/>
              <a:ext cx="4050029" cy="76200"/>
            </a:xfrm>
            <a:custGeom>
              <a:avLst/>
              <a:gdLst/>
              <a:ahLst/>
              <a:cxnLst/>
              <a:rect l="l" t="t" r="r" b="b"/>
              <a:pathLst>
                <a:path w="405002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6"/>
                  </a:lnTo>
                  <a:lnTo>
                    <a:pt x="63500" y="48006"/>
                  </a:lnTo>
                  <a:lnTo>
                    <a:pt x="63500" y="28194"/>
                  </a:lnTo>
                  <a:lnTo>
                    <a:pt x="76200" y="28194"/>
                  </a:lnTo>
                  <a:lnTo>
                    <a:pt x="76200" y="0"/>
                  </a:lnTo>
                  <a:close/>
                </a:path>
                <a:path w="4050029" h="76200">
                  <a:moveTo>
                    <a:pt x="3973829" y="0"/>
                  </a:moveTo>
                  <a:lnTo>
                    <a:pt x="3973829" y="76200"/>
                  </a:lnTo>
                  <a:lnTo>
                    <a:pt x="4030217" y="48006"/>
                  </a:lnTo>
                  <a:lnTo>
                    <a:pt x="3986529" y="48006"/>
                  </a:lnTo>
                  <a:lnTo>
                    <a:pt x="3986529" y="28194"/>
                  </a:lnTo>
                  <a:lnTo>
                    <a:pt x="4030218" y="28194"/>
                  </a:lnTo>
                  <a:lnTo>
                    <a:pt x="3973829" y="0"/>
                  </a:lnTo>
                  <a:close/>
                </a:path>
                <a:path w="4050029" h="76200">
                  <a:moveTo>
                    <a:pt x="76200" y="28194"/>
                  </a:moveTo>
                  <a:lnTo>
                    <a:pt x="63500" y="28194"/>
                  </a:lnTo>
                  <a:lnTo>
                    <a:pt x="63500" y="48006"/>
                  </a:lnTo>
                  <a:lnTo>
                    <a:pt x="76200" y="48006"/>
                  </a:lnTo>
                  <a:lnTo>
                    <a:pt x="76200" y="28194"/>
                  </a:lnTo>
                  <a:close/>
                </a:path>
                <a:path w="4050029" h="76200">
                  <a:moveTo>
                    <a:pt x="3973829" y="28194"/>
                  </a:moveTo>
                  <a:lnTo>
                    <a:pt x="76200" y="28194"/>
                  </a:lnTo>
                  <a:lnTo>
                    <a:pt x="76200" y="48006"/>
                  </a:lnTo>
                  <a:lnTo>
                    <a:pt x="3973829" y="48006"/>
                  </a:lnTo>
                  <a:lnTo>
                    <a:pt x="3973829" y="28194"/>
                  </a:lnTo>
                  <a:close/>
                </a:path>
                <a:path w="4050029" h="76200">
                  <a:moveTo>
                    <a:pt x="4030218" y="28194"/>
                  </a:moveTo>
                  <a:lnTo>
                    <a:pt x="3986529" y="28194"/>
                  </a:lnTo>
                  <a:lnTo>
                    <a:pt x="3986529" y="48006"/>
                  </a:lnTo>
                  <a:lnTo>
                    <a:pt x="4030217" y="48006"/>
                  </a:lnTo>
                  <a:lnTo>
                    <a:pt x="4050029" y="38100"/>
                  </a:lnTo>
                  <a:lnTo>
                    <a:pt x="4030218" y="28194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6312" y="1693164"/>
              <a:ext cx="1285240" cy="215265"/>
            </a:xfrm>
            <a:custGeom>
              <a:avLst/>
              <a:gdLst/>
              <a:ahLst/>
              <a:cxnLst/>
              <a:rect l="l" t="t" r="r" b="b"/>
              <a:pathLst>
                <a:path w="1285239" h="215264">
                  <a:moveTo>
                    <a:pt x="1284732" y="0"/>
                  </a:moveTo>
                  <a:lnTo>
                    <a:pt x="0" y="0"/>
                  </a:lnTo>
                  <a:lnTo>
                    <a:pt x="0" y="214884"/>
                  </a:lnTo>
                  <a:lnTo>
                    <a:pt x="1284732" y="214884"/>
                  </a:lnTo>
                  <a:lnTo>
                    <a:pt x="12847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41219" y="1674622"/>
            <a:ext cx="9937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25" dirty="0">
                <a:solidFill>
                  <a:srgbClr val="252525"/>
                </a:solidFill>
                <a:latin typeface="Arial"/>
                <a:cs typeface="Arial"/>
              </a:rPr>
              <a:t>U</a:t>
            </a:r>
            <a:r>
              <a:rPr sz="1400" b="1" spc="-170" dirty="0">
                <a:solidFill>
                  <a:srgbClr val="252525"/>
                </a:solidFill>
                <a:latin typeface="Arial"/>
                <a:cs typeface="Arial"/>
              </a:rPr>
              <a:t>nk</a:t>
            </a:r>
            <a:r>
              <a:rPr sz="1400" b="1" spc="-180" dirty="0">
                <a:solidFill>
                  <a:srgbClr val="252525"/>
                </a:solidFill>
                <a:latin typeface="Arial"/>
                <a:cs typeface="Arial"/>
              </a:rPr>
              <a:t>n</a:t>
            </a:r>
            <a:r>
              <a:rPr sz="1400" b="1" spc="-250" dirty="0">
                <a:solidFill>
                  <a:srgbClr val="252525"/>
                </a:solidFill>
                <a:latin typeface="Arial"/>
                <a:cs typeface="Arial"/>
              </a:rPr>
              <a:t>o</a:t>
            </a:r>
            <a:r>
              <a:rPr sz="1400" b="1" spc="-210" dirty="0">
                <a:solidFill>
                  <a:srgbClr val="252525"/>
                </a:solidFill>
                <a:latin typeface="Arial"/>
                <a:cs typeface="Arial"/>
              </a:rPr>
              <a:t>w</a:t>
            </a:r>
            <a:r>
              <a:rPr sz="1400" b="1" spc="-195" dirty="0">
                <a:solidFill>
                  <a:srgbClr val="252525"/>
                </a:solidFill>
                <a:latin typeface="Arial"/>
                <a:cs typeface="Arial"/>
              </a:rPr>
              <a:t>n</a:t>
            </a:r>
            <a:r>
              <a:rPr sz="1400" b="1" spc="-6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114" dirty="0">
                <a:solidFill>
                  <a:srgbClr val="252525"/>
                </a:solidFill>
                <a:latin typeface="Arial"/>
                <a:cs typeface="Arial"/>
              </a:rPr>
              <a:t>Idea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74741" y="1693164"/>
            <a:ext cx="4050029" cy="215265"/>
            <a:chOff x="5174741" y="1693164"/>
            <a:chExt cx="4050029" cy="215265"/>
          </a:xfrm>
        </p:grpSpPr>
        <p:sp>
          <p:nvSpPr>
            <p:cNvPr id="11" name="object 11"/>
            <p:cNvSpPr/>
            <p:nvPr/>
          </p:nvSpPr>
          <p:spPr>
            <a:xfrm>
              <a:off x="5174741" y="1764030"/>
              <a:ext cx="4050029" cy="76200"/>
            </a:xfrm>
            <a:custGeom>
              <a:avLst/>
              <a:gdLst/>
              <a:ahLst/>
              <a:cxnLst/>
              <a:rect l="l" t="t" r="r" b="b"/>
              <a:pathLst>
                <a:path w="405002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8006"/>
                  </a:lnTo>
                  <a:lnTo>
                    <a:pt x="63500" y="48006"/>
                  </a:lnTo>
                  <a:lnTo>
                    <a:pt x="63500" y="28194"/>
                  </a:lnTo>
                  <a:lnTo>
                    <a:pt x="76200" y="28194"/>
                  </a:lnTo>
                  <a:lnTo>
                    <a:pt x="76200" y="0"/>
                  </a:lnTo>
                  <a:close/>
                </a:path>
                <a:path w="4050029" h="76200">
                  <a:moveTo>
                    <a:pt x="3973830" y="0"/>
                  </a:moveTo>
                  <a:lnTo>
                    <a:pt x="3973830" y="76200"/>
                  </a:lnTo>
                  <a:lnTo>
                    <a:pt x="4030217" y="48006"/>
                  </a:lnTo>
                  <a:lnTo>
                    <a:pt x="3986530" y="48006"/>
                  </a:lnTo>
                  <a:lnTo>
                    <a:pt x="3986530" y="28194"/>
                  </a:lnTo>
                  <a:lnTo>
                    <a:pt x="4030218" y="28194"/>
                  </a:lnTo>
                  <a:lnTo>
                    <a:pt x="3973830" y="0"/>
                  </a:lnTo>
                  <a:close/>
                </a:path>
                <a:path w="4050029" h="76200">
                  <a:moveTo>
                    <a:pt x="76200" y="28194"/>
                  </a:moveTo>
                  <a:lnTo>
                    <a:pt x="63500" y="28194"/>
                  </a:lnTo>
                  <a:lnTo>
                    <a:pt x="63500" y="48006"/>
                  </a:lnTo>
                  <a:lnTo>
                    <a:pt x="76200" y="48006"/>
                  </a:lnTo>
                  <a:lnTo>
                    <a:pt x="76200" y="28194"/>
                  </a:lnTo>
                  <a:close/>
                </a:path>
                <a:path w="4050029" h="76200">
                  <a:moveTo>
                    <a:pt x="3973830" y="28194"/>
                  </a:moveTo>
                  <a:lnTo>
                    <a:pt x="76200" y="28194"/>
                  </a:lnTo>
                  <a:lnTo>
                    <a:pt x="76200" y="48006"/>
                  </a:lnTo>
                  <a:lnTo>
                    <a:pt x="3973830" y="48006"/>
                  </a:lnTo>
                  <a:lnTo>
                    <a:pt x="3973830" y="28194"/>
                  </a:lnTo>
                  <a:close/>
                </a:path>
                <a:path w="4050029" h="76200">
                  <a:moveTo>
                    <a:pt x="4030218" y="28194"/>
                  </a:moveTo>
                  <a:lnTo>
                    <a:pt x="3986530" y="28194"/>
                  </a:lnTo>
                  <a:lnTo>
                    <a:pt x="3986530" y="48006"/>
                  </a:lnTo>
                  <a:lnTo>
                    <a:pt x="4030217" y="48006"/>
                  </a:lnTo>
                  <a:lnTo>
                    <a:pt x="4050030" y="38100"/>
                  </a:lnTo>
                  <a:lnTo>
                    <a:pt x="4030218" y="28194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61403" y="1693164"/>
              <a:ext cx="1074420" cy="215265"/>
            </a:xfrm>
            <a:custGeom>
              <a:avLst/>
              <a:gdLst/>
              <a:ahLst/>
              <a:cxnLst/>
              <a:rect l="l" t="t" r="r" b="b"/>
              <a:pathLst>
                <a:path w="1074420" h="215264">
                  <a:moveTo>
                    <a:pt x="1074420" y="0"/>
                  </a:moveTo>
                  <a:lnTo>
                    <a:pt x="0" y="0"/>
                  </a:lnTo>
                  <a:lnTo>
                    <a:pt x="0" y="214884"/>
                  </a:lnTo>
                  <a:lnTo>
                    <a:pt x="1074420" y="214884"/>
                  </a:lnTo>
                  <a:lnTo>
                    <a:pt x="10744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792214" y="1674622"/>
            <a:ext cx="8153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45" dirty="0">
                <a:solidFill>
                  <a:srgbClr val="252525"/>
                </a:solidFill>
                <a:latin typeface="Arial"/>
                <a:cs typeface="Arial"/>
              </a:rPr>
              <a:t>Kno</a:t>
            </a:r>
            <a:r>
              <a:rPr sz="1400" b="1" spc="-210" dirty="0">
                <a:solidFill>
                  <a:srgbClr val="252525"/>
                </a:solidFill>
                <a:latin typeface="Arial"/>
                <a:cs typeface="Arial"/>
              </a:rPr>
              <a:t>w</a:t>
            </a:r>
            <a:r>
              <a:rPr sz="1400" b="1" spc="-195" dirty="0">
                <a:solidFill>
                  <a:srgbClr val="252525"/>
                </a:solidFill>
                <a:latin typeface="Arial"/>
                <a:cs typeface="Arial"/>
              </a:rPr>
              <a:t>n</a:t>
            </a:r>
            <a:r>
              <a:rPr sz="1400" b="1" spc="-7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114" dirty="0">
                <a:solidFill>
                  <a:srgbClr val="252525"/>
                </a:solidFill>
                <a:latin typeface="Arial"/>
                <a:cs typeface="Arial"/>
              </a:rPr>
              <a:t>Idea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12469" y="2007870"/>
            <a:ext cx="76200" cy="2005964"/>
          </a:xfrm>
          <a:custGeom>
            <a:avLst/>
            <a:gdLst/>
            <a:ahLst/>
            <a:cxnLst/>
            <a:rect l="l" t="t" r="r" b="b"/>
            <a:pathLst>
              <a:path w="76200" h="2005964">
                <a:moveTo>
                  <a:pt x="28193" y="1929764"/>
                </a:moveTo>
                <a:lnTo>
                  <a:pt x="0" y="1929764"/>
                </a:lnTo>
                <a:lnTo>
                  <a:pt x="38100" y="2005964"/>
                </a:lnTo>
                <a:lnTo>
                  <a:pt x="69850" y="1942464"/>
                </a:lnTo>
                <a:lnTo>
                  <a:pt x="28193" y="1942464"/>
                </a:lnTo>
                <a:lnTo>
                  <a:pt x="28193" y="1929764"/>
                </a:lnTo>
                <a:close/>
              </a:path>
              <a:path w="76200" h="2005964">
                <a:moveTo>
                  <a:pt x="48006" y="63500"/>
                </a:moveTo>
                <a:lnTo>
                  <a:pt x="28193" y="63500"/>
                </a:lnTo>
                <a:lnTo>
                  <a:pt x="28193" y="1942464"/>
                </a:lnTo>
                <a:lnTo>
                  <a:pt x="48006" y="1942464"/>
                </a:lnTo>
                <a:lnTo>
                  <a:pt x="48006" y="63500"/>
                </a:lnTo>
                <a:close/>
              </a:path>
              <a:path w="76200" h="2005964">
                <a:moveTo>
                  <a:pt x="76200" y="1929764"/>
                </a:moveTo>
                <a:lnTo>
                  <a:pt x="48006" y="1929764"/>
                </a:lnTo>
                <a:lnTo>
                  <a:pt x="48006" y="1942464"/>
                </a:lnTo>
                <a:lnTo>
                  <a:pt x="69850" y="1942464"/>
                </a:lnTo>
                <a:lnTo>
                  <a:pt x="76200" y="1929764"/>
                </a:lnTo>
                <a:close/>
              </a:path>
              <a:path w="76200" h="2005964">
                <a:moveTo>
                  <a:pt x="38100" y="0"/>
                </a:moveTo>
                <a:lnTo>
                  <a:pt x="0" y="76200"/>
                </a:lnTo>
                <a:lnTo>
                  <a:pt x="28193" y="76200"/>
                </a:lnTo>
                <a:lnTo>
                  <a:pt x="2819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2005964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44196" y="2679573"/>
            <a:ext cx="219075" cy="73025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605"/>
              </a:lnSpc>
            </a:pPr>
            <a:r>
              <a:rPr sz="1400" b="1" spc="-165" dirty="0">
                <a:solidFill>
                  <a:srgbClr val="252525"/>
                </a:solidFill>
                <a:latin typeface="Arial"/>
                <a:cs typeface="Arial"/>
              </a:rPr>
              <a:t>Actionable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12469" y="4013453"/>
            <a:ext cx="76200" cy="2005964"/>
          </a:xfrm>
          <a:custGeom>
            <a:avLst/>
            <a:gdLst/>
            <a:ahLst/>
            <a:cxnLst/>
            <a:rect l="l" t="t" r="r" b="b"/>
            <a:pathLst>
              <a:path w="76200" h="2005964">
                <a:moveTo>
                  <a:pt x="28193" y="1929752"/>
                </a:moveTo>
                <a:lnTo>
                  <a:pt x="0" y="1929752"/>
                </a:lnTo>
                <a:lnTo>
                  <a:pt x="38100" y="2005952"/>
                </a:lnTo>
                <a:lnTo>
                  <a:pt x="69843" y="1942465"/>
                </a:lnTo>
                <a:lnTo>
                  <a:pt x="28193" y="1942465"/>
                </a:lnTo>
                <a:lnTo>
                  <a:pt x="28193" y="1929752"/>
                </a:lnTo>
                <a:close/>
              </a:path>
              <a:path w="76200" h="2005964">
                <a:moveTo>
                  <a:pt x="48006" y="63500"/>
                </a:moveTo>
                <a:lnTo>
                  <a:pt x="28193" y="63500"/>
                </a:lnTo>
                <a:lnTo>
                  <a:pt x="28193" y="1942465"/>
                </a:lnTo>
                <a:lnTo>
                  <a:pt x="48006" y="1942465"/>
                </a:lnTo>
                <a:lnTo>
                  <a:pt x="48006" y="63500"/>
                </a:lnTo>
                <a:close/>
              </a:path>
              <a:path w="76200" h="2005964">
                <a:moveTo>
                  <a:pt x="76200" y="1929752"/>
                </a:moveTo>
                <a:lnTo>
                  <a:pt x="48006" y="1929752"/>
                </a:lnTo>
                <a:lnTo>
                  <a:pt x="48006" y="1942465"/>
                </a:lnTo>
                <a:lnTo>
                  <a:pt x="69843" y="1942465"/>
                </a:lnTo>
                <a:lnTo>
                  <a:pt x="76200" y="1929752"/>
                </a:lnTo>
                <a:close/>
              </a:path>
              <a:path w="76200" h="2005964">
                <a:moveTo>
                  <a:pt x="38100" y="0"/>
                </a:moveTo>
                <a:lnTo>
                  <a:pt x="0" y="76200"/>
                </a:lnTo>
                <a:lnTo>
                  <a:pt x="28193" y="76200"/>
                </a:lnTo>
                <a:lnTo>
                  <a:pt x="28193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2005964">
                <a:moveTo>
                  <a:pt x="69850" y="63500"/>
                </a:moveTo>
                <a:lnTo>
                  <a:pt x="48006" y="63500"/>
                </a:lnTo>
                <a:lnTo>
                  <a:pt x="48006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44196" y="4550409"/>
            <a:ext cx="219075" cy="100266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1605"/>
              </a:lnSpc>
            </a:pP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N</a:t>
            </a:r>
            <a:r>
              <a:rPr sz="1400" b="1" spc="-5" dirty="0">
                <a:solidFill>
                  <a:srgbClr val="252525"/>
                </a:solidFill>
                <a:latin typeface="Arial"/>
                <a:cs typeface="Arial"/>
              </a:rPr>
              <a:t>o</a:t>
            </a: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400" b="1" spc="-7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400" b="1" spc="-10" dirty="0">
                <a:solidFill>
                  <a:srgbClr val="252525"/>
                </a:solidFill>
                <a:latin typeface="Arial"/>
                <a:cs typeface="Arial"/>
              </a:rPr>
              <a:t>c</a:t>
            </a: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tion</a:t>
            </a:r>
            <a:r>
              <a:rPr sz="1400" b="1" spc="-10" dirty="0">
                <a:solidFill>
                  <a:srgbClr val="252525"/>
                </a:solidFill>
                <a:latin typeface="Arial"/>
                <a:cs typeface="Arial"/>
              </a:rPr>
              <a:t>ab</a:t>
            </a: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7489" y="431419"/>
            <a:ext cx="2405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Appendix.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by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2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matrix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6036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553967" y="2129027"/>
            <a:ext cx="180340" cy="181610"/>
          </a:xfrm>
          <a:custGeom>
            <a:avLst/>
            <a:gdLst/>
            <a:ahLst/>
            <a:cxnLst/>
            <a:rect l="l" t="t" r="r" b="b"/>
            <a:pathLst>
              <a:path w="180339" h="181610">
                <a:moveTo>
                  <a:pt x="179832" y="0"/>
                </a:moveTo>
                <a:lnTo>
                  <a:pt x="0" y="0"/>
                </a:lnTo>
                <a:lnTo>
                  <a:pt x="0" y="181355"/>
                </a:lnTo>
                <a:lnTo>
                  <a:pt x="179832" y="181355"/>
                </a:lnTo>
                <a:lnTo>
                  <a:pt x="17983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73067" y="2129027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10" h="181610">
                <a:moveTo>
                  <a:pt x="181355" y="0"/>
                </a:moveTo>
                <a:lnTo>
                  <a:pt x="0" y="0"/>
                </a:lnTo>
                <a:lnTo>
                  <a:pt x="0" y="181355"/>
                </a:lnTo>
                <a:lnTo>
                  <a:pt x="181355" y="181355"/>
                </a:lnTo>
                <a:lnTo>
                  <a:pt x="18135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92167" y="2124455"/>
            <a:ext cx="181610" cy="180340"/>
          </a:xfrm>
          <a:custGeom>
            <a:avLst/>
            <a:gdLst/>
            <a:ahLst/>
            <a:cxnLst/>
            <a:rect l="l" t="t" r="r" b="b"/>
            <a:pathLst>
              <a:path w="181610" h="180339">
                <a:moveTo>
                  <a:pt x="181355" y="0"/>
                </a:moveTo>
                <a:lnTo>
                  <a:pt x="0" y="0"/>
                </a:lnTo>
                <a:lnTo>
                  <a:pt x="0" y="179832"/>
                </a:lnTo>
                <a:lnTo>
                  <a:pt x="181355" y="179832"/>
                </a:lnTo>
                <a:lnTo>
                  <a:pt x="181355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73067" y="2487167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10" h="181610">
                <a:moveTo>
                  <a:pt x="181355" y="0"/>
                </a:moveTo>
                <a:lnTo>
                  <a:pt x="0" y="0"/>
                </a:lnTo>
                <a:lnTo>
                  <a:pt x="0" y="181355"/>
                </a:lnTo>
                <a:lnTo>
                  <a:pt x="181355" y="181355"/>
                </a:lnTo>
                <a:lnTo>
                  <a:pt x="181355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92167" y="2485644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10" h="181610">
                <a:moveTo>
                  <a:pt x="181355" y="0"/>
                </a:moveTo>
                <a:lnTo>
                  <a:pt x="0" y="0"/>
                </a:lnTo>
                <a:lnTo>
                  <a:pt x="0" y="181355"/>
                </a:lnTo>
                <a:lnTo>
                  <a:pt x="181355" y="181355"/>
                </a:lnTo>
                <a:lnTo>
                  <a:pt x="181355" y="0"/>
                </a:lnTo>
                <a:close/>
              </a:path>
            </a:pathLst>
          </a:custGeom>
          <a:solidFill>
            <a:srgbClr val="9DC3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65803" y="2167254"/>
            <a:ext cx="208279" cy="103505"/>
          </a:xfrm>
          <a:custGeom>
            <a:avLst/>
            <a:gdLst/>
            <a:ahLst/>
            <a:cxnLst/>
            <a:rect l="l" t="t" r="r" b="b"/>
            <a:pathLst>
              <a:path w="208279" h="103505">
                <a:moveTo>
                  <a:pt x="182662" y="51689"/>
                </a:moveTo>
                <a:lnTo>
                  <a:pt x="112775" y="92456"/>
                </a:lnTo>
                <a:lnTo>
                  <a:pt x="111760" y="96266"/>
                </a:lnTo>
                <a:lnTo>
                  <a:pt x="115316" y="102362"/>
                </a:lnTo>
                <a:lnTo>
                  <a:pt x="119253" y="103378"/>
                </a:lnTo>
                <a:lnTo>
                  <a:pt x="197008" y="58039"/>
                </a:lnTo>
                <a:lnTo>
                  <a:pt x="195325" y="58039"/>
                </a:lnTo>
                <a:lnTo>
                  <a:pt x="195325" y="57150"/>
                </a:lnTo>
                <a:lnTo>
                  <a:pt x="192024" y="57150"/>
                </a:lnTo>
                <a:lnTo>
                  <a:pt x="182662" y="51689"/>
                </a:lnTo>
                <a:close/>
              </a:path>
              <a:path w="208279" h="103505">
                <a:moveTo>
                  <a:pt x="171776" y="45339"/>
                </a:moveTo>
                <a:lnTo>
                  <a:pt x="0" y="45339"/>
                </a:lnTo>
                <a:lnTo>
                  <a:pt x="0" y="58039"/>
                </a:lnTo>
                <a:lnTo>
                  <a:pt x="171776" y="58039"/>
                </a:lnTo>
                <a:lnTo>
                  <a:pt x="182662" y="51689"/>
                </a:lnTo>
                <a:lnTo>
                  <a:pt x="171776" y="45339"/>
                </a:lnTo>
                <a:close/>
              </a:path>
              <a:path w="208279" h="103505">
                <a:moveTo>
                  <a:pt x="197008" y="45339"/>
                </a:moveTo>
                <a:lnTo>
                  <a:pt x="195325" y="45339"/>
                </a:lnTo>
                <a:lnTo>
                  <a:pt x="195325" y="58039"/>
                </a:lnTo>
                <a:lnTo>
                  <a:pt x="197008" y="58039"/>
                </a:lnTo>
                <a:lnTo>
                  <a:pt x="207899" y="51689"/>
                </a:lnTo>
                <a:lnTo>
                  <a:pt x="197008" y="45339"/>
                </a:lnTo>
                <a:close/>
              </a:path>
              <a:path w="208279" h="103505">
                <a:moveTo>
                  <a:pt x="192024" y="46228"/>
                </a:moveTo>
                <a:lnTo>
                  <a:pt x="182662" y="51689"/>
                </a:lnTo>
                <a:lnTo>
                  <a:pt x="192024" y="57150"/>
                </a:lnTo>
                <a:lnTo>
                  <a:pt x="192024" y="46228"/>
                </a:lnTo>
                <a:close/>
              </a:path>
              <a:path w="208279" h="103505">
                <a:moveTo>
                  <a:pt x="195325" y="46228"/>
                </a:moveTo>
                <a:lnTo>
                  <a:pt x="192024" y="46228"/>
                </a:lnTo>
                <a:lnTo>
                  <a:pt x="192024" y="57150"/>
                </a:lnTo>
                <a:lnTo>
                  <a:pt x="195325" y="57150"/>
                </a:lnTo>
                <a:lnTo>
                  <a:pt x="195325" y="46228"/>
                </a:lnTo>
                <a:close/>
              </a:path>
              <a:path w="208279" h="103505">
                <a:moveTo>
                  <a:pt x="119253" y="0"/>
                </a:moveTo>
                <a:lnTo>
                  <a:pt x="115316" y="1016"/>
                </a:lnTo>
                <a:lnTo>
                  <a:pt x="111760" y="7112"/>
                </a:lnTo>
                <a:lnTo>
                  <a:pt x="112775" y="10922"/>
                </a:lnTo>
                <a:lnTo>
                  <a:pt x="182662" y="51689"/>
                </a:lnTo>
                <a:lnTo>
                  <a:pt x="192024" y="46228"/>
                </a:lnTo>
                <a:lnTo>
                  <a:pt x="195325" y="46228"/>
                </a:lnTo>
                <a:lnTo>
                  <a:pt x="195325" y="45339"/>
                </a:lnTo>
                <a:lnTo>
                  <a:pt x="197008" y="45339"/>
                </a:lnTo>
                <a:lnTo>
                  <a:pt x="119253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41976" y="2113788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39" h="180339">
                <a:moveTo>
                  <a:pt x="179832" y="0"/>
                </a:moveTo>
                <a:lnTo>
                  <a:pt x="0" y="0"/>
                </a:lnTo>
                <a:lnTo>
                  <a:pt x="0" y="179832"/>
                </a:lnTo>
                <a:lnTo>
                  <a:pt x="179832" y="179832"/>
                </a:lnTo>
                <a:lnTo>
                  <a:pt x="17983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17108" y="2113788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10" h="181610">
                <a:moveTo>
                  <a:pt x="181355" y="0"/>
                </a:moveTo>
                <a:lnTo>
                  <a:pt x="0" y="0"/>
                </a:lnTo>
                <a:lnTo>
                  <a:pt x="0" y="181355"/>
                </a:lnTo>
                <a:lnTo>
                  <a:pt x="181355" y="181355"/>
                </a:lnTo>
                <a:lnTo>
                  <a:pt x="18135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17108" y="2465832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10" h="181610">
                <a:moveTo>
                  <a:pt x="181355" y="0"/>
                </a:moveTo>
                <a:lnTo>
                  <a:pt x="0" y="0"/>
                </a:lnTo>
                <a:lnTo>
                  <a:pt x="0" y="181355"/>
                </a:lnTo>
                <a:lnTo>
                  <a:pt x="181355" y="181355"/>
                </a:lnTo>
                <a:lnTo>
                  <a:pt x="181355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53911" y="2304288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10" h="181610">
                <a:moveTo>
                  <a:pt x="181355" y="0"/>
                </a:moveTo>
                <a:lnTo>
                  <a:pt x="0" y="0"/>
                </a:lnTo>
                <a:lnTo>
                  <a:pt x="0" y="181355"/>
                </a:lnTo>
                <a:lnTo>
                  <a:pt x="181355" y="181355"/>
                </a:lnTo>
                <a:lnTo>
                  <a:pt x="181355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84903" y="2167254"/>
            <a:ext cx="208279" cy="103505"/>
          </a:xfrm>
          <a:custGeom>
            <a:avLst/>
            <a:gdLst/>
            <a:ahLst/>
            <a:cxnLst/>
            <a:rect l="l" t="t" r="r" b="b"/>
            <a:pathLst>
              <a:path w="208279" h="103505">
                <a:moveTo>
                  <a:pt x="182662" y="51689"/>
                </a:moveTo>
                <a:lnTo>
                  <a:pt x="112775" y="92456"/>
                </a:lnTo>
                <a:lnTo>
                  <a:pt x="111760" y="96266"/>
                </a:lnTo>
                <a:lnTo>
                  <a:pt x="115316" y="102362"/>
                </a:lnTo>
                <a:lnTo>
                  <a:pt x="119253" y="103378"/>
                </a:lnTo>
                <a:lnTo>
                  <a:pt x="197008" y="58039"/>
                </a:lnTo>
                <a:lnTo>
                  <a:pt x="195325" y="58039"/>
                </a:lnTo>
                <a:lnTo>
                  <a:pt x="195325" y="57150"/>
                </a:lnTo>
                <a:lnTo>
                  <a:pt x="192024" y="57150"/>
                </a:lnTo>
                <a:lnTo>
                  <a:pt x="182662" y="51689"/>
                </a:lnTo>
                <a:close/>
              </a:path>
              <a:path w="208279" h="103505">
                <a:moveTo>
                  <a:pt x="171776" y="45339"/>
                </a:moveTo>
                <a:lnTo>
                  <a:pt x="0" y="45339"/>
                </a:lnTo>
                <a:lnTo>
                  <a:pt x="0" y="58039"/>
                </a:lnTo>
                <a:lnTo>
                  <a:pt x="171776" y="58039"/>
                </a:lnTo>
                <a:lnTo>
                  <a:pt x="182662" y="51689"/>
                </a:lnTo>
                <a:lnTo>
                  <a:pt x="171776" y="45339"/>
                </a:lnTo>
                <a:close/>
              </a:path>
              <a:path w="208279" h="103505">
                <a:moveTo>
                  <a:pt x="197008" y="45339"/>
                </a:moveTo>
                <a:lnTo>
                  <a:pt x="195325" y="45339"/>
                </a:lnTo>
                <a:lnTo>
                  <a:pt x="195325" y="58039"/>
                </a:lnTo>
                <a:lnTo>
                  <a:pt x="197008" y="58039"/>
                </a:lnTo>
                <a:lnTo>
                  <a:pt x="207899" y="51689"/>
                </a:lnTo>
                <a:lnTo>
                  <a:pt x="197008" y="45339"/>
                </a:lnTo>
                <a:close/>
              </a:path>
              <a:path w="208279" h="103505">
                <a:moveTo>
                  <a:pt x="192024" y="46228"/>
                </a:moveTo>
                <a:lnTo>
                  <a:pt x="182662" y="51689"/>
                </a:lnTo>
                <a:lnTo>
                  <a:pt x="192024" y="57150"/>
                </a:lnTo>
                <a:lnTo>
                  <a:pt x="192024" y="46228"/>
                </a:lnTo>
                <a:close/>
              </a:path>
              <a:path w="208279" h="103505">
                <a:moveTo>
                  <a:pt x="195325" y="46228"/>
                </a:moveTo>
                <a:lnTo>
                  <a:pt x="192024" y="46228"/>
                </a:lnTo>
                <a:lnTo>
                  <a:pt x="192024" y="57150"/>
                </a:lnTo>
                <a:lnTo>
                  <a:pt x="195325" y="57150"/>
                </a:lnTo>
                <a:lnTo>
                  <a:pt x="195325" y="46228"/>
                </a:lnTo>
                <a:close/>
              </a:path>
              <a:path w="208279" h="103505">
                <a:moveTo>
                  <a:pt x="119253" y="0"/>
                </a:moveTo>
                <a:lnTo>
                  <a:pt x="115316" y="1016"/>
                </a:lnTo>
                <a:lnTo>
                  <a:pt x="111760" y="7112"/>
                </a:lnTo>
                <a:lnTo>
                  <a:pt x="112775" y="10922"/>
                </a:lnTo>
                <a:lnTo>
                  <a:pt x="182662" y="51689"/>
                </a:lnTo>
                <a:lnTo>
                  <a:pt x="192024" y="46228"/>
                </a:lnTo>
                <a:lnTo>
                  <a:pt x="195325" y="46228"/>
                </a:lnTo>
                <a:lnTo>
                  <a:pt x="195325" y="45339"/>
                </a:lnTo>
                <a:lnTo>
                  <a:pt x="197008" y="45339"/>
                </a:lnTo>
                <a:lnTo>
                  <a:pt x="119253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84903" y="2529967"/>
            <a:ext cx="208279" cy="103505"/>
          </a:xfrm>
          <a:custGeom>
            <a:avLst/>
            <a:gdLst/>
            <a:ahLst/>
            <a:cxnLst/>
            <a:rect l="l" t="t" r="r" b="b"/>
            <a:pathLst>
              <a:path w="208279" h="103505">
                <a:moveTo>
                  <a:pt x="182662" y="51689"/>
                </a:moveTo>
                <a:lnTo>
                  <a:pt x="112775" y="92456"/>
                </a:lnTo>
                <a:lnTo>
                  <a:pt x="111760" y="96266"/>
                </a:lnTo>
                <a:lnTo>
                  <a:pt x="115316" y="102362"/>
                </a:lnTo>
                <a:lnTo>
                  <a:pt x="119253" y="103378"/>
                </a:lnTo>
                <a:lnTo>
                  <a:pt x="197008" y="58038"/>
                </a:lnTo>
                <a:lnTo>
                  <a:pt x="195325" y="58038"/>
                </a:lnTo>
                <a:lnTo>
                  <a:pt x="195325" y="57150"/>
                </a:lnTo>
                <a:lnTo>
                  <a:pt x="192024" y="57150"/>
                </a:lnTo>
                <a:lnTo>
                  <a:pt x="182662" y="51689"/>
                </a:lnTo>
                <a:close/>
              </a:path>
              <a:path w="208279" h="103505">
                <a:moveTo>
                  <a:pt x="171776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171776" y="58038"/>
                </a:lnTo>
                <a:lnTo>
                  <a:pt x="182662" y="51689"/>
                </a:lnTo>
                <a:lnTo>
                  <a:pt x="171776" y="45338"/>
                </a:lnTo>
                <a:close/>
              </a:path>
              <a:path w="208279" h="103505">
                <a:moveTo>
                  <a:pt x="197008" y="45338"/>
                </a:moveTo>
                <a:lnTo>
                  <a:pt x="195325" y="45338"/>
                </a:lnTo>
                <a:lnTo>
                  <a:pt x="195325" y="58038"/>
                </a:lnTo>
                <a:lnTo>
                  <a:pt x="197008" y="58038"/>
                </a:lnTo>
                <a:lnTo>
                  <a:pt x="207898" y="51689"/>
                </a:lnTo>
                <a:lnTo>
                  <a:pt x="197008" y="45338"/>
                </a:lnTo>
                <a:close/>
              </a:path>
              <a:path w="208279" h="103505">
                <a:moveTo>
                  <a:pt x="192024" y="46228"/>
                </a:moveTo>
                <a:lnTo>
                  <a:pt x="182662" y="51689"/>
                </a:lnTo>
                <a:lnTo>
                  <a:pt x="192024" y="57150"/>
                </a:lnTo>
                <a:lnTo>
                  <a:pt x="192024" y="46228"/>
                </a:lnTo>
                <a:close/>
              </a:path>
              <a:path w="208279" h="103505">
                <a:moveTo>
                  <a:pt x="195325" y="46228"/>
                </a:moveTo>
                <a:lnTo>
                  <a:pt x="192024" y="46228"/>
                </a:lnTo>
                <a:lnTo>
                  <a:pt x="192024" y="57150"/>
                </a:lnTo>
                <a:lnTo>
                  <a:pt x="195325" y="57150"/>
                </a:lnTo>
                <a:lnTo>
                  <a:pt x="195325" y="46228"/>
                </a:lnTo>
                <a:close/>
              </a:path>
              <a:path w="208279" h="103505">
                <a:moveTo>
                  <a:pt x="119253" y="0"/>
                </a:moveTo>
                <a:lnTo>
                  <a:pt x="115316" y="1016"/>
                </a:lnTo>
                <a:lnTo>
                  <a:pt x="111760" y="7112"/>
                </a:lnTo>
                <a:lnTo>
                  <a:pt x="112775" y="10922"/>
                </a:lnTo>
                <a:lnTo>
                  <a:pt x="182662" y="51689"/>
                </a:lnTo>
                <a:lnTo>
                  <a:pt x="192024" y="46228"/>
                </a:lnTo>
                <a:lnTo>
                  <a:pt x="195325" y="46228"/>
                </a:lnTo>
                <a:lnTo>
                  <a:pt x="195325" y="45338"/>
                </a:lnTo>
                <a:lnTo>
                  <a:pt x="197008" y="45338"/>
                </a:lnTo>
                <a:lnTo>
                  <a:pt x="119253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11295" y="2310383"/>
            <a:ext cx="103505" cy="177165"/>
          </a:xfrm>
          <a:custGeom>
            <a:avLst/>
            <a:gdLst/>
            <a:ahLst/>
            <a:cxnLst/>
            <a:rect l="l" t="t" r="r" b="b"/>
            <a:pathLst>
              <a:path w="103504" h="177164">
                <a:moveTo>
                  <a:pt x="7112" y="80899"/>
                </a:moveTo>
                <a:lnTo>
                  <a:pt x="4063" y="82550"/>
                </a:lnTo>
                <a:lnTo>
                  <a:pt x="1015" y="84327"/>
                </a:lnTo>
                <a:lnTo>
                  <a:pt x="0" y="88264"/>
                </a:lnTo>
                <a:lnTo>
                  <a:pt x="51688" y="176911"/>
                </a:lnTo>
                <a:lnTo>
                  <a:pt x="59020" y="164337"/>
                </a:lnTo>
                <a:lnTo>
                  <a:pt x="45338" y="164337"/>
                </a:lnTo>
                <a:lnTo>
                  <a:pt x="45338" y="140788"/>
                </a:lnTo>
                <a:lnTo>
                  <a:pt x="12700" y="84836"/>
                </a:lnTo>
                <a:lnTo>
                  <a:pt x="10921" y="81914"/>
                </a:lnTo>
                <a:lnTo>
                  <a:pt x="7112" y="80899"/>
                </a:lnTo>
                <a:close/>
              </a:path>
              <a:path w="103504" h="177164">
                <a:moveTo>
                  <a:pt x="45338" y="140788"/>
                </a:moveTo>
                <a:lnTo>
                  <a:pt x="45338" y="164337"/>
                </a:lnTo>
                <a:lnTo>
                  <a:pt x="58038" y="164337"/>
                </a:lnTo>
                <a:lnTo>
                  <a:pt x="58038" y="161036"/>
                </a:lnTo>
                <a:lnTo>
                  <a:pt x="46227" y="161036"/>
                </a:lnTo>
                <a:lnTo>
                  <a:pt x="51688" y="151674"/>
                </a:lnTo>
                <a:lnTo>
                  <a:pt x="45338" y="140788"/>
                </a:lnTo>
                <a:close/>
              </a:path>
              <a:path w="103504" h="177164">
                <a:moveTo>
                  <a:pt x="96265" y="80899"/>
                </a:moveTo>
                <a:lnTo>
                  <a:pt x="92455" y="81914"/>
                </a:lnTo>
                <a:lnTo>
                  <a:pt x="90677" y="84836"/>
                </a:lnTo>
                <a:lnTo>
                  <a:pt x="58038" y="140788"/>
                </a:lnTo>
                <a:lnTo>
                  <a:pt x="58038" y="164337"/>
                </a:lnTo>
                <a:lnTo>
                  <a:pt x="59020" y="164337"/>
                </a:lnTo>
                <a:lnTo>
                  <a:pt x="103377" y="88264"/>
                </a:lnTo>
                <a:lnTo>
                  <a:pt x="102362" y="84327"/>
                </a:lnTo>
                <a:lnTo>
                  <a:pt x="99313" y="82550"/>
                </a:lnTo>
                <a:lnTo>
                  <a:pt x="96265" y="80899"/>
                </a:lnTo>
                <a:close/>
              </a:path>
              <a:path w="103504" h="177164">
                <a:moveTo>
                  <a:pt x="51688" y="151674"/>
                </a:moveTo>
                <a:lnTo>
                  <a:pt x="46227" y="161036"/>
                </a:lnTo>
                <a:lnTo>
                  <a:pt x="57150" y="161036"/>
                </a:lnTo>
                <a:lnTo>
                  <a:pt x="51688" y="151674"/>
                </a:lnTo>
                <a:close/>
              </a:path>
              <a:path w="103504" h="177164">
                <a:moveTo>
                  <a:pt x="58038" y="140788"/>
                </a:moveTo>
                <a:lnTo>
                  <a:pt x="51688" y="151674"/>
                </a:lnTo>
                <a:lnTo>
                  <a:pt x="57150" y="161036"/>
                </a:lnTo>
                <a:lnTo>
                  <a:pt x="58038" y="161036"/>
                </a:lnTo>
                <a:lnTo>
                  <a:pt x="58038" y="140788"/>
                </a:lnTo>
                <a:close/>
              </a:path>
              <a:path w="103504" h="177164">
                <a:moveTo>
                  <a:pt x="58038" y="0"/>
                </a:moveTo>
                <a:lnTo>
                  <a:pt x="45338" y="0"/>
                </a:lnTo>
                <a:lnTo>
                  <a:pt x="45338" y="140788"/>
                </a:lnTo>
                <a:lnTo>
                  <a:pt x="51688" y="151674"/>
                </a:lnTo>
                <a:lnTo>
                  <a:pt x="58038" y="140788"/>
                </a:lnTo>
                <a:lnTo>
                  <a:pt x="5803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5154167" y="2200655"/>
            <a:ext cx="666115" cy="498475"/>
            <a:chOff x="5154167" y="2200655"/>
            <a:chExt cx="666115" cy="498475"/>
          </a:xfrm>
        </p:grpSpPr>
        <p:sp>
          <p:nvSpPr>
            <p:cNvPr id="19" name="object 19"/>
            <p:cNvSpPr/>
            <p:nvPr/>
          </p:nvSpPr>
          <p:spPr>
            <a:xfrm>
              <a:off x="5244083" y="2203703"/>
              <a:ext cx="572770" cy="492759"/>
            </a:xfrm>
            <a:custGeom>
              <a:avLst/>
              <a:gdLst/>
              <a:ahLst/>
              <a:cxnLst/>
              <a:rect l="l" t="t" r="r" b="b"/>
              <a:pathLst>
                <a:path w="572770" h="492760">
                  <a:moveTo>
                    <a:pt x="77724" y="0"/>
                  </a:moveTo>
                  <a:lnTo>
                    <a:pt x="297433" y="103886"/>
                  </a:lnTo>
                </a:path>
                <a:path w="572770" h="492760">
                  <a:moveTo>
                    <a:pt x="0" y="492251"/>
                  </a:moveTo>
                  <a:lnTo>
                    <a:pt x="572642" y="1524"/>
                  </a:lnTo>
                </a:path>
              </a:pathLst>
            </a:custGeom>
            <a:ln w="6096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54168" y="2307335"/>
              <a:ext cx="478790" cy="388620"/>
            </a:xfrm>
            <a:custGeom>
              <a:avLst/>
              <a:gdLst/>
              <a:ahLst/>
              <a:cxnLst/>
              <a:rect l="l" t="t" r="r" b="b"/>
              <a:pathLst>
                <a:path w="478789" h="388619">
                  <a:moveTo>
                    <a:pt x="181343" y="207264"/>
                  </a:moveTo>
                  <a:lnTo>
                    <a:pt x="0" y="207264"/>
                  </a:lnTo>
                  <a:lnTo>
                    <a:pt x="0" y="388620"/>
                  </a:lnTo>
                  <a:lnTo>
                    <a:pt x="181343" y="388620"/>
                  </a:lnTo>
                  <a:lnTo>
                    <a:pt x="181343" y="207264"/>
                  </a:lnTo>
                  <a:close/>
                </a:path>
                <a:path w="478789" h="388619">
                  <a:moveTo>
                    <a:pt x="478536" y="0"/>
                  </a:moveTo>
                  <a:lnTo>
                    <a:pt x="297180" y="0"/>
                  </a:lnTo>
                  <a:lnTo>
                    <a:pt x="297180" y="181356"/>
                  </a:lnTo>
                  <a:lnTo>
                    <a:pt x="478536" y="181356"/>
                  </a:lnTo>
                  <a:lnTo>
                    <a:pt x="478536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5907023" y="2295144"/>
            <a:ext cx="1270" cy="170815"/>
          </a:xfrm>
          <a:custGeom>
            <a:avLst/>
            <a:gdLst/>
            <a:ahLst/>
            <a:cxnLst/>
            <a:rect l="l" t="t" r="r" b="b"/>
            <a:pathLst>
              <a:path w="1270" h="170814">
                <a:moveTo>
                  <a:pt x="0" y="170560"/>
                </a:moveTo>
                <a:lnTo>
                  <a:pt x="888" y="0"/>
                </a:lnTo>
              </a:path>
            </a:pathLst>
          </a:custGeom>
          <a:ln w="6096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998464" y="2205227"/>
            <a:ext cx="246379" cy="100330"/>
          </a:xfrm>
          <a:custGeom>
            <a:avLst/>
            <a:gdLst/>
            <a:ahLst/>
            <a:cxnLst/>
            <a:rect l="l" t="t" r="r" b="b"/>
            <a:pathLst>
              <a:path w="246379" h="100330">
                <a:moveTo>
                  <a:pt x="246125" y="99949"/>
                </a:moveTo>
                <a:lnTo>
                  <a:pt x="0" y="0"/>
                </a:lnTo>
              </a:path>
            </a:pathLst>
          </a:custGeom>
          <a:ln w="6096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39000" y="2116835"/>
            <a:ext cx="181610" cy="180340"/>
          </a:xfrm>
          <a:custGeom>
            <a:avLst/>
            <a:gdLst/>
            <a:ahLst/>
            <a:cxnLst/>
            <a:rect l="l" t="t" r="r" b="b"/>
            <a:pathLst>
              <a:path w="181609" h="180339">
                <a:moveTo>
                  <a:pt x="181355" y="0"/>
                </a:moveTo>
                <a:lnTo>
                  <a:pt x="0" y="0"/>
                </a:lnTo>
                <a:lnTo>
                  <a:pt x="0" y="179832"/>
                </a:lnTo>
                <a:lnTo>
                  <a:pt x="181355" y="179832"/>
                </a:lnTo>
                <a:lnTo>
                  <a:pt x="18135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481316" y="2116835"/>
            <a:ext cx="181610" cy="180340"/>
          </a:xfrm>
          <a:custGeom>
            <a:avLst/>
            <a:gdLst/>
            <a:ahLst/>
            <a:cxnLst/>
            <a:rect l="l" t="t" r="r" b="b"/>
            <a:pathLst>
              <a:path w="181609" h="180339">
                <a:moveTo>
                  <a:pt x="181355" y="0"/>
                </a:moveTo>
                <a:lnTo>
                  <a:pt x="0" y="0"/>
                </a:lnTo>
                <a:lnTo>
                  <a:pt x="0" y="179832"/>
                </a:lnTo>
                <a:lnTo>
                  <a:pt x="181355" y="179832"/>
                </a:lnTo>
                <a:lnTo>
                  <a:pt x="18135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239000" y="2392679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09" h="181610">
                <a:moveTo>
                  <a:pt x="181355" y="0"/>
                </a:moveTo>
                <a:lnTo>
                  <a:pt x="0" y="0"/>
                </a:lnTo>
                <a:lnTo>
                  <a:pt x="0" y="181355"/>
                </a:lnTo>
                <a:lnTo>
                  <a:pt x="181355" y="181355"/>
                </a:lnTo>
                <a:lnTo>
                  <a:pt x="181355" y="0"/>
                </a:lnTo>
                <a:close/>
              </a:path>
            </a:pathLst>
          </a:custGeom>
          <a:solidFill>
            <a:srgbClr val="9DC3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81316" y="2392679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09" h="181610">
                <a:moveTo>
                  <a:pt x="181355" y="0"/>
                </a:moveTo>
                <a:lnTo>
                  <a:pt x="0" y="0"/>
                </a:lnTo>
                <a:lnTo>
                  <a:pt x="0" y="181355"/>
                </a:lnTo>
                <a:lnTo>
                  <a:pt x="181355" y="181355"/>
                </a:lnTo>
                <a:lnTo>
                  <a:pt x="181355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776971" y="2116835"/>
            <a:ext cx="181610" cy="180340"/>
          </a:xfrm>
          <a:custGeom>
            <a:avLst/>
            <a:gdLst/>
            <a:ahLst/>
            <a:cxnLst/>
            <a:rect l="l" t="t" r="r" b="b"/>
            <a:pathLst>
              <a:path w="181609" h="180339">
                <a:moveTo>
                  <a:pt x="181355" y="0"/>
                </a:moveTo>
                <a:lnTo>
                  <a:pt x="0" y="0"/>
                </a:lnTo>
                <a:lnTo>
                  <a:pt x="0" y="179832"/>
                </a:lnTo>
                <a:lnTo>
                  <a:pt x="181355" y="179832"/>
                </a:lnTo>
                <a:lnTo>
                  <a:pt x="181355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005571" y="2116835"/>
            <a:ext cx="181610" cy="180340"/>
          </a:xfrm>
          <a:custGeom>
            <a:avLst/>
            <a:gdLst/>
            <a:ahLst/>
            <a:cxnLst/>
            <a:rect l="l" t="t" r="r" b="b"/>
            <a:pathLst>
              <a:path w="181609" h="180339">
                <a:moveTo>
                  <a:pt x="181355" y="0"/>
                </a:moveTo>
                <a:lnTo>
                  <a:pt x="0" y="0"/>
                </a:lnTo>
                <a:lnTo>
                  <a:pt x="0" y="179832"/>
                </a:lnTo>
                <a:lnTo>
                  <a:pt x="181355" y="179832"/>
                </a:lnTo>
                <a:lnTo>
                  <a:pt x="181355" y="0"/>
                </a:lnTo>
                <a:close/>
              </a:path>
            </a:pathLst>
          </a:custGeom>
          <a:solidFill>
            <a:srgbClr val="9DC3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776971" y="2392679"/>
            <a:ext cx="181610" cy="180340"/>
          </a:xfrm>
          <a:custGeom>
            <a:avLst/>
            <a:gdLst/>
            <a:ahLst/>
            <a:cxnLst/>
            <a:rect l="l" t="t" r="r" b="b"/>
            <a:pathLst>
              <a:path w="181609" h="180339">
                <a:moveTo>
                  <a:pt x="181355" y="0"/>
                </a:moveTo>
                <a:lnTo>
                  <a:pt x="0" y="0"/>
                </a:lnTo>
                <a:lnTo>
                  <a:pt x="0" y="179832"/>
                </a:lnTo>
                <a:lnTo>
                  <a:pt x="181355" y="179832"/>
                </a:lnTo>
                <a:lnTo>
                  <a:pt x="181355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298180" y="2122932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09" h="181610">
                <a:moveTo>
                  <a:pt x="181355" y="0"/>
                </a:moveTo>
                <a:lnTo>
                  <a:pt x="0" y="0"/>
                </a:lnTo>
                <a:lnTo>
                  <a:pt x="0" y="181355"/>
                </a:lnTo>
                <a:lnTo>
                  <a:pt x="181355" y="181355"/>
                </a:lnTo>
                <a:lnTo>
                  <a:pt x="181355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98180" y="2398776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09" h="181610">
                <a:moveTo>
                  <a:pt x="181355" y="0"/>
                </a:moveTo>
                <a:lnTo>
                  <a:pt x="0" y="0"/>
                </a:lnTo>
                <a:lnTo>
                  <a:pt x="0" y="181355"/>
                </a:lnTo>
                <a:lnTo>
                  <a:pt x="181355" y="181355"/>
                </a:lnTo>
                <a:lnTo>
                  <a:pt x="181355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542019" y="2398776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09" h="181610">
                <a:moveTo>
                  <a:pt x="181355" y="0"/>
                </a:moveTo>
                <a:lnTo>
                  <a:pt x="0" y="0"/>
                </a:lnTo>
                <a:lnTo>
                  <a:pt x="0" y="181355"/>
                </a:lnTo>
                <a:lnTo>
                  <a:pt x="181355" y="181355"/>
                </a:lnTo>
                <a:lnTo>
                  <a:pt x="18135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24700" y="1903476"/>
            <a:ext cx="1705610" cy="863600"/>
          </a:xfrm>
          <a:custGeom>
            <a:avLst/>
            <a:gdLst/>
            <a:ahLst/>
            <a:cxnLst/>
            <a:rect l="l" t="t" r="r" b="b"/>
            <a:pathLst>
              <a:path w="1705609" h="863600">
                <a:moveTo>
                  <a:pt x="56388" y="0"/>
                </a:moveTo>
                <a:lnTo>
                  <a:pt x="56388" y="863473"/>
                </a:lnTo>
              </a:path>
              <a:path w="1705609" h="863600">
                <a:moveTo>
                  <a:pt x="0" y="132587"/>
                </a:moveTo>
                <a:lnTo>
                  <a:pt x="1705355" y="132587"/>
                </a:lnTo>
              </a:path>
              <a:path w="1705609" h="863600">
                <a:moveTo>
                  <a:pt x="0" y="769620"/>
                </a:moveTo>
                <a:lnTo>
                  <a:pt x="1705355" y="769620"/>
                </a:lnTo>
              </a:path>
              <a:path w="1705609" h="863600">
                <a:moveTo>
                  <a:pt x="0" y="437388"/>
                </a:moveTo>
                <a:lnTo>
                  <a:pt x="1705355" y="437388"/>
                </a:lnTo>
              </a:path>
              <a:path w="1705609" h="863600">
                <a:moveTo>
                  <a:pt x="589788" y="0"/>
                </a:moveTo>
                <a:lnTo>
                  <a:pt x="589788" y="863473"/>
                </a:lnTo>
              </a:path>
              <a:path w="1705609" h="863600">
                <a:moveTo>
                  <a:pt x="1110996" y="0"/>
                </a:moveTo>
                <a:lnTo>
                  <a:pt x="1110996" y="863473"/>
                </a:lnTo>
              </a:path>
              <a:path w="1705609" h="863600">
                <a:moveTo>
                  <a:pt x="1659635" y="0"/>
                </a:moveTo>
                <a:lnTo>
                  <a:pt x="1659635" y="863473"/>
                </a:lnTo>
              </a:path>
            </a:pathLst>
          </a:custGeom>
          <a:ln w="6096">
            <a:solidFill>
              <a:srgbClr val="A6A6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1217675" y="2001011"/>
            <a:ext cx="352425" cy="394970"/>
            <a:chOff x="1217675" y="2001011"/>
            <a:chExt cx="352425" cy="394970"/>
          </a:xfrm>
        </p:grpSpPr>
        <p:sp>
          <p:nvSpPr>
            <p:cNvPr id="35" name="object 35"/>
            <p:cNvSpPr/>
            <p:nvPr/>
          </p:nvSpPr>
          <p:spPr>
            <a:xfrm>
              <a:off x="1217675" y="2001011"/>
              <a:ext cx="181610" cy="181610"/>
            </a:xfrm>
            <a:custGeom>
              <a:avLst/>
              <a:gdLst/>
              <a:ahLst/>
              <a:cxnLst/>
              <a:rect l="l" t="t" r="r" b="b"/>
              <a:pathLst>
                <a:path w="181609" h="181610">
                  <a:moveTo>
                    <a:pt x="181356" y="0"/>
                  </a:moveTo>
                  <a:lnTo>
                    <a:pt x="0" y="0"/>
                  </a:lnTo>
                  <a:lnTo>
                    <a:pt x="0" y="181355"/>
                  </a:lnTo>
                  <a:lnTo>
                    <a:pt x="181356" y="181355"/>
                  </a:lnTo>
                  <a:lnTo>
                    <a:pt x="18135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88363" y="2214371"/>
              <a:ext cx="181610" cy="181610"/>
            </a:xfrm>
            <a:custGeom>
              <a:avLst/>
              <a:gdLst/>
              <a:ahLst/>
              <a:cxnLst/>
              <a:rect l="l" t="t" r="r" b="b"/>
              <a:pathLst>
                <a:path w="181609" h="181610">
                  <a:moveTo>
                    <a:pt x="181356" y="0"/>
                  </a:moveTo>
                  <a:lnTo>
                    <a:pt x="0" y="0"/>
                  </a:lnTo>
                  <a:lnTo>
                    <a:pt x="0" y="181355"/>
                  </a:lnTo>
                  <a:lnTo>
                    <a:pt x="181356" y="181355"/>
                  </a:lnTo>
                  <a:lnTo>
                    <a:pt x="18135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1661160" y="2439923"/>
            <a:ext cx="414655" cy="417830"/>
            <a:chOff x="1661160" y="2439923"/>
            <a:chExt cx="414655" cy="417830"/>
          </a:xfrm>
        </p:grpSpPr>
        <p:sp>
          <p:nvSpPr>
            <p:cNvPr id="38" name="object 38"/>
            <p:cNvSpPr/>
            <p:nvPr/>
          </p:nvSpPr>
          <p:spPr>
            <a:xfrm>
              <a:off x="1661160" y="2439923"/>
              <a:ext cx="265430" cy="401320"/>
            </a:xfrm>
            <a:custGeom>
              <a:avLst/>
              <a:gdLst/>
              <a:ahLst/>
              <a:cxnLst/>
              <a:rect l="l" t="t" r="r" b="b"/>
              <a:pathLst>
                <a:path w="265430" h="401319">
                  <a:moveTo>
                    <a:pt x="179832" y="219468"/>
                  </a:moveTo>
                  <a:lnTo>
                    <a:pt x="0" y="219468"/>
                  </a:lnTo>
                  <a:lnTo>
                    <a:pt x="0" y="400812"/>
                  </a:lnTo>
                  <a:lnTo>
                    <a:pt x="179832" y="400812"/>
                  </a:lnTo>
                  <a:lnTo>
                    <a:pt x="179832" y="219468"/>
                  </a:lnTo>
                  <a:close/>
                </a:path>
                <a:path w="265430" h="401319">
                  <a:moveTo>
                    <a:pt x="265176" y="0"/>
                  </a:moveTo>
                  <a:lnTo>
                    <a:pt x="83820" y="0"/>
                  </a:lnTo>
                  <a:lnTo>
                    <a:pt x="83820" y="179832"/>
                  </a:lnTo>
                  <a:lnTo>
                    <a:pt x="265176" y="179832"/>
                  </a:lnTo>
                  <a:lnTo>
                    <a:pt x="26517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894332" y="2677667"/>
              <a:ext cx="181610" cy="180340"/>
            </a:xfrm>
            <a:custGeom>
              <a:avLst/>
              <a:gdLst/>
              <a:ahLst/>
              <a:cxnLst/>
              <a:rect l="l" t="t" r="r" b="b"/>
              <a:pathLst>
                <a:path w="181610" h="180339">
                  <a:moveTo>
                    <a:pt x="181356" y="0"/>
                  </a:moveTo>
                  <a:lnTo>
                    <a:pt x="0" y="0"/>
                  </a:lnTo>
                  <a:lnTo>
                    <a:pt x="0" y="179832"/>
                  </a:lnTo>
                  <a:lnTo>
                    <a:pt x="181356" y="179832"/>
                  </a:lnTo>
                  <a:lnTo>
                    <a:pt x="18135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2063495" y="1994916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10" h="181610">
                <a:moveTo>
                  <a:pt x="181356" y="0"/>
                </a:moveTo>
                <a:lnTo>
                  <a:pt x="0" y="0"/>
                </a:lnTo>
                <a:lnTo>
                  <a:pt x="0" y="181355"/>
                </a:lnTo>
                <a:lnTo>
                  <a:pt x="181356" y="181355"/>
                </a:lnTo>
                <a:lnTo>
                  <a:pt x="181356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2106167" y="2028444"/>
            <a:ext cx="393700" cy="407034"/>
            <a:chOff x="2106167" y="2028444"/>
            <a:chExt cx="393700" cy="407034"/>
          </a:xfrm>
        </p:grpSpPr>
        <p:sp>
          <p:nvSpPr>
            <p:cNvPr id="42" name="object 42"/>
            <p:cNvSpPr/>
            <p:nvPr/>
          </p:nvSpPr>
          <p:spPr>
            <a:xfrm>
              <a:off x="2318003" y="2253996"/>
              <a:ext cx="181610" cy="181610"/>
            </a:xfrm>
            <a:custGeom>
              <a:avLst/>
              <a:gdLst/>
              <a:ahLst/>
              <a:cxnLst/>
              <a:rect l="l" t="t" r="r" b="b"/>
              <a:pathLst>
                <a:path w="181610" h="181610">
                  <a:moveTo>
                    <a:pt x="181356" y="0"/>
                  </a:moveTo>
                  <a:lnTo>
                    <a:pt x="0" y="0"/>
                  </a:lnTo>
                  <a:lnTo>
                    <a:pt x="0" y="181355"/>
                  </a:lnTo>
                  <a:lnTo>
                    <a:pt x="181356" y="181355"/>
                  </a:lnTo>
                  <a:lnTo>
                    <a:pt x="18135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106168" y="2028443"/>
              <a:ext cx="363220" cy="367665"/>
            </a:xfrm>
            <a:custGeom>
              <a:avLst/>
              <a:gdLst/>
              <a:ahLst/>
              <a:cxnLst/>
              <a:rect l="l" t="t" r="r" b="b"/>
              <a:pathLst>
                <a:path w="363219" h="367664">
                  <a:moveTo>
                    <a:pt x="181356" y="185928"/>
                  </a:moveTo>
                  <a:lnTo>
                    <a:pt x="0" y="185928"/>
                  </a:lnTo>
                  <a:lnTo>
                    <a:pt x="0" y="367284"/>
                  </a:lnTo>
                  <a:lnTo>
                    <a:pt x="181356" y="367284"/>
                  </a:lnTo>
                  <a:lnTo>
                    <a:pt x="181356" y="185928"/>
                  </a:lnTo>
                  <a:close/>
                </a:path>
                <a:path w="363219" h="367664">
                  <a:moveTo>
                    <a:pt x="362712" y="0"/>
                  </a:moveTo>
                  <a:lnTo>
                    <a:pt x="181356" y="0"/>
                  </a:lnTo>
                  <a:lnTo>
                    <a:pt x="181356" y="181356"/>
                  </a:lnTo>
                  <a:lnTo>
                    <a:pt x="362712" y="181356"/>
                  </a:lnTo>
                  <a:lnTo>
                    <a:pt x="362712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/>
          <p:nvPr/>
        </p:nvSpPr>
        <p:spPr>
          <a:xfrm>
            <a:off x="1456944" y="2004060"/>
            <a:ext cx="180340" cy="181610"/>
          </a:xfrm>
          <a:custGeom>
            <a:avLst/>
            <a:gdLst/>
            <a:ahLst/>
            <a:cxnLst/>
            <a:rect l="l" t="t" r="r" b="b"/>
            <a:pathLst>
              <a:path w="180339" h="181610">
                <a:moveTo>
                  <a:pt x="179831" y="0"/>
                </a:moveTo>
                <a:lnTo>
                  <a:pt x="0" y="0"/>
                </a:lnTo>
                <a:lnTo>
                  <a:pt x="0" y="181355"/>
                </a:lnTo>
                <a:lnTo>
                  <a:pt x="179831" y="181355"/>
                </a:lnTo>
                <a:lnTo>
                  <a:pt x="17983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293875" y="4570476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09" h="181610">
                <a:moveTo>
                  <a:pt x="181356" y="0"/>
                </a:moveTo>
                <a:lnTo>
                  <a:pt x="0" y="0"/>
                </a:lnTo>
                <a:lnTo>
                  <a:pt x="0" y="181356"/>
                </a:lnTo>
                <a:lnTo>
                  <a:pt x="181356" y="181356"/>
                </a:lnTo>
                <a:lnTo>
                  <a:pt x="18135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502663" y="4259579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10" h="181610">
                <a:moveTo>
                  <a:pt x="181356" y="0"/>
                </a:moveTo>
                <a:lnTo>
                  <a:pt x="0" y="0"/>
                </a:lnTo>
                <a:lnTo>
                  <a:pt x="0" y="181356"/>
                </a:lnTo>
                <a:lnTo>
                  <a:pt x="181356" y="181356"/>
                </a:lnTo>
                <a:lnTo>
                  <a:pt x="18135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41932" y="4661915"/>
            <a:ext cx="180340" cy="180340"/>
          </a:xfrm>
          <a:custGeom>
            <a:avLst/>
            <a:gdLst/>
            <a:ahLst/>
            <a:cxnLst/>
            <a:rect l="l" t="t" r="r" b="b"/>
            <a:pathLst>
              <a:path w="180339" h="180339">
                <a:moveTo>
                  <a:pt x="179831" y="0"/>
                </a:moveTo>
                <a:lnTo>
                  <a:pt x="0" y="0"/>
                </a:lnTo>
                <a:lnTo>
                  <a:pt x="0" y="179831"/>
                </a:lnTo>
                <a:lnTo>
                  <a:pt x="179831" y="179831"/>
                </a:lnTo>
                <a:lnTo>
                  <a:pt x="179831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080260" y="4216908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10" h="181610">
                <a:moveTo>
                  <a:pt x="181356" y="0"/>
                </a:moveTo>
                <a:lnTo>
                  <a:pt x="0" y="0"/>
                </a:lnTo>
                <a:lnTo>
                  <a:pt x="0" y="181356"/>
                </a:lnTo>
                <a:lnTo>
                  <a:pt x="181356" y="181356"/>
                </a:lnTo>
                <a:lnTo>
                  <a:pt x="181356" y="0"/>
                </a:lnTo>
                <a:close/>
              </a:path>
            </a:pathLst>
          </a:custGeom>
          <a:solidFill>
            <a:srgbClr val="9DC3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232660" y="4506467"/>
            <a:ext cx="181610" cy="181610"/>
          </a:xfrm>
          <a:custGeom>
            <a:avLst/>
            <a:gdLst/>
            <a:ahLst/>
            <a:cxnLst/>
            <a:rect l="l" t="t" r="r" b="b"/>
            <a:pathLst>
              <a:path w="181610" h="181610">
                <a:moveTo>
                  <a:pt x="181356" y="0"/>
                </a:moveTo>
                <a:lnTo>
                  <a:pt x="0" y="0"/>
                </a:lnTo>
                <a:lnTo>
                  <a:pt x="0" y="181355"/>
                </a:lnTo>
                <a:lnTo>
                  <a:pt x="181356" y="181355"/>
                </a:lnTo>
                <a:lnTo>
                  <a:pt x="18135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040892" y="3953255"/>
            <a:ext cx="1533525" cy="1183640"/>
          </a:xfrm>
          <a:custGeom>
            <a:avLst/>
            <a:gdLst/>
            <a:ahLst/>
            <a:cxnLst/>
            <a:rect l="l" t="t" r="r" b="b"/>
            <a:pathLst>
              <a:path w="1533525" h="1183639">
                <a:moveTo>
                  <a:pt x="1533398" y="1078992"/>
                </a:moveTo>
                <a:lnTo>
                  <a:pt x="1522501" y="1072642"/>
                </a:lnTo>
                <a:lnTo>
                  <a:pt x="1444752" y="1027303"/>
                </a:lnTo>
                <a:lnTo>
                  <a:pt x="1440815" y="1028319"/>
                </a:lnTo>
                <a:lnTo>
                  <a:pt x="1437259" y="1034415"/>
                </a:lnTo>
                <a:lnTo>
                  <a:pt x="1438275" y="1038225"/>
                </a:lnTo>
                <a:lnTo>
                  <a:pt x="1497253" y="1072642"/>
                </a:lnTo>
                <a:lnTo>
                  <a:pt x="106934" y="1072642"/>
                </a:lnTo>
                <a:lnTo>
                  <a:pt x="106934" y="36055"/>
                </a:lnTo>
                <a:lnTo>
                  <a:pt x="141312" y="94996"/>
                </a:lnTo>
                <a:lnTo>
                  <a:pt x="145199" y="96012"/>
                </a:lnTo>
                <a:lnTo>
                  <a:pt x="151269" y="92456"/>
                </a:lnTo>
                <a:lnTo>
                  <a:pt x="152285" y="88646"/>
                </a:lnTo>
                <a:lnTo>
                  <a:pt x="107911" y="12573"/>
                </a:lnTo>
                <a:lnTo>
                  <a:pt x="100584" y="0"/>
                </a:lnTo>
                <a:lnTo>
                  <a:pt x="48882" y="88646"/>
                </a:lnTo>
                <a:lnTo>
                  <a:pt x="49911" y="92456"/>
                </a:lnTo>
                <a:lnTo>
                  <a:pt x="55968" y="96012"/>
                </a:lnTo>
                <a:lnTo>
                  <a:pt x="59855" y="94996"/>
                </a:lnTo>
                <a:lnTo>
                  <a:pt x="94234" y="36055"/>
                </a:lnTo>
                <a:lnTo>
                  <a:pt x="94234" y="1072642"/>
                </a:lnTo>
                <a:lnTo>
                  <a:pt x="0" y="1072642"/>
                </a:lnTo>
                <a:lnTo>
                  <a:pt x="0" y="1085342"/>
                </a:lnTo>
                <a:lnTo>
                  <a:pt x="94234" y="1085342"/>
                </a:lnTo>
                <a:lnTo>
                  <a:pt x="94234" y="1183259"/>
                </a:lnTo>
                <a:lnTo>
                  <a:pt x="106934" y="1183259"/>
                </a:lnTo>
                <a:lnTo>
                  <a:pt x="106934" y="1085342"/>
                </a:lnTo>
                <a:lnTo>
                  <a:pt x="1497253" y="1085342"/>
                </a:lnTo>
                <a:lnTo>
                  <a:pt x="1438275" y="1119759"/>
                </a:lnTo>
                <a:lnTo>
                  <a:pt x="1437259" y="1123569"/>
                </a:lnTo>
                <a:lnTo>
                  <a:pt x="1440815" y="1129665"/>
                </a:lnTo>
                <a:lnTo>
                  <a:pt x="1444752" y="1130681"/>
                </a:lnTo>
                <a:lnTo>
                  <a:pt x="1522501" y="1085342"/>
                </a:lnTo>
                <a:lnTo>
                  <a:pt x="1533398" y="1078992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1" name="object 51"/>
          <p:cNvGrpSpPr/>
          <p:nvPr/>
        </p:nvGrpSpPr>
        <p:grpSpPr>
          <a:xfrm>
            <a:off x="4229100" y="4096511"/>
            <a:ext cx="1442085" cy="1074420"/>
            <a:chOff x="4229100" y="4096511"/>
            <a:chExt cx="1442085" cy="1074420"/>
          </a:xfrm>
        </p:grpSpPr>
        <p:sp>
          <p:nvSpPr>
            <p:cNvPr id="52" name="object 52"/>
            <p:cNvSpPr/>
            <p:nvPr/>
          </p:nvSpPr>
          <p:spPr>
            <a:xfrm>
              <a:off x="4408931" y="4102607"/>
              <a:ext cx="1064260" cy="1062355"/>
            </a:xfrm>
            <a:custGeom>
              <a:avLst/>
              <a:gdLst/>
              <a:ahLst/>
              <a:cxnLst/>
              <a:rect l="l" t="t" r="r" b="b"/>
              <a:pathLst>
                <a:path w="1064260" h="1062354">
                  <a:moveTo>
                    <a:pt x="288035" y="531114"/>
                  </a:moveTo>
                  <a:lnTo>
                    <a:pt x="292991" y="482127"/>
                  </a:lnTo>
                  <a:lnTo>
                    <a:pt x="307205" y="436500"/>
                  </a:lnTo>
                  <a:lnTo>
                    <a:pt x="329692" y="395210"/>
                  </a:lnTo>
                  <a:lnTo>
                    <a:pt x="359473" y="359235"/>
                  </a:lnTo>
                  <a:lnTo>
                    <a:pt x="395564" y="329552"/>
                  </a:lnTo>
                  <a:lnTo>
                    <a:pt x="436983" y="307139"/>
                  </a:lnTo>
                  <a:lnTo>
                    <a:pt x="482747" y="292974"/>
                  </a:lnTo>
                  <a:lnTo>
                    <a:pt x="531876" y="288036"/>
                  </a:lnTo>
                  <a:lnTo>
                    <a:pt x="581004" y="292974"/>
                  </a:lnTo>
                  <a:lnTo>
                    <a:pt x="626768" y="307139"/>
                  </a:lnTo>
                  <a:lnTo>
                    <a:pt x="668187" y="329552"/>
                  </a:lnTo>
                  <a:lnTo>
                    <a:pt x="704278" y="359235"/>
                  </a:lnTo>
                  <a:lnTo>
                    <a:pt x="734059" y="395210"/>
                  </a:lnTo>
                  <a:lnTo>
                    <a:pt x="756546" y="436500"/>
                  </a:lnTo>
                  <a:lnTo>
                    <a:pt x="770760" y="482127"/>
                  </a:lnTo>
                  <a:lnTo>
                    <a:pt x="775715" y="531114"/>
                  </a:lnTo>
                  <a:lnTo>
                    <a:pt x="770760" y="580100"/>
                  </a:lnTo>
                  <a:lnTo>
                    <a:pt x="756546" y="625727"/>
                  </a:lnTo>
                  <a:lnTo>
                    <a:pt x="734059" y="667017"/>
                  </a:lnTo>
                  <a:lnTo>
                    <a:pt x="704278" y="702992"/>
                  </a:lnTo>
                  <a:lnTo>
                    <a:pt x="668187" y="732675"/>
                  </a:lnTo>
                  <a:lnTo>
                    <a:pt x="626768" y="755088"/>
                  </a:lnTo>
                  <a:lnTo>
                    <a:pt x="581004" y="769253"/>
                  </a:lnTo>
                  <a:lnTo>
                    <a:pt x="531876" y="774192"/>
                  </a:lnTo>
                  <a:lnTo>
                    <a:pt x="482747" y="769253"/>
                  </a:lnTo>
                  <a:lnTo>
                    <a:pt x="436983" y="755088"/>
                  </a:lnTo>
                  <a:lnTo>
                    <a:pt x="395564" y="732675"/>
                  </a:lnTo>
                  <a:lnTo>
                    <a:pt x="359473" y="702992"/>
                  </a:lnTo>
                  <a:lnTo>
                    <a:pt x="329692" y="667017"/>
                  </a:lnTo>
                  <a:lnTo>
                    <a:pt x="307205" y="625727"/>
                  </a:lnTo>
                  <a:lnTo>
                    <a:pt x="292991" y="580100"/>
                  </a:lnTo>
                  <a:lnTo>
                    <a:pt x="288035" y="531114"/>
                  </a:lnTo>
                  <a:close/>
                </a:path>
                <a:path w="1064260" h="1062354">
                  <a:moveTo>
                    <a:pt x="0" y="531114"/>
                  </a:moveTo>
                  <a:lnTo>
                    <a:pt x="2173" y="482765"/>
                  </a:lnTo>
                  <a:lnTo>
                    <a:pt x="8569" y="435634"/>
                  </a:lnTo>
                  <a:lnTo>
                    <a:pt x="18998" y="389907"/>
                  </a:lnTo>
                  <a:lnTo>
                    <a:pt x="33275" y="345773"/>
                  </a:lnTo>
                  <a:lnTo>
                    <a:pt x="51209" y="303418"/>
                  </a:lnTo>
                  <a:lnTo>
                    <a:pt x="72615" y="263031"/>
                  </a:lnTo>
                  <a:lnTo>
                    <a:pt x="97304" y="224797"/>
                  </a:lnTo>
                  <a:lnTo>
                    <a:pt x="125089" y="188905"/>
                  </a:lnTo>
                  <a:lnTo>
                    <a:pt x="155781" y="155543"/>
                  </a:lnTo>
                  <a:lnTo>
                    <a:pt x="189193" y="124896"/>
                  </a:lnTo>
                  <a:lnTo>
                    <a:pt x="225137" y="97154"/>
                  </a:lnTo>
                  <a:lnTo>
                    <a:pt x="263426" y="72502"/>
                  </a:lnTo>
                  <a:lnTo>
                    <a:pt x="303871" y="51129"/>
                  </a:lnTo>
                  <a:lnTo>
                    <a:pt x="346285" y="33222"/>
                  </a:lnTo>
                  <a:lnTo>
                    <a:pt x="390480" y="18968"/>
                  </a:lnTo>
                  <a:lnTo>
                    <a:pt x="436269" y="8555"/>
                  </a:lnTo>
                  <a:lnTo>
                    <a:pt x="483463" y="2170"/>
                  </a:lnTo>
                  <a:lnTo>
                    <a:pt x="531876" y="0"/>
                  </a:lnTo>
                  <a:lnTo>
                    <a:pt x="580288" y="2170"/>
                  </a:lnTo>
                  <a:lnTo>
                    <a:pt x="627482" y="8555"/>
                  </a:lnTo>
                  <a:lnTo>
                    <a:pt x="673271" y="18968"/>
                  </a:lnTo>
                  <a:lnTo>
                    <a:pt x="717466" y="33222"/>
                  </a:lnTo>
                  <a:lnTo>
                    <a:pt x="759880" y="51129"/>
                  </a:lnTo>
                  <a:lnTo>
                    <a:pt x="800325" y="72502"/>
                  </a:lnTo>
                  <a:lnTo>
                    <a:pt x="838614" y="97154"/>
                  </a:lnTo>
                  <a:lnTo>
                    <a:pt x="874558" y="124896"/>
                  </a:lnTo>
                  <a:lnTo>
                    <a:pt x="907970" y="155543"/>
                  </a:lnTo>
                  <a:lnTo>
                    <a:pt x="938662" y="188905"/>
                  </a:lnTo>
                  <a:lnTo>
                    <a:pt x="966447" y="224797"/>
                  </a:lnTo>
                  <a:lnTo>
                    <a:pt x="991136" y="263031"/>
                  </a:lnTo>
                  <a:lnTo>
                    <a:pt x="1012542" y="303418"/>
                  </a:lnTo>
                  <a:lnTo>
                    <a:pt x="1030476" y="345773"/>
                  </a:lnTo>
                  <a:lnTo>
                    <a:pt x="1044753" y="389907"/>
                  </a:lnTo>
                  <a:lnTo>
                    <a:pt x="1055182" y="435634"/>
                  </a:lnTo>
                  <a:lnTo>
                    <a:pt x="1061578" y="482765"/>
                  </a:lnTo>
                  <a:lnTo>
                    <a:pt x="1063752" y="531114"/>
                  </a:lnTo>
                  <a:lnTo>
                    <a:pt x="1061578" y="579462"/>
                  </a:lnTo>
                  <a:lnTo>
                    <a:pt x="1055182" y="626593"/>
                  </a:lnTo>
                  <a:lnTo>
                    <a:pt x="1044753" y="672320"/>
                  </a:lnTo>
                  <a:lnTo>
                    <a:pt x="1030476" y="716454"/>
                  </a:lnTo>
                  <a:lnTo>
                    <a:pt x="1012542" y="758809"/>
                  </a:lnTo>
                  <a:lnTo>
                    <a:pt x="991136" y="799196"/>
                  </a:lnTo>
                  <a:lnTo>
                    <a:pt x="966447" y="837430"/>
                  </a:lnTo>
                  <a:lnTo>
                    <a:pt x="938662" y="873322"/>
                  </a:lnTo>
                  <a:lnTo>
                    <a:pt x="907970" y="906684"/>
                  </a:lnTo>
                  <a:lnTo>
                    <a:pt x="874558" y="937331"/>
                  </a:lnTo>
                  <a:lnTo>
                    <a:pt x="838614" y="965073"/>
                  </a:lnTo>
                  <a:lnTo>
                    <a:pt x="800325" y="989725"/>
                  </a:lnTo>
                  <a:lnTo>
                    <a:pt x="759880" y="1011098"/>
                  </a:lnTo>
                  <a:lnTo>
                    <a:pt x="717466" y="1029005"/>
                  </a:lnTo>
                  <a:lnTo>
                    <a:pt x="673271" y="1043259"/>
                  </a:lnTo>
                  <a:lnTo>
                    <a:pt x="627482" y="1053672"/>
                  </a:lnTo>
                  <a:lnTo>
                    <a:pt x="580288" y="1060057"/>
                  </a:lnTo>
                  <a:lnTo>
                    <a:pt x="531876" y="1062228"/>
                  </a:lnTo>
                  <a:lnTo>
                    <a:pt x="483463" y="1060057"/>
                  </a:lnTo>
                  <a:lnTo>
                    <a:pt x="436269" y="1053672"/>
                  </a:lnTo>
                  <a:lnTo>
                    <a:pt x="390480" y="1043259"/>
                  </a:lnTo>
                  <a:lnTo>
                    <a:pt x="346285" y="1029005"/>
                  </a:lnTo>
                  <a:lnTo>
                    <a:pt x="303871" y="1011098"/>
                  </a:lnTo>
                  <a:lnTo>
                    <a:pt x="263426" y="989725"/>
                  </a:lnTo>
                  <a:lnTo>
                    <a:pt x="225137" y="965073"/>
                  </a:lnTo>
                  <a:lnTo>
                    <a:pt x="189193" y="937331"/>
                  </a:lnTo>
                  <a:lnTo>
                    <a:pt x="155781" y="906684"/>
                  </a:lnTo>
                  <a:lnTo>
                    <a:pt x="125089" y="873322"/>
                  </a:lnTo>
                  <a:lnTo>
                    <a:pt x="97304" y="837430"/>
                  </a:lnTo>
                  <a:lnTo>
                    <a:pt x="72615" y="799196"/>
                  </a:lnTo>
                  <a:lnTo>
                    <a:pt x="51209" y="758809"/>
                  </a:lnTo>
                  <a:lnTo>
                    <a:pt x="33275" y="716454"/>
                  </a:lnTo>
                  <a:lnTo>
                    <a:pt x="18998" y="672320"/>
                  </a:lnTo>
                  <a:lnTo>
                    <a:pt x="8569" y="626593"/>
                  </a:lnTo>
                  <a:lnTo>
                    <a:pt x="2173" y="579462"/>
                  </a:lnTo>
                  <a:lnTo>
                    <a:pt x="0" y="531114"/>
                  </a:lnTo>
                  <a:close/>
                </a:path>
              </a:pathLst>
            </a:custGeom>
            <a:ln w="1219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853940" y="4544567"/>
              <a:ext cx="181610" cy="181610"/>
            </a:xfrm>
            <a:custGeom>
              <a:avLst/>
              <a:gdLst/>
              <a:ahLst/>
              <a:cxnLst/>
              <a:rect l="l" t="t" r="r" b="b"/>
              <a:pathLst>
                <a:path w="181610" h="181610">
                  <a:moveTo>
                    <a:pt x="181355" y="0"/>
                  </a:moveTo>
                  <a:lnTo>
                    <a:pt x="0" y="0"/>
                  </a:lnTo>
                  <a:lnTo>
                    <a:pt x="0" y="181355"/>
                  </a:lnTo>
                  <a:lnTo>
                    <a:pt x="181355" y="181355"/>
                  </a:lnTo>
                  <a:lnTo>
                    <a:pt x="181355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655819" y="4853939"/>
              <a:ext cx="181610" cy="180340"/>
            </a:xfrm>
            <a:custGeom>
              <a:avLst/>
              <a:gdLst/>
              <a:ahLst/>
              <a:cxnLst/>
              <a:rect l="l" t="t" r="r" b="b"/>
              <a:pathLst>
                <a:path w="181610" h="180339">
                  <a:moveTo>
                    <a:pt x="181355" y="0"/>
                  </a:moveTo>
                  <a:lnTo>
                    <a:pt x="0" y="0"/>
                  </a:lnTo>
                  <a:lnTo>
                    <a:pt x="0" y="179831"/>
                  </a:lnTo>
                  <a:lnTo>
                    <a:pt x="181355" y="179831"/>
                  </a:lnTo>
                  <a:lnTo>
                    <a:pt x="18135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163311" y="4683251"/>
              <a:ext cx="181610" cy="181610"/>
            </a:xfrm>
            <a:custGeom>
              <a:avLst/>
              <a:gdLst/>
              <a:ahLst/>
              <a:cxnLst/>
              <a:rect l="l" t="t" r="r" b="b"/>
              <a:pathLst>
                <a:path w="181610" h="181610">
                  <a:moveTo>
                    <a:pt x="181355" y="0"/>
                  </a:moveTo>
                  <a:lnTo>
                    <a:pt x="0" y="0"/>
                  </a:lnTo>
                  <a:lnTo>
                    <a:pt x="0" y="181356"/>
                  </a:lnTo>
                  <a:lnTo>
                    <a:pt x="181355" y="181356"/>
                  </a:lnTo>
                  <a:lnTo>
                    <a:pt x="18135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608576" y="4177296"/>
              <a:ext cx="1062355" cy="264160"/>
            </a:xfrm>
            <a:custGeom>
              <a:avLst/>
              <a:gdLst/>
              <a:ahLst/>
              <a:cxnLst/>
              <a:rect l="l" t="t" r="r" b="b"/>
              <a:pathLst>
                <a:path w="1062354" h="264160">
                  <a:moveTo>
                    <a:pt x="181343" y="82283"/>
                  </a:moveTo>
                  <a:lnTo>
                    <a:pt x="0" y="82283"/>
                  </a:lnTo>
                  <a:lnTo>
                    <a:pt x="0" y="263639"/>
                  </a:lnTo>
                  <a:lnTo>
                    <a:pt x="181343" y="263639"/>
                  </a:lnTo>
                  <a:lnTo>
                    <a:pt x="181343" y="82283"/>
                  </a:lnTo>
                  <a:close/>
                </a:path>
                <a:path w="1062354" h="264160">
                  <a:moveTo>
                    <a:pt x="1062228" y="0"/>
                  </a:moveTo>
                  <a:lnTo>
                    <a:pt x="880872" y="0"/>
                  </a:lnTo>
                  <a:lnTo>
                    <a:pt x="880872" y="179819"/>
                  </a:lnTo>
                  <a:lnTo>
                    <a:pt x="1062228" y="179819"/>
                  </a:lnTo>
                  <a:lnTo>
                    <a:pt x="106222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229100" y="4840223"/>
              <a:ext cx="180340" cy="181610"/>
            </a:xfrm>
            <a:custGeom>
              <a:avLst/>
              <a:gdLst/>
              <a:ahLst/>
              <a:cxnLst/>
              <a:rect l="l" t="t" r="r" b="b"/>
              <a:pathLst>
                <a:path w="180339" h="181610">
                  <a:moveTo>
                    <a:pt x="179832" y="0"/>
                  </a:moveTo>
                  <a:lnTo>
                    <a:pt x="0" y="0"/>
                  </a:lnTo>
                  <a:lnTo>
                    <a:pt x="0" y="181356"/>
                  </a:lnTo>
                  <a:lnTo>
                    <a:pt x="179832" y="181356"/>
                  </a:lnTo>
                  <a:lnTo>
                    <a:pt x="179832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7184037" y="3785546"/>
            <a:ext cx="1551940" cy="1546225"/>
            <a:chOff x="7184037" y="3785546"/>
            <a:chExt cx="1551940" cy="1546225"/>
          </a:xfrm>
        </p:grpSpPr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8186" y="5187385"/>
              <a:ext cx="1380578" cy="144179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4037" y="3785546"/>
              <a:ext cx="1551756" cy="1470359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1306830" y="3198622"/>
            <a:ext cx="10693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85" dirty="0">
                <a:solidFill>
                  <a:srgbClr val="252525"/>
                </a:solidFill>
                <a:latin typeface="Arial"/>
                <a:cs typeface="Arial"/>
              </a:rPr>
              <a:t>Cl</a:t>
            </a:r>
            <a:r>
              <a:rPr sz="1300" b="1" spc="-235" dirty="0">
                <a:solidFill>
                  <a:srgbClr val="252525"/>
                </a:solidFill>
                <a:latin typeface="Arial"/>
                <a:cs typeface="Arial"/>
              </a:rPr>
              <a:t>us</a:t>
            </a:r>
            <a:r>
              <a:rPr sz="1300" b="1" spc="-110" dirty="0">
                <a:solidFill>
                  <a:srgbClr val="252525"/>
                </a:solidFill>
                <a:latin typeface="Arial"/>
                <a:cs typeface="Arial"/>
              </a:rPr>
              <a:t>te</a:t>
            </a:r>
            <a:r>
              <a:rPr sz="1300" b="1" spc="-90" dirty="0">
                <a:solidFill>
                  <a:srgbClr val="252525"/>
                </a:solidFill>
                <a:latin typeface="Arial"/>
                <a:cs typeface="Arial"/>
              </a:rPr>
              <a:t>r</a:t>
            </a:r>
            <a:r>
              <a:rPr sz="1300" b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300" b="1" spc="-165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300" b="1" spc="-5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300" b="1" spc="-135" dirty="0">
                <a:solidFill>
                  <a:srgbClr val="252525"/>
                </a:solidFill>
                <a:latin typeface="Arial"/>
                <a:cs typeface="Arial"/>
              </a:rPr>
              <a:t>Piles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753483" y="3198622"/>
            <a:ext cx="3479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335" dirty="0">
                <a:solidFill>
                  <a:srgbClr val="252525"/>
                </a:solidFill>
                <a:latin typeface="Arial"/>
                <a:cs typeface="Arial"/>
              </a:rPr>
              <a:t>L</a:t>
            </a:r>
            <a:r>
              <a:rPr sz="1300" b="1" spc="-105" dirty="0">
                <a:solidFill>
                  <a:srgbClr val="252525"/>
                </a:solidFill>
                <a:latin typeface="Arial"/>
                <a:cs typeface="Arial"/>
              </a:rPr>
              <a:t>ink</a:t>
            </a:r>
            <a:r>
              <a:rPr sz="1300" b="1" spc="-229" dirty="0">
                <a:solidFill>
                  <a:srgbClr val="252525"/>
                </a:solidFill>
                <a:latin typeface="Arial"/>
                <a:cs typeface="Arial"/>
              </a:rPr>
              <a:t>s</a:t>
            </a:r>
            <a:endParaRPr sz="13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800213" y="3198622"/>
            <a:ext cx="3575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65" dirty="0">
                <a:solidFill>
                  <a:srgbClr val="252525"/>
                </a:solidFill>
                <a:latin typeface="Arial"/>
                <a:cs typeface="Arial"/>
              </a:rPr>
              <a:t>Grids</a:t>
            </a:r>
            <a:endParaRPr sz="13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681988" y="5393816"/>
            <a:ext cx="3206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60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1300" b="1" spc="-135" dirty="0">
                <a:solidFill>
                  <a:srgbClr val="252525"/>
                </a:solidFill>
                <a:latin typeface="Arial"/>
                <a:cs typeface="Arial"/>
              </a:rPr>
              <a:t>x</a:t>
            </a:r>
            <a:r>
              <a:rPr sz="1300" b="1" spc="-200" dirty="0">
                <a:solidFill>
                  <a:srgbClr val="252525"/>
                </a:solidFill>
                <a:latin typeface="Arial"/>
                <a:cs typeface="Arial"/>
              </a:rPr>
              <a:t>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332859" y="5393816"/>
            <a:ext cx="11950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85" dirty="0">
                <a:solidFill>
                  <a:srgbClr val="252525"/>
                </a:solidFill>
                <a:latin typeface="Arial"/>
                <a:cs typeface="Arial"/>
              </a:rPr>
              <a:t>Cir</a:t>
            </a:r>
            <a:r>
              <a:rPr sz="1300" b="1" spc="-229" dirty="0">
                <a:solidFill>
                  <a:srgbClr val="252525"/>
                </a:solidFill>
                <a:latin typeface="Arial"/>
                <a:cs typeface="Arial"/>
              </a:rPr>
              <a:t>c</a:t>
            </a:r>
            <a:r>
              <a:rPr sz="1300" b="1" spc="-145" dirty="0">
                <a:solidFill>
                  <a:srgbClr val="252525"/>
                </a:solidFill>
                <a:latin typeface="Arial"/>
                <a:cs typeface="Arial"/>
              </a:rPr>
              <a:t>les</a:t>
            </a:r>
            <a:r>
              <a:rPr sz="1300" b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300" b="1" spc="-165" dirty="0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sz="1300" b="1" spc="-5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300" b="1" spc="-320" dirty="0">
                <a:solidFill>
                  <a:srgbClr val="252525"/>
                </a:solidFill>
                <a:latin typeface="Arial"/>
                <a:cs typeface="Arial"/>
              </a:rPr>
              <a:t>T</a:t>
            </a:r>
            <a:r>
              <a:rPr sz="1300" b="1" spc="-114" dirty="0">
                <a:solidFill>
                  <a:srgbClr val="252525"/>
                </a:solidFill>
                <a:latin typeface="Arial"/>
                <a:cs typeface="Arial"/>
              </a:rPr>
              <a:t>ar</a:t>
            </a:r>
            <a:r>
              <a:rPr sz="1300" b="1" spc="-150" dirty="0">
                <a:solidFill>
                  <a:srgbClr val="252525"/>
                </a:solidFill>
                <a:latin typeface="Arial"/>
                <a:cs typeface="Arial"/>
              </a:rPr>
              <a:t>g</a:t>
            </a:r>
            <a:r>
              <a:rPr sz="1300" b="1" spc="-155" dirty="0">
                <a:solidFill>
                  <a:srgbClr val="252525"/>
                </a:solidFill>
                <a:latin typeface="Arial"/>
                <a:cs typeface="Arial"/>
              </a:rPr>
              <a:t>ets</a:t>
            </a:r>
            <a:endParaRPr sz="13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712709" y="5393816"/>
            <a:ext cx="6921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55" dirty="0">
                <a:solidFill>
                  <a:srgbClr val="252525"/>
                </a:solidFill>
                <a:latin typeface="Arial"/>
                <a:cs typeface="Arial"/>
              </a:rPr>
              <a:t>Metaphors</a:t>
            </a:r>
            <a:endParaRPr sz="1300">
              <a:latin typeface="Arial"/>
              <a:cs typeface="Arial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343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Appendix.</a:t>
            </a:r>
            <a:r>
              <a:rPr spc="-30" dirty="0"/>
              <a:t> </a:t>
            </a:r>
            <a:r>
              <a:rPr spc="-5" dirty="0"/>
              <a:t>Sticky</a:t>
            </a:r>
            <a:r>
              <a:rPr spc="-20" dirty="0"/>
              <a:t> </a:t>
            </a:r>
            <a:r>
              <a:rPr spc="-5" dirty="0"/>
              <a:t>Notes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7400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80260"/>
            <a:ext cx="1091946" cy="176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513076"/>
            <a:ext cx="8430006" cy="20551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1687" y="1536179"/>
            <a:ext cx="825258" cy="233946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1091946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508504"/>
            <a:ext cx="7632954" cy="255803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1687" y="1536179"/>
            <a:ext cx="825258" cy="233946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1091946" cy="17449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20851" y="2508478"/>
            <a:ext cx="7988934" cy="3305810"/>
            <a:chOff x="720851" y="2508478"/>
            <a:chExt cx="7988934" cy="330581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0851" y="2508478"/>
              <a:ext cx="4421886" cy="45951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9184" y="2845308"/>
              <a:ext cx="4570475" cy="296875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913376" y="5579364"/>
            <a:ext cx="234950" cy="9144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90"/>
              </a:lnSpc>
            </a:pPr>
            <a:r>
              <a:rPr sz="600" dirty="0">
                <a:latin typeface="Calibri"/>
                <a:cs typeface="Calibri"/>
              </a:rPr>
              <a:t>A</a:t>
            </a:r>
            <a:r>
              <a:rPr sz="600" spc="-5" dirty="0">
                <a:latin typeface="Calibri"/>
                <a:cs typeface="Calibri"/>
              </a:rPr>
              <a:t>n</a:t>
            </a:r>
            <a:r>
              <a:rPr sz="600" dirty="0">
                <a:latin typeface="Calibri"/>
                <a:cs typeface="Calibri"/>
              </a:rPr>
              <a:t>x</a:t>
            </a:r>
            <a:r>
              <a:rPr sz="600" spc="-10" dirty="0">
                <a:latin typeface="Calibri"/>
                <a:cs typeface="Calibri"/>
              </a:rPr>
              <a:t>i</a:t>
            </a:r>
            <a:r>
              <a:rPr sz="600" dirty="0">
                <a:latin typeface="Calibri"/>
                <a:cs typeface="Calibri"/>
              </a:rPr>
              <a:t>ety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5940" y="5579364"/>
            <a:ext cx="189230" cy="9144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690"/>
              </a:lnSpc>
            </a:pPr>
            <a:r>
              <a:rPr sz="600" dirty="0">
                <a:latin typeface="Calibri"/>
                <a:cs typeface="Calibri"/>
              </a:rPr>
              <a:t>C</a:t>
            </a:r>
            <a:r>
              <a:rPr sz="600" spc="-5" dirty="0">
                <a:latin typeface="Calibri"/>
                <a:cs typeface="Calibri"/>
              </a:rPr>
              <a:t>h</a:t>
            </a:r>
            <a:r>
              <a:rPr sz="600" dirty="0">
                <a:latin typeface="Calibri"/>
                <a:cs typeface="Calibri"/>
              </a:rPr>
              <a:t>a</a:t>
            </a:r>
            <a:r>
              <a:rPr sz="600" spc="-5" dirty="0">
                <a:latin typeface="Calibri"/>
                <a:cs typeface="Calibri"/>
              </a:rPr>
              <a:t>o</a:t>
            </a:r>
            <a:r>
              <a:rPr sz="600" dirty="0">
                <a:latin typeface="Calibri"/>
                <a:cs typeface="Calibri"/>
              </a:rPr>
              <a:t>s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29171" y="5579364"/>
            <a:ext cx="277495" cy="9144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90"/>
              </a:lnSpc>
            </a:pPr>
            <a:r>
              <a:rPr sz="600" dirty="0">
                <a:latin typeface="Calibri"/>
                <a:cs typeface="Calibri"/>
              </a:rPr>
              <a:t>I</a:t>
            </a:r>
            <a:r>
              <a:rPr sz="600" spc="-10" dirty="0">
                <a:latin typeface="Calibri"/>
                <a:cs typeface="Calibri"/>
              </a:rPr>
              <a:t>rri</a:t>
            </a:r>
            <a:r>
              <a:rPr sz="600" dirty="0">
                <a:latin typeface="Calibri"/>
                <a:cs typeface="Calibri"/>
              </a:rPr>
              <a:t>tat</a:t>
            </a:r>
            <a:r>
              <a:rPr sz="600" spc="-10" dirty="0">
                <a:latin typeface="Calibri"/>
                <a:cs typeface="Calibri"/>
              </a:rPr>
              <a:t>i</a:t>
            </a:r>
            <a:r>
              <a:rPr sz="600" spc="-5" dirty="0">
                <a:latin typeface="Calibri"/>
                <a:cs typeface="Calibri"/>
              </a:rPr>
              <a:t>o</a:t>
            </a:r>
            <a:r>
              <a:rPr sz="600" dirty="0">
                <a:latin typeface="Calibri"/>
                <a:cs typeface="Calibri"/>
              </a:rPr>
              <a:t>n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27164" y="5579364"/>
            <a:ext cx="447040" cy="9144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0" rIns="0" bIns="0" rtlCol="0">
            <a:spAutoFit/>
          </a:bodyPr>
          <a:lstStyle/>
          <a:p>
            <a:pPr marL="1270">
              <a:lnSpc>
                <a:spcPts val="690"/>
              </a:lnSpc>
            </a:pPr>
            <a:r>
              <a:rPr sz="600" dirty="0">
                <a:latin typeface="Calibri"/>
                <a:cs typeface="Calibri"/>
              </a:rPr>
              <a:t>Phys</a:t>
            </a:r>
            <a:r>
              <a:rPr sz="600" spc="-10" dirty="0">
                <a:latin typeface="Calibri"/>
                <a:cs typeface="Calibri"/>
              </a:rPr>
              <a:t>i</a:t>
            </a:r>
            <a:r>
              <a:rPr sz="600" spc="-5" dirty="0">
                <a:latin typeface="Calibri"/>
                <a:cs typeface="Calibri"/>
              </a:rPr>
              <a:t>c</a:t>
            </a:r>
            <a:r>
              <a:rPr sz="600" dirty="0">
                <a:latin typeface="Calibri"/>
                <a:cs typeface="Calibri"/>
              </a:rPr>
              <a:t>al st</a:t>
            </a:r>
            <a:r>
              <a:rPr sz="600" spc="-10" dirty="0">
                <a:latin typeface="Calibri"/>
                <a:cs typeface="Calibri"/>
              </a:rPr>
              <a:t>r</a:t>
            </a:r>
            <a:r>
              <a:rPr sz="600" dirty="0">
                <a:latin typeface="Calibri"/>
                <a:cs typeface="Calibri"/>
              </a:rPr>
              <a:t>a</a:t>
            </a:r>
            <a:r>
              <a:rPr sz="600" spc="-10" dirty="0">
                <a:latin typeface="Calibri"/>
                <a:cs typeface="Calibri"/>
              </a:rPr>
              <a:t>i</a:t>
            </a:r>
            <a:r>
              <a:rPr sz="600" dirty="0">
                <a:latin typeface="Calibri"/>
                <a:cs typeface="Calibri"/>
              </a:rPr>
              <a:t>n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51064" y="5579364"/>
            <a:ext cx="215265" cy="91440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90"/>
              </a:lnSpc>
            </a:pPr>
            <a:r>
              <a:rPr sz="600" spc="-5" dirty="0">
                <a:latin typeface="Calibri"/>
                <a:cs typeface="Calibri"/>
              </a:rPr>
              <a:t>Relief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65903" y="2965704"/>
            <a:ext cx="3716020" cy="186055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0" tIns="0" rIns="0" bIns="0" rtlCol="0">
            <a:spAutoFit/>
          </a:bodyPr>
          <a:lstStyle/>
          <a:p>
            <a:pPr marL="336550">
              <a:lnSpc>
                <a:spcPts val="1380"/>
              </a:lnSpc>
            </a:pPr>
            <a:r>
              <a:rPr sz="1200" dirty="0">
                <a:latin typeface="Calibri"/>
                <a:cs typeface="Calibri"/>
              </a:rPr>
              <a:t>Emotional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Journey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of Patients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Treated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Hospital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</a:t>
            </a:r>
            <a:r>
              <a:rPr spc="-25" dirty="0"/>
              <a:t> </a:t>
            </a:r>
            <a:r>
              <a:rPr spc="-5" dirty="0"/>
              <a:t>Five</a:t>
            </a:r>
            <a:r>
              <a:rPr spc="-10" dirty="0"/>
              <a:t> </a:t>
            </a:r>
            <a:r>
              <a:rPr spc="-5" dirty="0"/>
              <a:t>Steps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" dirty="0"/>
              <a:t>Design</a:t>
            </a:r>
            <a:r>
              <a:rPr spc="-15" dirty="0"/>
              <a:t> </a:t>
            </a:r>
            <a:r>
              <a:rPr spc="-5" dirty="0"/>
              <a:t>Thinking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1687" y="1536179"/>
            <a:ext cx="825258" cy="23394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639318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513076"/>
            <a:ext cx="8497062" cy="252450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1687" y="1536179"/>
            <a:ext cx="825258" cy="233946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667" y="6524434"/>
            <a:ext cx="813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639318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508491"/>
            <a:ext cx="8391906" cy="95784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6364" y="3851121"/>
            <a:ext cx="8662327" cy="205139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1687" y="1536179"/>
            <a:ext cx="825258" cy="233946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1205" y="6524434"/>
            <a:ext cx="53784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0851" y="2508504"/>
            <a:ext cx="8295894" cy="245592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5688"/>
            <a:ext cx="639318" cy="17449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1687" y="1536179"/>
            <a:ext cx="825258" cy="233946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498" y="6524434"/>
            <a:ext cx="7844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639318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508504"/>
            <a:ext cx="8263890" cy="215112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1687" y="1536179"/>
            <a:ext cx="825258" cy="233946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639318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508504"/>
            <a:ext cx="8251698" cy="185699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1687" y="1536179"/>
            <a:ext cx="825258" cy="233946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9679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5876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8735"/>
            <a:ext cx="639318" cy="1760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98654" y="3451514"/>
            <a:ext cx="6696500" cy="23064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2511539"/>
            <a:ext cx="8364474" cy="6576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1687" y="1536179"/>
            <a:ext cx="825258" cy="23394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498" y="6524434"/>
            <a:ext cx="7844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0163" y="1548333"/>
            <a:ext cx="544830" cy="22179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0831" y="2052827"/>
            <a:ext cx="35560" cy="181610"/>
          </a:xfrm>
          <a:custGeom>
            <a:avLst/>
            <a:gdLst/>
            <a:ahLst/>
            <a:cxnLst/>
            <a:rect l="l" t="t" r="r" b="b"/>
            <a:pathLst>
              <a:path w="35559" h="181610">
                <a:moveTo>
                  <a:pt x="35051" y="0"/>
                </a:moveTo>
                <a:lnTo>
                  <a:pt x="0" y="0"/>
                </a:lnTo>
                <a:lnTo>
                  <a:pt x="0" y="181355"/>
                </a:lnTo>
                <a:lnTo>
                  <a:pt x="35051" y="181355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077211"/>
            <a:ext cx="749046" cy="176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851" y="4805171"/>
            <a:ext cx="2311146" cy="75971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365248" y="2641092"/>
            <a:ext cx="5323840" cy="1675130"/>
            <a:chOff x="2365248" y="2641092"/>
            <a:chExt cx="5323840" cy="1675130"/>
          </a:xfrm>
        </p:grpSpPr>
        <p:sp>
          <p:nvSpPr>
            <p:cNvPr id="10" name="object 10"/>
            <p:cNvSpPr/>
            <p:nvPr/>
          </p:nvSpPr>
          <p:spPr>
            <a:xfrm>
              <a:off x="2365248" y="2641092"/>
              <a:ext cx="1130935" cy="1005840"/>
            </a:xfrm>
            <a:custGeom>
              <a:avLst/>
              <a:gdLst/>
              <a:ahLst/>
              <a:cxnLst/>
              <a:rect l="l" t="t" r="r" b="b"/>
              <a:pathLst>
                <a:path w="1130935" h="1005839">
                  <a:moveTo>
                    <a:pt x="879347" y="0"/>
                  </a:moveTo>
                  <a:lnTo>
                    <a:pt x="251459" y="0"/>
                  </a:lnTo>
                  <a:lnTo>
                    <a:pt x="0" y="502920"/>
                  </a:lnTo>
                  <a:lnTo>
                    <a:pt x="251459" y="1005840"/>
                  </a:lnTo>
                  <a:lnTo>
                    <a:pt x="879347" y="1005840"/>
                  </a:lnTo>
                  <a:lnTo>
                    <a:pt x="1130807" y="502920"/>
                  </a:lnTo>
                  <a:lnTo>
                    <a:pt x="87934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75204" y="3078480"/>
              <a:ext cx="310133" cy="1333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413760" y="3310128"/>
              <a:ext cx="1130935" cy="1005840"/>
            </a:xfrm>
            <a:custGeom>
              <a:avLst/>
              <a:gdLst/>
              <a:ahLst/>
              <a:cxnLst/>
              <a:rect l="l" t="t" r="r" b="b"/>
              <a:pathLst>
                <a:path w="1130935" h="1005839">
                  <a:moveTo>
                    <a:pt x="879348" y="0"/>
                  </a:moveTo>
                  <a:lnTo>
                    <a:pt x="251460" y="0"/>
                  </a:lnTo>
                  <a:lnTo>
                    <a:pt x="0" y="502920"/>
                  </a:lnTo>
                  <a:lnTo>
                    <a:pt x="251460" y="1005840"/>
                  </a:lnTo>
                  <a:lnTo>
                    <a:pt x="879348" y="1005840"/>
                  </a:lnTo>
                  <a:lnTo>
                    <a:pt x="1130807" y="502920"/>
                  </a:lnTo>
                  <a:lnTo>
                    <a:pt x="879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5136" y="3747516"/>
              <a:ext cx="451865" cy="1333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462272" y="2641092"/>
              <a:ext cx="1130935" cy="1005840"/>
            </a:xfrm>
            <a:custGeom>
              <a:avLst/>
              <a:gdLst/>
              <a:ahLst/>
              <a:cxnLst/>
              <a:rect l="l" t="t" r="r" b="b"/>
              <a:pathLst>
                <a:path w="1130935" h="1005839">
                  <a:moveTo>
                    <a:pt x="879348" y="0"/>
                  </a:moveTo>
                  <a:lnTo>
                    <a:pt x="251460" y="0"/>
                  </a:lnTo>
                  <a:lnTo>
                    <a:pt x="0" y="502920"/>
                  </a:lnTo>
                  <a:lnTo>
                    <a:pt x="251460" y="1005840"/>
                  </a:lnTo>
                  <a:lnTo>
                    <a:pt x="879348" y="1005840"/>
                  </a:lnTo>
                  <a:lnTo>
                    <a:pt x="1130807" y="502920"/>
                  </a:lnTo>
                  <a:lnTo>
                    <a:pt x="879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31080" y="3078480"/>
              <a:ext cx="387858" cy="1623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10783" y="3310128"/>
              <a:ext cx="1130935" cy="1005840"/>
            </a:xfrm>
            <a:custGeom>
              <a:avLst/>
              <a:gdLst/>
              <a:ahLst/>
              <a:cxnLst/>
              <a:rect l="l" t="t" r="r" b="b"/>
              <a:pathLst>
                <a:path w="1130934" h="1005839">
                  <a:moveTo>
                    <a:pt x="879348" y="0"/>
                  </a:moveTo>
                  <a:lnTo>
                    <a:pt x="251460" y="0"/>
                  </a:lnTo>
                  <a:lnTo>
                    <a:pt x="0" y="502920"/>
                  </a:lnTo>
                  <a:lnTo>
                    <a:pt x="251460" y="1005840"/>
                  </a:lnTo>
                  <a:lnTo>
                    <a:pt x="879348" y="1005840"/>
                  </a:lnTo>
                  <a:lnTo>
                    <a:pt x="1130808" y="502920"/>
                  </a:lnTo>
                  <a:lnTo>
                    <a:pt x="8793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59295" y="2641092"/>
              <a:ext cx="1129665" cy="1005840"/>
            </a:xfrm>
            <a:custGeom>
              <a:avLst/>
              <a:gdLst/>
              <a:ahLst/>
              <a:cxnLst/>
              <a:rect l="l" t="t" r="r" b="b"/>
              <a:pathLst>
                <a:path w="1129665" h="1005839">
                  <a:moveTo>
                    <a:pt x="877824" y="0"/>
                  </a:moveTo>
                  <a:lnTo>
                    <a:pt x="251459" y="0"/>
                  </a:lnTo>
                  <a:lnTo>
                    <a:pt x="0" y="502920"/>
                  </a:lnTo>
                  <a:lnTo>
                    <a:pt x="251459" y="1005840"/>
                  </a:lnTo>
                  <a:lnTo>
                    <a:pt x="877824" y="1005840"/>
                  </a:lnTo>
                  <a:lnTo>
                    <a:pt x="1129283" y="502920"/>
                  </a:lnTo>
                  <a:lnTo>
                    <a:pt x="877824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93636" y="3096768"/>
              <a:ext cx="259842" cy="12572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99176" y="3643884"/>
              <a:ext cx="953262" cy="16230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34" y="2080284"/>
            <a:ext cx="511267" cy="1378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529839"/>
            <a:ext cx="8286750" cy="125806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0163" y="1548333"/>
            <a:ext cx="544830" cy="22179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4347" y="6524434"/>
            <a:ext cx="7673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1479042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529839"/>
            <a:ext cx="8306561" cy="275158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0163" y="1548333"/>
            <a:ext cx="544830" cy="22179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1479042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528316"/>
            <a:ext cx="6738366" cy="1457705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580775"/>
              </p:ext>
            </p:extLst>
          </p:nvPr>
        </p:nvGraphicFramePr>
        <p:xfrm>
          <a:off x="959408" y="4393819"/>
          <a:ext cx="7984490" cy="14639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2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2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6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b="1" spc="0" dirty="0">
                          <a:solidFill>
                            <a:srgbClr val="183DAF"/>
                          </a:solidFill>
                          <a:latin typeface="Arial"/>
                          <a:cs typeface="Arial"/>
                        </a:rPr>
                        <a:t>Functions</a:t>
                      </a:r>
                      <a:endParaRPr sz="1400" spc="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R w="31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b="1" spc="0" dirty="0">
                          <a:solidFill>
                            <a:srgbClr val="183DAF"/>
                          </a:solidFill>
                          <a:latin typeface="Arial"/>
                          <a:cs typeface="Arial"/>
                        </a:rPr>
                        <a:t>Emotions</a:t>
                      </a:r>
                      <a:endParaRPr sz="1400" spc="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31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261">
                <a:tc>
                  <a:txBody>
                    <a:bodyPr/>
                    <a:lstStyle/>
                    <a:p>
                      <a:pPr marL="244475" indent="-173355">
                        <a:lnSpc>
                          <a:spcPct val="100000"/>
                        </a:lnSpc>
                        <a:spcBef>
                          <a:spcPts val="310"/>
                        </a:spcBef>
                        <a:buFont typeface="Arial MT"/>
                        <a:buChar char="•"/>
                        <a:tabLst>
                          <a:tab pos="245110" algn="l"/>
                        </a:tabLst>
                      </a:pPr>
                      <a:r>
                        <a:rPr sz="1200" spc="0" dirty="0">
                          <a:latin typeface="Trebuchet MS"/>
                          <a:cs typeface="Trebuchet MS"/>
                        </a:rPr>
                        <a:t>How convenient is it?</a:t>
                      </a:r>
                    </a:p>
                    <a:p>
                      <a:pPr marL="244475" indent="-17335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45110" algn="l"/>
                        </a:tabLst>
                      </a:pPr>
                      <a:r>
                        <a:rPr sz="1200" spc="0" dirty="0">
                          <a:latin typeface="Trebuchet MS"/>
                          <a:cs typeface="Trebuchet MS"/>
                        </a:rPr>
                        <a:t>How efficient is it?</a:t>
                      </a:r>
                    </a:p>
                    <a:p>
                      <a:pPr marL="244475" indent="-17335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45110" algn="l"/>
                        </a:tabLst>
                      </a:pPr>
                      <a:r>
                        <a:rPr sz="1200" spc="0" dirty="0">
                          <a:latin typeface="Trebuchet MS"/>
                          <a:cs typeface="Trebuchet MS"/>
                        </a:rPr>
                        <a:t>Is it a system that anyone can learn easily?</a:t>
                      </a:r>
                    </a:p>
                    <a:p>
                      <a:pPr marL="244475" indent="-17335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45110" algn="l"/>
                        </a:tabLst>
                      </a:pPr>
                      <a:r>
                        <a:rPr sz="1200" spc="0" dirty="0">
                          <a:latin typeface="Trebuchet MS"/>
                          <a:cs typeface="Trebuchet MS"/>
                        </a:rPr>
                        <a:t>Is it designed for the beneficiary's behavior?</a:t>
                      </a:r>
                    </a:p>
                    <a:p>
                      <a:pPr marL="244475" indent="-17335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45110" algn="l"/>
                        </a:tabLst>
                      </a:pPr>
                      <a:r>
                        <a:rPr sz="1200" spc="0" dirty="0">
                          <a:latin typeface="Trebuchet MS"/>
                          <a:cs typeface="Trebuchet MS"/>
                        </a:rPr>
                        <a:t>Is it causing another problem? (Efficiency and convenience)</a:t>
                      </a:r>
                    </a:p>
                  </a:txBody>
                  <a:tcPr marL="0" marR="0" marT="3937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 indent="-172720">
                        <a:lnSpc>
                          <a:spcPct val="100000"/>
                        </a:lnSpc>
                        <a:spcBef>
                          <a:spcPts val="310"/>
                        </a:spcBef>
                        <a:buFont typeface="Arial MT"/>
                        <a:buChar char="•"/>
                        <a:tabLst>
                          <a:tab pos="245745" algn="l"/>
                        </a:tabLst>
                      </a:pPr>
                      <a:r>
                        <a:rPr sz="1200" spc="0" dirty="0">
                          <a:latin typeface="Trebuchet MS"/>
                          <a:cs typeface="Trebuchet MS"/>
                        </a:rPr>
                        <a:t>What is the beneficiary's satisfaction with problem-solving?</a:t>
                      </a:r>
                    </a:p>
                    <a:p>
                      <a:pPr marL="245110" indent="-1727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45745" algn="l"/>
                        </a:tabLst>
                      </a:pPr>
                      <a:r>
                        <a:rPr sz="1200" spc="0" dirty="0">
                          <a:latin typeface="Trebuchet MS"/>
                          <a:cs typeface="Trebuchet MS"/>
                        </a:rPr>
                        <a:t>Does it match the lifestyle of the beneficiary?</a:t>
                      </a:r>
                    </a:p>
                    <a:p>
                      <a:pPr marL="245110" indent="-1727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45745" algn="l"/>
                        </a:tabLst>
                      </a:pPr>
                      <a:r>
                        <a:rPr sz="1200" spc="0" dirty="0">
                          <a:latin typeface="Trebuchet MS"/>
                          <a:cs typeface="Trebuchet MS"/>
                        </a:rPr>
                        <a:t>What impact does this change have on the beneficiary's life?</a:t>
                      </a:r>
                    </a:p>
                    <a:p>
                      <a:pPr marL="245110" indent="-1727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45745" algn="l"/>
                        </a:tabLst>
                      </a:pPr>
                      <a:r>
                        <a:rPr sz="1200" spc="0" dirty="0">
                          <a:latin typeface="Trebuchet MS"/>
                          <a:cs typeface="Trebuchet MS"/>
                        </a:rPr>
                        <a:t>Does it cause another problem? (Emotional stability)</a:t>
                      </a:r>
                    </a:p>
                  </a:txBody>
                  <a:tcPr marL="0" marR="0" marT="39370" marB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0163" y="1548333"/>
            <a:ext cx="544830" cy="22179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1479042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529839"/>
            <a:ext cx="8315706" cy="16238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0163" y="1548333"/>
            <a:ext cx="544830" cy="22179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2075688"/>
            <a:ext cx="1099566" cy="14249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528316"/>
            <a:ext cx="8440674" cy="145770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0163" y="1548333"/>
            <a:ext cx="544830" cy="221792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2075688"/>
            <a:ext cx="1099566" cy="14249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528316"/>
            <a:ext cx="8347709" cy="145770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0163" y="1548333"/>
            <a:ext cx="544830" cy="221792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5876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1708" y="2078735"/>
            <a:ext cx="1099566" cy="1440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532888"/>
            <a:ext cx="8420862" cy="195300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0163" y="1548333"/>
            <a:ext cx="544830" cy="221792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19416" y="6521195"/>
            <a:ext cx="1677162" cy="11811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60831" y="2051304"/>
            <a:ext cx="35560" cy="180340"/>
          </a:xfrm>
          <a:custGeom>
            <a:avLst/>
            <a:gdLst/>
            <a:ahLst/>
            <a:cxnLst/>
            <a:rect l="l" t="t" r="r" b="b"/>
            <a:pathLst>
              <a:path w="35559" h="180339">
                <a:moveTo>
                  <a:pt x="35051" y="0"/>
                </a:moveTo>
                <a:lnTo>
                  <a:pt x="0" y="0"/>
                </a:lnTo>
                <a:lnTo>
                  <a:pt x="0" y="179832"/>
                </a:lnTo>
                <a:lnTo>
                  <a:pt x="35051" y="179832"/>
                </a:lnTo>
                <a:lnTo>
                  <a:pt x="35051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2075688"/>
            <a:ext cx="1849374" cy="1744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0851" y="2528316"/>
            <a:ext cx="8125206" cy="265556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3394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sz="1800" spc="-2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Five</a:t>
            </a:r>
            <a:r>
              <a:rPr sz="1800" spc="-1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Steps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dirty="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Design</a:t>
            </a:r>
            <a:r>
              <a:rPr sz="1800" spc="-15" dirty="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Ebrima"/>
                <a:cs typeface="Ebrima"/>
              </a:rPr>
              <a:t>Thinking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71941" y="463677"/>
            <a:ext cx="809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sz="1600" spc="390" dirty="0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sz="1600" spc="-5" dirty="0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0163" y="1548333"/>
            <a:ext cx="544830" cy="221792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9902951" cy="685647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903460" cy="6858000"/>
          </a:xfrm>
          <a:custGeom>
            <a:avLst/>
            <a:gdLst/>
            <a:ahLst/>
            <a:cxnLst/>
            <a:rect l="l" t="t" r="r" b="b"/>
            <a:pathLst>
              <a:path w="9903460" h="6858000">
                <a:moveTo>
                  <a:pt x="9902952" y="0"/>
                </a:moveTo>
                <a:lnTo>
                  <a:pt x="0" y="0"/>
                </a:lnTo>
                <a:lnTo>
                  <a:pt x="0" y="6858000"/>
                </a:lnTo>
                <a:lnTo>
                  <a:pt x="9902952" y="6858000"/>
                </a:lnTo>
                <a:lnTo>
                  <a:pt x="9902952" y="0"/>
                </a:lnTo>
                <a:close/>
              </a:path>
            </a:pathLst>
          </a:custGeom>
          <a:solidFill>
            <a:srgbClr val="000000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7605" y="2327910"/>
            <a:ext cx="0" cy="1976120"/>
          </a:xfrm>
          <a:custGeom>
            <a:avLst/>
            <a:gdLst/>
            <a:ahLst/>
            <a:cxnLst/>
            <a:rect l="l" t="t" r="r" b="b"/>
            <a:pathLst>
              <a:path h="1976120">
                <a:moveTo>
                  <a:pt x="0" y="0"/>
                </a:moveTo>
                <a:lnTo>
                  <a:pt x="0" y="197599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5839" y="2628900"/>
            <a:ext cx="3137154" cy="137541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9976" y="6208776"/>
            <a:ext cx="8774430" cy="0"/>
          </a:xfrm>
          <a:custGeom>
            <a:avLst/>
            <a:gdLst/>
            <a:ahLst/>
            <a:cxnLst/>
            <a:rect l="l" t="t" r="r" b="b"/>
            <a:pathLst>
              <a:path w="8774430">
                <a:moveTo>
                  <a:pt x="0" y="0"/>
                </a:moveTo>
                <a:lnTo>
                  <a:pt x="8774303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119" y="6391655"/>
            <a:ext cx="2111502" cy="165354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0285" cy="6858000"/>
          </a:xfrm>
          <a:custGeom>
            <a:avLst/>
            <a:gdLst/>
            <a:ahLst/>
            <a:cxnLst/>
            <a:rect l="l" t="t" r="r" b="b"/>
            <a:pathLst>
              <a:path w="9900285" h="6858000">
                <a:moveTo>
                  <a:pt x="9899904" y="0"/>
                </a:moveTo>
                <a:lnTo>
                  <a:pt x="0" y="0"/>
                </a:lnTo>
                <a:lnTo>
                  <a:pt x="0" y="6858000"/>
                </a:lnTo>
                <a:lnTo>
                  <a:pt x="9899904" y="6858000"/>
                </a:lnTo>
                <a:lnTo>
                  <a:pt x="9899904" y="0"/>
                </a:lnTo>
                <a:close/>
              </a:path>
            </a:pathLst>
          </a:custGeom>
          <a:solidFill>
            <a:srgbClr val="13289F">
              <a:alpha val="8980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3" y="5692140"/>
            <a:ext cx="7820406" cy="7048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2464" y="3023616"/>
            <a:ext cx="2474976" cy="81076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49580" y="449580"/>
            <a:ext cx="1290955" cy="198120"/>
          </a:xfrm>
          <a:custGeom>
            <a:avLst/>
            <a:gdLst/>
            <a:ahLst/>
            <a:cxnLst/>
            <a:rect l="l" t="t" r="r" b="b"/>
            <a:pathLst>
              <a:path w="1290955" h="198120">
                <a:moveTo>
                  <a:pt x="49174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626" y="170366"/>
                </a:lnTo>
                <a:lnTo>
                  <a:pt x="20583" y="186785"/>
                </a:lnTo>
                <a:lnTo>
                  <a:pt x="41983" y="195536"/>
                </a:lnTo>
                <a:lnTo>
                  <a:pt x="66941" y="198120"/>
                </a:lnTo>
                <a:lnTo>
                  <a:pt x="90534" y="195871"/>
                </a:lnTo>
                <a:lnTo>
                  <a:pt x="110405" y="188610"/>
                </a:lnTo>
                <a:lnTo>
                  <a:pt x="124836" y="175563"/>
                </a:lnTo>
                <a:lnTo>
                  <a:pt x="128809" y="164846"/>
                </a:lnTo>
                <a:lnTo>
                  <a:pt x="56273" y="164846"/>
                </a:lnTo>
                <a:lnTo>
                  <a:pt x="49758" y="158369"/>
                </a:lnTo>
                <a:lnTo>
                  <a:pt x="49641" y="144780"/>
                </a:lnTo>
                <a:lnTo>
                  <a:pt x="49174" y="130556"/>
                </a:lnTo>
                <a:close/>
              </a:path>
              <a:path w="1290955" h="198120">
                <a:moveTo>
                  <a:pt x="66344" y="0"/>
                </a:moveTo>
                <a:lnTo>
                  <a:pt x="23920" y="9429"/>
                </a:lnTo>
                <a:lnTo>
                  <a:pt x="2374" y="41529"/>
                </a:lnTo>
                <a:lnTo>
                  <a:pt x="596" y="49784"/>
                </a:lnTo>
                <a:lnTo>
                  <a:pt x="596" y="56896"/>
                </a:lnTo>
                <a:lnTo>
                  <a:pt x="2374" y="66421"/>
                </a:lnTo>
                <a:lnTo>
                  <a:pt x="17508" y="90144"/>
                </a:lnTo>
                <a:lnTo>
                  <a:pt x="43472" y="107711"/>
                </a:lnTo>
                <a:lnTo>
                  <a:pt x="69769" y="122731"/>
                </a:lnTo>
                <a:lnTo>
                  <a:pt x="85902" y="138811"/>
                </a:lnTo>
                <a:lnTo>
                  <a:pt x="87668" y="143002"/>
                </a:lnTo>
                <a:lnTo>
                  <a:pt x="87083" y="148844"/>
                </a:lnTo>
                <a:lnTo>
                  <a:pt x="85902" y="152400"/>
                </a:lnTo>
                <a:lnTo>
                  <a:pt x="84709" y="158369"/>
                </a:lnTo>
                <a:lnTo>
                  <a:pt x="80568" y="164846"/>
                </a:lnTo>
                <a:lnTo>
                  <a:pt x="128809" y="164846"/>
                </a:lnTo>
                <a:lnTo>
                  <a:pt x="132105" y="155956"/>
                </a:lnTo>
                <a:lnTo>
                  <a:pt x="133185" y="144982"/>
                </a:lnTo>
                <a:lnTo>
                  <a:pt x="133215" y="136175"/>
                </a:lnTo>
                <a:lnTo>
                  <a:pt x="132689" y="129702"/>
                </a:lnTo>
                <a:lnTo>
                  <a:pt x="132105" y="125730"/>
                </a:lnTo>
                <a:lnTo>
                  <a:pt x="116643" y="101016"/>
                </a:lnTo>
                <a:lnTo>
                  <a:pt x="89744" y="83185"/>
                </a:lnTo>
                <a:lnTo>
                  <a:pt x="63293" y="68687"/>
                </a:lnTo>
                <a:lnTo>
                  <a:pt x="49174" y="53975"/>
                </a:lnTo>
                <a:lnTo>
                  <a:pt x="47980" y="49784"/>
                </a:lnTo>
                <a:lnTo>
                  <a:pt x="48470" y="46862"/>
                </a:lnTo>
                <a:lnTo>
                  <a:pt x="48577" y="43942"/>
                </a:lnTo>
                <a:lnTo>
                  <a:pt x="49758" y="37973"/>
                </a:lnTo>
                <a:lnTo>
                  <a:pt x="53911" y="31496"/>
                </a:lnTo>
                <a:lnTo>
                  <a:pt x="125269" y="31496"/>
                </a:lnTo>
                <a:lnTo>
                  <a:pt x="123000" y="22502"/>
                </a:lnTo>
                <a:lnTo>
                  <a:pt x="107522" y="8286"/>
                </a:lnTo>
                <a:lnTo>
                  <a:pt x="87157" y="1643"/>
                </a:lnTo>
                <a:lnTo>
                  <a:pt x="66344" y="0"/>
                </a:lnTo>
                <a:close/>
              </a:path>
              <a:path w="1290955" h="198120">
                <a:moveTo>
                  <a:pt x="125269" y="31496"/>
                </a:moveTo>
                <a:lnTo>
                  <a:pt x="76415" y="31496"/>
                </a:lnTo>
                <a:lnTo>
                  <a:pt x="82931" y="38608"/>
                </a:lnTo>
                <a:lnTo>
                  <a:pt x="82931" y="59944"/>
                </a:lnTo>
                <a:lnTo>
                  <a:pt x="129146" y="59944"/>
                </a:lnTo>
                <a:lnTo>
                  <a:pt x="129146" y="46862"/>
                </a:lnTo>
                <a:lnTo>
                  <a:pt x="125269" y="31496"/>
                </a:lnTo>
                <a:close/>
              </a:path>
              <a:path w="1290955" h="198120">
                <a:moveTo>
                  <a:pt x="649858" y="129921"/>
                </a:moveTo>
                <a:lnTo>
                  <a:pt x="600684" y="129921"/>
                </a:lnTo>
                <a:lnTo>
                  <a:pt x="600771" y="144545"/>
                </a:lnTo>
                <a:lnTo>
                  <a:pt x="606220" y="169652"/>
                </a:lnTo>
                <a:lnTo>
                  <a:pt x="620976" y="185896"/>
                </a:lnTo>
                <a:lnTo>
                  <a:pt x="642175" y="194472"/>
                </a:lnTo>
                <a:lnTo>
                  <a:pt x="667042" y="196977"/>
                </a:lnTo>
                <a:lnTo>
                  <a:pt x="690541" y="194738"/>
                </a:lnTo>
                <a:lnTo>
                  <a:pt x="710207" y="187547"/>
                </a:lnTo>
                <a:lnTo>
                  <a:pt x="724433" y="174688"/>
                </a:lnTo>
                <a:lnTo>
                  <a:pt x="728293" y="164337"/>
                </a:lnTo>
                <a:lnTo>
                  <a:pt x="656374" y="164337"/>
                </a:lnTo>
                <a:lnTo>
                  <a:pt x="649858" y="157734"/>
                </a:lnTo>
                <a:lnTo>
                  <a:pt x="649858" y="129921"/>
                </a:lnTo>
                <a:close/>
              </a:path>
              <a:path w="1290955" h="198120">
                <a:moveTo>
                  <a:pt x="666445" y="1143"/>
                </a:moveTo>
                <a:lnTo>
                  <a:pt x="624233" y="10271"/>
                </a:lnTo>
                <a:lnTo>
                  <a:pt x="602462" y="42164"/>
                </a:lnTo>
                <a:lnTo>
                  <a:pt x="601281" y="49784"/>
                </a:lnTo>
                <a:lnTo>
                  <a:pt x="601281" y="57531"/>
                </a:lnTo>
                <a:lnTo>
                  <a:pt x="603059" y="66421"/>
                </a:lnTo>
                <a:lnTo>
                  <a:pt x="618090" y="90044"/>
                </a:lnTo>
                <a:lnTo>
                  <a:pt x="643785" y="107394"/>
                </a:lnTo>
                <a:lnTo>
                  <a:pt x="669703" y="122195"/>
                </a:lnTo>
                <a:lnTo>
                  <a:pt x="685406" y="138175"/>
                </a:lnTo>
                <a:lnTo>
                  <a:pt x="687171" y="143002"/>
                </a:lnTo>
                <a:lnTo>
                  <a:pt x="686587" y="148336"/>
                </a:lnTo>
                <a:lnTo>
                  <a:pt x="685990" y="151892"/>
                </a:lnTo>
                <a:lnTo>
                  <a:pt x="684212" y="158369"/>
                </a:lnTo>
                <a:lnTo>
                  <a:pt x="680072" y="164337"/>
                </a:lnTo>
                <a:lnTo>
                  <a:pt x="728293" y="164337"/>
                </a:lnTo>
                <a:lnTo>
                  <a:pt x="731608" y="155448"/>
                </a:lnTo>
                <a:lnTo>
                  <a:pt x="732433" y="144545"/>
                </a:lnTo>
                <a:lnTo>
                  <a:pt x="732424" y="135858"/>
                </a:lnTo>
                <a:lnTo>
                  <a:pt x="715741" y="101070"/>
                </a:lnTo>
                <a:lnTo>
                  <a:pt x="663203" y="68768"/>
                </a:lnTo>
                <a:lnTo>
                  <a:pt x="649262" y="53975"/>
                </a:lnTo>
                <a:lnTo>
                  <a:pt x="648081" y="50419"/>
                </a:lnTo>
                <a:lnTo>
                  <a:pt x="648677" y="46862"/>
                </a:lnTo>
                <a:lnTo>
                  <a:pt x="649262" y="44450"/>
                </a:lnTo>
                <a:lnTo>
                  <a:pt x="650443" y="38608"/>
                </a:lnTo>
                <a:lnTo>
                  <a:pt x="653999" y="32004"/>
                </a:lnTo>
                <a:lnTo>
                  <a:pt x="724206" y="32004"/>
                </a:lnTo>
                <a:lnTo>
                  <a:pt x="722091" y="23485"/>
                </a:lnTo>
                <a:lnTo>
                  <a:pt x="707021" y="9413"/>
                </a:lnTo>
                <a:lnTo>
                  <a:pt x="687065" y="2795"/>
                </a:lnTo>
                <a:lnTo>
                  <a:pt x="666445" y="1143"/>
                </a:lnTo>
                <a:close/>
              </a:path>
              <a:path w="1290955" h="198120">
                <a:moveTo>
                  <a:pt x="724206" y="32004"/>
                </a:moveTo>
                <a:lnTo>
                  <a:pt x="676516" y="32004"/>
                </a:lnTo>
                <a:lnTo>
                  <a:pt x="682434" y="39116"/>
                </a:lnTo>
                <a:lnTo>
                  <a:pt x="682434" y="60452"/>
                </a:lnTo>
                <a:lnTo>
                  <a:pt x="728052" y="60452"/>
                </a:lnTo>
                <a:lnTo>
                  <a:pt x="728052" y="47498"/>
                </a:lnTo>
                <a:lnTo>
                  <a:pt x="724206" y="32004"/>
                </a:lnTo>
                <a:close/>
              </a:path>
              <a:path w="1290955" h="198120">
                <a:moveTo>
                  <a:pt x="1024889" y="5969"/>
                </a:moveTo>
                <a:lnTo>
                  <a:pt x="956182" y="5969"/>
                </a:lnTo>
                <a:lnTo>
                  <a:pt x="956182" y="189230"/>
                </a:lnTo>
                <a:lnTo>
                  <a:pt x="1001776" y="189230"/>
                </a:lnTo>
                <a:lnTo>
                  <a:pt x="998728" y="35560"/>
                </a:lnTo>
                <a:lnTo>
                  <a:pt x="1033474" y="35560"/>
                </a:lnTo>
                <a:lnTo>
                  <a:pt x="1024889" y="5969"/>
                </a:lnTo>
                <a:close/>
              </a:path>
              <a:path w="1290955" h="198120">
                <a:moveTo>
                  <a:pt x="1033474" y="35560"/>
                </a:moveTo>
                <a:lnTo>
                  <a:pt x="998728" y="35560"/>
                </a:lnTo>
                <a:lnTo>
                  <a:pt x="1045591" y="189230"/>
                </a:lnTo>
                <a:lnTo>
                  <a:pt x="1111377" y="189230"/>
                </a:lnTo>
                <a:lnTo>
                  <a:pt x="1111377" y="154812"/>
                </a:lnTo>
                <a:lnTo>
                  <a:pt x="1068070" y="154812"/>
                </a:lnTo>
                <a:lnTo>
                  <a:pt x="1033474" y="35560"/>
                </a:lnTo>
                <a:close/>
              </a:path>
              <a:path w="1290955" h="198120">
                <a:moveTo>
                  <a:pt x="1111377" y="5969"/>
                </a:moveTo>
                <a:lnTo>
                  <a:pt x="1065657" y="5969"/>
                </a:lnTo>
                <a:lnTo>
                  <a:pt x="1068070" y="154812"/>
                </a:lnTo>
                <a:lnTo>
                  <a:pt x="1111377" y="154812"/>
                </a:lnTo>
                <a:lnTo>
                  <a:pt x="1111377" y="5969"/>
                </a:lnTo>
                <a:close/>
              </a:path>
              <a:path w="1290955" h="198120">
                <a:moveTo>
                  <a:pt x="279615" y="5969"/>
                </a:moveTo>
                <a:lnTo>
                  <a:pt x="197269" y="5969"/>
                </a:lnTo>
                <a:lnTo>
                  <a:pt x="163499" y="191008"/>
                </a:lnTo>
                <a:lnTo>
                  <a:pt x="213258" y="191008"/>
                </a:lnTo>
                <a:lnTo>
                  <a:pt x="238734" y="19558"/>
                </a:lnTo>
                <a:lnTo>
                  <a:pt x="282094" y="19558"/>
                </a:lnTo>
                <a:lnTo>
                  <a:pt x="279615" y="5969"/>
                </a:lnTo>
                <a:close/>
              </a:path>
              <a:path w="1290955" h="198120">
                <a:moveTo>
                  <a:pt x="282094" y="19558"/>
                </a:moveTo>
                <a:lnTo>
                  <a:pt x="238734" y="19558"/>
                </a:lnTo>
                <a:lnTo>
                  <a:pt x="264210" y="191008"/>
                </a:lnTo>
                <a:lnTo>
                  <a:pt x="313372" y="191008"/>
                </a:lnTo>
                <a:lnTo>
                  <a:pt x="282094" y="19558"/>
                </a:lnTo>
                <a:close/>
              </a:path>
              <a:path w="1290955" h="198120">
                <a:moveTo>
                  <a:pt x="429488" y="5969"/>
                </a:moveTo>
                <a:lnTo>
                  <a:pt x="354253" y="5969"/>
                </a:lnTo>
                <a:lnTo>
                  <a:pt x="350697" y="191008"/>
                </a:lnTo>
                <a:lnTo>
                  <a:pt x="396316" y="191008"/>
                </a:lnTo>
                <a:lnTo>
                  <a:pt x="397497" y="19558"/>
                </a:lnTo>
                <a:lnTo>
                  <a:pt x="431714" y="19558"/>
                </a:lnTo>
                <a:lnTo>
                  <a:pt x="429488" y="5969"/>
                </a:lnTo>
                <a:close/>
              </a:path>
              <a:path w="1290955" h="198120">
                <a:moveTo>
                  <a:pt x="431714" y="19558"/>
                </a:moveTo>
                <a:lnTo>
                  <a:pt x="397497" y="19558"/>
                </a:lnTo>
                <a:lnTo>
                  <a:pt x="429488" y="191008"/>
                </a:lnTo>
                <a:lnTo>
                  <a:pt x="476288" y="191008"/>
                </a:lnTo>
                <a:lnTo>
                  <a:pt x="483823" y="150622"/>
                </a:lnTo>
                <a:lnTo>
                  <a:pt x="453186" y="150622"/>
                </a:lnTo>
                <a:lnTo>
                  <a:pt x="431714" y="19558"/>
                </a:lnTo>
                <a:close/>
              </a:path>
              <a:path w="1290955" h="198120">
                <a:moveTo>
                  <a:pt x="551826" y="19558"/>
                </a:moveTo>
                <a:lnTo>
                  <a:pt x="508279" y="19558"/>
                </a:lnTo>
                <a:lnTo>
                  <a:pt x="509460" y="191008"/>
                </a:lnTo>
                <a:lnTo>
                  <a:pt x="555663" y="191008"/>
                </a:lnTo>
                <a:lnTo>
                  <a:pt x="551826" y="19558"/>
                </a:lnTo>
                <a:close/>
              </a:path>
              <a:path w="1290955" h="198120">
                <a:moveTo>
                  <a:pt x="551522" y="5969"/>
                </a:moveTo>
                <a:lnTo>
                  <a:pt x="476288" y="5969"/>
                </a:lnTo>
                <a:lnTo>
                  <a:pt x="453186" y="150622"/>
                </a:lnTo>
                <a:lnTo>
                  <a:pt x="483823" y="150622"/>
                </a:lnTo>
                <a:lnTo>
                  <a:pt x="508279" y="19558"/>
                </a:lnTo>
                <a:lnTo>
                  <a:pt x="551826" y="19558"/>
                </a:lnTo>
                <a:lnTo>
                  <a:pt x="551522" y="5969"/>
                </a:lnTo>
                <a:close/>
              </a:path>
              <a:path w="1290955" h="198120">
                <a:moveTo>
                  <a:pt x="822198" y="5969"/>
                </a:moveTo>
                <a:lnTo>
                  <a:pt x="775449" y="5969"/>
                </a:lnTo>
                <a:lnTo>
                  <a:pt x="775449" y="148844"/>
                </a:lnTo>
                <a:lnTo>
                  <a:pt x="776033" y="150622"/>
                </a:lnTo>
                <a:lnTo>
                  <a:pt x="782529" y="172285"/>
                </a:lnTo>
                <a:lnTo>
                  <a:pt x="796466" y="186388"/>
                </a:lnTo>
                <a:lnTo>
                  <a:pt x="816172" y="194038"/>
                </a:lnTo>
                <a:lnTo>
                  <a:pt x="839978" y="196342"/>
                </a:lnTo>
                <a:lnTo>
                  <a:pt x="864169" y="194038"/>
                </a:lnTo>
                <a:lnTo>
                  <a:pt x="884062" y="186388"/>
                </a:lnTo>
                <a:lnTo>
                  <a:pt x="898074" y="172285"/>
                </a:lnTo>
                <a:lnTo>
                  <a:pt x="900859" y="163068"/>
                </a:lnTo>
                <a:lnTo>
                  <a:pt x="827532" y="163068"/>
                </a:lnTo>
                <a:lnTo>
                  <a:pt x="823468" y="154178"/>
                </a:lnTo>
                <a:lnTo>
                  <a:pt x="822832" y="150114"/>
                </a:lnTo>
                <a:lnTo>
                  <a:pt x="822198" y="147700"/>
                </a:lnTo>
                <a:lnTo>
                  <a:pt x="822198" y="5969"/>
                </a:lnTo>
                <a:close/>
              </a:path>
              <a:path w="1290955" h="198120">
                <a:moveTo>
                  <a:pt x="905129" y="5969"/>
                </a:moveTo>
                <a:lnTo>
                  <a:pt x="858393" y="5969"/>
                </a:lnTo>
                <a:lnTo>
                  <a:pt x="858393" y="147700"/>
                </a:lnTo>
                <a:lnTo>
                  <a:pt x="857757" y="150114"/>
                </a:lnTo>
                <a:lnTo>
                  <a:pt x="857250" y="154178"/>
                </a:lnTo>
                <a:lnTo>
                  <a:pt x="853058" y="163068"/>
                </a:lnTo>
                <a:lnTo>
                  <a:pt x="900859" y="163068"/>
                </a:lnTo>
                <a:lnTo>
                  <a:pt x="904620" y="150622"/>
                </a:lnTo>
                <a:lnTo>
                  <a:pt x="905129" y="148844"/>
                </a:lnTo>
                <a:lnTo>
                  <a:pt x="905129" y="5969"/>
                </a:lnTo>
                <a:close/>
              </a:path>
              <a:path w="1290955" h="198120">
                <a:moveTo>
                  <a:pt x="1225042" y="1143"/>
                </a:moveTo>
                <a:lnTo>
                  <a:pt x="1182115" y="11096"/>
                </a:lnTo>
                <a:lnTo>
                  <a:pt x="1160526" y="46862"/>
                </a:lnTo>
                <a:lnTo>
                  <a:pt x="1159891" y="49784"/>
                </a:lnTo>
                <a:lnTo>
                  <a:pt x="1159891" y="143002"/>
                </a:lnTo>
                <a:lnTo>
                  <a:pt x="1181687" y="184419"/>
                </a:lnTo>
                <a:lnTo>
                  <a:pt x="1225042" y="194564"/>
                </a:lnTo>
                <a:lnTo>
                  <a:pt x="1248794" y="192188"/>
                </a:lnTo>
                <a:lnTo>
                  <a:pt x="1268952" y="184419"/>
                </a:lnTo>
                <a:lnTo>
                  <a:pt x="1283442" y="170293"/>
                </a:lnTo>
                <a:lnTo>
                  <a:pt x="1286275" y="161290"/>
                </a:lnTo>
                <a:lnTo>
                  <a:pt x="1211452" y="161290"/>
                </a:lnTo>
                <a:lnTo>
                  <a:pt x="1207262" y="153035"/>
                </a:lnTo>
                <a:lnTo>
                  <a:pt x="1206119" y="147700"/>
                </a:lnTo>
                <a:lnTo>
                  <a:pt x="1206119" y="145923"/>
                </a:lnTo>
                <a:lnTo>
                  <a:pt x="1205483" y="143002"/>
                </a:lnTo>
                <a:lnTo>
                  <a:pt x="1205594" y="52832"/>
                </a:lnTo>
                <a:lnTo>
                  <a:pt x="1206753" y="47498"/>
                </a:lnTo>
                <a:lnTo>
                  <a:pt x="1207262" y="43307"/>
                </a:lnTo>
                <a:lnTo>
                  <a:pt x="1211452" y="34417"/>
                </a:lnTo>
                <a:lnTo>
                  <a:pt x="1286209" y="34417"/>
                </a:lnTo>
                <a:lnTo>
                  <a:pt x="1283174" y="24931"/>
                </a:lnTo>
                <a:lnTo>
                  <a:pt x="1268714" y="10858"/>
                </a:lnTo>
                <a:lnTo>
                  <a:pt x="1248705" y="3357"/>
                </a:lnTo>
                <a:lnTo>
                  <a:pt x="1225042" y="1143"/>
                </a:lnTo>
                <a:close/>
              </a:path>
              <a:path w="1290955" h="198120">
                <a:moveTo>
                  <a:pt x="1290827" y="87249"/>
                </a:moveTo>
                <a:lnTo>
                  <a:pt x="1225677" y="87249"/>
                </a:lnTo>
                <a:lnTo>
                  <a:pt x="1225677" y="113919"/>
                </a:lnTo>
                <a:lnTo>
                  <a:pt x="1244600" y="113919"/>
                </a:lnTo>
                <a:lnTo>
                  <a:pt x="1244600" y="145923"/>
                </a:lnTo>
                <a:lnTo>
                  <a:pt x="1244092" y="147700"/>
                </a:lnTo>
                <a:lnTo>
                  <a:pt x="1243457" y="153035"/>
                </a:lnTo>
                <a:lnTo>
                  <a:pt x="1238758" y="161290"/>
                </a:lnTo>
                <a:lnTo>
                  <a:pt x="1286275" y="161290"/>
                </a:lnTo>
                <a:lnTo>
                  <a:pt x="1290193" y="148844"/>
                </a:lnTo>
                <a:lnTo>
                  <a:pt x="1290827" y="143002"/>
                </a:lnTo>
                <a:lnTo>
                  <a:pt x="1290827" y="87249"/>
                </a:lnTo>
                <a:close/>
              </a:path>
              <a:path w="1290955" h="198120">
                <a:moveTo>
                  <a:pt x="1286209" y="34417"/>
                </a:moveTo>
                <a:lnTo>
                  <a:pt x="1239265" y="34417"/>
                </a:lnTo>
                <a:lnTo>
                  <a:pt x="1242821" y="43942"/>
                </a:lnTo>
                <a:lnTo>
                  <a:pt x="1243457" y="47498"/>
                </a:lnTo>
                <a:lnTo>
                  <a:pt x="1244092" y="50419"/>
                </a:lnTo>
                <a:lnTo>
                  <a:pt x="1244092" y="65278"/>
                </a:lnTo>
                <a:lnTo>
                  <a:pt x="1290193" y="65278"/>
                </a:lnTo>
                <a:lnTo>
                  <a:pt x="1290193" y="58674"/>
                </a:lnTo>
                <a:lnTo>
                  <a:pt x="1290827" y="52832"/>
                </a:lnTo>
                <a:lnTo>
                  <a:pt x="1290193" y="46862"/>
                </a:lnTo>
                <a:lnTo>
                  <a:pt x="1286209" y="344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1421</Words>
  <Application>Microsoft Office PowerPoint</Application>
  <PresentationFormat>A4 Paper (210x297 mm)</PresentationFormat>
  <Paragraphs>313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4" baseType="lpstr">
      <vt:lpstr>Malgun Gothic</vt:lpstr>
      <vt:lpstr>Arial</vt:lpstr>
      <vt:lpstr>Arial MT</vt:lpstr>
      <vt:lpstr>Calibri</vt:lpstr>
      <vt:lpstr>Ebrima</vt:lpstr>
      <vt:lpstr>Tahoma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2.1. What is Design Thinking and Why?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2.2. Five Steps of Design Thinking</vt:lpstr>
      <vt:lpstr>PowerPoint Presentation</vt:lpstr>
      <vt:lpstr>PowerPoint Presentation</vt:lpstr>
      <vt:lpstr>2.2. Five Steps of Design Thinking</vt:lpstr>
      <vt:lpstr>2.2. Five Steps of Design Thinking</vt:lpstr>
      <vt:lpstr>2.2. Five Steps of Design Thinking</vt:lpstr>
      <vt:lpstr>PowerPoint Presentation</vt:lpstr>
      <vt:lpstr>PowerPoint Presentation</vt:lpstr>
      <vt:lpstr>PowerPoint Presentation</vt:lpstr>
      <vt:lpstr>PowerPoint Presentation</vt:lpstr>
      <vt:lpstr>2.2. Five Steps of Design Thinking</vt:lpstr>
      <vt:lpstr>PowerPoint Presentation</vt:lpstr>
      <vt:lpstr>PowerPoint Presentation</vt:lpstr>
      <vt:lpstr>2.2. Five Steps of Design Thinking</vt:lpstr>
      <vt:lpstr>2.2. Five Steps of Design Thinking</vt:lpstr>
      <vt:lpstr>Appendix. Persona</vt:lpstr>
      <vt:lpstr>PowerPoint Presentation</vt:lpstr>
      <vt:lpstr>PowerPoint Presentation</vt:lpstr>
      <vt:lpstr>PowerPoint Presentation</vt:lpstr>
      <vt:lpstr>PowerPoint Presentation</vt:lpstr>
      <vt:lpstr>2.2. Five Steps of Design Thinking</vt:lpstr>
      <vt:lpstr>PowerPoint Presentation</vt:lpstr>
      <vt:lpstr>Appendix. Sticky Notes</vt:lpstr>
      <vt:lpstr>PowerPoint Presentation</vt:lpstr>
      <vt:lpstr>PowerPoint Presentation</vt:lpstr>
      <vt:lpstr>2.2. Five Steps of Design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Akil Bashir Wani/Data Sourcing /SRI-Bangalore/Associate/Samsung Electronics</dc:creator>
  <cp:lastModifiedBy>New Era</cp:lastModifiedBy>
  <cp:revision>3</cp:revision>
  <dcterms:created xsi:type="dcterms:W3CDTF">2023-08-11T06:34:04Z</dcterms:created>
  <dcterms:modified xsi:type="dcterms:W3CDTF">2023-08-22T03:45:38Z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2023-08-11T00:00:00Z</vt:filetime>
  </property>
</Properties>
</file>